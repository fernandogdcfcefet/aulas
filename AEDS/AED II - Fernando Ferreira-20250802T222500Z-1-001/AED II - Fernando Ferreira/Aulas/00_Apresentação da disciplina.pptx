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461823C5-7577-4E6F-A71E-E954BEECB87C}"/>
    <pc:docChg chg="undo custSel addSld modSld sldOrd">
      <pc:chgData name="Henrique Silva" userId="850b114bb1845035" providerId="LiveId" clId="{461823C5-7577-4E6F-A71E-E954BEECB87C}" dt="2018-02-01T13:17:47.370" v="1393"/>
      <pc:docMkLst>
        <pc:docMk/>
      </pc:docMkLst>
      <pc:sldChg chg="modSp add">
        <pc:chgData name="Henrique Silva" userId="850b114bb1845035" providerId="LiveId" clId="{461823C5-7577-4E6F-A71E-E954BEECB87C}" dt="2018-02-01T11:00:50.374" v="120" actId="20577"/>
        <pc:sldMkLst>
          <pc:docMk/>
          <pc:sldMk cId="117531247" sldId="256"/>
        </pc:sldMkLst>
        <pc:spChg chg="mod">
          <ac:chgData name="Henrique Silva" userId="850b114bb1845035" providerId="LiveId" clId="{461823C5-7577-4E6F-A71E-E954BEECB87C}" dt="2018-02-01T11:00:30.899" v="57" actId="20577"/>
          <ac:spMkLst>
            <pc:docMk/>
            <pc:sldMk cId="117531247" sldId="256"/>
            <ac:spMk id="2" creationId="{71FD9F73-A72D-4EFC-BFFF-00FF349C06E4}"/>
          </ac:spMkLst>
        </pc:spChg>
        <pc:spChg chg="mod">
          <ac:chgData name="Henrique Silva" userId="850b114bb1845035" providerId="LiveId" clId="{461823C5-7577-4E6F-A71E-E954BEECB87C}" dt="2018-02-01T11:00:50.374" v="120" actId="20577"/>
          <ac:spMkLst>
            <pc:docMk/>
            <pc:sldMk cId="117531247" sldId="256"/>
            <ac:spMk id="3" creationId="{E893BB2A-6B6C-45F8-868B-D29CD7E4D9CE}"/>
          </ac:spMkLst>
        </pc:spChg>
      </pc:sldChg>
      <pc:sldChg chg="modSp add">
        <pc:chgData name="Henrique Silva" userId="850b114bb1845035" providerId="LiveId" clId="{461823C5-7577-4E6F-A71E-E954BEECB87C}" dt="2018-02-01T13:17:47.370" v="1393"/>
        <pc:sldMkLst>
          <pc:docMk/>
          <pc:sldMk cId="1730233281" sldId="257"/>
        </pc:sldMkLst>
        <pc:spChg chg="mod">
          <ac:chgData name="Henrique Silva" userId="850b114bb1845035" providerId="LiveId" clId="{461823C5-7577-4E6F-A71E-E954BEECB87C}" dt="2018-02-01T12:35:16.824" v="135" actId="20577"/>
          <ac:spMkLst>
            <pc:docMk/>
            <pc:sldMk cId="1730233281" sldId="257"/>
            <ac:spMk id="2" creationId="{C947D9BE-1628-4E7A-942A-9CC8AE7ED54B}"/>
          </ac:spMkLst>
        </pc:spChg>
        <pc:spChg chg="mod">
          <ac:chgData name="Henrique Silva" userId="850b114bb1845035" providerId="LiveId" clId="{461823C5-7577-4E6F-A71E-E954BEECB87C}" dt="2018-02-01T13:17:47.370" v="1393"/>
          <ac:spMkLst>
            <pc:docMk/>
            <pc:sldMk cId="1730233281" sldId="257"/>
            <ac:spMk id="3" creationId="{F45807AD-16AA-4030-A2FC-815408D94BFB}"/>
          </ac:spMkLst>
        </pc:spChg>
      </pc:sldChg>
      <pc:sldChg chg="modSp add">
        <pc:chgData name="Henrique Silva" userId="850b114bb1845035" providerId="LiveId" clId="{461823C5-7577-4E6F-A71E-E954BEECB87C}" dt="2018-02-01T13:03:37.850" v="1264" actId="403"/>
        <pc:sldMkLst>
          <pc:docMk/>
          <pc:sldMk cId="3679993183" sldId="258"/>
        </pc:sldMkLst>
        <pc:spChg chg="mod">
          <ac:chgData name="Henrique Silva" userId="850b114bb1845035" providerId="LiveId" clId="{461823C5-7577-4E6F-A71E-E954BEECB87C}" dt="2018-02-01T12:35:44.122" v="149" actId="20577"/>
          <ac:spMkLst>
            <pc:docMk/>
            <pc:sldMk cId="3679993183" sldId="258"/>
            <ac:spMk id="2" creationId="{8F55B30C-98BB-41DB-A38F-8814EF659358}"/>
          </ac:spMkLst>
        </pc:spChg>
        <pc:spChg chg="mod">
          <ac:chgData name="Henrique Silva" userId="850b114bb1845035" providerId="LiveId" clId="{461823C5-7577-4E6F-A71E-E954BEECB87C}" dt="2018-02-01T13:03:37.850" v="1264" actId="403"/>
          <ac:spMkLst>
            <pc:docMk/>
            <pc:sldMk cId="3679993183" sldId="258"/>
            <ac:spMk id="3" creationId="{318032AB-83CF-4BC7-954B-90B933350522}"/>
          </ac:spMkLst>
        </pc:spChg>
      </pc:sldChg>
      <pc:sldChg chg="modSp add">
        <pc:chgData name="Henrique Silva" userId="850b114bb1845035" providerId="LiveId" clId="{461823C5-7577-4E6F-A71E-E954BEECB87C}" dt="2018-02-01T13:03:33.325" v="1263" actId="403"/>
        <pc:sldMkLst>
          <pc:docMk/>
          <pc:sldMk cId="2494364347" sldId="259"/>
        </pc:sldMkLst>
        <pc:spChg chg="mod">
          <ac:chgData name="Henrique Silva" userId="850b114bb1845035" providerId="LiveId" clId="{461823C5-7577-4E6F-A71E-E954BEECB87C}" dt="2018-02-01T13:03:33.325" v="1263" actId="403"/>
          <ac:spMkLst>
            <pc:docMk/>
            <pc:sldMk cId="2494364347" sldId="259"/>
            <ac:spMk id="3" creationId="{318032AB-83CF-4BC7-954B-90B933350522}"/>
          </ac:spMkLst>
        </pc:spChg>
      </pc:sldChg>
      <pc:sldChg chg="modSp add">
        <pc:chgData name="Henrique Silva" userId="850b114bb1845035" providerId="LiveId" clId="{461823C5-7577-4E6F-A71E-E954BEECB87C}" dt="2018-02-01T12:41:54.563" v="387" actId="113"/>
        <pc:sldMkLst>
          <pc:docMk/>
          <pc:sldMk cId="2835373635" sldId="260"/>
        </pc:sldMkLst>
        <pc:spChg chg="mod">
          <ac:chgData name="Henrique Silva" userId="850b114bb1845035" providerId="LiveId" clId="{461823C5-7577-4E6F-A71E-E954BEECB87C}" dt="2018-02-01T12:40:44.812" v="375" actId="20577"/>
          <ac:spMkLst>
            <pc:docMk/>
            <pc:sldMk cId="2835373635" sldId="260"/>
            <ac:spMk id="2" creationId="{34250B27-0107-4655-8BFC-80338C4AA5A9}"/>
          </ac:spMkLst>
        </pc:spChg>
        <pc:spChg chg="mod">
          <ac:chgData name="Henrique Silva" userId="850b114bb1845035" providerId="LiveId" clId="{461823C5-7577-4E6F-A71E-E954BEECB87C}" dt="2018-02-01T12:41:54.563" v="387" actId="113"/>
          <ac:spMkLst>
            <pc:docMk/>
            <pc:sldMk cId="2835373635" sldId="260"/>
            <ac:spMk id="3" creationId="{9497D1EA-4237-4D4A-96E2-DCB00A53635F}"/>
          </ac:spMkLst>
        </pc:spChg>
      </pc:sldChg>
      <pc:sldChg chg="modSp add">
        <pc:chgData name="Henrique Silva" userId="850b114bb1845035" providerId="LiveId" clId="{461823C5-7577-4E6F-A71E-E954BEECB87C}" dt="2018-02-01T12:54:38.512" v="728" actId="20577"/>
        <pc:sldMkLst>
          <pc:docMk/>
          <pc:sldMk cId="2769271649" sldId="261"/>
        </pc:sldMkLst>
        <pc:spChg chg="mod">
          <ac:chgData name="Henrique Silva" userId="850b114bb1845035" providerId="LiveId" clId="{461823C5-7577-4E6F-A71E-E954BEECB87C}" dt="2018-02-01T12:42:37.713" v="391" actId="20577"/>
          <ac:spMkLst>
            <pc:docMk/>
            <pc:sldMk cId="2769271649" sldId="261"/>
            <ac:spMk id="2" creationId="{91640778-8438-4DB6-A704-676249DE6C28}"/>
          </ac:spMkLst>
        </pc:spChg>
        <pc:spChg chg="mod">
          <ac:chgData name="Henrique Silva" userId="850b114bb1845035" providerId="LiveId" clId="{461823C5-7577-4E6F-A71E-E954BEECB87C}" dt="2018-02-01T12:54:38.512" v="728" actId="20577"/>
          <ac:spMkLst>
            <pc:docMk/>
            <pc:sldMk cId="2769271649" sldId="261"/>
            <ac:spMk id="3" creationId="{BA5041F1-27FC-4952-8819-C59D7DA984CC}"/>
          </ac:spMkLst>
        </pc:spChg>
      </pc:sldChg>
      <pc:sldChg chg="modSp add">
        <pc:chgData name="Henrique Silva" userId="850b114bb1845035" providerId="LiveId" clId="{461823C5-7577-4E6F-A71E-E954BEECB87C}" dt="2018-02-01T12:58:27.490" v="1137" actId="113"/>
        <pc:sldMkLst>
          <pc:docMk/>
          <pc:sldMk cId="412874632" sldId="262"/>
        </pc:sldMkLst>
        <pc:spChg chg="mod">
          <ac:chgData name="Henrique Silva" userId="850b114bb1845035" providerId="LiveId" clId="{461823C5-7577-4E6F-A71E-E954BEECB87C}" dt="2018-02-01T12:42:49.750" v="398" actId="20577"/>
          <ac:spMkLst>
            <pc:docMk/>
            <pc:sldMk cId="412874632" sldId="262"/>
            <ac:spMk id="2" creationId="{E81D0D62-2F25-40C5-AC98-605C1ABD049E}"/>
          </ac:spMkLst>
        </pc:spChg>
        <pc:spChg chg="mod">
          <ac:chgData name="Henrique Silva" userId="850b114bb1845035" providerId="LiveId" clId="{461823C5-7577-4E6F-A71E-E954BEECB87C}" dt="2018-02-01T12:58:27.490" v="1137" actId="113"/>
          <ac:spMkLst>
            <pc:docMk/>
            <pc:sldMk cId="412874632" sldId="262"/>
            <ac:spMk id="3" creationId="{7F87369D-0C38-454A-B3F4-88A0DE66E040}"/>
          </ac:spMkLst>
        </pc:spChg>
      </pc:sldChg>
      <pc:sldChg chg="modSp add ord">
        <pc:chgData name="Henrique Silva" userId="850b114bb1845035" providerId="LiveId" clId="{461823C5-7577-4E6F-A71E-E954BEECB87C}" dt="2018-02-01T13:04:15.231" v="1273" actId="20577"/>
        <pc:sldMkLst>
          <pc:docMk/>
          <pc:sldMk cId="1575483949" sldId="263"/>
        </pc:sldMkLst>
        <pc:spChg chg="mod">
          <ac:chgData name="Henrique Silva" userId="850b114bb1845035" providerId="LiveId" clId="{461823C5-7577-4E6F-A71E-E954BEECB87C}" dt="2018-02-01T13:04:15.231" v="1273" actId="20577"/>
          <ac:spMkLst>
            <pc:docMk/>
            <pc:sldMk cId="1575483949" sldId="263"/>
            <ac:spMk id="3" creationId="{BA5041F1-27FC-4952-8819-C59D7DA984CC}"/>
          </ac:spMkLst>
        </pc:spChg>
      </pc:sldChg>
      <pc:sldChg chg="modSp add">
        <pc:chgData name="Henrique Silva" userId="850b114bb1845035" providerId="LiveId" clId="{461823C5-7577-4E6F-A71E-E954BEECB87C}" dt="2018-02-01T13:02:14.513" v="1243" actId="20577"/>
        <pc:sldMkLst>
          <pc:docMk/>
          <pc:sldMk cId="2630162463" sldId="264"/>
        </pc:sldMkLst>
        <pc:spChg chg="mod">
          <ac:chgData name="Henrique Silva" userId="850b114bb1845035" providerId="LiveId" clId="{461823C5-7577-4E6F-A71E-E954BEECB87C}" dt="2018-02-01T13:02:14.513" v="1243" actId="20577"/>
          <ac:spMkLst>
            <pc:docMk/>
            <pc:sldMk cId="2630162463" sldId="264"/>
            <ac:spMk id="3" creationId="{318032AB-83CF-4BC7-954B-90B933350522}"/>
          </ac:spMkLst>
        </pc:spChg>
      </pc:sldChg>
      <pc:sldChg chg="addSp modSp add">
        <pc:chgData name="Henrique Silva" userId="850b114bb1845035" providerId="LiveId" clId="{461823C5-7577-4E6F-A71E-E954BEECB87C}" dt="2018-02-01T13:11:37.819" v="1310"/>
        <pc:sldMkLst>
          <pc:docMk/>
          <pc:sldMk cId="3822973202" sldId="265"/>
        </pc:sldMkLst>
        <pc:spChg chg="mod">
          <ac:chgData name="Henrique Silva" userId="850b114bb1845035" providerId="LiveId" clId="{461823C5-7577-4E6F-A71E-E954BEECB87C}" dt="2018-02-01T13:04:29.529" v="1302" actId="20577"/>
          <ac:spMkLst>
            <pc:docMk/>
            <pc:sldMk cId="3822973202" sldId="265"/>
            <ac:spMk id="2" creationId="{1893984B-E433-4E47-8CFC-09D98F4DD5F2}"/>
          </ac:spMkLst>
        </pc:spChg>
        <pc:spChg chg="mod">
          <ac:chgData name="Henrique Silva" userId="850b114bb1845035" providerId="LiveId" clId="{461823C5-7577-4E6F-A71E-E954BEECB87C}" dt="2018-02-01T13:11:37.819" v="1310"/>
          <ac:spMkLst>
            <pc:docMk/>
            <pc:sldMk cId="3822973202" sldId="265"/>
            <ac:spMk id="3" creationId="{58ECBBF0-205F-4C11-BC29-2ECFE9D5D666}"/>
          </ac:spMkLst>
        </pc:spChg>
        <pc:picChg chg="add mod">
          <ac:chgData name="Henrique Silva" userId="850b114bb1845035" providerId="LiveId" clId="{461823C5-7577-4E6F-A71E-E954BEECB87C}" dt="2018-02-01T13:11:28.646" v="1307" actId="1076"/>
          <ac:picMkLst>
            <pc:docMk/>
            <pc:sldMk cId="3822973202" sldId="265"/>
            <ac:picMk id="1026" creationId="{2AF3DD6F-DE61-4A7C-8346-92D83F30775F}"/>
          </ac:picMkLst>
        </pc:picChg>
      </pc:sldChg>
      <pc:sldChg chg="addSp delSp modSp add">
        <pc:chgData name="Henrique Silva" userId="850b114bb1845035" providerId="LiveId" clId="{461823C5-7577-4E6F-A71E-E954BEECB87C}" dt="2018-02-01T13:13:23.695" v="1320" actId="14100"/>
        <pc:sldMkLst>
          <pc:docMk/>
          <pc:sldMk cId="1070938339" sldId="266"/>
        </pc:sldMkLst>
        <pc:spChg chg="mod">
          <ac:chgData name="Henrique Silva" userId="850b114bb1845035" providerId="LiveId" clId="{461823C5-7577-4E6F-A71E-E954BEECB87C}" dt="2018-02-01T13:11:52.107" v="1312"/>
          <ac:spMkLst>
            <pc:docMk/>
            <pc:sldMk cId="1070938339" sldId="266"/>
            <ac:spMk id="2" creationId="{46EED840-C021-40D7-B272-AD587A336499}"/>
          </ac:spMkLst>
        </pc:spChg>
        <pc:spChg chg="mod">
          <ac:chgData name="Henrique Silva" userId="850b114bb1845035" providerId="LiveId" clId="{461823C5-7577-4E6F-A71E-E954BEECB87C}" dt="2018-02-01T13:13:03.088" v="1314" actId="14100"/>
          <ac:spMkLst>
            <pc:docMk/>
            <pc:sldMk cId="1070938339" sldId="266"/>
            <ac:spMk id="3" creationId="{D234CE4B-36DF-4ACA-A33D-51F2C96119AC}"/>
          </ac:spMkLst>
        </pc:spChg>
        <pc:spChg chg="add del">
          <ac:chgData name="Henrique Silva" userId="850b114bb1845035" providerId="LiveId" clId="{461823C5-7577-4E6F-A71E-E954BEECB87C}" dt="2018-02-01T13:13:05.692" v="1316"/>
          <ac:spMkLst>
            <pc:docMk/>
            <pc:sldMk cId="1070938339" sldId="266"/>
            <ac:spMk id="4" creationId="{0455DD57-34FF-4975-AF44-05031F4E2B80}"/>
          </ac:spMkLst>
        </pc:spChg>
        <pc:picChg chg="add mod">
          <ac:chgData name="Henrique Silva" userId="850b114bb1845035" providerId="LiveId" clId="{461823C5-7577-4E6F-A71E-E954BEECB87C}" dt="2018-02-01T13:13:23.695" v="1320" actId="14100"/>
          <ac:picMkLst>
            <pc:docMk/>
            <pc:sldMk cId="1070938339" sldId="266"/>
            <ac:picMk id="2052" creationId="{65640F69-1783-4B94-8109-B707C88F97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706C-75F5-46B6-8F05-3B0899471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58E03D-CA3B-4424-899D-847E68850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009E0-7F39-45B6-A1DA-58E2C821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95A58-0EA1-4E26-8A45-46368114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F78590-AB60-4534-85F5-94671CEF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06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2E7F2-FE80-4EE1-8417-B6BA78BE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FD00D-7BF3-4463-A17D-85D8DF99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784B59-6DB2-4FAB-AC60-8F0768D0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3790B-9AC6-4714-99CE-E218C9DF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03AF5-3284-4AFE-8711-0DCC933E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07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5D753-153F-4BDC-827A-5CAF8D6A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AAE6B8-30D5-4137-A737-E67CE2DEE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E60A42-F330-4191-8F26-7994F055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24E171-80EC-46B1-8FBC-A4C30D73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A6AE80-660E-455A-8947-77166AE0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1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7F252-395B-4DD8-A939-356A3986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48FB4-06DE-47A1-B4A9-C6D77323A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29D666-87E8-4AD1-B7C0-99B8C35DA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5B6081-F6E5-45FE-86A9-E9527E9C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34AC5B-8CC0-401B-BF3A-93605A35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AFC8E6-E3E6-4A56-9013-CC44DE4E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28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A4EF6-BA75-4731-B969-788A111D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1DACD5-B57F-46EC-A431-CD5DAE1D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6C9509-19A1-47FA-B761-C94754E58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12ED68-D4D8-4865-907B-FD8015A85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B99733-7EEB-4691-9DDA-0494E8944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B0DBD2D-97F4-41A2-B6F9-23670939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27F3087-919C-4CFF-B4B6-059D44F5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BC5B59-49DD-43B2-9107-F42D3D7B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45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8DFC5-3C01-4D23-80B4-4D781AD5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9394BD-A07C-4D85-88C4-6BF33FEB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C1159D-1AEF-4DC5-9DE9-F6450612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BBDE1A-4F18-40A6-B148-DFCC50CE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04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0404B4-B9C1-418D-A026-927029C1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1F9DF3-4AA5-4849-9137-A341492B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9B5D88-81F5-4A5E-9852-C15C5499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1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F5700-1654-43D4-8BA7-EDCA224A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845A3-7EED-419C-B04F-A1FF36D61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1D0727-55AF-4D6E-8B8F-8F7CDCA33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1AA751-368A-48AF-9925-583CB160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B3DA9E-A798-4548-B900-0AE3DEE4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72D0D0-80B4-4237-99D7-41EBC9D9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90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A21E5-8D13-4DEA-9BFC-04CAA1A4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2180C3-6DBE-4255-B758-DFD04099D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922AD8-2EA8-484E-8F05-41CA96DF8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4540EA-6675-4B80-B271-2C779B6E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C2E243-3A7A-4446-9126-10FB6128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A91301-A4E4-4563-9C3B-6EA095C9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5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1111E-47C5-49EC-A9BD-E462DA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D22B31-A838-4599-9390-F10D4CC07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B41F2C-47E2-4DEF-B8BC-1B95737D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8DC377-7887-4048-97AE-BCE7616C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90075C-5EFA-44AD-916A-9FE774CD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5EF5C4-AA55-4636-BD0A-8A88A7A21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3BB860-7CCD-4E95-8915-6037DE060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2E47C5-7D3F-4534-9A78-7C96E261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32760E-3B88-441B-B6B1-24F7943B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8AD53A-9043-4A94-9553-BFF7CE07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7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960DB0-BE48-4427-9456-F5A065F7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26F065-7F46-4E99-9229-5177C4C5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F6F07F-631F-4616-B8BC-ECAEA10D8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8FCA-4850-43CE-BFB4-74824C0ADEDB}" type="datetimeFigureOut">
              <a:rPr lang="pt-BR" smtClean="0"/>
              <a:t>01/02/2018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71E80-B0F5-437B-A4BA-A92E3733C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43DB3-7FCB-40B5-B5B2-AF51BBF30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8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oo.gl/MLaTq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D9F73-A72D-4EFC-BFFF-00FF349C0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Algoritmos e Estruturas de Dados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93BB2A-6B6C-45F8-868B-D29CD7E4D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</p:txBody>
      </p:sp>
    </p:spTree>
    <p:extLst>
      <p:ext uri="{BB962C8B-B14F-4D97-AF65-F5344CB8AC3E}">
        <p14:creationId xmlns:p14="http://schemas.microsoft.com/office/powerpoint/2010/main" val="11753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7D9BE-1628-4E7A-942A-9CC8AE7E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807AD-16AA-4030-A2FC-815408D94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Prof. Henrique Batista da Silva</a:t>
            </a:r>
          </a:p>
          <a:p>
            <a:pPr marL="0" indent="0">
              <a:buNone/>
            </a:pPr>
            <a:r>
              <a:rPr lang="pt-BR" dirty="0"/>
              <a:t>henriquebsilva@outlook.com.br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Link (provisório) para acesso ao material</a:t>
            </a:r>
          </a:p>
          <a:p>
            <a:pPr marL="0" indent="0">
              <a:buNone/>
            </a:pPr>
            <a:r>
              <a:rPr lang="pt-BR" dirty="0">
                <a:hlinkClick r:id="rId2"/>
              </a:rPr>
              <a:t>https://goo.gl/MLaTqb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023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B30C-98BB-41DB-A38F-8814EF65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8032AB-83CF-4BC7-954B-90B93335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Unidade I: Algoritmos Recursivos </a:t>
            </a:r>
          </a:p>
          <a:p>
            <a:pPr lvl="1"/>
            <a:r>
              <a:rPr lang="pt-BR" dirty="0"/>
              <a:t>Procedimentos, funções e passagem de parâmetros</a:t>
            </a:r>
          </a:p>
          <a:p>
            <a:pPr lvl="1"/>
            <a:r>
              <a:rPr lang="pt-BR" dirty="0"/>
              <a:t>Empilhamento de chamadas às funções - Recursão versus iteração</a:t>
            </a:r>
          </a:p>
          <a:p>
            <a:pPr lvl="1"/>
            <a:r>
              <a:rPr lang="pt-BR" dirty="0"/>
              <a:t>Indução: caso base e caso indutivo</a:t>
            </a:r>
          </a:p>
          <a:p>
            <a:pPr lvl="1"/>
            <a:r>
              <a:rPr lang="pt-BR" dirty="0"/>
              <a:t>Recursividade: aplicação, casos e viabilidade</a:t>
            </a:r>
          </a:p>
          <a:p>
            <a:r>
              <a:rPr lang="pt-BR" sz="3200" dirty="0"/>
              <a:t>Unidade II: Alocação dinâmica</a:t>
            </a:r>
          </a:p>
          <a:p>
            <a:pPr lvl="1"/>
            <a:r>
              <a:rPr lang="pt-BR" dirty="0"/>
              <a:t>Alocação estática versus alocação dinâmica </a:t>
            </a:r>
          </a:p>
          <a:p>
            <a:pPr lvl="1"/>
            <a:r>
              <a:rPr lang="pt-BR" dirty="0"/>
              <a:t>Tipos primitivos versus tipo definido pelo usuário </a:t>
            </a:r>
          </a:p>
          <a:p>
            <a:pPr lvl="1"/>
            <a:r>
              <a:rPr lang="pt-BR" dirty="0"/>
              <a:t>Variáveis, ponteiros e referência </a:t>
            </a:r>
          </a:p>
          <a:p>
            <a:pPr lvl="1"/>
            <a:r>
              <a:rPr lang="pt-BR" dirty="0"/>
              <a:t>Estruturas, classes e Objetos (Java)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67999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B30C-98BB-41DB-A38F-8814EF65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8032AB-83CF-4BC7-954B-90B93335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III: Tipos Abstratos de Dados (Java) </a:t>
            </a:r>
          </a:p>
          <a:p>
            <a:pPr lvl="1"/>
            <a:r>
              <a:rPr lang="pt-BR" dirty="0"/>
              <a:t>Atributos e operações </a:t>
            </a:r>
          </a:p>
          <a:p>
            <a:pPr lvl="1"/>
            <a:r>
              <a:rPr lang="pt-BR" dirty="0"/>
              <a:t>Abstração </a:t>
            </a:r>
          </a:p>
          <a:p>
            <a:pPr lvl="1"/>
            <a:r>
              <a:rPr lang="pt-BR" dirty="0"/>
              <a:t>Visibilidade pública e privada </a:t>
            </a:r>
          </a:p>
          <a:p>
            <a:pPr lvl="1"/>
            <a:r>
              <a:rPr lang="pt-BR" dirty="0"/>
              <a:t>Encapsulamento</a:t>
            </a:r>
          </a:p>
          <a:p>
            <a:r>
              <a:rPr lang="pt-BR" dirty="0"/>
              <a:t>Unidade IV: Estruturas de Dados Básicas (com alocação dinâmica e estática)</a:t>
            </a:r>
          </a:p>
          <a:p>
            <a:pPr lvl="1"/>
            <a:r>
              <a:rPr lang="pt-BR" dirty="0"/>
              <a:t>Lista</a:t>
            </a:r>
          </a:p>
          <a:p>
            <a:pPr lvl="1"/>
            <a:r>
              <a:rPr lang="pt-BR" dirty="0"/>
              <a:t>Pilha </a:t>
            </a:r>
          </a:p>
          <a:p>
            <a:pPr lvl="1"/>
            <a:r>
              <a:rPr lang="pt-BR" dirty="0"/>
              <a:t>Fila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016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B30C-98BB-41DB-A38F-8814EF65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8032AB-83CF-4BC7-954B-90B93335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V: Árvores </a:t>
            </a:r>
          </a:p>
          <a:p>
            <a:pPr lvl="1"/>
            <a:r>
              <a:rPr lang="pt-BR" dirty="0"/>
              <a:t>Fundamentos de Árvores</a:t>
            </a:r>
          </a:p>
          <a:p>
            <a:pPr lvl="1"/>
            <a:r>
              <a:rPr lang="pt-BR" dirty="0"/>
              <a:t>Árvores Binárias </a:t>
            </a:r>
          </a:p>
          <a:p>
            <a:pPr lvl="1"/>
            <a:r>
              <a:rPr lang="pt-BR" dirty="0"/>
              <a:t>Árvores Binárias de Pesquisa </a:t>
            </a:r>
          </a:p>
          <a:p>
            <a:pPr lvl="1"/>
            <a:r>
              <a:rPr lang="pt-BR" dirty="0"/>
              <a:t>Árvores Balanceadas</a:t>
            </a:r>
          </a:p>
          <a:p>
            <a:r>
              <a:rPr lang="pt-BR" dirty="0"/>
              <a:t>Unidade VI: Ordenação Interna </a:t>
            </a:r>
          </a:p>
          <a:p>
            <a:pPr lvl="1"/>
            <a:r>
              <a:rPr lang="pt-BR" dirty="0"/>
              <a:t>Bolha, Seleção, Inserção, </a:t>
            </a:r>
            <a:r>
              <a:rPr lang="pt-BR" dirty="0" err="1"/>
              <a:t>ShellSort</a:t>
            </a:r>
            <a:r>
              <a:rPr lang="pt-BR" dirty="0"/>
              <a:t>, </a:t>
            </a:r>
            <a:r>
              <a:rPr lang="pt-BR" dirty="0" err="1"/>
              <a:t>QuickSort</a:t>
            </a:r>
            <a:r>
              <a:rPr lang="pt-BR" dirty="0"/>
              <a:t>, </a:t>
            </a:r>
            <a:r>
              <a:rPr lang="pt-BR" dirty="0" err="1"/>
              <a:t>HeapSort</a:t>
            </a:r>
            <a:r>
              <a:rPr lang="pt-BR" dirty="0"/>
              <a:t>, </a:t>
            </a:r>
            <a:r>
              <a:rPr lang="pt-BR" dirty="0" err="1"/>
              <a:t>MergeSort</a:t>
            </a:r>
            <a:endParaRPr lang="pt-BR" dirty="0"/>
          </a:p>
          <a:p>
            <a:r>
              <a:rPr lang="pt-BR" dirty="0"/>
              <a:t>Unidade VII: Outros métodos de pesquisa em memória principal</a:t>
            </a:r>
          </a:p>
          <a:p>
            <a:pPr lvl="1"/>
            <a:r>
              <a:rPr lang="pt-BR" dirty="0"/>
              <a:t>Tabela </a:t>
            </a:r>
            <a:r>
              <a:rPr lang="pt-BR" dirty="0" err="1"/>
              <a:t>hash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436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0B27-0107-4655-8BFC-80338C4A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7D1EA-4237-4D4A-96E2-DCB00A536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As avaliações da disciplina estão divididas da seguinte forma:  </a:t>
            </a:r>
          </a:p>
          <a:p>
            <a:pPr lvl="1"/>
            <a:r>
              <a:rPr lang="pt-BR" dirty="0"/>
              <a:t>Prova I   30 pontos </a:t>
            </a:r>
          </a:p>
          <a:p>
            <a:pPr lvl="1"/>
            <a:r>
              <a:rPr lang="pt-BR" dirty="0"/>
              <a:t>Prova II  30 pontos </a:t>
            </a:r>
          </a:p>
          <a:p>
            <a:pPr lvl="1"/>
            <a:r>
              <a:rPr lang="pt-BR" dirty="0"/>
              <a:t>Prova III 30 pontos </a:t>
            </a:r>
          </a:p>
          <a:p>
            <a:pPr lvl="1"/>
            <a:r>
              <a:rPr lang="pt-BR" dirty="0"/>
              <a:t>Trabalhos ao longo do semestre: 10 pontos</a:t>
            </a:r>
          </a:p>
          <a:p>
            <a:r>
              <a:rPr lang="pt-BR" dirty="0"/>
              <a:t>Reavaliação: O aluno que obtiver rendimento inferior  a </a:t>
            </a:r>
            <a:r>
              <a:rPr lang="pt-BR" b="1" dirty="0"/>
              <a:t>60 pontos </a:t>
            </a:r>
            <a:r>
              <a:rPr lang="pt-BR" dirty="0"/>
              <a:t>poderá submeter-se à Prova de Reavaliação com o valor de </a:t>
            </a:r>
            <a:r>
              <a:rPr lang="pt-BR" b="1" dirty="0"/>
              <a:t>30 pontos</a:t>
            </a:r>
            <a:r>
              <a:rPr lang="pt-BR" dirty="0"/>
              <a:t>. A nota da reavaliação substituirá a menor nota obtida em uma das três provas do semestre.</a:t>
            </a:r>
          </a:p>
          <a:p>
            <a:r>
              <a:rPr lang="pt-BR" dirty="0"/>
              <a:t>O aluno será considerado aprovado caso obtenha uma nota final igual ou superior à 60 pontos.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537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40778-8438-4DB6-A704-676249DE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5041F1-27FC-4952-8819-C59D7DA98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Atividades extraclasses: Serão alocadas 4 horas-aulas para atividades extraclasses, durante as quais serão realizados exercícios de treinamento para a maratona de programação da Sociedade Brasileira de Computação (SBC) / </a:t>
            </a:r>
            <a:r>
              <a:rPr lang="pt-BR" dirty="0" err="1"/>
              <a:t>Association</a:t>
            </a:r>
            <a:r>
              <a:rPr lang="pt-BR" dirty="0"/>
              <a:t> for </a:t>
            </a:r>
            <a:r>
              <a:rPr lang="pt-BR" dirty="0" err="1"/>
              <a:t>Computing</a:t>
            </a:r>
            <a:r>
              <a:rPr lang="pt-BR" dirty="0"/>
              <a:t> </a:t>
            </a:r>
            <a:r>
              <a:rPr lang="pt-BR" dirty="0" err="1"/>
              <a:t>Machinery</a:t>
            </a:r>
            <a:r>
              <a:rPr lang="pt-BR" dirty="0"/>
              <a:t> (ACM)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27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40778-8438-4DB6-A704-676249DE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5041F1-27FC-4952-8819-C59D7DA98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há prova substituta. Se o(a) aluno(a) perder uma das provas, será possível substituir sua nota pela reavaliação no final do semestre (somente se sua nota final for inferior a 60 pontos). </a:t>
            </a:r>
          </a:p>
          <a:p>
            <a:endParaRPr lang="pt-BR" dirty="0"/>
          </a:p>
          <a:p>
            <a:r>
              <a:rPr lang="pt-BR" dirty="0"/>
              <a:t>A prova substituta é possível apenas para o(a) aluno(a) com atestado médico. O(A) aluno(a) deve comunicar o período de afastamento junto a secretaria.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483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0D62-2F25-40C5-AC98-605C1ABD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7369D-0C38-454A-B3F4-88A0DE66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01/02 – Início do semestre letivo</a:t>
            </a:r>
          </a:p>
          <a:p>
            <a:r>
              <a:rPr lang="pt-BR" dirty="0">
                <a:solidFill>
                  <a:srgbClr val="FF0000"/>
                </a:solidFill>
              </a:rPr>
              <a:t>13/02 – Carnaval</a:t>
            </a:r>
          </a:p>
          <a:p>
            <a:r>
              <a:rPr lang="pt-BR" b="1" dirty="0"/>
              <a:t>20/03 – Prova 1 (30 pontos)</a:t>
            </a:r>
          </a:p>
          <a:p>
            <a:r>
              <a:rPr lang="pt-BR" dirty="0">
                <a:solidFill>
                  <a:srgbClr val="FF0000"/>
                </a:solidFill>
              </a:rPr>
              <a:t>27/03 – Feriado (Semana Santa)</a:t>
            </a:r>
          </a:p>
          <a:p>
            <a:r>
              <a:rPr lang="pt-BR" dirty="0">
                <a:solidFill>
                  <a:srgbClr val="FF0000"/>
                </a:solidFill>
              </a:rPr>
              <a:t>29/03 – Feriado (Semana Santa)</a:t>
            </a:r>
          </a:p>
          <a:p>
            <a:r>
              <a:rPr lang="pt-BR" b="1" dirty="0"/>
              <a:t>26/04 – Prova 2 (30 pontos)</a:t>
            </a:r>
          </a:p>
          <a:p>
            <a:r>
              <a:rPr lang="pt-BR" dirty="0">
                <a:solidFill>
                  <a:srgbClr val="FF0000"/>
                </a:solidFill>
              </a:rPr>
              <a:t>01/05 – Feriado</a:t>
            </a:r>
          </a:p>
          <a:p>
            <a:r>
              <a:rPr lang="pt-BR" dirty="0">
                <a:solidFill>
                  <a:srgbClr val="FF0000"/>
                </a:solidFill>
              </a:rPr>
              <a:t>31/05 – Feriado</a:t>
            </a:r>
          </a:p>
          <a:p>
            <a:r>
              <a:rPr lang="pt-BR" b="1" dirty="0"/>
              <a:t>12/06 – Prova 3 (30 pontos)</a:t>
            </a:r>
          </a:p>
          <a:p>
            <a:r>
              <a:rPr lang="pt-BR" dirty="0"/>
              <a:t>14/06 – Entrega dos resultados</a:t>
            </a:r>
          </a:p>
          <a:p>
            <a:r>
              <a:rPr lang="pt-BR" b="1" dirty="0"/>
              <a:t>19/06 – Reavaliação (30 pontos) – substitui a menor nota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7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3984B-E433-4E47-8CFC-09D98F4D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ECBBF0-205F-4C11-BC29-2ECFE9D5D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3816" cy="4351338"/>
          </a:xfrm>
        </p:spPr>
        <p:txBody>
          <a:bodyPr/>
          <a:lstStyle/>
          <a:p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  Projeto de algoritmos:    com implementações em Pascal e C.  3. ed. rev. e </a:t>
            </a:r>
            <a:r>
              <a:rPr lang="pt-BR" dirty="0" err="1"/>
              <a:t>ampl</a:t>
            </a:r>
            <a:r>
              <a:rPr lang="pt-BR" dirty="0"/>
              <a:t>.   São Paulo:  </a:t>
            </a:r>
            <a:r>
              <a:rPr lang="pt-BR" dirty="0" err="1"/>
              <a:t>Cengage</a:t>
            </a:r>
            <a:r>
              <a:rPr lang="pt-BR" dirty="0"/>
              <a:t> Learning,  c2011.   </a:t>
            </a:r>
            <a:r>
              <a:rPr lang="pt-BR" dirty="0" err="1"/>
              <a:t>xx</a:t>
            </a:r>
            <a:r>
              <a:rPr lang="pt-BR" dirty="0"/>
              <a:t>, 639 p.  ISBN 9788522110506.  (Disponível no Acervo). Nº de Exemplares: 13.</a:t>
            </a:r>
          </a:p>
          <a:p>
            <a:endParaRPr lang="pt-BR" dirty="0"/>
          </a:p>
          <a:p>
            <a:r>
              <a:rPr lang="pt-BR" dirty="0"/>
              <a:t>http://www2.dcc.ufmg.br/livros/algoritmos/</a:t>
            </a:r>
          </a:p>
        </p:txBody>
      </p:sp>
      <p:pic>
        <p:nvPicPr>
          <p:cNvPr id="1026" name="Picture 2" descr="http://www2.dcc.ufmg.br/livros/algoritmos/imagens/cabecalho-livro.gif">
            <a:extLst>
              <a:ext uri="{FF2B5EF4-FFF2-40B4-BE49-F238E27FC236}">
                <a16:creationId xmlns:a16="http://schemas.microsoft.com/office/drawing/2014/main" id="{2AF3DD6F-DE61-4A7C-8346-92D83F30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182" y="182562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973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ED840-C021-40D7-B272-AD587A33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34CE4B-36DF-4ACA-A33D-51F2C961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/>
              <a:t>CORMEN, Thomas H.  et al.   Algoritmos:    teoria e prática.    Rio de Janeiro, RJ:  </a:t>
            </a:r>
            <a:r>
              <a:rPr lang="pt-BR" dirty="0" err="1"/>
              <a:t>Elsevier</a:t>
            </a:r>
            <a:r>
              <a:rPr lang="pt-BR" dirty="0"/>
              <a:t>,  Campus,  c2012.   </a:t>
            </a:r>
            <a:r>
              <a:rPr lang="pt-BR" dirty="0" err="1"/>
              <a:t>xvi</a:t>
            </a:r>
            <a:r>
              <a:rPr lang="pt-BR" dirty="0"/>
              <a:t>, 926 p.  ISBN 9788535236996.  (Disponível no Acervo). Nº de Exemplares: 4.</a:t>
            </a:r>
          </a:p>
          <a:p>
            <a:endParaRPr lang="pt-BR" dirty="0"/>
          </a:p>
        </p:txBody>
      </p:sp>
      <p:pic>
        <p:nvPicPr>
          <p:cNvPr id="2052" name="Picture 4" descr="Resultado de imagem para Algoritmos: teoria e prática.">
            <a:extLst>
              <a:ext uri="{FF2B5EF4-FFF2-40B4-BE49-F238E27FC236}">
                <a16:creationId xmlns:a16="http://schemas.microsoft.com/office/drawing/2014/main" id="{65640F69-1783-4B94-8109-B707C88F9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126" y="1838294"/>
            <a:ext cx="5123704" cy="373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938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592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Algoritmos e Estruturas de Dados II</vt:lpstr>
      <vt:lpstr>Apresentação</vt:lpstr>
      <vt:lpstr>Ementa</vt:lpstr>
      <vt:lpstr>Ementa</vt:lpstr>
      <vt:lpstr>Ementa</vt:lpstr>
      <vt:lpstr>Avaliações</vt:lpstr>
      <vt:lpstr>Observações</vt:lpstr>
      <vt:lpstr>Observações</vt:lpstr>
      <vt:lpstr>Agenda</vt:lpstr>
      <vt:lpstr>Principais referências</vt:lpstr>
      <vt:lpstr>Principais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 II</dc:title>
  <dc:creator>Henrique Silva</dc:creator>
  <cp:lastModifiedBy>Henrique Silva</cp:lastModifiedBy>
  <cp:revision>2</cp:revision>
  <dcterms:created xsi:type="dcterms:W3CDTF">2018-02-01T11:00:13Z</dcterms:created>
  <dcterms:modified xsi:type="dcterms:W3CDTF">2018-02-01T13:18:16Z</dcterms:modified>
</cp:coreProperties>
</file>