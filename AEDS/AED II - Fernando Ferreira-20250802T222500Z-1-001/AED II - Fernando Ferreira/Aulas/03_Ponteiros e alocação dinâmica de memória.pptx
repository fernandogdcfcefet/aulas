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1" r:id="rId13"/>
    <p:sldId id="314" r:id="rId14"/>
    <p:sldId id="270" r:id="rId15"/>
    <p:sldId id="268" r:id="rId16"/>
    <p:sldId id="272" r:id="rId17"/>
    <p:sldId id="265" r:id="rId18"/>
    <p:sldId id="274" r:id="rId19"/>
    <p:sldId id="275" r:id="rId20"/>
    <p:sldId id="276" r:id="rId21"/>
    <p:sldId id="277" r:id="rId22"/>
    <p:sldId id="273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91" r:id="rId35"/>
    <p:sldId id="289" r:id="rId36"/>
    <p:sldId id="290" r:id="rId37"/>
    <p:sldId id="292" r:id="rId38"/>
    <p:sldId id="294" r:id="rId39"/>
    <p:sldId id="295" r:id="rId40"/>
    <p:sldId id="293" r:id="rId41"/>
    <p:sldId id="296" r:id="rId42"/>
    <p:sldId id="297" r:id="rId43"/>
    <p:sldId id="298" r:id="rId44"/>
    <p:sldId id="299" r:id="rId45"/>
    <p:sldId id="300" r:id="rId46"/>
    <p:sldId id="302" r:id="rId47"/>
    <p:sldId id="301" r:id="rId48"/>
    <p:sldId id="310" r:id="rId49"/>
    <p:sldId id="303" r:id="rId50"/>
    <p:sldId id="304" r:id="rId51"/>
    <p:sldId id="312" r:id="rId52"/>
    <p:sldId id="305" r:id="rId53"/>
    <p:sldId id="306" r:id="rId54"/>
    <p:sldId id="313" r:id="rId55"/>
    <p:sldId id="307" r:id="rId56"/>
    <p:sldId id="308" r:id="rId57"/>
    <p:sldId id="309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54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D7EFD1A8-033E-4E2C-966E-1DCA1C7D5225}"/>
    <pc:docChg chg="undo custSel addSld modSld">
      <pc:chgData name="Henrique Silva" userId="850b114bb1845035" providerId="LiveId" clId="{D7EFD1A8-033E-4E2C-966E-1DCA1C7D5225}" dt="2018-02-08T13:47:30.530" v="915"/>
      <pc:docMkLst>
        <pc:docMk/>
      </pc:docMkLst>
      <pc:sldChg chg="modSp add">
        <pc:chgData name="Henrique Silva" userId="850b114bb1845035" providerId="LiveId" clId="{D7EFD1A8-033E-4E2C-966E-1DCA1C7D5225}" dt="2018-02-08T12:47:47.691" v="8" actId="20577"/>
        <pc:sldMkLst>
          <pc:docMk/>
          <pc:sldMk cId="624038524" sldId="256"/>
        </pc:sldMkLst>
        <pc:spChg chg="mod">
          <ac:chgData name="Henrique Silva" userId="850b114bb1845035" providerId="LiveId" clId="{D7EFD1A8-033E-4E2C-966E-1DCA1C7D5225}" dt="2018-02-08T12:47:31.297" v="6" actId="27636"/>
          <ac:spMkLst>
            <pc:docMk/>
            <pc:sldMk cId="624038524" sldId="256"/>
            <ac:spMk id="2" creationId="{26D1B57E-5EBB-4E4A-AC36-628CC162A077}"/>
          </ac:spMkLst>
        </pc:spChg>
        <pc:spChg chg="mod">
          <ac:chgData name="Henrique Silva" userId="850b114bb1845035" providerId="LiveId" clId="{D7EFD1A8-033E-4E2C-966E-1DCA1C7D5225}" dt="2018-02-08T12:47:47.691" v="8" actId="20577"/>
          <ac:spMkLst>
            <pc:docMk/>
            <pc:sldMk cId="624038524" sldId="256"/>
            <ac:spMk id="3" creationId="{522EDC9E-79E8-4F11-BB29-481CC3252D71}"/>
          </ac:spMkLst>
        </pc:spChg>
      </pc:sldChg>
      <pc:sldChg chg="addSp delSp modSp add">
        <pc:chgData name="Henrique Silva" userId="850b114bb1845035" providerId="LiveId" clId="{D7EFD1A8-033E-4E2C-966E-1DCA1C7D5225}" dt="2018-02-08T13:16:05.190" v="574" actId="1038"/>
        <pc:sldMkLst>
          <pc:docMk/>
          <pc:sldMk cId="56561553" sldId="257"/>
        </pc:sldMkLst>
        <pc:spChg chg="mod">
          <ac:chgData name="Henrique Silva" userId="850b114bb1845035" providerId="LiveId" clId="{D7EFD1A8-033E-4E2C-966E-1DCA1C7D5225}" dt="2018-02-08T12:48:06.928" v="10" actId="20577"/>
          <ac:spMkLst>
            <pc:docMk/>
            <pc:sldMk cId="56561553" sldId="257"/>
            <ac:spMk id="2" creationId="{7AFF1A86-1676-46C5-9B5B-BB41D8FADDFB}"/>
          </ac:spMkLst>
        </pc:spChg>
        <pc:spChg chg="mod">
          <ac:chgData name="Henrique Silva" userId="850b114bb1845035" providerId="LiveId" clId="{D7EFD1A8-033E-4E2C-966E-1DCA1C7D5225}" dt="2018-02-08T12:58:41.523" v="15" actId="313"/>
          <ac:spMkLst>
            <pc:docMk/>
            <pc:sldMk cId="56561553" sldId="257"/>
            <ac:spMk id="3" creationId="{4E5136C6-1237-4F18-AB95-F85E699F0F01}"/>
          </ac:spMkLst>
        </pc:spChg>
        <pc:spChg chg="add mod">
          <ac:chgData name="Henrique Silva" userId="850b114bb1845035" providerId="LiveId" clId="{D7EFD1A8-033E-4E2C-966E-1DCA1C7D5225}" dt="2018-02-08T13:11:46.588" v="426" actId="1076"/>
          <ac:spMkLst>
            <pc:docMk/>
            <pc:sldMk cId="56561553" sldId="257"/>
            <ac:spMk id="5" creationId="{42A41D3C-CE46-4973-85AF-E687642B6593}"/>
          </ac:spMkLst>
        </pc:spChg>
        <pc:spChg chg="add del mod">
          <ac:chgData name="Henrique Silva" userId="850b114bb1845035" providerId="LiveId" clId="{D7EFD1A8-033E-4E2C-966E-1DCA1C7D5225}" dt="2018-02-08T13:08:06.039" v="224" actId="478"/>
          <ac:spMkLst>
            <pc:docMk/>
            <pc:sldMk cId="56561553" sldId="257"/>
            <ac:spMk id="6" creationId="{AC9C9CA2-5100-4FD4-B4A0-C68327DD204F}"/>
          </ac:spMkLst>
        </pc:spChg>
        <pc:spChg chg="add del mod">
          <ac:chgData name="Henrique Silva" userId="850b114bb1845035" providerId="LiveId" clId="{D7EFD1A8-033E-4E2C-966E-1DCA1C7D5225}" dt="2018-02-08T13:08:03.639" v="222" actId="478"/>
          <ac:spMkLst>
            <pc:docMk/>
            <pc:sldMk cId="56561553" sldId="257"/>
            <ac:spMk id="8" creationId="{03E68D65-8557-4164-82BF-B57874CB0831}"/>
          </ac:spMkLst>
        </pc:spChg>
        <pc:spChg chg="add mod">
          <ac:chgData name="Henrique Silva" userId="850b114bb1845035" providerId="LiveId" clId="{D7EFD1A8-033E-4E2C-966E-1DCA1C7D5225}" dt="2018-02-08T13:09:14.779" v="347" actId="1035"/>
          <ac:spMkLst>
            <pc:docMk/>
            <pc:sldMk cId="56561553" sldId="257"/>
            <ac:spMk id="12" creationId="{7BC9C956-A77C-4A14-9503-9EECA984C2D1}"/>
          </ac:spMkLst>
        </pc:spChg>
        <pc:spChg chg="add mod">
          <ac:chgData name="Henrique Silva" userId="850b114bb1845035" providerId="LiveId" clId="{D7EFD1A8-033E-4E2C-966E-1DCA1C7D5225}" dt="2018-02-08T13:09:14.779" v="347" actId="1035"/>
          <ac:spMkLst>
            <pc:docMk/>
            <pc:sldMk cId="56561553" sldId="257"/>
            <ac:spMk id="13" creationId="{8B53F7C8-7342-4A4C-9995-F6EC3EA44DA3}"/>
          </ac:spMkLst>
        </pc:spChg>
        <pc:spChg chg="add mod">
          <ac:chgData name="Henrique Silva" userId="850b114bb1845035" providerId="LiveId" clId="{D7EFD1A8-033E-4E2C-966E-1DCA1C7D5225}" dt="2018-02-08T13:09:14.779" v="347" actId="1035"/>
          <ac:spMkLst>
            <pc:docMk/>
            <pc:sldMk cId="56561553" sldId="257"/>
            <ac:spMk id="14" creationId="{67D72C31-07DA-4D31-8302-D0D6771E436A}"/>
          </ac:spMkLst>
        </pc:spChg>
        <pc:spChg chg="add del mod">
          <ac:chgData name="Henrique Silva" userId="850b114bb1845035" providerId="LiveId" clId="{D7EFD1A8-033E-4E2C-966E-1DCA1C7D5225}" dt="2018-02-08T13:06:20.519" v="166" actId="478"/>
          <ac:spMkLst>
            <pc:docMk/>
            <pc:sldMk cId="56561553" sldId="257"/>
            <ac:spMk id="15" creationId="{5F2C7DB9-8354-46D2-BEFF-D6C3B7F23768}"/>
          </ac:spMkLst>
        </pc:spChg>
        <pc:spChg chg="add del mod">
          <ac:chgData name="Henrique Silva" userId="850b114bb1845035" providerId="LiveId" clId="{D7EFD1A8-033E-4E2C-966E-1DCA1C7D5225}" dt="2018-02-08T13:06:19.783" v="165" actId="478"/>
          <ac:spMkLst>
            <pc:docMk/>
            <pc:sldMk cId="56561553" sldId="257"/>
            <ac:spMk id="16" creationId="{FDB40615-48B9-461B-81DC-55FC7B2E1363}"/>
          </ac:spMkLst>
        </pc:spChg>
        <pc:spChg chg="add mod">
          <ac:chgData name="Henrique Silva" userId="850b114bb1845035" providerId="LiveId" clId="{D7EFD1A8-033E-4E2C-966E-1DCA1C7D5225}" dt="2018-02-08T13:09:14.779" v="347" actId="1035"/>
          <ac:spMkLst>
            <pc:docMk/>
            <pc:sldMk cId="56561553" sldId="257"/>
            <ac:spMk id="17" creationId="{23F52488-59CA-4CE3-9A53-3A9595C09C64}"/>
          </ac:spMkLst>
        </pc:spChg>
        <pc:spChg chg="add mod">
          <ac:chgData name="Henrique Silva" userId="850b114bb1845035" providerId="LiveId" clId="{D7EFD1A8-033E-4E2C-966E-1DCA1C7D5225}" dt="2018-02-08T13:09:05.204" v="331" actId="404"/>
          <ac:spMkLst>
            <pc:docMk/>
            <pc:sldMk cId="56561553" sldId="257"/>
            <ac:spMk id="21" creationId="{210CC986-C2A8-493D-BFD7-E329850477A7}"/>
          </ac:spMkLst>
        </pc:spChg>
        <pc:spChg chg="add del mod">
          <ac:chgData name="Henrique Silva" userId="850b114bb1845035" providerId="LiveId" clId="{D7EFD1A8-033E-4E2C-966E-1DCA1C7D5225}" dt="2018-02-08T13:10:42.518" v="364" actId="478"/>
          <ac:spMkLst>
            <pc:docMk/>
            <pc:sldMk cId="56561553" sldId="257"/>
            <ac:spMk id="22" creationId="{25A3D88A-FA51-4762-9374-17240D2AF83C}"/>
          </ac:spMkLst>
        </pc:spChg>
        <pc:spChg chg="add mod">
          <ac:chgData name="Henrique Silva" userId="850b114bb1845035" providerId="LiveId" clId="{D7EFD1A8-033E-4E2C-966E-1DCA1C7D5225}" dt="2018-02-08T13:10:37.923" v="363" actId="208"/>
          <ac:spMkLst>
            <pc:docMk/>
            <pc:sldMk cId="56561553" sldId="257"/>
            <ac:spMk id="23" creationId="{7C79F798-1731-45DD-8624-B1B52E615BE6}"/>
          </ac:spMkLst>
        </pc:spChg>
        <pc:spChg chg="add mod">
          <ac:chgData name="Henrique Silva" userId="850b114bb1845035" providerId="LiveId" clId="{D7EFD1A8-033E-4E2C-966E-1DCA1C7D5225}" dt="2018-02-08T13:13:30.742" v="570" actId="20577"/>
          <ac:spMkLst>
            <pc:docMk/>
            <pc:sldMk cId="56561553" sldId="257"/>
            <ac:spMk id="24" creationId="{75D8BD6D-977F-4367-A317-9C9E195C517D}"/>
          </ac:spMkLst>
        </pc:spChg>
        <pc:spChg chg="add mod">
          <ac:chgData name="Henrique Silva" userId="850b114bb1845035" providerId="LiveId" clId="{D7EFD1A8-033E-4E2C-966E-1DCA1C7D5225}" dt="2018-02-08T13:16:05.190" v="574" actId="1038"/>
          <ac:spMkLst>
            <pc:docMk/>
            <pc:sldMk cId="56561553" sldId="257"/>
            <ac:spMk id="25" creationId="{3D684025-65C5-4E7A-ABB7-E4AC1E825A3B}"/>
          </ac:spMkLst>
        </pc:spChg>
        <pc:graphicFrameChg chg="add mod modGraphic">
          <ac:chgData name="Henrique Silva" userId="850b114bb1845035" providerId="LiveId" clId="{D7EFD1A8-033E-4E2C-966E-1DCA1C7D5225}" dt="2018-02-08T13:09:47.942" v="357" actId="20577"/>
          <ac:graphicFrameMkLst>
            <pc:docMk/>
            <pc:sldMk cId="56561553" sldId="257"/>
            <ac:graphicFrameMk id="4" creationId="{70C55285-93EB-48D3-8681-37152CC1D74E}"/>
          </ac:graphicFrameMkLst>
        </pc:graphicFrameChg>
        <pc:graphicFrameChg chg="add del mod modGraphic">
          <ac:chgData name="Henrique Silva" userId="850b114bb1845035" providerId="LiveId" clId="{D7EFD1A8-033E-4E2C-966E-1DCA1C7D5225}" dt="2018-02-08T13:04:45.319" v="68" actId="478"/>
          <ac:graphicFrameMkLst>
            <pc:docMk/>
            <pc:sldMk cId="56561553" sldId="257"/>
            <ac:graphicFrameMk id="10" creationId="{62890256-F3A7-4E8B-883F-B2A28E23E6F5}"/>
          </ac:graphicFrameMkLst>
        </pc:graphicFrameChg>
        <pc:graphicFrameChg chg="add del mod modGraphic">
          <ac:chgData name="Henrique Silva" userId="850b114bb1845035" providerId="LiveId" clId="{D7EFD1A8-033E-4E2C-966E-1DCA1C7D5225}" dt="2018-02-08T13:04:31.432" v="67" actId="478"/>
          <ac:graphicFrameMkLst>
            <pc:docMk/>
            <pc:sldMk cId="56561553" sldId="257"/>
            <ac:graphicFrameMk id="11" creationId="{3153B370-613C-4606-9FBD-894149E3B304}"/>
          </ac:graphicFrameMkLst>
        </pc:graphicFrameChg>
        <pc:cxnChg chg="add del mod">
          <ac:chgData name="Henrique Silva" userId="850b114bb1845035" providerId="LiveId" clId="{D7EFD1A8-033E-4E2C-966E-1DCA1C7D5225}" dt="2018-02-08T13:08:04.358" v="223" actId="478"/>
          <ac:cxnSpMkLst>
            <pc:docMk/>
            <pc:sldMk cId="56561553" sldId="257"/>
            <ac:cxnSpMk id="7" creationId="{EBE10035-D841-4D90-85FC-ED47290E9036}"/>
          </ac:cxnSpMkLst>
        </pc:cxnChg>
        <pc:cxnChg chg="add del mod">
          <ac:chgData name="Henrique Silva" userId="850b114bb1845035" providerId="LiveId" clId="{D7EFD1A8-033E-4E2C-966E-1DCA1C7D5225}" dt="2018-02-08T13:08:02.887" v="221" actId="478"/>
          <ac:cxnSpMkLst>
            <pc:docMk/>
            <pc:sldMk cId="56561553" sldId="257"/>
            <ac:cxnSpMk id="9" creationId="{181938DA-6E84-4999-B63F-2548F155ACD8}"/>
          </ac:cxnSpMkLst>
        </pc:cxnChg>
        <pc:cxnChg chg="add mod">
          <ac:chgData name="Henrique Silva" userId="850b114bb1845035" providerId="LiveId" clId="{D7EFD1A8-033E-4E2C-966E-1DCA1C7D5225}" dt="2018-02-08T13:09:14.779" v="347" actId="1035"/>
          <ac:cxnSpMkLst>
            <pc:docMk/>
            <pc:sldMk cId="56561553" sldId="257"/>
            <ac:cxnSpMk id="18" creationId="{C29FE9B7-18CB-42BC-B952-D3787D9A8B2A}"/>
          </ac:cxnSpMkLst>
        </pc:cxnChg>
        <pc:cxnChg chg="add mod">
          <ac:chgData name="Henrique Silva" userId="850b114bb1845035" providerId="LiveId" clId="{D7EFD1A8-033E-4E2C-966E-1DCA1C7D5225}" dt="2018-02-08T13:11:34.567" v="421" actId="1038"/>
          <ac:cxnSpMkLst>
            <pc:docMk/>
            <pc:sldMk cId="56561553" sldId="257"/>
            <ac:cxnSpMk id="26" creationId="{4AFD10C4-882B-4B34-97A1-E2FB104C567F}"/>
          </ac:cxnSpMkLst>
        </pc:cxnChg>
      </pc:sldChg>
      <pc:sldChg chg="modSp add">
        <pc:chgData name="Henrique Silva" userId="850b114bb1845035" providerId="LiveId" clId="{D7EFD1A8-033E-4E2C-966E-1DCA1C7D5225}" dt="2018-02-08T13:21:47.943" v="627" actId="20577"/>
        <pc:sldMkLst>
          <pc:docMk/>
          <pc:sldMk cId="221432132" sldId="258"/>
        </pc:sldMkLst>
        <pc:spChg chg="mod">
          <ac:chgData name="Henrique Silva" userId="850b114bb1845035" providerId="LiveId" clId="{D7EFD1A8-033E-4E2C-966E-1DCA1C7D5225}" dt="2018-02-08T13:15:53.587" v="573" actId="20577"/>
          <ac:spMkLst>
            <pc:docMk/>
            <pc:sldMk cId="221432132" sldId="258"/>
            <ac:spMk id="2" creationId="{DABFFB92-7F35-415B-9346-D2E7F7ED6E90}"/>
          </ac:spMkLst>
        </pc:spChg>
        <pc:spChg chg="mod">
          <ac:chgData name="Henrique Silva" userId="850b114bb1845035" providerId="LiveId" clId="{D7EFD1A8-033E-4E2C-966E-1DCA1C7D5225}" dt="2018-02-08T13:21:47.943" v="627" actId="20577"/>
          <ac:spMkLst>
            <pc:docMk/>
            <pc:sldMk cId="221432132" sldId="258"/>
            <ac:spMk id="3" creationId="{03FA5B15-0933-448A-B544-7802811037CA}"/>
          </ac:spMkLst>
        </pc:spChg>
      </pc:sldChg>
      <pc:sldChg chg="addSp modSp add">
        <pc:chgData name="Henrique Silva" userId="850b114bb1845035" providerId="LiveId" clId="{D7EFD1A8-033E-4E2C-966E-1DCA1C7D5225}" dt="2018-02-08T13:31:04.351" v="716" actId="1076"/>
        <pc:sldMkLst>
          <pc:docMk/>
          <pc:sldMk cId="2759474960" sldId="259"/>
        </pc:sldMkLst>
        <pc:spChg chg="mod">
          <ac:chgData name="Henrique Silva" userId="850b114bb1845035" providerId="LiveId" clId="{D7EFD1A8-033E-4E2C-966E-1DCA1C7D5225}" dt="2018-02-08T13:22:12.966" v="630" actId="20577"/>
          <ac:spMkLst>
            <pc:docMk/>
            <pc:sldMk cId="2759474960" sldId="259"/>
            <ac:spMk id="2" creationId="{CCED75BD-54B8-4238-B674-BA8B28B45EF5}"/>
          </ac:spMkLst>
        </pc:spChg>
        <pc:spChg chg="mod">
          <ac:chgData name="Henrique Silva" userId="850b114bb1845035" providerId="LiveId" clId="{D7EFD1A8-033E-4E2C-966E-1DCA1C7D5225}" dt="2018-02-08T13:30:59.527" v="715" actId="404"/>
          <ac:spMkLst>
            <pc:docMk/>
            <pc:sldMk cId="2759474960" sldId="259"/>
            <ac:spMk id="3" creationId="{13A3C4D5-ED09-4D35-B707-A1519325D2EC}"/>
          </ac:spMkLst>
        </pc:spChg>
        <pc:graphicFrameChg chg="add mod modGraphic">
          <ac:chgData name="Henrique Silva" userId="850b114bb1845035" providerId="LiveId" clId="{D7EFD1A8-033E-4E2C-966E-1DCA1C7D5225}" dt="2018-02-08T13:31:04.351" v="716" actId="1076"/>
          <ac:graphicFrameMkLst>
            <pc:docMk/>
            <pc:sldMk cId="2759474960" sldId="259"/>
            <ac:graphicFrameMk id="4" creationId="{46B742C1-016A-4614-8B17-941D92203873}"/>
          </ac:graphicFrameMkLst>
        </pc:graphicFrameChg>
      </pc:sldChg>
      <pc:sldChg chg="modSp add">
        <pc:chgData name="Henrique Silva" userId="850b114bb1845035" providerId="LiveId" clId="{D7EFD1A8-033E-4E2C-966E-1DCA1C7D5225}" dt="2018-02-08T13:31:30.897" v="720"/>
        <pc:sldMkLst>
          <pc:docMk/>
          <pc:sldMk cId="3261063907" sldId="260"/>
        </pc:sldMkLst>
        <pc:spChg chg="mod">
          <ac:chgData name="Henrique Silva" userId="850b114bb1845035" providerId="LiveId" clId="{D7EFD1A8-033E-4E2C-966E-1DCA1C7D5225}" dt="2018-02-08T13:31:30.897" v="720"/>
          <ac:spMkLst>
            <pc:docMk/>
            <pc:sldMk cId="3261063907" sldId="260"/>
            <ac:spMk id="2" creationId="{EB6712F6-ECD1-4FB2-8326-232ACCFF8C59}"/>
          </ac:spMkLst>
        </pc:spChg>
        <pc:spChg chg="mod">
          <ac:chgData name="Henrique Silva" userId="850b114bb1845035" providerId="LiveId" clId="{D7EFD1A8-033E-4E2C-966E-1DCA1C7D5225}" dt="2018-02-08T13:31:27.057" v="719" actId="113"/>
          <ac:spMkLst>
            <pc:docMk/>
            <pc:sldMk cId="3261063907" sldId="260"/>
            <ac:spMk id="3" creationId="{D06F1B85-ED3C-474E-8FCD-C01CD455788B}"/>
          </ac:spMkLst>
        </pc:spChg>
      </pc:sldChg>
      <pc:sldChg chg="addSp modSp add">
        <pc:chgData name="Henrique Silva" userId="850b114bb1845035" providerId="LiveId" clId="{D7EFD1A8-033E-4E2C-966E-1DCA1C7D5225}" dt="2018-02-08T13:37:06.740" v="869" actId="20577"/>
        <pc:sldMkLst>
          <pc:docMk/>
          <pc:sldMk cId="4287523782" sldId="261"/>
        </pc:sldMkLst>
        <pc:spChg chg="mod">
          <ac:chgData name="Henrique Silva" userId="850b114bb1845035" providerId="LiveId" clId="{D7EFD1A8-033E-4E2C-966E-1DCA1C7D5225}" dt="2018-02-08T13:31:58.279" v="734" actId="313"/>
          <ac:spMkLst>
            <pc:docMk/>
            <pc:sldMk cId="4287523782" sldId="261"/>
            <ac:spMk id="2" creationId="{8F3DDDDF-1C49-45BC-8E14-F71FF807B6A7}"/>
          </ac:spMkLst>
        </pc:spChg>
        <pc:spChg chg="mod">
          <ac:chgData name="Henrique Silva" userId="850b114bb1845035" providerId="LiveId" clId="{D7EFD1A8-033E-4E2C-966E-1DCA1C7D5225}" dt="2018-02-08T13:31:59.733" v="735" actId="20577"/>
          <ac:spMkLst>
            <pc:docMk/>
            <pc:sldMk cId="4287523782" sldId="261"/>
            <ac:spMk id="3" creationId="{0366D695-0FB9-4DFF-9367-AF3AA3B0E808}"/>
          </ac:spMkLst>
        </pc:spChg>
        <pc:spChg chg="add mod">
          <ac:chgData name="Henrique Silva" userId="850b114bb1845035" providerId="LiveId" clId="{D7EFD1A8-033E-4E2C-966E-1DCA1C7D5225}" dt="2018-02-08T13:33:33.875" v="740" actId="1076"/>
          <ac:spMkLst>
            <pc:docMk/>
            <pc:sldMk cId="4287523782" sldId="261"/>
            <ac:spMk id="4" creationId="{B624C9B3-1956-4C59-8C86-C98A3F7A85BE}"/>
          </ac:spMkLst>
        </pc:spChg>
        <pc:spChg chg="add mod">
          <ac:chgData name="Henrique Silva" userId="850b114bb1845035" providerId="LiveId" clId="{D7EFD1A8-033E-4E2C-966E-1DCA1C7D5225}" dt="2018-02-08T13:35:36.388" v="759" actId="1076"/>
          <ac:spMkLst>
            <pc:docMk/>
            <pc:sldMk cId="4287523782" sldId="261"/>
            <ac:spMk id="5" creationId="{A23FEC68-F1C9-4FDE-80AF-0135C435DAEF}"/>
          </ac:spMkLst>
        </pc:spChg>
        <pc:spChg chg="add mod">
          <ac:chgData name="Henrique Silva" userId="850b114bb1845035" providerId="LiveId" clId="{D7EFD1A8-033E-4E2C-966E-1DCA1C7D5225}" dt="2018-02-08T13:37:06.740" v="869" actId="20577"/>
          <ac:spMkLst>
            <pc:docMk/>
            <pc:sldMk cId="4287523782" sldId="261"/>
            <ac:spMk id="6" creationId="{41946F0C-2BE3-44B1-826F-289B1125A685}"/>
          </ac:spMkLst>
        </pc:spChg>
      </pc:sldChg>
      <pc:sldChg chg="addSp modSp add">
        <pc:chgData name="Henrique Silva" userId="850b114bb1845035" providerId="LiveId" clId="{D7EFD1A8-033E-4E2C-966E-1DCA1C7D5225}" dt="2018-02-08T13:40:58.973" v="882" actId="313"/>
        <pc:sldMkLst>
          <pc:docMk/>
          <pc:sldMk cId="3170079029" sldId="262"/>
        </pc:sldMkLst>
        <pc:spChg chg="mod">
          <ac:chgData name="Henrique Silva" userId="850b114bb1845035" providerId="LiveId" clId="{D7EFD1A8-033E-4E2C-966E-1DCA1C7D5225}" dt="2018-02-08T13:37:28.309" v="872" actId="20577"/>
          <ac:spMkLst>
            <pc:docMk/>
            <pc:sldMk cId="3170079029" sldId="262"/>
            <ac:spMk id="2" creationId="{6529D6F0-C837-4410-B591-44EDCBD2656E}"/>
          </ac:spMkLst>
        </pc:spChg>
        <pc:spChg chg="mod">
          <ac:chgData name="Henrique Silva" userId="850b114bb1845035" providerId="LiveId" clId="{D7EFD1A8-033E-4E2C-966E-1DCA1C7D5225}" dt="2018-02-08T13:37:35.093" v="873" actId="313"/>
          <ac:spMkLst>
            <pc:docMk/>
            <pc:sldMk cId="3170079029" sldId="262"/>
            <ac:spMk id="3" creationId="{BF0ADA3D-950B-458F-8D2F-D9FD09009C12}"/>
          </ac:spMkLst>
        </pc:spChg>
        <pc:spChg chg="add mod">
          <ac:chgData name="Henrique Silva" userId="850b114bb1845035" providerId="LiveId" clId="{D7EFD1A8-033E-4E2C-966E-1DCA1C7D5225}" dt="2018-02-08T13:40:58.973" v="882" actId="313"/>
          <ac:spMkLst>
            <pc:docMk/>
            <pc:sldMk cId="3170079029" sldId="262"/>
            <ac:spMk id="4" creationId="{B719E19D-D36A-49C6-BC00-B88F120C3E77}"/>
          </ac:spMkLst>
        </pc:spChg>
      </pc:sldChg>
      <pc:sldChg chg="addSp modSp add">
        <pc:chgData name="Henrique Silva" userId="850b114bb1845035" providerId="LiveId" clId="{D7EFD1A8-033E-4E2C-966E-1DCA1C7D5225}" dt="2018-02-08T13:42:37.762" v="897"/>
        <pc:sldMkLst>
          <pc:docMk/>
          <pc:sldMk cId="335039172" sldId="263"/>
        </pc:sldMkLst>
        <pc:spChg chg="mod">
          <ac:chgData name="Henrique Silva" userId="850b114bb1845035" providerId="LiveId" clId="{D7EFD1A8-033E-4E2C-966E-1DCA1C7D5225}" dt="2018-02-08T13:42:37.762" v="897"/>
          <ac:spMkLst>
            <pc:docMk/>
            <pc:sldMk cId="335039172" sldId="263"/>
            <ac:spMk id="2" creationId="{ED1F953E-4C2C-46C4-95CF-533F5DC5BBAB}"/>
          </ac:spMkLst>
        </pc:spChg>
        <pc:spChg chg="mod">
          <ac:chgData name="Henrique Silva" userId="850b114bb1845035" providerId="LiveId" clId="{D7EFD1A8-033E-4E2C-966E-1DCA1C7D5225}" dt="2018-02-08T13:41:20.468" v="884"/>
          <ac:spMkLst>
            <pc:docMk/>
            <pc:sldMk cId="335039172" sldId="263"/>
            <ac:spMk id="3" creationId="{7B0CA62F-822E-4C1E-B7A9-5C5694D2D368}"/>
          </ac:spMkLst>
        </pc:spChg>
        <pc:spChg chg="add mod">
          <ac:chgData name="Henrique Silva" userId="850b114bb1845035" providerId="LiveId" clId="{D7EFD1A8-033E-4E2C-966E-1DCA1C7D5225}" dt="2018-02-08T13:42:14.600" v="896" actId="313"/>
          <ac:spMkLst>
            <pc:docMk/>
            <pc:sldMk cId="335039172" sldId="263"/>
            <ac:spMk id="4" creationId="{4BA09154-E910-43D1-9710-4716DC3551DB}"/>
          </ac:spMkLst>
        </pc:spChg>
      </pc:sldChg>
      <pc:sldChg chg="addSp modSp add">
        <pc:chgData name="Henrique Silva" userId="850b114bb1845035" providerId="LiveId" clId="{D7EFD1A8-033E-4E2C-966E-1DCA1C7D5225}" dt="2018-02-08T13:46:08.819" v="914" actId="1076"/>
        <pc:sldMkLst>
          <pc:docMk/>
          <pc:sldMk cId="2251325344" sldId="264"/>
        </pc:sldMkLst>
        <pc:spChg chg="mod">
          <ac:chgData name="Henrique Silva" userId="850b114bb1845035" providerId="LiveId" clId="{D7EFD1A8-033E-4E2C-966E-1DCA1C7D5225}" dt="2018-02-08T13:44:44.242" v="900" actId="1076"/>
          <ac:spMkLst>
            <pc:docMk/>
            <pc:sldMk cId="2251325344" sldId="264"/>
            <ac:spMk id="2" creationId="{5DCBD359-091E-4A73-A884-6574358002F6}"/>
          </ac:spMkLst>
        </pc:spChg>
        <pc:spChg chg="mod">
          <ac:chgData name="Henrique Silva" userId="850b114bb1845035" providerId="LiveId" clId="{D7EFD1A8-033E-4E2C-966E-1DCA1C7D5225}" dt="2018-02-08T13:45:33.813" v="911" actId="6549"/>
          <ac:spMkLst>
            <pc:docMk/>
            <pc:sldMk cId="2251325344" sldId="264"/>
            <ac:spMk id="3" creationId="{AD46940A-238D-434C-BBCF-32BC9A0A6E52}"/>
          </ac:spMkLst>
        </pc:spChg>
        <pc:spChg chg="add mod">
          <ac:chgData name="Henrique Silva" userId="850b114bb1845035" providerId="LiveId" clId="{D7EFD1A8-033E-4E2C-966E-1DCA1C7D5225}" dt="2018-02-08T13:45:42.376" v="912" actId="1076"/>
          <ac:spMkLst>
            <pc:docMk/>
            <pc:sldMk cId="2251325344" sldId="264"/>
            <ac:spMk id="4" creationId="{6A587783-5E01-4D8B-B273-A1C6864F467F}"/>
          </ac:spMkLst>
        </pc:spChg>
        <pc:spChg chg="add mod">
          <ac:chgData name="Henrique Silva" userId="850b114bb1845035" providerId="LiveId" clId="{D7EFD1A8-033E-4E2C-966E-1DCA1C7D5225}" dt="2018-02-08T13:46:08.819" v="914" actId="1076"/>
          <ac:spMkLst>
            <pc:docMk/>
            <pc:sldMk cId="2251325344" sldId="264"/>
            <ac:spMk id="5" creationId="{205202ED-8963-4329-898B-115806CB1195}"/>
          </ac:spMkLst>
        </pc:spChg>
      </pc:sldChg>
      <pc:sldChg chg="add">
        <pc:chgData name="Henrique Silva" userId="850b114bb1845035" providerId="LiveId" clId="{D7EFD1A8-033E-4E2C-966E-1DCA1C7D5225}" dt="2018-02-08T13:47:30.530" v="915"/>
        <pc:sldMkLst>
          <pc:docMk/>
          <pc:sldMk cId="1483059056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7B5859-992B-43C4-8D24-F0EDE0FBB164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0F4A5-F126-41B7-A621-0BECF09796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63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Dica: definir vetor como NULL após o comando </a:t>
            </a:r>
            <a:r>
              <a:rPr lang="pt-BR" dirty="0" err="1"/>
              <a:t>free</a:t>
            </a:r>
            <a:endParaRPr lang="pt-BR" dirty="0"/>
          </a:p>
          <a:p>
            <a:r>
              <a:rPr lang="pt-BR" dirty="0"/>
              <a:t>https://stackoverflow.com/questions/1025589/setting-variable-to-null-after-free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0F4A5-F126-41B7-A621-0BECF0979666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981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80F4A5-F126-41B7-A621-0BECF0979666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08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DF799-6B0F-42D4-8BB1-D92425135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537F24-C27A-4E62-9FAC-4400C7CF6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A010E3-826A-4B1D-9E68-21C5EA6E9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308181-9870-44FA-815C-6882573C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153727-9CE9-4FA4-BB0C-ED543C04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41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34573-7F0E-4118-AC36-A852AD7F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CCF23C-787F-4190-9A57-88D21EB12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5F200E-D13F-4292-955D-958E2468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3F444B-4028-4E73-9F95-E26F9295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47FFC3-9027-43F9-8738-BCFB54DE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107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875AF-D03B-4266-9B2A-FA98BAA1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CA5D3D-3EC2-4E6E-BA14-D0936F891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B770C-A541-4E28-AA3F-B115B37A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37648-30F1-4768-A82D-B0C291CF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E6FCDD-0235-48D2-927B-59DF0C61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96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62557-3214-42A3-9F5F-9A521770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D64CDD-8EF2-4959-844D-4F4D64AEF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3195E0-9060-4C0B-A5B3-6A31C1152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7B9EF9-3DD5-41BE-BC1E-1A289B34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592628-F9F4-472D-8A30-83ED135D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E0984B-E60F-49A3-9A8D-4162D3267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25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31F23-E018-4D6E-8548-BBA2B3930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5A7FE8-296A-47E4-B7D5-A81039E38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204A3D-460C-4512-9B31-8773346F3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9EFD29-EF7F-4ACA-B6AB-18A547407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92F5B6-07CF-4284-A478-AF7A15F51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3A888B3-DC76-4592-8C43-218EA7EB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BC88C4-698A-4596-9AE8-F9AC8DC1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F94ADD-6F9A-4EE4-9019-E8CBB3F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69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62BEB-532B-45FE-ACD1-05ED79E0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218372-6C6B-41B4-8100-67F7F310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915EA1-2F67-4757-8F42-9E383EA9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F11EAB-9FE7-4BF9-BBEF-7F40E83AA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80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15F337-E006-461A-BF64-5F1D088CF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8C7F29-D4A7-4CF5-90DA-4FA2AE94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387263-551A-4F00-8C3D-FF367B2FC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48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748CE-4CDC-4229-B22D-6A3916647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12C11E-EFD4-4851-894A-28BB11BFA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4DE668-44DF-448A-87FC-C4784F9C2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4ADECB-B070-48A2-8B28-24C54ECA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5AC0B3-9B51-4CDF-8541-BDD05337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F0446C-510D-46B6-AD15-9DEFC0D9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7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A0207-1D7C-4303-8025-90B88B30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BB1F0C2-461D-4FEB-972E-330E319B2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187E3D-301F-424C-9860-417A37895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25A655-83B6-438F-8BA9-8FAC6FB32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992942-A14B-42D1-A338-53B9B5BA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BE478B-3287-4AB7-8DD5-82CB32A8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20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14411-06C3-4E3E-B4EE-6C68CAB0A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FA3649-92F8-4AC2-AE71-A081DE9DF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F19D02-92FB-423F-88A6-7E4F1E140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647972-A1E3-4592-9DDB-44D818FB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5AC716-63DE-4BE2-BADA-29E65572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663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8AE339-55F0-41CD-A2BA-22D3DD652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A590C4-00B3-4F0B-BC5D-C2FC582E0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AB4906-640C-4A67-AF8C-CFA559F7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299A38-1A44-4F43-BB50-440E4898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72E6BB-6FB0-4C82-B3DD-35F5BE14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10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21B103C-13EF-444E-BACD-9A2B024E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EFE7EF-77BF-4226-9C57-446BF88F0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52B096-7243-4AEF-BE3D-76D69D8685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28FA5-F637-484E-89CA-C37E5A53729B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B8BF5C-1D7F-4F3A-81F8-063B52D2C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900520-1E82-4B53-8A79-C5761348D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C74B1-EB74-48B8-B187-D609B7ED7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06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1B57E-5EBB-4E4A-AC36-628CC162A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 Ponteiros e Alocação Dinâmica de Memória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2EDC9E-79E8-4F11-BB29-481CC325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</p:txBody>
      </p:sp>
    </p:spTree>
    <p:extLst>
      <p:ext uri="{BB962C8B-B14F-4D97-AF65-F5344CB8AC3E}">
        <p14:creationId xmlns:p14="http://schemas.microsoft.com/office/powerpoint/2010/main" val="624038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F1A86-1676-46C5-9B5B-BB41D8FA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ponteiros?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136C6-1237-4F18-AB95-F85E699F0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Um ponteiro é um endereço de memória</a:t>
            </a:r>
            <a:r>
              <a:rPr lang="pt-BR" dirty="0"/>
              <a:t>. Seu valor indica onde uma variável está armazenada, não o que está armazenado. Um ponteiro proporciona um modo de acesso a uma variável sem referencia-la diretamente.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0C55285-93EB-48D3-8681-37152CC1D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000386"/>
              </p:ext>
            </p:extLst>
          </p:nvPr>
        </p:nvGraphicFramePr>
        <p:xfrm>
          <a:off x="5324888" y="4458485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2A41D3C-CE46-4973-85AF-E687642B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722" y="3658515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BC9C956-A77C-4A14-9503-9EECA984C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894" y="451514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53F7C8-7342-4A4C-9995-F6EC3EA44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188" y="4989940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D72C31-07DA-4D31-8302-D0D6771E4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894" y="5476843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3F52488-59CA-4CE3-9A53-3A9595C09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051" y="4500092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10CC986-C2A8-493D-BFD7-E329850477A7}"/>
              </a:ext>
            </a:extLst>
          </p:cNvPr>
          <p:cNvSpPr txBox="1"/>
          <p:nvPr/>
        </p:nvSpPr>
        <p:spPr>
          <a:xfrm>
            <a:off x="35474" y="6426562"/>
            <a:ext cx="617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Obs.: As posições E00, E10, ... , E22 significam os endereços da memória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C79F798-1731-45DD-8624-B1B52E615BE6}"/>
              </a:ext>
            </a:extLst>
          </p:cNvPr>
          <p:cNvSpPr/>
          <p:nvPr/>
        </p:nvSpPr>
        <p:spPr>
          <a:xfrm>
            <a:off x="6383273" y="4470066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5D8BD6D-977F-4367-A317-9C9E195C517D}"/>
              </a:ext>
            </a:extLst>
          </p:cNvPr>
          <p:cNvSpPr txBox="1"/>
          <p:nvPr/>
        </p:nvSpPr>
        <p:spPr>
          <a:xfrm>
            <a:off x="8827477" y="4001294"/>
            <a:ext cx="2954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No exemplo ao lado, “a” é uma variável e seu valor é 5 (a = 5). E “p” é um ponteiro que </a:t>
            </a:r>
            <a:r>
              <a:rPr lang="pt-BR" sz="2000" b="1" dirty="0"/>
              <a:t>armazena o endereço </a:t>
            </a:r>
            <a:r>
              <a:rPr lang="pt-BR" sz="2000" dirty="0"/>
              <a:t>de memória da variável “a” (E00).</a:t>
            </a:r>
          </a:p>
        </p:txBody>
      </p:sp>
      <p:sp>
        <p:nvSpPr>
          <p:cNvPr id="25" name="CaixaDeTexto 8">
            <a:extLst>
              <a:ext uri="{FF2B5EF4-FFF2-40B4-BE49-F238E27FC236}">
                <a16:creationId xmlns:a16="http://schemas.microsoft.com/office/drawing/2014/main" id="{3D684025-65C5-4E7A-ABB7-E4AC1E825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905" y="4078349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5656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FFB92-7F35-415B-9346-D2E7F7ED6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ponteiros?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FA5B15-0933-448A-B544-780281103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Para dominar a linguagem C, é essencial dominar ponteiros. Os ponteiros são usados em situações em que o uso de uma variável é difícil ou indesejado.</a:t>
            </a:r>
          </a:p>
          <a:p>
            <a:r>
              <a:rPr lang="pt-BR" dirty="0"/>
              <a:t>Algumas razões para o uso de ponteiros: </a:t>
            </a:r>
          </a:p>
          <a:p>
            <a:pPr lvl="1"/>
            <a:r>
              <a:rPr lang="pt-BR" dirty="0"/>
              <a:t>manipular elementos de matrizes; </a:t>
            </a:r>
          </a:p>
          <a:p>
            <a:pPr lvl="1"/>
            <a:r>
              <a:rPr lang="pt-BR" dirty="0"/>
              <a:t>receber argumentos em funções que necessitem </a:t>
            </a:r>
            <a:r>
              <a:rPr lang="pt-BR" dirty="0" err="1"/>
              <a:t>modiﬁcar</a:t>
            </a:r>
            <a:r>
              <a:rPr lang="pt-BR" dirty="0"/>
              <a:t> o argumento original </a:t>
            </a:r>
          </a:p>
          <a:p>
            <a:pPr lvl="1"/>
            <a:r>
              <a:rPr lang="pt-BR" dirty="0"/>
              <a:t>passar cadeias de caracteres (</a:t>
            </a:r>
            <a:r>
              <a:rPr lang="pt-BR" dirty="0" err="1"/>
              <a:t>strings</a:t>
            </a:r>
            <a:r>
              <a:rPr lang="pt-BR" dirty="0"/>
              <a:t>) de uma função para outra; usá-los no lugar de matrizes </a:t>
            </a:r>
          </a:p>
          <a:p>
            <a:pPr lvl="1"/>
            <a:r>
              <a:rPr lang="pt-BR" dirty="0"/>
              <a:t>criar estruturas de dados complexas, como listas encadeadas e árvores binárias, onde um item deve conter referências a outro; </a:t>
            </a:r>
          </a:p>
          <a:p>
            <a:pPr lvl="1"/>
            <a:r>
              <a:rPr lang="pt-BR" dirty="0"/>
              <a:t>alocar e </a:t>
            </a:r>
            <a:r>
              <a:rPr lang="pt-BR" dirty="0" err="1"/>
              <a:t>desalocar</a:t>
            </a:r>
            <a:r>
              <a:rPr lang="pt-BR" dirty="0"/>
              <a:t> memória do sistema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43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D75BD-54B8-4238-B674-BA8B28B4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Endereços de Memória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A3C4D5-ED09-4D35-B707-A1519325D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 memória de seu computador é dividida em bytes, e estes bytes são numerados de 0 até o limite de sua máquina. Estes números são chamados endereços de bytes. </a:t>
            </a:r>
            <a:r>
              <a:rPr lang="pt-BR" sz="2400" b="1" dirty="0"/>
              <a:t>Um endereço é a referência que o computador usa para localizar variáveis</a:t>
            </a:r>
            <a:r>
              <a:rPr lang="pt-BR" sz="2400" dirty="0"/>
              <a:t>. </a:t>
            </a:r>
          </a:p>
          <a:p>
            <a:r>
              <a:rPr lang="pt-BR" sz="2400" dirty="0"/>
              <a:t>Toda variável ocupa certa localização na memória, e seu endereço é o do primeiro byte ocupado por ela.</a:t>
            </a:r>
          </a:p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6B742C1-016A-4614-8B17-941D92203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28795"/>
              </p:ext>
            </p:extLst>
          </p:nvPr>
        </p:nvGraphicFramePr>
        <p:xfrm>
          <a:off x="3464168" y="4001294"/>
          <a:ext cx="474784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924">
                  <a:extLst>
                    <a:ext uri="{9D8B030D-6E8A-4147-A177-3AD203B41FA5}">
                      <a16:colId xmlns:a16="http://schemas.microsoft.com/office/drawing/2014/main" val="3382712033"/>
                    </a:ext>
                  </a:extLst>
                </a:gridCol>
                <a:gridCol w="2373924">
                  <a:extLst>
                    <a:ext uri="{9D8B030D-6E8A-4147-A177-3AD203B41FA5}">
                      <a16:colId xmlns:a16="http://schemas.microsoft.com/office/drawing/2014/main" val="1201176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Endereço na memória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Variável na memória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72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307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093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41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1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318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474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12F6-ECD1-4FB2-8326-232ACCFF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Endereços de Memória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6F1B85-ED3C-474E-8FCD-C01CD4557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Nossos programas, quando carregados para a memória, ocupam uma certa parte dela. Dessa forma, </a:t>
            </a:r>
            <a:r>
              <a:rPr lang="pt-BR" b="1" dirty="0"/>
              <a:t>toda variável e toda função de nosso programa começam em um endereço particular</a:t>
            </a:r>
            <a:r>
              <a:rPr lang="pt-BR" dirty="0"/>
              <a:t>, e este endereço é chamado </a:t>
            </a:r>
            <a:r>
              <a:rPr lang="pt-BR" b="1" dirty="0"/>
              <a:t>endereço da variável ou função</a:t>
            </a:r>
          </a:p>
        </p:txBody>
      </p:sp>
    </p:spTree>
    <p:extLst>
      <p:ext uri="{BB962C8B-B14F-4D97-AF65-F5344CB8AC3E}">
        <p14:creationId xmlns:p14="http://schemas.microsoft.com/office/powerpoint/2010/main" val="326106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DDDDF-1C49-45BC-8E14-F71FF807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operador de endereços “&amp;”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66D695-0FB9-4DFF-9367-AF3AA3B0E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conhecermos o endereço ocupado por uma variável usamos o operador de endereços “&amp;”. 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624C9B3-1956-4C59-8C86-C98A3F7A85BE}"/>
              </a:ext>
            </a:extLst>
          </p:cNvPr>
          <p:cNvSpPr/>
          <p:nvPr/>
        </p:nvSpPr>
        <p:spPr>
          <a:xfrm>
            <a:off x="1131278" y="309905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stdlib.h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i, j, k;</a:t>
            </a:r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"%p\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n%p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n%p</a:t>
            </a:r>
            <a:r>
              <a:rPr lang="pt-B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n"</a:t>
            </a:r>
            <a:r>
              <a:rPr lang="pt-B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,&amp;i,&amp;j,&amp;k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b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3FEC68-F1C9-4FDE-80AF-0135C435DAEF}"/>
              </a:ext>
            </a:extLst>
          </p:cNvPr>
          <p:cNvSpPr txBox="1"/>
          <p:nvPr/>
        </p:nvSpPr>
        <p:spPr>
          <a:xfrm>
            <a:off x="7520356" y="3543063"/>
            <a:ext cx="2573213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Resultado:</a:t>
            </a:r>
          </a:p>
          <a:p>
            <a:endParaRPr lang="pt-BR" sz="2000" dirty="0"/>
          </a:p>
          <a:p>
            <a:r>
              <a:rPr lang="pt-BR" sz="2000" dirty="0">
                <a:latin typeface="Consolas" panose="020B0609020204030204" pitchFamily="49" charset="0"/>
              </a:rPr>
              <a:t>0061ff04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0061ff08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0061ff0c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946F0C-2BE3-44B1-826F-289B1125A685}"/>
              </a:ext>
            </a:extLst>
          </p:cNvPr>
          <p:cNvSpPr txBox="1"/>
          <p:nvPr/>
        </p:nvSpPr>
        <p:spPr>
          <a:xfrm>
            <a:off x="7104186" y="5618285"/>
            <a:ext cx="4747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Obs.: “%p” é o formato específico para imprimir na tela o endereço de uma variável.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205D57A-2895-4AAB-8D56-97FE620572AD}"/>
              </a:ext>
            </a:extLst>
          </p:cNvPr>
          <p:cNvCxnSpPr/>
          <p:nvPr/>
        </p:nvCxnSpPr>
        <p:spPr>
          <a:xfrm>
            <a:off x="5867401" y="4941276"/>
            <a:ext cx="1254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52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9D6F0-C837-4410-B591-44EDCBD26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ADA3D-950B-458F-8D2F-D9FD09009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ponteiro, como qualquer variável, deve ter um tipo, que é o tipo da variável para a qual ele aponta. Para declarar um ponteiro, </a:t>
            </a:r>
            <a:r>
              <a:rPr lang="pt-BR" dirty="0" err="1"/>
              <a:t>especiﬁcamos</a:t>
            </a:r>
            <a:r>
              <a:rPr lang="pt-BR" dirty="0"/>
              <a:t> o tipo da variável para a qual ele aponta e seu nome precedido por asterisco: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19E19D-D36A-49C6-BC00-B88F120C3E77}"/>
              </a:ext>
            </a:extLst>
          </p:cNvPr>
          <p:cNvSpPr/>
          <p:nvPr/>
        </p:nvSpPr>
        <p:spPr>
          <a:xfrm>
            <a:off x="911469" y="3912467"/>
            <a:ext cx="91293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ponteiro; 		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declara uma variável comum do tipo inteiro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*ponteiro; 	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declara um ponteiro para um inteiro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07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F953E-4C2C-46C4-95CF-533F5DC5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0CA62F-822E-4C1E-B7A9-5C5694D2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Tome cuidado ao declarar vários ponteiros em uma linha, pois o asterisco deve vir antes de cada nome de variável. Note os três exemplos: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BA09154-E910-43D1-9710-4716DC3551DB}"/>
              </a:ext>
            </a:extLst>
          </p:cNvPr>
          <p:cNvSpPr/>
          <p:nvPr/>
        </p:nvSpPr>
        <p:spPr>
          <a:xfrm>
            <a:off x="1008184" y="3554160"/>
            <a:ext cx="86018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p, q, r; 		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estamos a declarar três variáveis comuns 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*p, q, r; 		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cuidado! apenas p será um ponteiro! 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*p, *q, *r; 	</a:t>
            </a:r>
            <a:r>
              <a:rPr lang="pt-B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agora sim temos três ponteiros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BD359-091E-4A73-A884-657435800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6940A-238D-434C-BBCF-32BC9A0A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pt-BR" dirty="0"/>
              <a:t>Para atribuir um valor ao ponteiro, usamos apenas seu nome de variável. Esse valor deve ser um endereço de memória, portanto obtido com o operador &amp;: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Também podemos inicializar um ponteiro: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587783-5E01-4D8B-B273-A1C6864F467F}"/>
              </a:ext>
            </a:extLst>
          </p:cNvPr>
          <p:cNvSpPr/>
          <p:nvPr/>
        </p:nvSpPr>
        <p:spPr>
          <a:xfrm>
            <a:off x="838200" y="330223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1234; </a:t>
            </a:r>
          </a:p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*p; </a:t>
            </a:r>
          </a:p>
          <a:p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 = &amp;a;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05202ED-8963-4329-898B-115806CB1195}"/>
              </a:ext>
            </a:extLst>
          </p:cNvPr>
          <p:cNvSpPr/>
          <p:nvPr/>
        </p:nvSpPr>
        <p:spPr>
          <a:xfrm>
            <a:off x="838200" y="5807631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*p = &amp;a;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289D5B6-DBC8-4402-A661-C08B1A894F73}"/>
              </a:ext>
            </a:extLst>
          </p:cNvPr>
          <p:cNvSpPr/>
          <p:nvPr/>
        </p:nvSpPr>
        <p:spPr>
          <a:xfrm>
            <a:off x="4923691" y="4083943"/>
            <a:ext cx="694593" cy="5531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&amp;a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4FA90CA-4BB9-469B-A86C-B92F5AE627A6}"/>
              </a:ext>
            </a:extLst>
          </p:cNvPr>
          <p:cNvCxnSpPr/>
          <p:nvPr/>
        </p:nvCxnSpPr>
        <p:spPr>
          <a:xfrm>
            <a:off x="5662246" y="4342453"/>
            <a:ext cx="931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0438AD86-7B16-4BB3-A7F7-F6403263E11A}"/>
              </a:ext>
            </a:extLst>
          </p:cNvPr>
          <p:cNvSpPr/>
          <p:nvPr/>
        </p:nvSpPr>
        <p:spPr>
          <a:xfrm>
            <a:off x="6603022" y="4083943"/>
            <a:ext cx="694593" cy="55312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1234</a:t>
            </a:r>
          </a:p>
        </p:txBody>
      </p:sp>
      <p:sp>
        <p:nvSpPr>
          <p:cNvPr id="10" name="CaixaDeTexto 8">
            <a:extLst>
              <a:ext uri="{FF2B5EF4-FFF2-40B4-BE49-F238E27FC236}">
                <a16:creationId xmlns:a16="http://schemas.microsoft.com/office/drawing/2014/main" id="{892381AF-C136-4A81-9C81-1BB292535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597" y="4637064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(p)</a:t>
            </a:r>
          </a:p>
        </p:txBody>
      </p:sp>
      <p:sp>
        <p:nvSpPr>
          <p:cNvPr id="11" name="CaixaDeTexto 8">
            <a:extLst>
              <a:ext uri="{FF2B5EF4-FFF2-40B4-BE49-F238E27FC236}">
                <a16:creationId xmlns:a16="http://schemas.microsoft.com/office/drawing/2014/main" id="{25FB6D58-5E12-4446-8F32-EB874B2BE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95" y="4628461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25132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*p, p); 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4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a = 10;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*p, p); 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5EA70F1-3364-4D6B-B227-82461FE96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091101"/>
              </p:ext>
            </p:extLst>
          </p:nvPr>
        </p:nvGraphicFramePr>
        <p:xfrm>
          <a:off x="8692341" y="4852253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8D54B84E-C0EF-4807-B631-E5185454E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175" y="4052283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6EA66F-3810-43D4-9584-59F30B86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4908917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429EB40-4CB3-428A-B60A-D0EF9573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5641" y="5383708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715B80-9B48-49E7-93D3-4595182DF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5870611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6" name="CaixaDeTexto 8">
            <a:extLst>
              <a:ext uri="{FF2B5EF4-FFF2-40B4-BE49-F238E27FC236}">
                <a16:creationId xmlns:a16="http://schemas.microsoft.com/office/drawing/2014/main" id="{4F7E5D28-FF4E-418C-92AB-50EEF781E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6358" y="4473945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771883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pt-BR" dirty="0"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*p, p); 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5EA70F1-3364-4D6B-B227-82461FE96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56533"/>
              </p:ext>
            </p:extLst>
          </p:nvPr>
        </p:nvGraphicFramePr>
        <p:xfrm>
          <a:off x="8692341" y="4852253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0x0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8D54B84E-C0EF-4807-B631-E5185454E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175" y="4052283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6EA66F-3810-43D4-9584-59F30B86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4908917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429EB40-4CB3-428A-B60A-D0EF9573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5641" y="5383708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715B80-9B48-49E7-93D3-4595182DF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5870611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676B905-645B-4633-8C72-6C1EFC1B8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8333" y="4893860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6422C02-4DFE-446C-8ACB-104DDECD81E8}"/>
              </a:ext>
            </a:extLst>
          </p:cNvPr>
          <p:cNvSpPr/>
          <p:nvPr/>
        </p:nvSpPr>
        <p:spPr>
          <a:xfrm>
            <a:off x="9750726" y="4863834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8">
            <a:extLst>
              <a:ext uri="{FF2B5EF4-FFF2-40B4-BE49-F238E27FC236}">
                <a16:creationId xmlns:a16="http://schemas.microsoft.com/office/drawing/2014/main" id="{B4E42639-3CFE-47E6-9F0A-E85C948CB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6358" y="4473945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97005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  <a:endParaRPr lang="pt-BR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*p, p); 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5EA70F1-3364-4D6B-B227-82461FE96BF5}"/>
              </a:ext>
            </a:extLst>
          </p:cNvPr>
          <p:cNvGraphicFramePr>
            <a:graphicFrameLocks noGrp="1"/>
          </p:cNvGraphicFramePr>
          <p:nvPr/>
        </p:nvGraphicFramePr>
        <p:xfrm>
          <a:off x="8692341" y="4852253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8D54B84E-C0EF-4807-B631-E5185454E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175" y="4052283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6EA66F-3810-43D4-9584-59F30B86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4908917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429EB40-4CB3-428A-B60A-D0EF9573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5641" y="5383708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715B80-9B48-49E7-93D3-4595182DF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5870611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676B905-645B-4633-8C72-6C1EFC1B8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8333" y="4893860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6422C02-4DFE-446C-8ACB-104DDECD81E8}"/>
              </a:ext>
            </a:extLst>
          </p:cNvPr>
          <p:cNvSpPr/>
          <p:nvPr/>
        </p:nvSpPr>
        <p:spPr>
          <a:xfrm>
            <a:off x="9750726" y="4863834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8">
            <a:extLst>
              <a:ext uri="{FF2B5EF4-FFF2-40B4-BE49-F238E27FC236}">
                <a16:creationId xmlns:a16="http://schemas.microsoft.com/office/drawing/2014/main" id="{B4E42639-3CFE-47E6-9F0A-E85C948CB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6358" y="4473945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8EE528DB-F0F9-46B6-BF31-50D036422266}"/>
              </a:ext>
            </a:extLst>
          </p:cNvPr>
          <p:cNvCxnSpPr>
            <a:endCxn id="18" idx="0"/>
          </p:cNvCxnSpPr>
          <p:nvPr/>
        </p:nvCxnSpPr>
        <p:spPr>
          <a:xfrm rot="10800000">
            <a:off x="8954527" y="4473945"/>
            <a:ext cx="1058606" cy="369332"/>
          </a:xfrm>
          <a:prstGeom prst="bentConnector4">
            <a:avLst>
              <a:gd name="adj1" fmla="val 1210"/>
              <a:gd name="adj2" fmla="val 1618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9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*p = 5; </a:t>
            </a:r>
          </a:p>
          <a:p>
            <a:pPr lvl="1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rgbClr val="A31515"/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*p, p); 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5EA70F1-3364-4D6B-B227-82461FE96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721134"/>
              </p:ext>
            </p:extLst>
          </p:nvPr>
        </p:nvGraphicFramePr>
        <p:xfrm>
          <a:off x="8692341" y="4852253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8D54B84E-C0EF-4807-B631-E5185454E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3175" y="4052283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C6EA66F-3810-43D4-9584-59F30B869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4908917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429EB40-4CB3-428A-B60A-D0EF9573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5641" y="5383708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715B80-9B48-49E7-93D3-4595182DF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347" y="5870611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6422C02-4DFE-446C-8ACB-104DDECD81E8}"/>
              </a:ext>
            </a:extLst>
          </p:cNvPr>
          <p:cNvSpPr/>
          <p:nvPr/>
        </p:nvSpPr>
        <p:spPr>
          <a:xfrm>
            <a:off x="9750726" y="4863834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FF67FC5-47D3-4AEC-8FE4-13EF03597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8333" y="4893860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(p)</a:t>
            </a:r>
          </a:p>
        </p:txBody>
      </p:sp>
      <p:sp>
        <p:nvSpPr>
          <p:cNvPr id="19" name="CaixaDeTexto 8">
            <a:extLst>
              <a:ext uri="{FF2B5EF4-FFF2-40B4-BE49-F238E27FC236}">
                <a16:creationId xmlns:a16="http://schemas.microsoft.com/office/drawing/2014/main" id="{A0088305-FFD2-4A84-B55E-4F272CCE1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6358" y="4473945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04C53B75-39ED-44E1-9DD4-8EAE2736CAD0}"/>
              </a:ext>
            </a:extLst>
          </p:cNvPr>
          <p:cNvCxnSpPr/>
          <p:nvPr/>
        </p:nvCxnSpPr>
        <p:spPr>
          <a:xfrm rot="10800000">
            <a:off x="8954527" y="4473945"/>
            <a:ext cx="1058606" cy="369332"/>
          </a:xfrm>
          <a:prstGeom prst="bentConnector4">
            <a:avLst>
              <a:gd name="adj1" fmla="val 1210"/>
              <a:gd name="adj2" fmla="val 1618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94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98FEA4-15ED-4302-8CDC-CFC9B38E1F10}"/>
              </a:ext>
            </a:extLst>
          </p:cNvPr>
          <p:cNvSpPr/>
          <p:nvPr/>
        </p:nvSpPr>
        <p:spPr>
          <a:xfrm>
            <a:off x="7769572" y="5161300"/>
            <a:ext cx="2921873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Saída:</a:t>
            </a:r>
          </a:p>
          <a:p>
            <a:endParaRPr lang="pt-BR" sz="2000" dirty="0"/>
          </a:p>
          <a:p>
            <a:r>
              <a:rPr lang="pt-BR" sz="2000" dirty="0">
                <a:latin typeface="Consolas" panose="020B0609020204030204" pitchFamily="49" charset="0"/>
              </a:rPr>
              <a:t>5       5       E00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 ("%d\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rgbClr val="FF0000"/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\n", a, *p, p); </a:t>
            </a:r>
          </a:p>
          <a:p>
            <a:pPr lvl="1"/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56A1D25-E430-48C5-A1F8-D9BF2201C748}"/>
              </a:ext>
            </a:extLst>
          </p:cNvPr>
          <p:cNvCxnSpPr/>
          <p:nvPr/>
        </p:nvCxnSpPr>
        <p:spPr>
          <a:xfrm>
            <a:off x="6175131" y="5952393"/>
            <a:ext cx="1254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0C3DD156-4E86-47EA-B639-BE76EDE401C6}"/>
              </a:ext>
            </a:extLst>
          </p:cNvPr>
          <p:cNvSpPr/>
          <p:nvPr/>
        </p:nvSpPr>
        <p:spPr>
          <a:xfrm>
            <a:off x="7769573" y="6176963"/>
            <a:ext cx="2791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a,  	 *p,   	     p</a:t>
            </a:r>
            <a:endParaRPr lang="pt-BR" dirty="0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2D19D9C2-2CFF-4D82-BCE8-68D1C2C4B866}"/>
              </a:ext>
            </a:extLst>
          </p:cNvPr>
          <p:cNvCxnSpPr>
            <a:cxnSpLocks/>
          </p:cNvCxnSpPr>
          <p:nvPr/>
        </p:nvCxnSpPr>
        <p:spPr>
          <a:xfrm>
            <a:off x="3411415" y="4684312"/>
            <a:ext cx="0" cy="1021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B766856-6AFF-4195-BA80-9D4E774B254F}"/>
              </a:ext>
            </a:extLst>
          </p:cNvPr>
          <p:cNvSpPr txBox="1"/>
          <p:nvPr/>
        </p:nvSpPr>
        <p:spPr>
          <a:xfrm>
            <a:off x="3246637" y="4314980"/>
            <a:ext cx="604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“%d”: imprime o tipo “</a:t>
            </a:r>
            <a:r>
              <a:rPr lang="pt-BR" dirty="0" err="1"/>
              <a:t>int</a:t>
            </a:r>
            <a:r>
              <a:rPr lang="pt-BR" dirty="0"/>
              <a:t>”, ou seja, o valor apontado por “*p” 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908247F-9167-4234-8F20-DF31000031BE}"/>
              </a:ext>
            </a:extLst>
          </p:cNvPr>
          <p:cNvCxnSpPr>
            <a:cxnSpLocks/>
          </p:cNvCxnSpPr>
          <p:nvPr/>
        </p:nvCxnSpPr>
        <p:spPr>
          <a:xfrm>
            <a:off x="3858184" y="5053644"/>
            <a:ext cx="0" cy="66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071E573-A19A-4A92-801B-D7D151AFF607}"/>
              </a:ext>
            </a:extLst>
          </p:cNvPr>
          <p:cNvSpPr txBox="1"/>
          <p:nvPr/>
        </p:nvSpPr>
        <p:spPr>
          <a:xfrm>
            <a:off x="3650427" y="4684312"/>
            <a:ext cx="544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“%p”: imprime o endereço de memória do ponteiro “p” 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D17C2412-32BA-4E84-B543-98A0ABA15A4F}"/>
              </a:ext>
            </a:extLst>
          </p:cNvPr>
          <p:cNvCxnSpPr>
            <a:cxnSpLocks/>
          </p:cNvCxnSpPr>
          <p:nvPr/>
        </p:nvCxnSpPr>
        <p:spPr>
          <a:xfrm flipV="1">
            <a:off x="3130061" y="6084277"/>
            <a:ext cx="0" cy="386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0AB924-BE30-46F0-A336-23256BEAE166}"/>
              </a:ext>
            </a:extLst>
          </p:cNvPr>
          <p:cNvSpPr txBox="1"/>
          <p:nvPr/>
        </p:nvSpPr>
        <p:spPr>
          <a:xfrm>
            <a:off x="2952372" y="6471139"/>
            <a:ext cx="1380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“\t”: tabular </a:t>
            </a:r>
          </a:p>
        </p:txBody>
      </p:sp>
    </p:spTree>
    <p:extLst>
      <p:ext uri="{BB962C8B-B14F-4D97-AF65-F5344CB8AC3E}">
        <p14:creationId xmlns:p14="http://schemas.microsoft.com/office/powerpoint/2010/main" val="2624830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064F5-53B2-4426-A476-6A3D4DF9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30A378-6B23-4468-90E5-48B0DC9F4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 ponteiro contém um endereço, podemos também atribuir um valor à variável guardada nesse endereço, ou seja, à variável apontada pelo ponteiro. </a:t>
            </a:r>
          </a:p>
          <a:p>
            <a:r>
              <a:rPr lang="pt-BR" dirty="0"/>
              <a:t>Para isso, usamos o operador * (asterisco), que </a:t>
            </a:r>
            <a:r>
              <a:rPr lang="pt-BR" dirty="0" err="1"/>
              <a:t>signiﬁca</a:t>
            </a:r>
            <a:r>
              <a:rPr lang="pt-BR" dirty="0"/>
              <a:t> "o valor apontado por"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99828B3-4663-4840-BB2C-6CF7ADF38590}"/>
              </a:ext>
            </a:extLst>
          </p:cNvPr>
          <p:cNvSpPr/>
          <p:nvPr/>
        </p:nvSpPr>
        <p:spPr>
          <a:xfrm>
            <a:off x="1096108" y="3804616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a = 10; </a:t>
            </a:r>
          </a:p>
          <a:p>
            <a:pPr lvl="1"/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*p;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 = &amp;a; 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("%d\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t%d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\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t%p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\n", a, *p, p); </a:t>
            </a:r>
          </a:p>
          <a:p>
            <a:pPr lvl="1"/>
            <a:b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0;</a:t>
            </a:r>
          </a:p>
          <a:p>
            <a:r>
              <a:rPr lang="pt-BR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chemeClr val="bg1">
                  <a:lumMod val="6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09F53D7-8C56-4A21-A241-C61A8EC6503B}"/>
              </a:ext>
            </a:extLst>
          </p:cNvPr>
          <p:cNvCxnSpPr/>
          <p:nvPr/>
        </p:nvCxnSpPr>
        <p:spPr>
          <a:xfrm flipH="1">
            <a:off x="2795953" y="5380893"/>
            <a:ext cx="318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522E691-B9A8-444A-838B-79B5900DA29D}"/>
              </a:ext>
            </a:extLst>
          </p:cNvPr>
          <p:cNvSpPr txBox="1"/>
          <p:nvPr/>
        </p:nvSpPr>
        <p:spPr>
          <a:xfrm>
            <a:off x="6096000" y="4580917"/>
            <a:ext cx="6015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ponteiro “p” recebe apenas endereços de memória de variáveis, que são atribuídos utilizando o “&amp;” (dizemos que um ponteiro recebe a referência da variável na memória)  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A80C0EE-32F8-447E-8179-3CAEE92FCE87}"/>
              </a:ext>
            </a:extLst>
          </p:cNvPr>
          <p:cNvCxnSpPr/>
          <p:nvPr/>
        </p:nvCxnSpPr>
        <p:spPr>
          <a:xfrm flipH="1">
            <a:off x="2822503" y="5639184"/>
            <a:ext cx="318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FAC9297-2077-4A92-9C7E-1F6B5CD12BF4}"/>
              </a:ext>
            </a:extLst>
          </p:cNvPr>
          <p:cNvSpPr txBox="1"/>
          <p:nvPr/>
        </p:nvSpPr>
        <p:spPr>
          <a:xfrm>
            <a:off x="6122550" y="5504247"/>
            <a:ext cx="5489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“*p” recebe o valores do tipo do ponteiro. Estes valores são atribuídos à variável referenciada pelo ponteiro.</a:t>
            </a:r>
          </a:p>
        </p:txBody>
      </p:sp>
    </p:spTree>
    <p:extLst>
      <p:ext uri="{BB962C8B-B14F-4D97-AF65-F5344CB8AC3E}">
        <p14:creationId xmlns:p14="http://schemas.microsoft.com/office/powerpoint/2010/main" val="3424580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6EF9B-4729-4FF0-9BF4-AAA3F46F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 e NULL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EB5F37-C313-47DA-B415-029C1940E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/>
              <a:t>Uma falha de segmentação ou em inglês “</a:t>
            </a:r>
            <a:r>
              <a:rPr lang="pt-BR" sz="2400" i="1"/>
              <a:t>segmentation fault”</a:t>
            </a:r>
            <a:r>
              <a:rPr lang="pt-BR" sz="2400"/>
              <a:t> ocorre quando um programa tenta acessar um endereço na memória que está reservado ou que não existe.</a:t>
            </a:r>
          </a:p>
          <a:p>
            <a:r>
              <a:rPr lang="pt-BR" sz="2400"/>
              <a:t>Aqui o ponteiro contem NULL, deﬁnido com o endereço (0x00000000) que causa uma falha de segmentação. </a:t>
            </a:r>
          </a:p>
          <a:p>
            <a:r>
              <a:rPr lang="pt-BR" sz="2400"/>
              <a:t>É sempre bom inicializarmos os ponteiros, pois senão eles podem vir com lixo e você se esquecer, posteriormente, de inicializar. </a:t>
            </a:r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EE001AA-E097-4CC2-B9A5-09F7072ABDE1}"/>
              </a:ext>
            </a:extLst>
          </p:cNvPr>
          <p:cNvSpPr/>
          <p:nvPr/>
        </p:nvSpPr>
        <p:spPr>
          <a:xfrm>
            <a:off x="625720" y="5252739"/>
            <a:ext cx="2419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 = NULL;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506DE0-8DEB-4D36-8C59-34AF91A075D9}"/>
              </a:ext>
            </a:extLst>
          </p:cNvPr>
          <p:cNvSpPr/>
          <p:nvPr/>
        </p:nvSpPr>
        <p:spPr>
          <a:xfrm>
            <a:off x="4450372" y="51142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Uma boa prática é apontar os ponteiros para a primeira posição de memória, ou seja, NULL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E0483C4-0B12-4DB2-B541-697B9F6EF295}"/>
              </a:ext>
            </a:extLst>
          </p:cNvPr>
          <p:cNvCxnSpPr/>
          <p:nvPr/>
        </p:nvCxnSpPr>
        <p:spPr>
          <a:xfrm flipH="1">
            <a:off x="3266244" y="5437405"/>
            <a:ext cx="971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059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F458B-D929-4569-8B15-57DBA13B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DCFA5-86D4-4320-8BFC-7C517BD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337432" cy="4351338"/>
          </a:xfrm>
        </p:spPr>
        <p:txBody>
          <a:bodyPr>
            <a:normAutofit/>
          </a:bodyPr>
          <a:lstStyle/>
          <a:p>
            <a:r>
              <a:rPr lang="pt-BR" sz="2400" dirty="0"/>
              <a:t>Suponhamos dois ponteiros inicializados </a:t>
            </a:r>
            <a:r>
              <a:rPr lang="pt-BR" sz="2400" dirty="0">
                <a:latin typeface="Consolas" panose="020B0609020204030204" pitchFamily="49" charset="0"/>
              </a:rPr>
              <a:t>p1</a:t>
            </a:r>
            <a:r>
              <a:rPr lang="pt-BR" sz="2400" dirty="0"/>
              <a:t> e </a:t>
            </a:r>
            <a:r>
              <a:rPr lang="pt-BR" sz="2400" dirty="0">
                <a:latin typeface="Consolas" panose="020B0609020204030204" pitchFamily="49" charset="0"/>
              </a:rPr>
              <a:t>p2</a:t>
            </a:r>
            <a:r>
              <a:rPr lang="pt-BR" sz="2400" dirty="0"/>
              <a:t>. Podemos fazer dois tipos de atribuição entre eles: </a:t>
            </a:r>
          </a:p>
          <a:p>
            <a:pPr lvl="1"/>
            <a:r>
              <a:rPr lang="pt-BR" sz="2000" dirty="0"/>
              <a:t>Esse primeiro exemplo fará com que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aponte para o mesmo lugar que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 Ou seja, usar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será equivalente a usar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 após essa atribuição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Nesse segundo caso, igualamos os valores apontados pelos dois ponteiros: alteraremos o valor apontado por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para o valor apontado por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D6DEA9-BE31-4A26-B694-256A29071026}"/>
              </a:ext>
            </a:extLst>
          </p:cNvPr>
          <p:cNvSpPr/>
          <p:nvPr/>
        </p:nvSpPr>
        <p:spPr>
          <a:xfrm>
            <a:off x="1116316" y="3578442"/>
            <a:ext cx="19159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p1 = p2;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31D95E-AF34-4C93-9C03-C0D33D207984}"/>
              </a:ext>
            </a:extLst>
          </p:cNvPr>
          <p:cNvSpPr/>
          <p:nvPr/>
        </p:nvSpPr>
        <p:spPr>
          <a:xfrm>
            <a:off x="1116316" y="5222936"/>
            <a:ext cx="21980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*p1 = *p2; 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CACE586C-4B4E-43E3-A5E9-09084EE49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115264"/>
              </p:ext>
            </p:extLst>
          </p:nvPr>
        </p:nvGraphicFramePr>
        <p:xfrm>
          <a:off x="9665664" y="4611808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2F26F825-9B11-49BE-BD59-88BC08DF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3419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B735ED-2E35-4281-B91F-B7E94697C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668472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90BAB0F-9783-46AA-AD28-FB1759C4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5143263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4109A4F-3802-4B5E-ABD6-F5B9F0CAD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63016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7EBF1B4-FA1A-4823-9D70-63F5A89AA265}"/>
              </a:ext>
            </a:extLst>
          </p:cNvPr>
          <p:cNvSpPr/>
          <p:nvPr/>
        </p:nvSpPr>
        <p:spPr>
          <a:xfrm>
            <a:off x="10724049" y="4623389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3BE65EA-EF04-4CCD-91A9-82DA5A51A768}"/>
              </a:ext>
            </a:extLst>
          </p:cNvPr>
          <p:cNvSpPr/>
          <p:nvPr/>
        </p:nvSpPr>
        <p:spPr>
          <a:xfrm>
            <a:off x="10726008" y="5107425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4D5F551-CF6F-4713-A7CD-EE0977525C0E}"/>
              </a:ext>
            </a:extLst>
          </p:cNvPr>
          <p:cNvSpPr/>
          <p:nvPr/>
        </p:nvSpPr>
        <p:spPr>
          <a:xfrm>
            <a:off x="8669215" y="1804345"/>
            <a:ext cx="22713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*p1, *p2;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p2 = &amp;a;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7061877-B595-4AC0-8AA3-FECAC246A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682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(p1)</a:t>
            </a:r>
          </a:p>
        </p:txBody>
      </p:sp>
      <p:sp>
        <p:nvSpPr>
          <p:cNvPr id="31" name="CaixaDeTexto 8">
            <a:extLst>
              <a:ext uri="{FF2B5EF4-FFF2-40B4-BE49-F238E27FC236}">
                <a16:creationId xmlns:a16="http://schemas.microsoft.com/office/drawing/2014/main" id="{2E5A411E-E499-44D3-8D4C-921F604D3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0832" y="4262408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3B39E7D-E858-40D1-8BA4-212CB06EE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174041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(p2)</a:t>
            </a:r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CBF7D60D-E825-4165-88B7-1D5CE68B9BEF}"/>
              </a:ext>
            </a:extLst>
          </p:cNvPr>
          <p:cNvCxnSpPr>
            <a:stCxn id="29" idx="3"/>
          </p:cNvCxnSpPr>
          <p:nvPr/>
        </p:nvCxnSpPr>
        <p:spPr>
          <a:xfrm>
            <a:off x="10940561" y="2266010"/>
            <a:ext cx="305485" cy="911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14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F458B-D929-4569-8B15-57DBA13B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DCFA5-86D4-4320-8BFC-7C517BD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337432" cy="4351338"/>
          </a:xfrm>
        </p:spPr>
        <p:txBody>
          <a:bodyPr>
            <a:normAutofit/>
          </a:bodyPr>
          <a:lstStyle/>
          <a:p>
            <a:r>
              <a:rPr lang="pt-BR" sz="2400" dirty="0"/>
              <a:t>Suponhamos dois ponteiros inicializados </a:t>
            </a:r>
            <a:r>
              <a:rPr lang="pt-BR" sz="2400" dirty="0">
                <a:latin typeface="Consolas" panose="020B0609020204030204" pitchFamily="49" charset="0"/>
              </a:rPr>
              <a:t>p1</a:t>
            </a:r>
            <a:r>
              <a:rPr lang="pt-BR" sz="2400" dirty="0"/>
              <a:t> e </a:t>
            </a:r>
            <a:r>
              <a:rPr lang="pt-BR" sz="2400" dirty="0">
                <a:latin typeface="Consolas" panose="020B0609020204030204" pitchFamily="49" charset="0"/>
              </a:rPr>
              <a:t>p2</a:t>
            </a:r>
            <a:r>
              <a:rPr lang="pt-BR" sz="2400" dirty="0"/>
              <a:t>. Podemos fazer dois tipos de atribuição entre eles: </a:t>
            </a:r>
          </a:p>
          <a:p>
            <a:pPr lvl="1"/>
            <a:r>
              <a:rPr lang="pt-BR" sz="2000" dirty="0"/>
              <a:t>Esse primeiro exemplo fará com que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aponte para o mesmo lugar que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 Ou seja, usar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será equivalente a usar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 após essa atribuição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Nesse segundo caso, igualamos os valores apontados pelos dois ponteiros: alteraremos o valor apontado por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para o valor apontado por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D6DEA9-BE31-4A26-B694-256A29071026}"/>
              </a:ext>
            </a:extLst>
          </p:cNvPr>
          <p:cNvSpPr/>
          <p:nvPr/>
        </p:nvSpPr>
        <p:spPr>
          <a:xfrm>
            <a:off x="1116316" y="3578442"/>
            <a:ext cx="19159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p1 = p2;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31D95E-AF34-4C93-9C03-C0D33D207984}"/>
              </a:ext>
            </a:extLst>
          </p:cNvPr>
          <p:cNvSpPr/>
          <p:nvPr/>
        </p:nvSpPr>
        <p:spPr>
          <a:xfrm>
            <a:off x="1116316" y="5222936"/>
            <a:ext cx="21980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*p1 = *p2; 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CACE586C-4B4E-43E3-A5E9-09084EE49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962085"/>
              </p:ext>
            </p:extLst>
          </p:nvPr>
        </p:nvGraphicFramePr>
        <p:xfrm>
          <a:off x="9665664" y="4611808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2F26F825-9B11-49BE-BD59-88BC08DF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3419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B735ED-2E35-4281-B91F-B7E94697C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668472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90BAB0F-9783-46AA-AD28-FB1759C4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5143263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4109A4F-3802-4B5E-ABD6-F5B9F0CAD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63016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7EBF1B4-FA1A-4823-9D70-63F5A89AA265}"/>
              </a:ext>
            </a:extLst>
          </p:cNvPr>
          <p:cNvSpPr/>
          <p:nvPr/>
        </p:nvSpPr>
        <p:spPr>
          <a:xfrm>
            <a:off x="10724049" y="4623389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3BE65EA-EF04-4CCD-91A9-82DA5A51A768}"/>
              </a:ext>
            </a:extLst>
          </p:cNvPr>
          <p:cNvSpPr/>
          <p:nvPr/>
        </p:nvSpPr>
        <p:spPr>
          <a:xfrm>
            <a:off x="10726008" y="5107425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4D5F551-CF6F-4713-A7CD-EE0977525C0E}"/>
              </a:ext>
            </a:extLst>
          </p:cNvPr>
          <p:cNvSpPr/>
          <p:nvPr/>
        </p:nvSpPr>
        <p:spPr>
          <a:xfrm>
            <a:off x="8669215" y="1804345"/>
            <a:ext cx="22713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*p1, *p2;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p2 = &amp;a;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8E53244-1F58-4704-808D-C1F16F91A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682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(p1)</a:t>
            </a:r>
          </a:p>
        </p:txBody>
      </p:sp>
      <p:sp>
        <p:nvSpPr>
          <p:cNvPr id="31" name="CaixaDeTexto 8">
            <a:extLst>
              <a:ext uri="{FF2B5EF4-FFF2-40B4-BE49-F238E27FC236}">
                <a16:creationId xmlns:a16="http://schemas.microsoft.com/office/drawing/2014/main" id="{035BB86C-B216-4110-829F-C44AAC234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0832" y="4262408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340D31A-BE2F-4F14-A035-242DFF357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174041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(p2)</a:t>
            </a:r>
          </a:p>
        </p:txBody>
      </p: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DEC1734C-2FBC-4774-8B96-E19B2FD4B533}"/>
              </a:ext>
            </a:extLst>
          </p:cNvPr>
          <p:cNvCxnSpPr/>
          <p:nvPr/>
        </p:nvCxnSpPr>
        <p:spPr>
          <a:xfrm>
            <a:off x="10940561" y="2266010"/>
            <a:ext cx="305485" cy="911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72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F458B-D929-4569-8B15-57DBA13B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DCFA5-86D4-4320-8BFC-7C517BD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337432" cy="4351338"/>
          </a:xfrm>
        </p:spPr>
        <p:txBody>
          <a:bodyPr>
            <a:normAutofit/>
          </a:bodyPr>
          <a:lstStyle/>
          <a:p>
            <a:r>
              <a:rPr lang="pt-BR" sz="2400" dirty="0"/>
              <a:t>Suponhamos dois ponteiros inicializados </a:t>
            </a:r>
            <a:r>
              <a:rPr lang="pt-BR" sz="2400" dirty="0">
                <a:latin typeface="Consolas" panose="020B0609020204030204" pitchFamily="49" charset="0"/>
              </a:rPr>
              <a:t>p1</a:t>
            </a:r>
            <a:r>
              <a:rPr lang="pt-BR" sz="2400" dirty="0"/>
              <a:t> e </a:t>
            </a:r>
            <a:r>
              <a:rPr lang="pt-BR" sz="2400" dirty="0">
                <a:latin typeface="Consolas" panose="020B0609020204030204" pitchFamily="49" charset="0"/>
              </a:rPr>
              <a:t>p2</a:t>
            </a:r>
            <a:r>
              <a:rPr lang="pt-BR" sz="2400" dirty="0"/>
              <a:t>. Podemos fazer dois tipos de atribuição entre eles: </a:t>
            </a:r>
          </a:p>
          <a:p>
            <a:pPr lvl="1"/>
            <a:r>
              <a:rPr lang="pt-BR" sz="2000" dirty="0"/>
              <a:t>Esse primeiro exemplo fará com que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aponte para o mesmo lugar que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 Ou seja, usar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será equivalente a usar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 após essa atribuição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Nesse segundo caso, igualamos os valores apontados pelos dois ponteiros: alteraremos o valor apontado por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para o valor apontado por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D6DEA9-BE31-4A26-B694-256A29071026}"/>
              </a:ext>
            </a:extLst>
          </p:cNvPr>
          <p:cNvSpPr/>
          <p:nvPr/>
        </p:nvSpPr>
        <p:spPr>
          <a:xfrm>
            <a:off x="1116316" y="3578442"/>
            <a:ext cx="19159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p1 = p2;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31D95E-AF34-4C93-9C03-C0D33D207984}"/>
              </a:ext>
            </a:extLst>
          </p:cNvPr>
          <p:cNvSpPr/>
          <p:nvPr/>
        </p:nvSpPr>
        <p:spPr>
          <a:xfrm>
            <a:off x="1116316" y="5222936"/>
            <a:ext cx="21980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*p1 = *p2; 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CACE586C-4B4E-43E3-A5E9-09084EE49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994540"/>
              </p:ext>
            </p:extLst>
          </p:nvPr>
        </p:nvGraphicFramePr>
        <p:xfrm>
          <a:off x="9665664" y="4611808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E10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2F26F825-9B11-49BE-BD59-88BC08DF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3419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B735ED-2E35-4281-B91F-B7E94697C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668472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90BAB0F-9783-46AA-AD28-FB1759C4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5143263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4109A4F-3802-4B5E-ABD6-F5B9F0CAD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63016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7EBF1B4-FA1A-4823-9D70-63F5A89AA265}"/>
              </a:ext>
            </a:extLst>
          </p:cNvPr>
          <p:cNvSpPr/>
          <p:nvPr/>
        </p:nvSpPr>
        <p:spPr>
          <a:xfrm>
            <a:off x="10724049" y="4623389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3BE65EA-EF04-4CCD-91A9-82DA5A51A768}"/>
              </a:ext>
            </a:extLst>
          </p:cNvPr>
          <p:cNvSpPr/>
          <p:nvPr/>
        </p:nvSpPr>
        <p:spPr>
          <a:xfrm>
            <a:off x="10726008" y="5107425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4D5F551-CF6F-4713-A7CD-EE0977525C0E}"/>
              </a:ext>
            </a:extLst>
          </p:cNvPr>
          <p:cNvSpPr/>
          <p:nvPr/>
        </p:nvSpPr>
        <p:spPr>
          <a:xfrm>
            <a:off x="8669215" y="1804345"/>
            <a:ext cx="22713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*p1, *p2;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p1 = &amp;a;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p2 = &amp;b;</a:t>
            </a:r>
            <a:endParaRPr lang="pt-BR" dirty="0"/>
          </a:p>
        </p:txBody>
      </p:sp>
      <p:sp>
        <p:nvSpPr>
          <p:cNvPr id="30" name="CaixaDeTexto 8">
            <a:extLst>
              <a:ext uri="{FF2B5EF4-FFF2-40B4-BE49-F238E27FC236}">
                <a16:creationId xmlns:a16="http://schemas.microsoft.com/office/drawing/2014/main" id="{565A4613-21AA-44F7-8BE4-BD43A314A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5152786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505D52A-9E01-41E4-9A9E-F00DAB531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682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(p1)</a:t>
            </a:r>
          </a:p>
        </p:txBody>
      </p:sp>
      <p:sp>
        <p:nvSpPr>
          <p:cNvPr id="33" name="CaixaDeTexto 8">
            <a:extLst>
              <a:ext uri="{FF2B5EF4-FFF2-40B4-BE49-F238E27FC236}">
                <a16:creationId xmlns:a16="http://schemas.microsoft.com/office/drawing/2014/main" id="{6EB41D89-98AE-4F14-A718-67C5D9267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0832" y="4262408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018A19B-E74C-4AF0-9103-DC4EA4D96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174041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(p2)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2F82F6A6-C408-49B9-838A-936F30AD39C6}"/>
              </a:ext>
            </a:extLst>
          </p:cNvPr>
          <p:cNvCxnSpPr/>
          <p:nvPr/>
        </p:nvCxnSpPr>
        <p:spPr>
          <a:xfrm>
            <a:off x="10940561" y="2266010"/>
            <a:ext cx="305485" cy="911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263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F458B-D929-4569-8B15-57DBA13B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Operação com Ponteiros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7DCFA5-86D4-4320-8BFC-7C517BD6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337432" cy="4351338"/>
          </a:xfrm>
        </p:spPr>
        <p:txBody>
          <a:bodyPr>
            <a:normAutofit/>
          </a:bodyPr>
          <a:lstStyle/>
          <a:p>
            <a:r>
              <a:rPr lang="pt-BR" sz="2400" dirty="0"/>
              <a:t>Suponhamos dois ponteiros inicializados </a:t>
            </a:r>
            <a:r>
              <a:rPr lang="pt-BR" sz="2400" dirty="0">
                <a:latin typeface="Consolas" panose="020B0609020204030204" pitchFamily="49" charset="0"/>
              </a:rPr>
              <a:t>p1</a:t>
            </a:r>
            <a:r>
              <a:rPr lang="pt-BR" sz="2400" dirty="0"/>
              <a:t> e </a:t>
            </a:r>
            <a:r>
              <a:rPr lang="pt-BR" sz="2400" dirty="0">
                <a:latin typeface="Consolas" panose="020B0609020204030204" pitchFamily="49" charset="0"/>
              </a:rPr>
              <a:t>p2</a:t>
            </a:r>
            <a:r>
              <a:rPr lang="pt-BR" sz="2400" dirty="0"/>
              <a:t>. Podemos fazer dois tipos de atribuição entre eles: </a:t>
            </a:r>
          </a:p>
          <a:p>
            <a:pPr lvl="1"/>
            <a:r>
              <a:rPr lang="pt-BR" sz="2000" dirty="0"/>
              <a:t>Esse primeiro exemplo fará com que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aponte para o mesmo lugar que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 Ou seja, usar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será equivalente a usar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 após essa atribuição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Nesse segundo caso, igualamos os valores apontados pelos dois ponteiros: alteraremos o valor apontado por </a:t>
            </a:r>
            <a:r>
              <a:rPr lang="pt-BR" sz="2000" dirty="0">
                <a:latin typeface="Consolas" panose="020B0609020204030204" pitchFamily="49" charset="0"/>
              </a:rPr>
              <a:t>p1</a:t>
            </a:r>
            <a:r>
              <a:rPr lang="pt-BR" sz="2000" dirty="0"/>
              <a:t> para o valor apontado por </a:t>
            </a:r>
            <a:r>
              <a:rPr lang="pt-BR" sz="2000" dirty="0">
                <a:latin typeface="Consolas" panose="020B0609020204030204" pitchFamily="49" charset="0"/>
              </a:rPr>
              <a:t>p2</a:t>
            </a:r>
            <a:r>
              <a:rPr lang="pt-BR" sz="2000" dirty="0"/>
              <a:t>.</a:t>
            </a:r>
          </a:p>
          <a:p>
            <a:pPr lvl="1"/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6D6DEA9-BE31-4A26-B694-256A29071026}"/>
              </a:ext>
            </a:extLst>
          </p:cNvPr>
          <p:cNvSpPr/>
          <p:nvPr/>
        </p:nvSpPr>
        <p:spPr>
          <a:xfrm>
            <a:off x="1116316" y="3578442"/>
            <a:ext cx="19159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p1 = p2;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31D95E-AF34-4C93-9C03-C0D33D207984}"/>
              </a:ext>
            </a:extLst>
          </p:cNvPr>
          <p:cNvSpPr/>
          <p:nvPr/>
        </p:nvSpPr>
        <p:spPr>
          <a:xfrm>
            <a:off x="1116316" y="5222936"/>
            <a:ext cx="21980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*p1 = *p2; 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CACE586C-4B4E-43E3-A5E9-09084EE49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23531"/>
              </p:ext>
            </p:extLst>
          </p:nvPr>
        </p:nvGraphicFramePr>
        <p:xfrm>
          <a:off x="9665664" y="4611808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E10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2F26F825-9B11-49BE-BD59-88BC08DF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3419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B735ED-2E35-4281-B91F-B7E94697C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668472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90BAB0F-9783-46AA-AD28-FB1759C4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5143263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4109A4F-3802-4B5E-ABD6-F5B9F0CAD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63016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7EBF1B4-FA1A-4823-9D70-63F5A89AA265}"/>
              </a:ext>
            </a:extLst>
          </p:cNvPr>
          <p:cNvSpPr/>
          <p:nvPr/>
        </p:nvSpPr>
        <p:spPr>
          <a:xfrm>
            <a:off x="10724049" y="4623389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3BE65EA-EF04-4CCD-91A9-82DA5A51A768}"/>
              </a:ext>
            </a:extLst>
          </p:cNvPr>
          <p:cNvSpPr/>
          <p:nvPr/>
        </p:nvSpPr>
        <p:spPr>
          <a:xfrm>
            <a:off x="10726008" y="5107425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4D5F551-CF6F-4713-A7CD-EE0977525C0E}"/>
              </a:ext>
            </a:extLst>
          </p:cNvPr>
          <p:cNvSpPr/>
          <p:nvPr/>
        </p:nvSpPr>
        <p:spPr>
          <a:xfrm>
            <a:off x="8669215" y="1804345"/>
            <a:ext cx="22713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*p1, *p2;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p1 = &amp;a;</a:t>
            </a:r>
          </a:p>
          <a:p>
            <a:pPr lvl="1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p2 = &amp;b;</a:t>
            </a:r>
            <a:endParaRPr lang="pt-BR" dirty="0"/>
          </a:p>
        </p:txBody>
      </p:sp>
      <p:sp>
        <p:nvSpPr>
          <p:cNvPr id="32" name="CaixaDeTexto 8">
            <a:extLst>
              <a:ext uri="{FF2B5EF4-FFF2-40B4-BE49-F238E27FC236}">
                <a16:creationId xmlns:a16="http://schemas.microsoft.com/office/drawing/2014/main" id="{7D368151-D4EE-42D3-B605-D4572A54D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5152786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DF28A99-54F7-42BC-B0CF-69FF6A63F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682323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(p1)</a:t>
            </a:r>
          </a:p>
        </p:txBody>
      </p:sp>
      <p:sp>
        <p:nvSpPr>
          <p:cNvPr id="34" name="CaixaDeTexto 8">
            <a:extLst>
              <a:ext uri="{FF2B5EF4-FFF2-40B4-BE49-F238E27FC236}">
                <a16:creationId xmlns:a16="http://schemas.microsoft.com/office/drawing/2014/main" id="{705C516C-15B7-4B73-A71B-3BFCCE70D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0832" y="4262408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30830ADA-7037-42AF-A3CD-C46E332D2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174041"/>
            <a:ext cx="5645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(p2)</a:t>
            </a: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69A01296-0293-4835-A752-4125FDAB08B9}"/>
              </a:ext>
            </a:extLst>
          </p:cNvPr>
          <p:cNvCxnSpPr/>
          <p:nvPr/>
        </p:nvCxnSpPr>
        <p:spPr>
          <a:xfrm>
            <a:off x="10940561" y="2266010"/>
            <a:ext cx="305485" cy="911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836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E2439-D6AC-466A-BBE9-DC617A95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Ponteiros 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9D74A-84FD-466C-ABCF-537BFFB8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C, os elementos de um vetor são sempre guardados sequencialmente, a uma distância </a:t>
            </a:r>
            <a:r>
              <a:rPr lang="pt-BR" dirty="0" err="1"/>
              <a:t>ﬁxa</a:t>
            </a:r>
            <a:r>
              <a:rPr lang="pt-BR" dirty="0"/>
              <a:t> um do outro. </a:t>
            </a:r>
          </a:p>
          <a:p>
            <a:r>
              <a:rPr lang="pt-BR" dirty="0"/>
              <a:t>Com isso, é possível facilmente passar de um elemento a outro, percorrendo sempre uma mesma distância para frente ou para trás na memória. </a:t>
            </a:r>
          </a:p>
          <a:p>
            <a:r>
              <a:rPr lang="pt-BR" dirty="0"/>
              <a:t>Dessa maneira, podemos usar ponteiros e a aritmética de ponteiros para percorrer vetores. Na verdade, </a:t>
            </a:r>
            <a:r>
              <a:rPr lang="pt-BR" b="1" dirty="0"/>
              <a:t>vetores são ponteiros </a:t>
            </a:r>
            <a:r>
              <a:rPr lang="pt-BR" dirty="0"/>
              <a:t>- um uso particular dos ponteiros.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0237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4C678-A9AD-47BE-B9F6-2E01C62D7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Ponteiros e vetores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48E2FEC-7AEB-45F3-91CA-89136499FC37}"/>
              </a:ext>
            </a:extLst>
          </p:cNvPr>
          <p:cNvSpPr/>
          <p:nvPr/>
        </p:nvSpPr>
        <p:spPr>
          <a:xfrm>
            <a:off x="838199" y="1690688"/>
            <a:ext cx="95279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vetor[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7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vetor;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"%p\n"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vetor);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"%p\n"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i++) {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"O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endereco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do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indice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%d do vetor eh %p\n"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i, &amp;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[i]);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"O valor do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indice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%d do vetor eh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i,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[i]);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A83C03-A63C-4B8C-BB8D-CEE1BDF67819}"/>
              </a:ext>
            </a:extLst>
          </p:cNvPr>
          <p:cNvSpPr/>
          <p:nvPr/>
        </p:nvSpPr>
        <p:spPr>
          <a:xfrm>
            <a:off x="6381749" y="1184591"/>
            <a:ext cx="5739913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endParaRPr lang="pt-BR" dirty="0"/>
          </a:p>
          <a:p>
            <a:r>
              <a:rPr lang="pt-BR" dirty="0">
                <a:latin typeface="Consolas" panose="020B0609020204030204" pitchFamily="49" charset="0"/>
              </a:rPr>
              <a:t>0061ff04</a:t>
            </a:r>
          </a:p>
          <a:p>
            <a:r>
              <a:rPr lang="pt-BR" dirty="0">
                <a:latin typeface="Consolas" panose="020B0609020204030204" pitchFamily="49" charset="0"/>
              </a:rPr>
              <a:t>0061ff04</a:t>
            </a:r>
          </a:p>
          <a:p>
            <a:r>
              <a:rPr lang="pt-BR" dirty="0">
                <a:latin typeface="Consolas" panose="020B0609020204030204" pitchFamily="49" charset="0"/>
              </a:rPr>
              <a:t>O </a:t>
            </a:r>
            <a:r>
              <a:rPr lang="pt-BR" dirty="0" err="1">
                <a:latin typeface="Consolas" panose="020B0609020204030204" pitchFamily="49" charset="0"/>
              </a:rPr>
              <a:t>endereco</a:t>
            </a:r>
            <a:r>
              <a:rPr lang="pt-BR" dirty="0">
                <a:latin typeface="Consolas" panose="020B0609020204030204" pitchFamily="49" charset="0"/>
              </a:rPr>
              <a:t> do </a:t>
            </a:r>
            <a:r>
              <a:rPr lang="pt-BR" dirty="0" err="1">
                <a:latin typeface="Consolas" panose="020B0609020204030204" pitchFamily="49" charset="0"/>
              </a:rPr>
              <a:t>indice</a:t>
            </a:r>
            <a:r>
              <a:rPr lang="pt-BR" dirty="0">
                <a:latin typeface="Consolas" panose="020B0609020204030204" pitchFamily="49" charset="0"/>
              </a:rPr>
              <a:t> 0 do vetor eh 0061ff04</a:t>
            </a:r>
          </a:p>
          <a:p>
            <a:r>
              <a:rPr lang="pt-BR" dirty="0">
                <a:latin typeface="Consolas" panose="020B0609020204030204" pitchFamily="49" charset="0"/>
              </a:rPr>
              <a:t>O valor do </a:t>
            </a:r>
            <a:r>
              <a:rPr lang="pt-BR" dirty="0" err="1">
                <a:latin typeface="Consolas" panose="020B0609020204030204" pitchFamily="49" charset="0"/>
              </a:rPr>
              <a:t>indice</a:t>
            </a:r>
            <a:r>
              <a:rPr lang="pt-BR" dirty="0">
                <a:latin typeface="Consolas" panose="020B0609020204030204" pitchFamily="49" charset="0"/>
              </a:rPr>
              <a:t> 0 do vetor eh 4</a:t>
            </a:r>
          </a:p>
          <a:p>
            <a:r>
              <a:rPr lang="pt-BR" dirty="0">
                <a:latin typeface="Consolas" panose="020B0609020204030204" pitchFamily="49" charset="0"/>
              </a:rPr>
              <a:t>O </a:t>
            </a:r>
            <a:r>
              <a:rPr lang="pt-BR" dirty="0" err="1">
                <a:latin typeface="Consolas" panose="020B0609020204030204" pitchFamily="49" charset="0"/>
              </a:rPr>
              <a:t>endereco</a:t>
            </a:r>
            <a:r>
              <a:rPr lang="pt-BR" dirty="0">
                <a:latin typeface="Consolas" panose="020B0609020204030204" pitchFamily="49" charset="0"/>
              </a:rPr>
              <a:t> do </a:t>
            </a:r>
            <a:r>
              <a:rPr lang="pt-BR" dirty="0" err="1">
                <a:latin typeface="Consolas" panose="020B0609020204030204" pitchFamily="49" charset="0"/>
              </a:rPr>
              <a:t>indice</a:t>
            </a:r>
            <a:r>
              <a:rPr lang="pt-BR" dirty="0">
                <a:latin typeface="Consolas" panose="020B0609020204030204" pitchFamily="49" charset="0"/>
              </a:rPr>
              <a:t> 1 do vetor eh 0061ff08</a:t>
            </a:r>
          </a:p>
          <a:p>
            <a:r>
              <a:rPr lang="pt-BR" dirty="0">
                <a:latin typeface="Consolas" panose="020B0609020204030204" pitchFamily="49" charset="0"/>
              </a:rPr>
              <a:t>O valor do </a:t>
            </a:r>
            <a:r>
              <a:rPr lang="pt-BR" dirty="0" err="1">
                <a:latin typeface="Consolas" panose="020B0609020204030204" pitchFamily="49" charset="0"/>
              </a:rPr>
              <a:t>indice</a:t>
            </a:r>
            <a:r>
              <a:rPr lang="pt-BR" dirty="0">
                <a:latin typeface="Consolas" panose="020B0609020204030204" pitchFamily="49" charset="0"/>
              </a:rPr>
              <a:t> 1 do vetor eh 7</a:t>
            </a:r>
          </a:p>
          <a:p>
            <a:r>
              <a:rPr lang="pt-BR" dirty="0">
                <a:latin typeface="Consolas" panose="020B0609020204030204" pitchFamily="49" charset="0"/>
              </a:rPr>
              <a:t>O </a:t>
            </a:r>
            <a:r>
              <a:rPr lang="pt-BR" dirty="0" err="1">
                <a:latin typeface="Consolas" panose="020B0609020204030204" pitchFamily="49" charset="0"/>
              </a:rPr>
              <a:t>endereco</a:t>
            </a:r>
            <a:r>
              <a:rPr lang="pt-BR" dirty="0">
                <a:latin typeface="Consolas" panose="020B0609020204030204" pitchFamily="49" charset="0"/>
              </a:rPr>
              <a:t> do </a:t>
            </a:r>
            <a:r>
              <a:rPr lang="pt-BR" dirty="0" err="1">
                <a:latin typeface="Consolas" panose="020B0609020204030204" pitchFamily="49" charset="0"/>
              </a:rPr>
              <a:t>indice</a:t>
            </a:r>
            <a:r>
              <a:rPr lang="pt-BR" dirty="0">
                <a:latin typeface="Consolas" panose="020B0609020204030204" pitchFamily="49" charset="0"/>
              </a:rPr>
              <a:t> 2 do vetor eh 0061ff0c</a:t>
            </a:r>
          </a:p>
          <a:p>
            <a:r>
              <a:rPr lang="pt-BR" dirty="0">
                <a:latin typeface="Consolas" panose="020B0609020204030204" pitchFamily="49" charset="0"/>
              </a:rPr>
              <a:t>O valor do </a:t>
            </a:r>
            <a:r>
              <a:rPr lang="pt-BR" dirty="0" err="1">
                <a:latin typeface="Consolas" panose="020B0609020204030204" pitchFamily="49" charset="0"/>
              </a:rPr>
              <a:t>indice</a:t>
            </a:r>
            <a:r>
              <a:rPr lang="pt-BR" dirty="0">
                <a:latin typeface="Consolas" panose="020B0609020204030204" pitchFamily="49" charset="0"/>
              </a:rPr>
              <a:t> 2 do vetor eh 1</a:t>
            </a:r>
          </a:p>
        </p:txBody>
      </p:sp>
    </p:spTree>
    <p:extLst>
      <p:ext uri="{BB962C8B-B14F-4D97-AF65-F5344CB8AC3E}">
        <p14:creationId xmlns:p14="http://schemas.microsoft.com/office/powerpoint/2010/main" val="2642207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FB6-9AA6-4143-BA88-31949B9A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5D1A-F924-4534-A904-771924DF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D54DD-9EA6-40AC-B701-CDBCD6CC2C01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num1 = 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081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FB6-9AA6-4143-BA88-31949B9A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5D1A-F924-4534-A904-771924DF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D54DD-9EA6-40AC-B701-CDBCD6CC2C01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num1 = 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46F5F1-E524-41E1-A94F-790EC6B36A1E}"/>
              </a:ext>
            </a:extLst>
          </p:cNvPr>
          <p:cNvSpPr/>
          <p:nvPr/>
        </p:nvSpPr>
        <p:spPr>
          <a:xfrm>
            <a:off x="8036169" y="4976634"/>
            <a:ext cx="3317631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endParaRPr lang="pt-BR" dirty="0"/>
          </a:p>
          <a:p>
            <a:r>
              <a:rPr lang="pt-BR" dirty="0">
                <a:latin typeface="Consolas" panose="020B0609020204030204" pitchFamily="49" charset="0"/>
              </a:rPr>
              <a:t>Eles valem 5, 10</a:t>
            </a:r>
          </a:p>
          <a:p>
            <a:r>
              <a:rPr lang="pt-BR" dirty="0">
                <a:latin typeface="Consolas" panose="020B0609020204030204" pitchFamily="49" charset="0"/>
              </a:rPr>
              <a:t>Eles agora valem 5, 10</a:t>
            </a:r>
          </a:p>
        </p:txBody>
      </p:sp>
    </p:spTree>
    <p:extLst>
      <p:ext uri="{BB962C8B-B14F-4D97-AF65-F5344CB8AC3E}">
        <p14:creationId xmlns:p14="http://schemas.microsoft.com/office/powerpoint/2010/main" val="3837759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FB6-9AA6-4143-BA88-31949B9A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5D1A-F924-4534-A904-771924DF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D54DD-9EA6-40AC-B701-CDBCD6CC2C01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num1 = 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trocar (a,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80948E2-AD16-4E4D-829A-7A0E0DA91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969940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26348755-D7C5-4171-854C-038AA8D3D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A24BF9-AAD1-4C46-9BFE-BA46FC70F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938B728-9576-4A6F-B71E-3BA6C90F7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2C876A-2F40-4798-BCBE-DD7E47862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3" name="CaixaDeTexto 8">
            <a:extLst>
              <a:ext uri="{FF2B5EF4-FFF2-40B4-BE49-F238E27FC236}">
                <a16:creationId xmlns:a16="http://schemas.microsoft.com/office/drawing/2014/main" id="{38B86C73-B9C2-4D1B-828A-9534A79DD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15" name="CaixaDeTexto 8">
            <a:extLst>
              <a:ext uri="{FF2B5EF4-FFF2-40B4-BE49-F238E27FC236}">
                <a16:creationId xmlns:a16="http://schemas.microsoft.com/office/drawing/2014/main" id="{0B3E8A4A-708A-4FFB-9B34-3B69DE923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482576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FB6-9AA6-4143-BA88-31949B9A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5D1A-F924-4534-A904-771924DF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D54DD-9EA6-40AC-B701-CDBCD6CC2C01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num1,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num1 = 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99B6DD-577F-4B8D-A4B2-D8D6AA5BB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(num1)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526B45-070E-4238-A46B-7B712CA29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(num2)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A1295A86-CF81-4855-BDE0-8FC9F18E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14068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A87DFB-96E9-4616-BB6A-05BBEA4ED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812A29-D1DE-4AAC-8A90-C010B2FCB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1D28954-0187-4811-9425-CA491FD29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CC135D-E148-4158-A287-E41B42BF8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2" name="CaixaDeTexto 8">
            <a:extLst>
              <a:ext uri="{FF2B5EF4-FFF2-40B4-BE49-F238E27FC236}">
                <a16:creationId xmlns:a16="http://schemas.microsoft.com/office/drawing/2014/main" id="{5FFF80E1-EFF7-42A4-BA40-79EAC52E0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23" name="CaixaDeTexto 8">
            <a:extLst>
              <a:ext uri="{FF2B5EF4-FFF2-40B4-BE49-F238E27FC236}">
                <a16:creationId xmlns:a16="http://schemas.microsoft.com/office/drawing/2014/main" id="{FDE9C994-0FF0-4A61-B356-FD94A1BF4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405271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FB6-9AA6-4143-BA88-31949B9A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5D1A-F924-4534-A904-771924DF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D54DD-9EA6-40AC-B701-CDBCD6CC2C01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num2)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num1;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num1 = num2;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num2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99B6DD-577F-4B8D-A4B2-D8D6AA5BB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(num1)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526B45-070E-4238-A46B-7B712CA29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(num2)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A1295A86-CF81-4855-BDE0-8FC9F18E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481527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A87DFB-96E9-4616-BB6A-05BBEA4ED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812A29-D1DE-4AAC-8A90-C010B2FCB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1D28954-0187-4811-9425-CA491FD29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CC135D-E148-4158-A287-E41B42BF8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2" name="CaixaDeTexto 8">
            <a:extLst>
              <a:ext uri="{FF2B5EF4-FFF2-40B4-BE49-F238E27FC236}">
                <a16:creationId xmlns:a16="http://schemas.microsoft.com/office/drawing/2014/main" id="{5FFF80E1-EFF7-42A4-BA40-79EAC52E0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23" name="CaixaDeTexto 8">
            <a:extLst>
              <a:ext uri="{FF2B5EF4-FFF2-40B4-BE49-F238E27FC236}">
                <a16:creationId xmlns:a16="http://schemas.microsoft.com/office/drawing/2014/main" id="{FDE9C994-0FF0-4A61-B356-FD94A1BF4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79EB5F3-5335-49D5-9A38-C749DD9CC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317825"/>
            <a:ext cx="821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</a:t>
            </a:r>
            <a:r>
              <a:rPr lang="pt-BR" altLang="pt-BR" dirty="0" err="1">
                <a:solidFill>
                  <a:schemeClr val="tx1"/>
                </a:solidFill>
              </a:rPr>
              <a:t>temp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3550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CCFB6-9AA6-4143-BA88-31949B9A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C75D1A-F924-4534-A904-771924DF5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Passagem de parâmetros por valor. A função não altera os valores.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A9D54DD-9EA6-40AC-B701-CDBCD6CC2C01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num1 = 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("\n\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agora valem %d, %d\n",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99B6DD-577F-4B8D-A4B2-D8D6AA5BB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(num1)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526B45-070E-4238-A46B-7B712CA29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(num2)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A1295A86-CF81-4855-BDE0-8FC9F18E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55628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CaixaDeTexto 17">
            <a:extLst>
              <a:ext uri="{FF2B5EF4-FFF2-40B4-BE49-F238E27FC236}">
                <a16:creationId xmlns:a16="http://schemas.microsoft.com/office/drawing/2014/main" id="{A8A87DFB-96E9-4616-BB6A-05BBEA4ED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B812A29-D1DE-4AAC-8A90-C010B2FCB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1D28954-0187-4811-9425-CA491FD29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DCC135D-E148-4158-A287-E41B42BF8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22" name="CaixaDeTexto 8">
            <a:extLst>
              <a:ext uri="{FF2B5EF4-FFF2-40B4-BE49-F238E27FC236}">
                <a16:creationId xmlns:a16="http://schemas.microsoft.com/office/drawing/2014/main" id="{5FFF80E1-EFF7-42A4-BA40-79EAC52E0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23" name="CaixaDeTexto 8">
            <a:extLst>
              <a:ext uri="{FF2B5EF4-FFF2-40B4-BE49-F238E27FC236}">
                <a16:creationId xmlns:a16="http://schemas.microsoft.com/office/drawing/2014/main" id="{FDE9C994-0FF0-4A61-B356-FD94A1BF4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1C11896-15E2-4CC7-9041-9510E210F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317825"/>
            <a:ext cx="821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pt-BR" altLang="pt-BR" dirty="0" err="1">
                <a:solidFill>
                  <a:schemeClr val="bg1">
                    <a:lumMod val="50000"/>
                  </a:schemeClr>
                </a:solidFill>
              </a:rPr>
              <a:t>temp</a:t>
            </a:r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B05A975-2333-4B84-AE25-925AD828123E}"/>
              </a:ext>
            </a:extLst>
          </p:cNvPr>
          <p:cNvCxnSpPr/>
          <p:nvPr/>
        </p:nvCxnSpPr>
        <p:spPr>
          <a:xfrm>
            <a:off x="10990385" y="3429000"/>
            <a:ext cx="0" cy="65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DDB58A-8F18-4C40-B7E3-E85CEDFD1128}"/>
              </a:ext>
            </a:extLst>
          </p:cNvPr>
          <p:cNvSpPr txBox="1"/>
          <p:nvPr/>
        </p:nvSpPr>
        <p:spPr>
          <a:xfrm>
            <a:off x="10308489" y="2760600"/>
            <a:ext cx="1802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 (inacessíveis)</a:t>
            </a:r>
          </a:p>
        </p:txBody>
      </p:sp>
    </p:spTree>
    <p:extLst>
      <p:ext uri="{BB962C8B-B14F-4D97-AF65-F5344CB8AC3E}">
        <p14:creationId xmlns:p14="http://schemas.microsoft.com/office/powerpoint/2010/main" val="996351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8A7C2-9090-4F90-AE9F-BAD46293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2E8B3-3C85-477E-A449-03C1FB41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troca não é realizada devido ao escopo das variáveis serem locais na função </a:t>
            </a:r>
            <a:r>
              <a:rPr lang="pt-BR" b="1" dirty="0"/>
              <a:t>trocar</a:t>
            </a:r>
            <a:r>
              <a:rPr lang="pt-BR" dirty="0"/>
              <a:t>! </a:t>
            </a:r>
          </a:p>
          <a:p>
            <a:endParaRPr lang="pt-BR" dirty="0"/>
          </a:p>
          <a:p>
            <a:r>
              <a:rPr lang="pt-BR" dirty="0"/>
              <a:t>Neste caso podemos usar a passagem do argumento como referência para que a troca seja feita na função e continue efetiva dentro da função principal.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864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D1EB5-BFC3-4819-9557-FE8A22D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DDE0B-7E5C-40C2-8F1C-72FAFFCA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EC754-53E0-4C19-B5B7-F11CD1D6766F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*num2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*num1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*num2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*num2 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&amp;a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&amp;b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08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D1EB5-BFC3-4819-9557-FE8A22D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DDE0B-7E5C-40C2-8F1C-72FAFFCA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EC754-53E0-4C19-B5B7-F11CD1D6766F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*num1;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*num1 = *num2;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trocar (&amp;a, &amp;b);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EAA4D20-EEE3-458D-88ED-96A9315AC653}"/>
              </a:ext>
            </a:extLst>
          </p:cNvPr>
          <p:cNvGraphicFramePr>
            <a:graphicFrameLocks noGrp="1"/>
          </p:cNvGraphicFramePr>
          <p:nvPr/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AE82A15-A23B-40C2-B5E6-EF834226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8FC4F9-FF78-4665-8725-EDF0178D8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1FE0D3-181F-403C-B527-857D3F9DE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6CF3EB-228D-4A73-8CF2-0E9F38A36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0" name="CaixaDeTexto 8">
            <a:extLst>
              <a:ext uri="{FF2B5EF4-FFF2-40B4-BE49-F238E27FC236}">
                <a16:creationId xmlns:a16="http://schemas.microsoft.com/office/drawing/2014/main" id="{A011D7AB-F8B8-47B8-A3EC-512E5CFEF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11" name="CaixaDeTexto 8">
            <a:extLst>
              <a:ext uri="{FF2B5EF4-FFF2-40B4-BE49-F238E27FC236}">
                <a16:creationId xmlns:a16="http://schemas.microsoft.com/office/drawing/2014/main" id="{7101774B-6274-487F-BFD7-645C5B175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9853544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D1EB5-BFC3-4819-9557-FE8A22D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DDE0B-7E5C-40C2-8F1C-72FAFFCA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EC754-53E0-4C19-B5B7-F11CD1D6766F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*num1,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*num2)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*num1;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*num1 = *num2;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(&amp;a, &amp;b);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3B3ECA-E3E1-4DE5-81D1-7C6D45919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(num1)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F1F8B2-18DD-4CCA-B1CA-C632C0FC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(num2)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F7C6A28-3308-47F4-B6CA-CEF4123AF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18251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E10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41BA7546-7BC5-4619-A3C1-AFB0F0E7B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335501C-57D7-43A6-9E76-2483EE91E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D2ECAF3-B131-4EA6-9B94-DC3492AAE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197601-16BF-4F90-B796-D9723973A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9" name="CaixaDeTexto 8">
            <a:extLst>
              <a:ext uri="{FF2B5EF4-FFF2-40B4-BE49-F238E27FC236}">
                <a16:creationId xmlns:a16="http://schemas.microsoft.com/office/drawing/2014/main" id="{C996DFD1-73B0-4BB6-893A-F7B9032EE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20" name="CaixaDeTexto 8">
            <a:extLst>
              <a:ext uri="{FF2B5EF4-FFF2-40B4-BE49-F238E27FC236}">
                <a16:creationId xmlns:a16="http://schemas.microsoft.com/office/drawing/2014/main" id="{87B92E16-D5EB-4BF3-8882-EDD6A1152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AA82E6F-338C-4474-8E39-6935B0B13262}"/>
              </a:ext>
            </a:extLst>
          </p:cNvPr>
          <p:cNvCxnSpPr/>
          <p:nvPr/>
        </p:nvCxnSpPr>
        <p:spPr>
          <a:xfrm>
            <a:off x="5284177" y="2523392"/>
            <a:ext cx="580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E8D25FB-04A2-42EF-8796-08FB8F2F776C}"/>
              </a:ext>
            </a:extLst>
          </p:cNvPr>
          <p:cNvSpPr txBox="1"/>
          <p:nvPr/>
        </p:nvSpPr>
        <p:spPr>
          <a:xfrm>
            <a:off x="6017471" y="2322280"/>
            <a:ext cx="3804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Equivalente a:	</a:t>
            </a:r>
            <a:r>
              <a:rPr lang="pt-BR" dirty="0" err="1">
                <a:latin typeface="Consolas" panose="020B0609020204030204" pitchFamily="49" charset="0"/>
              </a:rPr>
              <a:t>int</a:t>
            </a:r>
            <a:r>
              <a:rPr lang="pt-BR" dirty="0">
                <a:latin typeface="Consolas" panose="020B0609020204030204" pitchFamily="49" charset="0"/>
              </a:rPr>
              <a:t> *num1;</a:t>
            </a:r>
          </a:p>
          <a:p>
            <a:r>
              <a:rPr lang="pt-BR" dirty="0">
                <a:latin typeface="Consolas" panose="020B0609020204030204" pitchFamily="49" charset="0"/>
              </a:rPr>
              <a:t>		num1 = &amp;a</a:t>
            </a:r>
            <a:r>
              <a:rPr lang="pt-BR" dirty="0"/>
              <a:t> </a:t>
            </a:r>
          </a:p>
          <a:p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7D9DCFA-759D-425D-BFA3-1BCA8269258F}"/>
              </a:ext>
            </a:extLst>
          </p:cNvPr>
          <p:cNvSpPr/>
          <p:nvPr/>
        </p:nvSpPr>
        <p:spPr>
          <a:xfrm>
            <a:off x="10724049" y="4288417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D3C1F70-20A1-463B-BDEA-C6D110D1623B}"/>
              </a:ext>
            </a:extLst>
          </p:cNvPr>
          <p:cNvSpPr/>
          <p:nvPr/>
        </p:nvSpPr>
        <p:spPr>
          <a:xfrm>
            <a:off x="10726008" y="4772453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734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D1EB5-BFC3-4819-9557-FE8A22D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DDE0B-7E5C-40C2-8F1C-72FAFFCA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EC754-53E0-4C19-B5B7-F11CD1D6766F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*num2) {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= *num1;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*num1 = *num2;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(&amp;a, &amp;b);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53B3ECA-E3E1-4DE5-81D1-7C6D45919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(num1)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6F1F8B2-18DD-4CCA-B1CA-C632C0FC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(num2)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F7C6A28-3308-47F4-B6CA-CEF4123AF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274072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E10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41BA7546-7BC5-4619-A3C1-AFB0F0E7B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335501C-57D7-43A6-9E76-2483EE91E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D2ECAF3-B131-4EA6-9B94-DC3492AAE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197601-16BF-4F90-B796-D9723973A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9" name="CaixaDeTexto 8">
            <a:extLst>
              <a:ext uri="{FF2B5EF4-FFF2-40B4-BE49-F238E27FC236}">
                <a16:creationId xmlns:a16="http://schemas.microsoft.com/office/drawing/2014/main" id="{C996DFD1-73B0-4BB6-893A-F7B9032EE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20" name="CaixaDeTexto 8">
            <a:extLst>
              <a:ext uri="{FF2B5EF4-FFF2-40B4-BE49-F238E27FC236}">
                <a16:creationId xmlns:a16="http://schemas.microsoft.com/office/drawing/2014/main" id="{87B92E16-D5EB-4BF3-8882-EDD6A1152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B5141AD-DC3D-42A1-A1A9-990B00811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317825"/>
            <a:ext cx="821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</a:t>
            </a:r>
            <a:r>
              <a:rPr lang="pt-BR" altLang="pt-BR" dirty="0" err="1">
                <a:solidFill>
                  <a:schemeClr val="tx1"/>
                </a:solidFill>
              </a:rPr>
              <a:t>temp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FA84738-9C3F-4FF8-A9D7-F9E6257A7789}"/>
              </a:ext>
            </a:extLst>
          </p:cNvPr>
          <p:cNvSpPr/>
          <p:nvPr/>
        </p:nvSpPr>
        <p:spPr>
          <a:xfrm>
            <a:off x="10724049" y="4288417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FF1C455-EBC4-479D-AEF4-8B81D06D94A5}"/>
              </a:ext>
            </a:extLst>
          </p:cNvPr>
          <p:cNvSpPr/>
          <p:nvPr/>
        </p:nvSpPr>
        <p:spPr>
          <a:xfrm>
            <a:off x="10726008" y="4772453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418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D1EB5-BFC3-4819-9557-FE8A22D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DDE0B-7E5C-40C2-8F1C-72FAFFCA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EC754-53E0-4C19-B5B7-F11CD1D6766F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*num1;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*num1 = *num2;</a:t>
            </a:r>
          </a:p>
          <a:p>
            <a:pPr lvl="1"/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*num2 = 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(&amp;a, &amp;b);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3EAA4D20-EEE3-458D-88ED-96A9315AC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669984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E00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E10</a:t>
                      </a:r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AE82A15-A23B-40C2-B5E6-EF834226B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F8FC4F9-FF78-4665-8725-EDF0178D8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1FE0D3-181F-403C-B527-857D3F9DE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6CF3EB-228D-4A73-8CF2-0E9F38A36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0" name="CaixaDeTexto 8">
            <a:extLst>
              <a:ext uri="{FF2B5EF4-FFF2-40B4-BE49-F238E27FC236}">
                <a16:creationId xmlns:a16="http://schemas.microsoft.com/office/drawing/2014/main" id="{A011D7AB-F8B8-47B8-A3EC-512E5CFEF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11" name="CaixaDeTexto 8">
            <a:extLst>
              <a:ext uri="{FF2B5EF4-FFF2-40B4-BE49-F238E27FC236}">
                <a16:creationId xmlns:a16="http://schemas.microsoft.com/office/drawing/2014/main" id="{7101774B-6274-487F-BFD7-645C5B175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2FD512-F785-4676-AD8B-C87E1D004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317825"/>
            <a:ext cx="821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</a:t>
            </a:r>
            <a:r>
              <a:rPr lang="pt-BR" altLang="pt-BR" dirty="0" err="1">
                <a:solidFill>
                  <a:schemeClr val="tx1"/>
                </a:solidFill>
              </a:rPr>
              <a:t>temp</a:t>
            </a:r>
            <a:r>
              <a:rPr lang="pt-BR" alt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66775C-3BB5-4DB5-969B-6529F540A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(num1)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4F46922-7A3F-4EC0-94BB-A716EABCB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(num2)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CFEBAA6-D199-492F-A7DF-568594C2C722}"/>
              </a:ext>
            </a:extLst>
          </p:cNvPr>
          <p:cNvSpPr/>
          <p:nvPr/>
        </p:nvSpPr>
        <p:spPr>
          <a:xfrm>
            <a:off x="10724049" y="4288417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55429E4-E5E4-4BFC-908B-285B2E75B3E5}"/>
              </a:ext>
            </a:extLst>
          </p:cNvPr>
          <p:cNvSpPr/>
          <p:nvPr/>
        </p:nvSpPr>
        <p:spPr>
          <a:xfrm>
            <a:off x="10726008" y="4772453"/>
            <a:ext cx="521997" cy="490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690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D1EB5-BFC3-4819-9557-FE8A22DF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4DDE0B-7E5C-40C2-8F1C-72FAFFCA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FAEC754-53E0-4C19-B5B7-F11CD1D6766F}"/>
              </a:ext>
            </a:extLst>
          </p:cNvPr>
          <p:cNvSpPr/>
          <p:nvPr/>
        </p:nvSpPr>
        <p:spPr>
          <a:xfrm>
            <a:off x="1025770" y="2333685"/>
            <a:ext cx="60696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*num1,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*num2)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*num1;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*num1 = *num2;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*num2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a, b;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b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(&amp;a, &amp;b);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("\n\</a:t>
            </a:r>
            <a:r>
              <a:rPr lang="pt-BR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nEles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 agora valem %d, %d\n", a, b);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CBAE5DE-EC48-493F-8238-BE4546C8D48C}"/>
              </a:ext>
            </a:extLst>
          </p:cNvPr>
          <p:cNvSpPr/>
          <p:nvPr/>
        </p:nvSpPr>
        <p:spPr>
          <a:xfrm>
            <a:off x="8863254" y="1709353"/>
            <a:ext cx="3317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endParaRPr lang="pt-BR" dirty="0"/>
          </a:p>
          <a:p>
            <a:r>
              <a:rPr lang="pt-BR" dirty="0">
                <a:latin typeface="Consolas" panose="020B0609020204030204" pitchFamily="49" charset="0"/>
              </a:rPr>
              <a:t>Eles valem 5, 10</a:t>
            </a:r>
          </a:p>
          <a:p>
            <a:r>
              <a:rPr lang="pt-BR" dirty="0">
                <a:latin typeface="Consolas" panose="020B0609020204030204" pitchFamily="49" charset="0"/>
              </a:rPr>
              <a:t>Eles agora valem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0FC2C54C-0152-4F36-A4FB-EBBFD2211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684327"/>
              </p:ext>
            </p:extLst>
          </p:nvPr>
        </p:nvGraphicFramePr>
        <p:xfrm>
          <a:off x="9665664" y="4277701"/>
          <a:ext cx="1585866" cy="14596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8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pt-B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20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E00</a:t>
                      </a:r>
                      <a:endParaRPr lang="pt-BR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E10</a:t>
                      </a:r>
                      <a:endParaRPr lang="pt-BR" sz="20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549"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endParaRPr lang="pt-BR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27" marR="91427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3F57D8C9-6E14-457F-8AC7-C87A253B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624" y="3456270"/>
            <a:ext cx="11448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71AF599-354A-4AB6-8A25-FA6620FD7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4334365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E00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BF402F9-1F06-48D4-9F59-F0872ACAB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964" y="4809156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E10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AC64512-E669-4797-8A46-A63CC3226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6670" y="5296059"/>
            <a:ext cx="5693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sz="2000" dirty="0">
                <a:solidFill>
                  <a:schemeClr val="tx1"/>
                </a:solidFill>
              </a:rPr>
              <a:t>E20</a:t>
            </a:r>
          </a:p>
        </p:txBody>
      </p:sp>
      <p:sp>
        <p:nvSpPr>
          <p:cNvPr id="18" name="CaixaDeTexto 8">
            <a:extLst>
              <a:ext uri="{FF2B5EF4-FFF2-40B4-BE49-F238E27FC236}">
                <a16:creationId xmlns:a16="http://schemas.microsoft.com/office/drawing/2014/main" id="{18FC8DEB-1869-416B-8676-DF14170FA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818679"/>
            <a:ext cx="4475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(b)</a:t>
            </a:r>
          </a:p>
        </p:txBody>
      </p:sp>
      <p:sp>
        <p:nvSpPr>
          <p:cNvPr id="19" name="CaixaDeTexto 8">
            <a:extLst>
              <a:ext uri="{FF2B5EF4-FFF2-40B4-BE49-F238E27FC236}">
                <a16:creationId xmlns:a16="http://schemas.microsoft.com/office/drawing/2014/main" id="{8530485C-8C2E-4A61-9D56-B38A4513B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3254" y="4331776"/>
            <a:ext cx="436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tx1"/>
                </a:solidFill>
              </a:rPr>
              <a:t>(a)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3F34554-E73B-48A7-8D37-1DE319A2A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5317825"/>
            <a:ext cx="821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pt-BR" altLang="pt-BR" dirty="0" err="1">
                <a:solidFill>
                  <a:schemeClr val="bg1">
                    <a:lumMod val="50000"/>
                  </a:schemeClr>
                </a:solidFill>
              </a:rPr>
              <a:t>temp</a:t>
            </a:r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EE81F09-AAFF-4EA2-BBE5-470FF7FF2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321838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(num1)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58FB0A4-8926-4966-BEDE-D8DFBEE44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2807" y="4813556"/>
            <a:ext cx="8707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chemeClr val="bg1">
                    <a:lumMod val="50000"/>
                  </a:schemeClr>
                </a:solidFill>
              </a:rPr>
              <a:t>(num2)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5883AE4-4D3C-4D97-900B-38C4D22869CB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10966046" y="5848089"/>
            <a:ext cx="0" cy="500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D262173-C1BC-401F-8EFB-C883DAEFF7F9}"/>
              </a:ext>
            </a:extLst>
          </p:cNvPr>
          <p:cNvSpPr txBox="1"/>
          <p:nvPr/>
        </p:nvSpPr>
        <p:spPr>
          <a:xfrm>
            <a:off x="9163624" y="6025107"/>
            <a:ext cx="1802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Lixo de memória (inacessíveis)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E1E38D74-EED3-471A-BDF7-BC0B71688A5B}"/>
              </a:ext>
            </a:extLst>
          </p:cNvPr>
          <p:cNvCxnSpPr/>
          <p:nvPr/>
        </p:nvCxnSpPr>
        <p:spPr>
          <a:xfrm>
            <a:off x="8255977" y="2725615"/>
            <a:ext cx="545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062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38575-1DC5-4927-AB0D-C655A45D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7AB3A2-0E7A-4891-8DDE-0AA2A8E6F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agora (com vetor), 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E69D76-D8AA-4E58-859B-08C195A5EE1A}"/>
              </a:ext>
            </a:extLst>
          </p:cNvPr>
          <p:cNvSpPr/>
          <p:nvPr/>
        </p:nvSpPr>
        <p:spPr>
          <a:xfrm>
            <a:off x="1022838" y="2333685"/>
            <a:ext cx="912348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num[])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"Eles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"Eles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5511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38575-1DC5-4927-AB0D-C655A45D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7AB3A2-0E7A-4891-8DDE-0AA2A8E6F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agora (com vetor), qual será o resultado do programa abaixo?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E69D76-D8AA-4E58-859B-08C195A5EE1A}"/>
              </a:ext>
            </a:extLst>
          </p:cNvPr>
          <p:cNvSpPr/>
          <p:nvPr/>
        </p:nvSpPr>
        <p:spPr>
          <a:xfrm>
            <a:off x="1022838" y="2333685"/>
            <a:ext cx="912348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num[])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"Eles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"Eles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E714AB2-2756-46E5-8771-EE9DB51A3206}"/>
              </a:ext>
            </a:extLst>
          </p:cNvPr>
          <p:cNvSpPr/>
          <p:nvPr/>
        </p:nvSpPr>
        <p:spPr>
          <a:xfrm>
            <a:off x="8874369" y="4672360"/>
            <a:ext cx="3317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endParaRPr lang="pt-BR" dirty="0"/>
          </a:p>
          <a:p>
            <a:r>
              <a:rPr lang="pt-BR" dirty="0">
                <a:latin typeface="Consolas" panose="020B0609020204030204" pitchFamily="49" charset="0"/>
              </a:rPr>
              <a:t>Eles valem 5, 10</a:t>
            </a:r>
          </a:p>
          <a:p>
            <a:r>
              <a:rPr lang="pt-BR" dirty="0">
                <a:latin typeface="Consolas" panose="020B0609020204030204" pitchFamily="49" charset="0"/>
              </a:rPr>
              <a:t>Eles agora valem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1D1360A-67B2-421A-89FC-3CA4EE0A7230}"/>
              </a:ext>
            </a:extLst>
          </p:cNvPr>
          <p:cNvCxnSpPr/>
          <p:nvPr/>
        </p:nvCxnSpPr>
        <p:spPr>
          <a:xfrm>
            <a:off x="8267092" y="5688622"/>
            <a:ext cx="545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974F54-BCB4-4236-85A2-BFC8484DF78E}"/>
              </a:ext>
            </a:extLst>
          </p:cNvPr>
          <p:cNvSpPr txBox="1"/>
          <p:nvPr/>
        </p:nvSpPr>
        <p:spPr>
          <a:xfrm>
            <a:off x="8871439" y="2613760"/>
            <a:ext cx="33739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Ao passar vetor por parâmetros a uma função o endereço do vetor é atribuído à função. Toda alteração no vetor será refletida no programa principal.  </a:t>
            </a:r>
          </a:p>
        </p:txBody>
      </p:sp>
    </p:spTree>
    <p:extLst>
      <p:ext uri="{BB962C8B-B14F-4D97-AF65-F5344CB8AC3E}">
        <p14:creationId xmlns:p14="http://schemas.microsoft.com/office/powerpoint/2010/main" val="1054251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38575-1DC5-4927-AB0D-C655A45D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Passando Argumentos por referência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7AB3A2-0E7A-4891-8DDE-0AA2A8E6F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mesmo pode ser feito utilizando ponteiros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E69D76-D8AA-4E58-859B-08C195A5EE1A}"/>
              </a:ext>
            </a:extLst>
          </p:cNvPr>
          <p:cNvSpPr/>
          <p:nvPr/>
        </p:nvSpPr>
        <p:spPr>
          <a:xfrm>
            <a:off x="1022838" y="2333685"/>
            <a:ext cx="912348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trocar(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FF0000"/>
                </a:solidFill>
                <a:latin typeface="Consolas" panose="020B0609020204030204" pitchFamily="49" charset="0"/>
              </a:rPr>
              <a:t>*num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num[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"Eles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trocar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"Eles agora valem %d, %d\n"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5FC70A-DCE9-48B3-BD7D-CBAA006220AF}"/>
              </a:ext>
            </a:extLst>
          </p:cNvPr>
          <p:cNvSpPr/>
          <p:nvPr/>
        </p:nvSpPr>
        <p:spPr>
          <a:xfrm>
            <a:off x="8874369" y="4672360"/>
            <a:ext cx="3317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endParaRPr lang="pt-BR" dirty="0"/>
          </a:p>
          <a:p>
            <a:r>
              <a:rPr lang="pt-BR" dirty="0">
                <a:latin typeface="Consolas" panose="020B0609020204030204" pitchFamily="49" charset="0"/>
              </a:rPr>
              <a:t>Eles valem 5, 10</a:t>
            </a:r>
          </a:p>
          <a:p>
            <a:r>
              <a:rPr lang="pt-BR" dirty="0">
                <a:latin typeface="Consolas" panose="020B0609020204030204" pitchFamily="49" charset="0"/>
              </a:rPr>
              <a:t>Eles agora valem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76C04FF5-1611-460C-B59B-946F2DFB0E74}"/>
              </a:ext>
            </a:extLst>
          </p:cNvPr>
          <p:cNvCxnSpPr/>
          <p:nvPr/>
        </p:nvCxnSpPr>
        <p:spPr>
          <a:xfrm>
            <a:off x="8267092" y="5688622"/>
            <a:ext cx="5451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364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A6C5E-5D43-4A3E-9A80-59EE5B32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3009"/>
            <a:ext cx="10515600" cy="1325563"/>
          </a:xfrm>
        </p:spPr>
        <p:txBody>
          <a:bodyPr/>
          <a:lstStyle/>
          <a:p>
            <a:r>
              <a:rPr lang="pt-BR" dirty="0"/>
              <a:t>Alocação Dinâmica</a:t>
            </a:r>
          </a:p>
        </p:txBody>
      </p:sp>
    </p:spTree>
    <p:extLst>
      <p:ext uri="{BB962C8B-B14F-4D97-AF65-F5344CB8AC3E}">
        <p14:creationId xmlns:p14="http://schemas.microsoft.com/office/powerpoint/2010/main" val="27081775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A6C5E-5D43-4A3E-9A80-59EE5B32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B0BBA9-E7E6-4ABC-A0E7-9F7FECC7E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muito comum necessitar reservar um certo espaço na memória para poder guardar dados mais tarde.</a:t>
            </a:r>
          </a:p>
          <a:p>
            <a:pPr lvl="1"/>
            <a:r>
              <a:rPr lang="pt-BR" dirty="0"/>
              <a:t>Por exemplo: reservar um espaço de 1000 bytes para guardar uma cadeia de caracteres (</a:t>
            </a:r>
            <a:r>
              <a:rPr lang="pt-BR" dirty="0" err="1"/>
              <a:t>string</a:t>
            </a:r>
            <a:r>
              <a:rPr lang="pt-BR" dirty="0"/>
              <a:t>) para entrada pelo teclado, declarando um vetor de 1000 caracteres. </a:t>
            </a:r>
          </a:p>
          <a:p>
            <a:r>
              <a:rPr lang="pt-BR" dirty="0"/>
              <a:t>Como reservar um espaço que só é conhecido no tempo de execução do programa? </a:t>
            </a:r>
          </a:p>
          <a:p>
            <a:r>
              <a:rPr lang="pt-BR" dirty="0"/>
              <a:t>E se o espaço fosse muito grande, de modo que declarar vetores de tal tamanho não fosse possível (ou aumentasse o tamanho da memória utilizada)?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7625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A0468-449A-477A-94E0-49DE09C5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B257A7-5CE2-4048-A717-0A205BE83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</a:t>
            </a:r>
            <a:r>
              <a:rPr lang="pt-BR" sz="3200" b="1" dirty="0"/>
              <a:t>alocação dinâmica de memória</a:t>
            </a:r>
            <a:r>
              <a:rPr lang="pt-BR" sz="3200" dirty="0"/>
              <a:t>, que como o nome sugere, é uma maneira de alocar memória durante a execução do programa. </a:t>
            </a:r>
          </a:p>
          <a:p>
            <a:r>
              <a:rPr lang="pt-BR" sz="3200" dirty="0"/>
              <a:t>A alocação dinâmica é gerenciada pelas funções </a:t>
            </a:r>
            <a:r>
              <a:rPr lang="pt-BR" sz="3200" b="1" dirty="0" err="1"/>
              <a:t>malloc</a:t>
            </a:r>
            <a:r>
              <a:rPr lang="pt-BR" sz="3200" dirty="0"/>
              <a:t> e </a:t>
            </a:r>
            <a:r>
              <a:rPr lang="pt-BR" sz="3200" b="1" dirty="0" err="1"/>
              <a:t>free</a:t>
            </a:r>
            <a:r>
              <a:rPr lang="pt-BR" sz="3200" dirty="0"/>
              <a:t>, da biblioteca &lt;</a:t>
            </a:r>
            <a:r>
              <a:rPr lang="pt-BR" sz="3200" b="1" dirty="0" err="1"/>
              <a:t>stdlib.h</a:t>
            </a:r>
            <a:r>
              <a:rPr lang="pt-BR" sz="3200" dirty="0"/>
              <a:t>&gt;. </a:t>
            </a:r>
          </a:p>
          <a:p>
            <a:pPr lvl="1"/>
            <a:r>
              <a:rPr lang="pt-BR" sz="2800" b="1" dirty="0" err="1"/>
              <a:t>malloc</a:t>
            </a:r>
            <a:r>
              <a:rPr lang="pt-BR" sz="2800" dirty="0"/>
              <a:t> é responsável pela alocação de um pedaço de memória, e </a:t>
            </a:r>
          </a:p>
          <a:p>
            <a:pPr lvl="1"/>
            <a:r>
              <a:rPr lang="pt-BR" sz="2800" b="1" dirty="0" err="1"/>
              <a:t>free</a:t>
            </a:r>
            <a:r>
              <a:rPr lang="pt-BR" sz="2800" dirty="0"/>
              <a:t> é responsável por liberar esse pedaço de memória.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503876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6DCAC-636A-4B8E-B284-367C00DC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malloc</a:t>
            </a:r>
            <a:r>
              <a:rPr lang="pt-BR" dirty="0"/>
              <a:t> e </a:t>
            </a:r>
            <a:r>
              <a:rPr lang="pt-BR" dirty="0" err="1"/>
              <a:t>free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7583E-ACE5-422E-A5FD-9770D95C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</a:t>
            </a:r>
            <a:r>
              <a:rPr lang="pt-BR" b="1" dirty="0" err="1"/>
              <a:t>malloc</a:t>
            </a:r>
            <a:r>
              <a:rPr lang="pt-BR" dirty="0"/>
              <a:t> (abreviatura de </a:t>
            </a:r>
            <a:r>
              <a:rPr lang="pt-BR" i="1" dirty="0" err="1"/>
              <a:t>memory</a:t>
            </a:r>
            <a:r>
              <a:rPr lang="pt-BR" i="1" dirty="0"/>
              <a:t> </a:t>
            </a:r>
            <a:r>
              <a:rPr lang="pt-BR" i="1" dirty="0" err="1"/>
              <a:t>allocation</a:t>
            </a:r>
            <a:r>
              <a:rPr lang="pt-BR" dirty="0"/>
              <a:t>) aloca um bloco de bytes consecutivos na memória do computador e devolve o endereço desse bloco. O número de bytes é </a:t>
            </a:r>
            <a:r>
              <a:rPr lang="pt-BR" dirty="0" err="1"/>
              <a:t>especiﬁcado</a:t>
            </a:r>
            <a:r>
              <a:rPr lang="pt-BR" dirty="0"/>
              <a:t> no argumento da função.</a:t>
            </a:r>
          </a:p>
          <a:p>
            <a:r>
              <a:rPr lang="pt-BR" dirty="0"/>
              <a:t>A função </a:t>
            </a:r>
            <a:r>
              <a:rPr lang="pt-BR" b="1" dirty="0" err="1"/>
              <a:t>free</a:t>
            </a:r>
            <a:r>
              <a:rPr lang="pt-BR" dirty="0"/>
              <a:t> é responsável por liberar a memória alocada.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85B84A-1056-4B3E-9CD1-78A946085E93}"/>
              </a:ext>
            </a:extLst>
          </p:cNvPr>
          <p:cNvSpPr/>
          <p:nvPr/>
        </p:nvSpPr>
        <p:spPr>
          <a:xfrm>
            <a:off x="1069730" y="453898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num); 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703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E3F1F-8737-4583-9B73-D62C6619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malloc</a:t>
            </a:r>
            <a:r>
              <a:rPr lang="pt-BR" dirty="0"/>
              <a:t> e </a:t>
            </a:r>
            <a:r>
              <a:rPr lang="pt-BR" dirty="0" err="1"/>
              <a:t>free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14744A-973C-4B8C-8D1D-82DE09C48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Para alocar um espaço na memória, precisamos fornecer à função </a:t>
            </a:r>
            <a:r>
              <a:rPr lang="pt-BR" sz="3200" b="1" dirty="0" err="1"/>
              <a:t>malloc</a:t>
            </a:r>
            <a:r>
              <a:rPr lang="pt-BR" sz="3200" dirty="0"/>
              <a:t> o número de bytes desejados. </a:t>
            </a:r>
          </a:p>
          <a:p>
            <a:r>
              <a:rPr lang="pt-BR" sz="3200" dirty="0"/>
              <a:t>Ela aloca na memória e retorna um </a:t>
            </a:r>
            <a:r>
              <a:rPr lang="pt-BR" sz="3200" b="1" dirty="0"/>
              <a:t>ponteiro </a:t>
            </a:r>
            <a:r>
              <a:rPr lang="pt-BR" sz="3200" dirty="0"/>
              <a:t>para o primeiro byte alocado. </a:t>
            </a:r>
          </a:p>
          <a:p>
            <a:pPr lvl="1"/>
            <a:r>
              <a:rPr lang="pt-BR" sz="2800" dirty="0"/>
              <a:t>Se não houver memória </a:t>
            </a:r>
            <a:r>
              <a:rPr lang="pt-BR" sz="2800" dirty="0" err="1"/>
              <a:t>suﬁciente</a:t>
            </a:r>
            <a:r>
              <a:rPr lang="pt-BR" sz="2800" dirty="0"/>
              <a:t> para alocar a memória requisitada a função </a:t>
            </a:r>
            <a:r>
              <a:rPr lang="pt-BR" sz="2800" b="1" dirty="0" err="1"/>
              <a:t>malloc</a:t>
            </a:r>
            <a:r>
              <a:rPr lang="pt-BR" sz="2800" b="1" dirty="0"/>
              <a:t>() </a:t>
            </a:r>
            <a:r>
              <a:rPr lang="pt-BR" sz="2800" dirty="0"/>
              <a:t>retorna um ponteiro nulo(NULL).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9010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31176-2C4E-41B4-BBB2-F2E8FE52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malloc</a:t>
            </a:r>
            <a:r>
              <a:rPr lang="pt-BR" dirty="0"/>
              <a:t> e </a:t>
            </a:r>
            <a:r>
              <a:rPr lang="pt-BR" dirty="0" err="1"/>
              <a:t>free</a:t>
            </a:r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84093E0-C85A-4FC0-9DDA-25FD40CAEA30}"/>
              </a:ext>
            </a:extLst>
          </p:cNvPr>
          <p:cNvSpPr/>
          <p:nvPr/>
        </p:nvSpPr>
        <p:spPr>
          <a:xfrm>
            <a:off x="838199" y="1584437"/>
            <a:ext cx="924657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a; 				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//alocação estática 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*p =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)); 	</a:t>
            </a:r>
            <a:r>
              <a:rPr lang="pt-BR" sz="1600" dirty="0">
                <a:solidFill>
                  <a:srgbClr val="008000"/>
                </a:solidFill>
                <a:latin typeface="Consolas" panose="020B0609020204030204" pitchFamily="49" charset="0"/>
              </a:rPr>
              <a:t>//alocação dinâmica 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 p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){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Nao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foi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possivel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alocar memoria!\n"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exit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a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*p =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Numeros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: %d, %d\n\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,*p);</a:t>
            </a:r>
          </a:p>
          <a:p>
            <a:pPr lvl="1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(p);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5D1CC54-D777-4F6D-8344-8AA7111C849B}"/>
              </a:ext>
            </a:extLst>
          </p:cNvPr>
          <p:cNvSpPr/>
          <p:nvPr/>
        </p:nvSpPr>
        <p:spPr>
          <a:xfrm>
            <a:off x="7304941" y="4909751"/>
            <a:ext cx="3317631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endParaRPr lang="pt-BR" dirty="0"/>
          </a:p>
          <a:p>
            <a:r>
              <a:rPr lang="pt-BR" dirty="0" err="1">
                <a:latin typeface="Consolas" panose="020B0609020204030204" pitchFamily="49" charset="0"/>
              </a:rPr>
              <a:t>Numeros</a:t>
            </a:r>
            <a:r>
              <a:rPr lang="pt-BR" dirty="0">
                <a:latin typeface="Consolas" panose="020B0609020204030204" pitchFamily="49" charset="0"/>
              </a:rPr>
              <a:t>: 10, 5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D761F6D1-79EA-4BDD-BF5F-64C3AB6F9973}"/>
              </a:ext>
            </a:extLst>
          </p:cNvPr>
          <p:cNvCxnSpPr>
            <a:cxnSpLocks/>
          </p:cNvCxnSpPr>
          <p:nvPr/>
        </p:nvCxnSpPr>
        <p:spPr>
          <a:xfrm>
            <a:off x="5547947" y="5433644"/>
            <a:ext cx="1382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A466188B-41CF-4B75-9374-BF79264784F1}"/>
              </a:ext>
            </a:extLst>
          </p:cNvPr>
          <p:cNvCxnSpPr/>
          <p:nvPr/>
        </p:nvCxnSpPr>
        <p:spPr>
          <a:xfrm>
            <a:off x="4800600" y="2048608"/>
            <a:ext cx="0" cy="589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B383AB-18DD-4E24-8CF1-E1120BCCB83A}"/>
              </a:ext>
            </a:extLst>
          </p:cNvPr>
          <p:cNvSpPr txBox="1"/>
          <p:nvPr/>
        </p:nvSpPr>
        <p:spPr>
          <a:xfrm>
            <a:off x="4253405" y="1428413"/>
            <a:ext cx="5354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Número de bytes (quantidade) que será alocado (tamanho do tipo inteiro)</a:t>
            </a:r>
          </a:p>
        </p:txBody>
      </p:sp>
    </p:spTree>
    <p:extLst>
      <p:ext uri="{BB962C8B-B14F-4D97-AF65-F5344CB8AC3E}">
        <p14:creationId xmlns:p14="http://schemas.microsoft.com/office/powerpoint/2010/main" val="3039448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E3F1F-8737-4583-9B73-D62C6619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calloc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14744A-973C-4B8C-8D1D-82DE09C48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função </a:t>
            </a:r>
            <a:r>
              <a:rPr lang="pt-BR" sz="2400" b="1" dirty="0" err="1"/>
              <a:t>calloc</a:t>
            </a:r>
            <a:r>
              <a:rPr lang="pt-BR" sz="2400" b="1" dirty="0"/>
              <a:t>() </a:t>
            </a:r>
            <a:r>
              <a:rPr lang="pt-BR" sz="2400" dirty="0"/>
              <a:t>também serve para alocar memória, mas possui um protótipo um pouco diferente: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A função </a:t>
            </a:r>
            <a:r>
              <a:rPr lang="pt-BR" sz="2400" dirty="0" err="1"/>
              <a:t>calloc</a:t>
            </a:r>
            <a:r>
              <a:rPr lang="pt-BR" sz="2400" dirty="0"/>
              <a:t> reserva um bloco com o tamanho (</a:t>
            </a:r>
            <a:r>
              <a:rPr lang="pt-BR" sz="2400" dirty="0" err="1"/>
              <a:t>nelem</a:t>
            </a:r>
            <a:r>
              <a:rPr lang="pt-BR" sz="2400" dirty="0"/>
              <a:t> x </a:t>
            </a:r>
            <a:r>
              <a:rPr lang="pt-BR" sz="2400" dirty="0" err="1"/>
              <a:t>elsize</a:t>
            </a:r>
            <a:r>
              <a:rPr lang="pt-BR" sz="2400" dirty="0"/>
              <a:t>) octetos consecutivos, isto é, </a:t>
            </a:r>
            <a:r>
              <a:rPr lang="pt-BR" sz="2400" b="1" dirty="0"/>
              <a:t>aloca memória </a:t>
            </a:r>
            <a:r>
              <a:rPr lang="pt-BR" sz="2400" b="1" dirty="0" err="1"/>
              <a:t>suﬁciente</a:t>
            </a:r>
            <a:r>
              <a:rPr lang="pt-BR" sz="2400" b="1" dirty="0"/>
              <a:t> para um vetor de “num” objetos de tamanho “</a:t>
            </a:r>
            <a:r>
              <a:rPr lang="pt-BR" sz="2400" b="1" dirty="0" err="1"/>
              <a:t>size</a:t>
            </a:r>
            <a:r>
              <a:rPr lang="pt-BR" sz="2400" b="1" dirty="0"/>
              <a:t>”</a:t>
            </a:r>
            <a:r>
              <a:rPr lang="pt-BR" sz="2400" dirty="0"/>
              <a:t>. </a:t>
            </a:r>
          </a:p>
          <a:p>
            <a:r>
              <a:rPr lang="pt-BR" sz="2400" dirty="0"/>
              <a:t>Se não houver memória </a:t>
            </a:r>
            <a:r>
              <a:rPr lang="pt-BR" sz="2400" dirty="0" err="1"/>
              <a:t>suﬁciente</a:t>
            </a:r>
            <a:r>
              <a:rPr lang="pt-BR" sz="2400" dirty="0"/>
              <a:t> para alocar a memória requisitada a função </a:t>
            </a:r>
            <a:r>
              <a:rPr lang="pt-BR" sz="2400" dirty="0" err="1"/>
              <a:t>calloc</a:t>
            </a:r>
            <a:r>
              <a:rPr lang="pt-BR" sz="2400" dirty="0"/>
              <a:t>() retorna um ponteiro nulo (NULL).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3E74397-7FD1-46BE-BF20-DA2F16DF8293}"/>
              </a:ext>
            </a:extLst>
          </p:cNvPr>
          <p:cNvSpPr/>
          <p:nvPr/>
        </p:nvSpPr>
        <p:spPr>
          <a:xfrm>
            <a:off x="1078523" y="30574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nelem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size_t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elsize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47876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31176-2C4E-41B4-BBB2-F2E8FE52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calloc</a:t>
            </a:r>
            <a:endParaRPr lang="pt-BR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D761F6D1-79EA-4BDD-BF5F-64C3AB6F9973}"/>
              </a:ext>
            </a:extLst>
          </p:cNvPr>
          <p:cNvCxnSpPr>
            <a:cxnSpLocks/>
          </p:cNvCxnSpPr>
          <p:nvPr/>
        </p:nvCxnSpPr>
        <p:spPr>
          <a:xfrm>
            <a:off x="4059724" y="5330896"/>
            <a:ext cx="17045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8F731DC5-1AA7-4B91-96E0-DCCC50CFC61A}"/>
              </a:ext>
            </a:extLst>
          </p:cNvPr>
          <p:cNvSpPr/>
          <p:nvPr/>
        </p:nvSpPr>
        <p:spPr>
          <a:xfrm>
            <a:off x="834662" y="1293414"/>
            <a:ext cx="6096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pPr lvl="1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n=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 =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(n,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Erro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: Memoria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Insuficiente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**"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exit(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&lt;n;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2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&lt;n;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2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free(p);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1E75F5-4B17-4924-B915-1E3AA3196399}"/>
              </a:ext>
            </a:extLst>
          </p:cNvPr>
          <p:cNvSpPr/>
          <p:nvPr/>
        </p:nvSpPr>
        <p:spPr>
          <a:xfrm>
            <a:off x="6096000" y="5007730"/>
            <a:ext cx="3498177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Saída: </a:t>
            </a:r>
          </a:p>
          <a:p>
            <a:r>
              <a:rPr lang="pt-BR" dirty="0">
                <a:latin typeface="Consolas" panose="020B0609020204030204" pitchFamily="49" charset="0"/>
              </a:rPr>
              <a:t>0 1 4 9 16 25 36 49 64 81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90DE7D2-3E4F-4F8D-BFB3-280BBA49C1BA}"/>
              </a:ext>
            </a:extLst>
          </p:cNvPr>
          <p:cNvCxnSpPr/>
          <p:nvPr/>
        </p:nvCxnSpPr>
        <p:spPr>
          <a:xfrm flipH="1">
            <a:off x="5442439" y="29630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94F1EC-34D6-4312-B2CB-3687251AC8B4}"/>
              </a:ext>
            </a:extLst>
          </p:cNvPr>
          <p:cNvSpPr txBox="1"/>
          <p:nvPr/>
        </p:nvSpPr>
        <p:spPr>
          <a:xfrm>
            <a:off x="6541087" y="2599927"/>
            <a:ext cx="520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Alocação memória de “n” posições de inteiros (tamanho “n * </a:t>
            </a:r>
            <a:r>
              <a:rPr lang="pt-BR" dirty="0" err="1"/>
              <a:t>sizeof</a:t>
            </a:r>
            <a:r>
              <a:rPr lang="pt-BR" dirty="0"/>
              <a:t>(</a:t>
            </a:r>
            <a:r>
              <a:rPr lang="pt-BR" dirty="0" err="1"/>
              <a:t>int</a:t>
            </a:r>
            <a:r>
              <a:rPr lang="pt-BR" dirty="0"/>
              <a:t>)”)</a:t>
            </a:r>
          </a:p>
        </p:txBody>
      </p:sp>
    </p:spTree>
    <p:extLst>
      <p:ext uri="{BB962C8B-B14F-4D97-AF65-F5344CB8AC3E}">
        <p14:creationId xmlns:p14="http://schemas.microsoft.com/office/powerpoint/2010/main" val="20567708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F731DC5-1AA7-4B91-96E0-DCCC50CFC61A}"/>
              </a:ext>
            </a:extLst>
          </p:cNvPr>
          <p:cNvSpPr/>
          <p:nvPr/>
        </p:nvSpPr>
        <p:spPr>
          <a:xfrm>
            <a:off x="834662" y="1293414"/>
            <a:ext cx="6096000" cy="529375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main(){</a:t>
            </a:r>
          </a:p>
          <a:p>
            <a:pPr lvl="1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</a:p>
          <a:p>
            <a:pPr lvl="1"/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 =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(n,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(p ==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Erro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: Memoria 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Insuficiente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**"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exit(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&lt;n;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2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&lt;n;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2"/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free(p);</a:t>
            </a: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531176-2C4E-41B4-BBB2-F2E8FE52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calloc</a:t>
            </a:r>
            <a:endParaRPr lang="pt-BR" dirty="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90DE7D2-3E4F-4F8D-BFB3-280BBA49C1BA}"/>
              </a:ext>
            </a:extLst>
          </p:cNvPr>
          <p:cNvCxnSpPr/>
          <p:nvPr/>
        </p:nvCxnSpPr>
        <p:spPr>
          <a:xfrm flipH="1">
            <a:off x="3244362" y="273440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94F1EC-34D6-4312-B2CB-3687251AC8B4}"/>
              </a:ext>
            </a:extLst>
          </p:cNvPr>
          <p:cNvSpPr txBox="1"/>
          <p:nvPr/>
        </p:nvSpPr>
        <p:spPr>
          <a:xfrm>
            <a:off x="4264270" y="2549742"/>
            <a:ext cx="520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Tamanho “n” é definido em tempo de execução.</a:t>
            </a:r>
          </a:p>
        </p:txBody>
      </p:sp>
    </p:spTree>
    <p:extLst>
      <p:ext uri="{BB962C8B-B14F-4D97-AF65-F5344CB8AC3E}">
        <p14:creationId xmlns:p14="http://schemas.microsoft.com/office/powerpoint/2010/main" val="552856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48260-4961-45D6-BEED-EF10C44B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 de vetores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1218B4-E4E6-490A-A2DF-2262D8EA6348}"/>
              </a:ext>
            </a:extLst>
          </p:cNvPr>
          <p:cNvSpPr/>
          <p:nvPr/>
        </p:nvSpPr>
        <p:spPr>
          <a:xfrm>
            <a:off x="973015" y="1626220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Alocar_vetor_real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n){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 &lt;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"** Erro: </a:t>
            </a:r>
            <a:r>
              <a:rPr lang="pt-B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Parametro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 invalido **\n"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 v =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(n,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1"/>
            <a:endParaRPr lang="pt-BR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(v ==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"** Erro: Memoria Insuficiente **"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(v);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Liberar_vetor_real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*v)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(v != </a:t>
            </a: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(v);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6ED0A0E-6727-468E-873C-4C33EFE67CB7}"/>
              </a:ext>
            </a:extLst>
          </p:cNvPr>
          <p:cNvCxnSpPr/>
          <p:nvPr/>
        </p:nvCxnSpPr>
        <p:spPr>
          <a:xfrm flipH="1">
            <a:off x="6901962" y="3297115"/>
            <a:ext cx="1081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1219D5-A8FE-4D96-8C4B-05664D49AFFE}"/>
              </a:ext>
            </a:extLst>
          </p:cNvPr>
          <p:cNvSpPr txBox="1"/>
          <p:nvPr/>
        </p:nvSpPr>
        <p:spPr>
          <a:xfrm>
            <a:off x="8036182" y="3112449"/>
            <a:ext cx="4155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Alocação de vetor em tempo de execução.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B8E63141-C5B6-4C46-AD48-DE25CC5041D7}"/>
              </a:ext>
            </a:extLst>
          </p:cNvPr>
          <p:cNvCxnSpPr/>
          <p:nvPr/>
        </p:nvCxnSpPr>
        <p:spPr>
          <a:xfrm flipH="1">
            <a:off x="2904393" y="4978839"/>
            <a:ext cx="1081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48BDA4-7C09-4CF4-9DED-9E741DA750F7}"/>
              </a:ext>
            </a:extLst>
          </p:cNvPr>
          <p:cNvSpPr txBox="1"/>
          <p:nvPr/>
        </p:nvSpPr>
        <p:spPr>
          <a:xfrm>
            <a:off x="4038613" y="4794173"/>
            <a:ext cx="4476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Retorna o endereço do vetor “v” instanciado .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1A0684C-D06F-4619-8BAE-32925FA56E70}"/>
              </a:ext>
            </a:extLst>
          </p:cNvPr>
          <p:cNvCxnSpPr/>
          <p:nvPr/>
        </p:nvCxnSpPr>
        <p:spPr>
          <a:xfrm flipH="1">
            <a:off x="3048001" y="6235940"/>
            <a:ext cx="1081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26F849-43C4-4DAE-8DE6-1AF6C7D3EFF9}"/>
              </a:ext>
            </a:extLst>
          </p:cNvPr>
          <p:cNvSpPr txBox="1"/>
          <p:nvPr/>
        </p:nvSpPr>
        <p:spPr>
          <a:xfrm>
            <a:off x="4182221" y="6033690"/>
            <a:ext cx="484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Libera o espaço de memória alocado para o vetor.</a:t>
            </a:r>
          </a:p>
        </p:txBody>
      </p:sp>
    </p:spTree>
    <p:extLst>
      <p:ext uri="{BB962C8B-B14F-4D97-AF65-F5344CB8AC3E}">
        <p14:creationId xmlns:p14="http://schemas.microsoft.com/office/powerpoint/2010/main" val="2552935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48260-4961-45D6-BEED-EF10C44B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 de vetores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086F02D-2A0C-49C1-89C3-A44D15CD74E7}"/>
              </a:ext>
            </a:extLst>
          </p:cNvPr>
          <p:cNvSpPr/>
          <p:nvPr/>
        </p:nvSpPr>
        <p:spPr>
          <a:xfrm>
            <a:off x="838200" y="1441132"/>
            <a:ext cx="6096000" cy="541686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lvl="1"/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TAM;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"Digite o tamanho de TAM (&gt; 0): 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 &amp;TAM);</a:t>
            </a:r>
          </a:p>
          <a:p>
            <a:pPr lvl="1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(TAM &lt;=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Alocar_vetor_real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(TAM);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i&lt;TAM; i++)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[i] = i;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 i&lt;TAM; i++)</a:t>
            </a:r>
          </a:p>
          <a:p>
            <a:pPr lvl="2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dirty="0">
                <a:solidFill>
                  <a:srgbClr val="A31515"/>
                </a:solidFill>
                <a:latin typeface="Consolas" panose="020B0609020204030204" pitchFamily="49" charset="0"/>
              </a:rPr>
              <a:t>"\n%.2f"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,vetor_real[i]);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Liberar_vetor_real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vetor_real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b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B4A899E-D9B6-4FB8-BEBC-59EB04B974BF}"/>
              </a:ext>
            </a:extLst>
          </p:cNvPr>
          <p:cNvCxnSpPr/>
          <p:nvPr/>
        </p:nvCxnSpPr>
        <p:spPr>
          <a:xfrm flipH="1">
            <a:off x="4106007" y="3121269"/>
            <a:ext cx="2760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51E2A403-5E22-45AF-B840-65B5430E31B2}"/>
              </a:ext>
            </a:extLst>
          </p:cNvPr>
          <p:cNvSpPr txBox="1"/>
          <p:nvPr/>
        </p:nvSpPr>
        <p:spPr>
          <a:xfrm>
            <a:off x="7136768" y="2659604"/>
            <a:ext cx="4014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 o tamanho do vetor será informado pelo usuário em tempo de execução 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922850C-7C12-4702-ACD3-F1DFD1656BFE}"/>
              </a:ext>
            </a:extLst>
          </p:cNvPr>
          <p:cNvCxnSpPr>
            <a:cxnSpLocks/>
          </p:cNvCxnSpPr>
          <p:nvPr/>
        </p:nvCxnSpPr>
        <p:spPr>
          <a:xfrm flipH="1">
            <a:off x="6289431" y="3812679"/>
            <a:ext cx="1579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532296-F05A-4259-A99E-80C8813F6F56}"/>
              </a:ext>
            </a:extLst>
          </p:cNvPr>
          <p:cNvSpPr txBox="1"/>
          <p:nvPr/>
        </p:nvSpPr>
        <p:spPr>
          <a:xfrm>
            <a:off x="8080476" y="3628520"/>
            <a:ext cx="4014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função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Alocar_vetor_real</a:t>
            </a:r>
            <a:r>
              <a:rPr lang="pt-BR" dirty="0"/>
              <a:t> retorna um vetor (endereço do vetor na memória) instanciado para a função principal.  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8DA1448-42C2-4BFA-BCCC-669D14A2DA52}"/>
              </a:ext>
            </a:extLst>
          </p:cNvPr>
          <p:cNvCxnSpPr>
            <a:cxnSpLocks/>
          </p:cNvCxnSpPr>
          <p:nvPr/>
        </p:nvCxnSpPr>
        <p:spPr>
          <a:xfrm flipH="1">
            <a:off x="5075747" y="5768095"/>
            <a:ext cx="1579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E52E338-A865-4C00-B481-BC0FE0C106F8}"/>
              </a:ext>
            </a:extLst>
          </p:cNvPr>
          <p:cNvSpPr txBox="1"/>
          <p:nvPr/>
        </p:nvSpPr>
        <p:spPr>
          <a:xfrm>
            <a:off x="6752492" y="5520258"/>
            <a:ext cx="4783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Chamada da função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Liberar_vetor_real</a:t>
            </a:r>
            <a:r>
              <a:rPr lang="pt-BR" dirty="0"/>
              <a:t> que libera o espaço de memória alocado para o vetor. Observe que é passado como argumento o endereço de memória do vetor. </a:t>
            </a:r>
          </a:p>
        </p:txBody>
      </p:sp>
    </p:spTree>
    <p:extLst>
      <p:ext uri="{BB962C8B-B14F-4D97-AF65-F5344CB8AC3E}">
        <p14:creationId xmlns:p14="http://schemas.microsoft.com/office/powerpoint/2010/main" val="25155895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49B2C-5E8B-40C2-99BA-84B1A44F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 de Matrizes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DAE400-5C7D-4446-8FE8-81989BAC6083}"/>
              </a:ext>
            </a:extLst>
          </p:cNvPr>
          <p:cNvSpPr/>
          <p:nvPr/>
        </p:nvSpPr>
        <p:spPr>
          <a:xfrm>
            <a:off x="838200" y="1412463"/>
            <a:ext cx="7988929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**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Alocar_matriz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m,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n) {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(m &lt;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|| n &lt;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Erro: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Parametro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invalido **\n"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**matriz = 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**)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(m,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*));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(matriz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Erro: Memoria Insuficiente **"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(i =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i &lt; m; i++ ) 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matriz[i] = 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(n,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lvl="2"/>
            <a:endParaRPr lang="pt-BR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2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(matriz[i]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3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Erro: Memoria Insuficiente **"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3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(matriz);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1A81B3F0-6BD4-406F-8117-51504E6B85E5}"/>
              </a:ext>
            </a:extLst>
          </p:cNvPr>
          <p:cNvCxnSpPr/>
          <p:nvPr/>
        </p:nvCxnSpPr>
        <p:spPr>
          <a:xfrm flipH="1">
            <a:off x="6337426" y="3078179"/>
            <a:ext cx="1267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2E71E5-74D2-49C6-A2DB-0330A2BE0A75}"/>
              </a:ext>
            </a:extLst>
          </p:cNvPr>
          <p:cNvSpPr txBox="1"/>
          <p:nvPr/>
        </p:nvSpPr>
        <p:spPr>
          <a:xfrm>
            <a:off x="7686393" y="2360693"/>
            <a:ext cx="4037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Alocação de um </a:t>
            </a:r>
            <a:r>
              <a:rPr lang="pt-BR" dirty="0" err="1"/>
              <a:t>array</a:t>
            </a:r>
            <a:r>
              <a:rPr lang="pt-BR" dirty="0"/>
              <a:t> bidimensional de tamanho “m*</a:t>
            </a:r>
            <a:r>
              <a:rPr lang="pt-BR" dirty="0" err="1"/>
              <a:t>int</a:t>
            </a:r>
            <a:r>
              <a:rPr lang="pt-BR" dirty="0"/>
              <a:t>” em uma das dimensões. Observe o uso de “**” para denotar duas dimensões. 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40B1BAB-DD24-416C-9C07-DD0E268B12F3}"/>
              </a:ext>
            </a:extLst>
          </p:cNvPr>
          <p:cNvCxnSpPr/>
          <p:nvPr/>
        </p:nvCxnSpPr>
        <p:spPr>
          <a:xfrm flipH="1">
            <a:off x="6337426" y="4765704"/>
            <a:ext cx="1267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8EF585-AAD0-4B7D-93B2-F7DE3D928F9C}"/>
              </a:ext>
            </a:extLst>
          </p:cNvPr>
          <p:cNvSpPr txBox="1"/>
          <p:nvPr/>
        </p:nvSpPr>
        <p:spPr>
          <a:xfrm>
            <a:off x="7686393" y="4419407"/>
            <a:ext cx="4037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uma alocação de matriz em C, para cada uma de suas “m” posições na memória, é necessário alocar as “n” posições.  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41FA0972-F0C9-4A82-833C-6495AB8B715D}"/>
              </a:ext>
            </a:extLst>
          </p:cNvPr>
          <p:cNvCxnSpPr/>
          <p:nvPr/>
        </p:nvCxnSpPr>
        <p:spPr>
          <a:xfrm flipH="1">
            <a:off x="3139783" y="6492875"/>
            <a:ext cx="1081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D773432-6CA0-479E-BAB4-00872F0A9FF7}"/>
              </a:ext>
            </a:extLst>
          </p:cNvPr>
          <p:cNvSpPr txBox="1"/>
          <p:nvPr/>
        </p:nvSpPr>
        <p:spPr>
          <a:xfrm>
            <a:off x="4274003" y="6308209"/>
            <a:ext cx="6342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Retorna o endereço da matriz instanciada para a função principal .</a:t>
            </a:r>
          </a:p>
        </p:txBody>
      </p:sp>
    </p:spTree>
    <p:extLst>
      <p:ext uri="{BB962C8B-B14F-4D97-AF65-F5344CB8AC3E}">
        <p14:creationId xmlns:p14="http://schemas.microsoft.com/office/powerpoint/2010/main" val="30122442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49B2C-5E8B-40C2-99BA-84B1A44F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 de Matrizes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901196F-BBE1-411D-803E-90DD0CDA0365}"/>
              </a:ext>
            </a:extLst>
          </p:cNvPr>
          <p:cNvSpPr/>
          <p:nvPr/>
        </p:nvSpPr>
        <p:spPr>
          <a:xfrm>
            <a:off x="838200" y="1855184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Liberar_matriz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m,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n,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**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(m &lt;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|| n &lt;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3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Erro: 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Parametro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invalido **\n"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3"/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i&lt;m; i++)</a:t>
            </a:r>
          </a:p>
          <a:p>
            <a:pPr lvl="4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[i]);</a:t>
            </a:r>
          </a:p>
          <a:p>
            <a:pPr lvl="3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3343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49B2C-5E8B-40C2-99BA-84B1A44FD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 de Matrizes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064D6D5-AC0B-46DE-9160-95367AA5A48A}"/>
              </a:ext>
            </a:extLst>
          </p:cNvPr>
          <p:cNvSpPr/>
          <p:nvPr/>
        </p:nvSpPr>
        <p:spPr>
          <a:xfrm>
            <a:off x="838200" y="1320937"/>
            <a:ext cx="6096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(){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i, j;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TAM_M, TAM_N;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"Digite o tamanho de TAM_M (&gt; 0):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&amp;TAM_M);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"Digite o tamanho de TAM_N (&gt; 0):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&amp;TAM_N);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**MATRIZ =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Alocar_matriz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(TAM_M,TAM_N);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i&lt;TAM_M; i++)</a:t>
            </a:r>
          </a:p>
          <a:p>
            <a:pPr lvl="2"/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(j=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j&lt;TAM_N; j++)</a:t>
            </a:r>
          </a:p>
          <a:p>
            <a:pPr lvl="3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MATRIZ[i][j] = i + j;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(i=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i&lt;TAM_M; i++){</a:t>
            </a:r>
          </a:p>
          <a:p>
            <a:pPr lvl="2"/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(j=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 j&lt;TAM_N; j++)</a:t>
            </a:r>
          </a:p>
          <a:p>
            <a:pPr lvl="3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,MATRIZ[i][j]);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Liberar_matriz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(TAM_M,TAM_N,MATRIZ);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CBF2CB2-A96C-4BAB-B541-445429F9829A}"/>
              </a:ext>
            </a:extLst>
          </p:cNvPr>
          <p:cNvCxnSpPr/>
          <p:nvPr/>
        </p:nvCxnSpPr>
        <p:spPr>
          <a:xfrm flipH="1">
            <a:off x="5848539" y="3429000"/>
            <a:ext cx="796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7223AA38-83ED-4D94-B3ED-8C30E109F9B5}"/>
              </a:ext>
            </a:extLst>
          </p:cNvPr>
          <p:cNvSpPr txBox="1"/>
          <p:nvPr/>
        </p:nvSpPr>
        <p:spPr>
          <a:xfrm>
            <a:off x="6718493" y="3244334"/>
            <a:ext cx="522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Recebe o endereço da Matriz alocada dinamicamente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84F5C98-FE4C-46A0-90CB-66CB3C824205}"/>
              </a:ext>
            </a:extLst>
          </p:cNvPr>
          <p:cNvCxnSpPr/>
          <p:nvPr/>
        </p:nvCxnSpPr>
        <p:spPr>
          <a:xfrm flipH="1">
            <a:off x="4978585" y="5962462"/>
            <a:ext cx="796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7A1A7D-FC72-426A-BB4B-9305C01B590C}"/>
              </a:ext>
            </a:extLst>
          </p:cNvPr>
          <p:cNvSpPr txBox="1"/>
          <p:nvPr/>
        </p:nvSpPr>
        <p:spPr>
          <a:xfrm>
            <a:off x="5848540" y="5777796"/>
            <a:ext cx="4354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Chamada da função que libera espaço de memória alocada para a matriz</a:t>
            </a:r>
          </a:p>
        </p:txBody>
      </p:sp>
    </p:spTree>
    <p:extLst>
      <p:ext uri="{BB962C8B-B14F-4D97-AF65-F5344CB8AC3E}">
        <p14:creationId xmlns:p14="http://schemas.microsoft.com/office/powerpoint/2010/main" val="158749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9C21A-896E-4ADB-B15B-B4DE7E21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 de Estruturas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CC0B6C1-59BA-4247-9ED7-736BE1B96209}"/>
              </a:ext>
            </a:extLst>
          </p:cNvPr>
          <p:cNvSpPr/>
          <p:nvPr/>
        </p:nvSpPr>
        <p:spPr>
          <a:xfrm>
            <a:off x="377227" y="1225689"/>
            <a:ext cx="893878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dia,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mes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ano;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 DATA;</a:t>
            </a:r>
          </a:p>
          <a:p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i; 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TAM=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pt-BR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nDigite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 o valor de TAM: 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&amp;TAM);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DATA *datas = (DATA*)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(DATA) * TAM);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(datas == </a:t>
            </a:r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"** Erro: Memoria Insuficiente **"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exit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(i=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;i&lt;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TAM;i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datas[i].dia =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28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datas[i].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mes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12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datas[i].ano =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2000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()%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18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pt-BR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(i=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;i&lt;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TAM;i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2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dirty="0">
                <a:solidFill>
                  <a:srgbClr val="A31515"/>
                </a:solidFill>
                <a:latin typeface="Consolas" panose="020B0609020204030204" pitchFamily="49" charset="0"/>
              </a:rPr>
              <a:t>"Dia: %d/%d/%d\n"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datas[i].dia, datas[i].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mes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, datas[i].ano);</a:t>
            </a:r>
          </a:p>
          <a:p>
            <a:pPr lvl="1"/>
            <a:b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(datas);</a:t>
            </a:r>
          </a:p>
          <a:p>
            <a:pPr lvl="1"/>
            <a:r>
              <a:rPr lang="pt-B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D9F43F5-401A-4251-B65D-CC68B1CBE56C}"/>
              </a:ext>
            </a:extLst>
          </p:cNvPr>
          <p:cNvCxnSpPr/>
          <p:nvPr/>
        </p:nvCxnSpPr>
        <p:spPr>
          <a:xfrm flipH="1">
            <a:off x="5851556" y="3519535"/>
            <a:ext cx="1653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CA65E0-7F1F-46E2-B1A0-C2602F863265}"/>
              </a:ext>
            </a:extLst>
          </p:cNvPr>
          <p:cNvSpPr txBox="1"/>
          <p:nvPr/>
        </p:nvSpPr>
        <p:spPr>
          <a:xfrm>
            <a:off x="7600760" y="2547003"/>
            <a:ext cx="43588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Alocação dinâmica do ponteiro “</a:t>
            </a:r>
            <a:r>
              <a:rPr lang="pt-BR" b="1" dirty="0"/>
              <a:t>datas</a:t>
            </a:r>
            <a:r>
              <a:rPr lang="pt-BR" dirty="0"/>
              <a:t>” do tipo abstrato </a:t>
            </a:r>
            <a:r>
              <a:rPr lang="pt-BR" b="1" dirty="0"/>
              <a:t>DATA</a:t>
            </a:r>
            <a:r>
              <a:rPr lang="pt-BR" dirty="0"/>
              <a:t>. Observe que o espaço alocado em memória é o tamanho do tipo DATA multiplicado pela quantidade de “datas” que serão armazenadas pelo usuário. </a:t>
            </a:r>
          </a:p>
        </p:txBody>
      </p:sp>
    </p:spTree>
    <p:extLst>
      <p:ext uri="{BB962C8B-B14F-4D97-AF65-F5344CB8AC3E}">
        <p14:creationId xmlns:p14="http://schemas.microsoft.com/office/powerpoint/2010/main" val="1239760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BAE28-8DFB-4868-82F0-D5B0E048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C71911-EF49-4A9E-B87C-78F1B4235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Faça um programa que acha o maior e o menor inteiro dentro de um vetor de 10 inteiros. O vetor pode ser preenchido de forma aleatória ou informado pelo usuário. </a:t>
            </a:r>
            <a:r>
              <a:rPr lang="pt-BR" dirty="0" err="1"/>
              <a:t>Obs</a:t>
            </a:r>
            <a:r>
              <a:rPr lang="pt-BR" dirty="0"/>
              <a:t>: usar apenas as variáveis a seguir: 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6D2E988-127C-44C1-85EA-B76C0A63BE03}"/>
              </a:ext>
            </a:extLst>
          </p:cNvPr>
          <p:cNvSpPr/>
          <p:nvPr/>
        </p:nvSpPr>
        <p:spPr>
          <a:xfrm>
            <a:off x="1075332" y="3601184"/>
            <a:ext cx="44165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 err="1">
                <a:latin typeface="Consolas" panose="020B0609020204030204" pitchFamily="49" charset="0"/>
              </a:rPr>
              <a:t>int</a:t>
            </a:r>
            <a:r>
              <a:rPr lang="pt-BR" sz="2000" dirty="0">
                <a:latin typeface="Consolas" panose="020B0609020204030204" pitchFamily="49" charset="0"/>
              </a:rPr>
              <a:t> *vetor, i, *maior, *menor;</a:t>
            </a:r>
          </a:p>
        </p:txBody>
      </p:sp>
    </p:spTree>
    <p:extLst>
      <p:ext uri="{BB962C8B-B14F-4D97-AF65-F5344CB8AC3E}">
        <p14:creationId xmlns:p14="http://schemas.microsoft.com/office/powerpoint/2010/main" val="11956499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2F3FE-2D82-47EE-8D78-FF6E6338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846071-57F9-4999-93B8-08409006F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Escreva um programa em linguagem C que solicite ao usuário a quantidade de alunos de uma turma e aloca um vetor de notas (números reais). Após a leitura das notas, imprima a média aritmética. </a:t>
            </a:r>
            <a:r>
              <a:rPr lang="pt-BR" dirty="0" err="1"/>
              <a:t>Obs</a:t>
            </a:r>
            <a:r>
              <a:rPr lang="pt-BR" dirty="0"/>
              <a:t>: não deve ocorrer desperdício de memória; e após ser utilizada a memória deve ser liberada.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2081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4DA58-1DE9-4178-ACF2-ECA961CBC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4A5FF8-9E7D-40CA-AF38-D3F91881C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Desenvolva um programa que calcule a soma de duas matrizes </a:t>
            </a:r>
            <a:r>
              <a:rPr lang="pt-BR" dirty="0" err="1"/>
              <a:t>MxN</a:t>
            </a:r>
            <a:r>
              <a:rPr lang="pt-BR" dirty="0"/>
              <a:t> de números inteiros. A implementação deste programa deve considerar as dimensões fornecida pelo usuário (Dica: represente a matriz através de variáveis do tipo </a:t>
            </a:r>
            <a:r>
              <a:rPr lang="pt-BR" dirty="0" err="1"/>
              <a:t>int</a:t>
            </a:r>
            <a:r>
              <a:rPr lang="pt-BR" dirty="0"/>
              <a:t>**, usando alocação dinâmica de memória).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508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4695</Words>
  <Application>Microsoft Office PowerPoint</Application>
  <PresentationFormat>Widescreen</PresentationFormat>
  <Paragraphs>971</Paragraphs>
  <Slides>57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Calibri Light</vt:lpstr>
      <vt:lpstr>Consolas</vt:lpstr>
      <vt:lpstr>Tema do Office</vt:lpstr>
      <vt:lpstr> Ponteiros e Alocação Dinâmica de Memória</vt:lpstr>
      <vt:lpstr>O que são ponteiros?</vt:lpstr>
      <vt:lpstr>O que são ponteiros?</vt:lpstr>
      <vt:lpstr>Endereços de Memória</vt:lpstr>
      <vt:lpstr>Endereços de Memória</vt:lpstr>
      <vt:lpstr>O operador de endereços “&amp;”</vt:lpstr>
      <vt:lpstr>Declarando Ponteiros</vt:lpstr>
      <vt:lpstr>Declarando Ponteiros</vt:lpstr>
      <vt:lpstr>Declarando Ponteiros</vt:lpstr>
      <vt:lpstr>Declarando Ponteiros</vt:lpstr>
      <vt:lpstr>Declarando Ponteiros</vt:lpstr>
      <vt:lpstr>Declarando Ponteiros</vt:lpstr>
      <vt:lpstr>Declarando Ponteiros</vt:lpstr>
      <vt:lpstr>Declarando Ponteiros</vt:lpstr>
      <vt:lpstr>Declarando Ponteiros</vt:lpstr>
      <vt:lpstr>Declarando Ponteiros</vt:lpstr>
      <vt:lpstr>Ponteiro e NULL</vt:lpstr>
      <vt:lpstr>Operação com Ponteiros</vt:lpstr>
      <vt:lpstr>Operação com Ponteiros</vt:lpstr>
      <vt:lpstr>Operação com Ponteiros</vt:lpstr>
      <vt:lpstr>Operação com Ponteiros</vt:lpstr>
      <vt:lpstr>Ponteiros e vetores</vt:lpstr>
      <vt:lpstr>Ponteiros e vetores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Passando Argumentos por referência</vt:lpstr>
      <vt:lpstr>Alocação Dinâmica</vt:lpstr>
      <vt:lpstr>Alocação Dinâmica</vt:lpstr>
      <vt:lpstr>Alocação Dinâmica</vt:lpstr>
      <vt:lpstr>malloc e free</vt:lpstr>
      <vt:lpstr>malloc e free</vt:lpstr>
      <vt:lpstr>malloc e free</vt:lpstr>
      <vt:lpstr>calloc</vt:lpstr>
      <vt:lpstr>calloc</vt:lpstr>
      <vt:lpstr>calloc</vt:lpstr>
      <vt:lpstr>Alocação dinâmica de vetores</vt:lpstr>
      <vt:lpstr>Alocação dinâmica de vetores</vt:lpstr>
      <vt:lpstr>Alocação Dinâmica de Matrizes</vt:lpstr>
      <vt:lpstr>Alocação Dinâmica de Matrizes</vt:lpstr>
      <vt:lpstr>Alocação Dinâmica de Matrizes</vt:lpstr>
      <vt:lpstr>Alocação Dinâmica de Estruturas</vt:lpstr>
      <vt:lpstr>Exercícios</vt:lpstr>
      <vt:lpstr>Exercícios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Ponteiros e Alocação Dinâmica de Memória</dc:title>
  <dc:creator>Henrique Silva</dc:creator>
  <cp:lastModifiedBy>Henrique Silva</cp:lastModifiedBy>
  <cp:revision>70</cp:revision>
  <dcterms:created xsi:type="dcterms:W3CDTF">2018-02-08T12:47:19Z</dcterms:created>
  <dcterms:modified xsi:type="dcterms:W3CDTF">2019-08-10T15:27:12Z</dcterms:modified>
</cp:coreProperties>
</file>