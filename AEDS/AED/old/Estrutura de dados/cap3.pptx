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Default Extension="png" ContentType="image/png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</p:sldIdLst>
  <p:sldSz cx="10693400" cy="7556500"/>
  <p:notesSz cx="10693400" cy="75565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79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15669" y="2385180"/>
            <a:ext cx="8863330" cy="114935"/>
          </a:xfrm>
          <a:custGeom>
            <a:avLst/>
            <a:gdLst/>
            <a:ahLst/>
            <a:cxnLst/>
            <a:rect l="l" t="t" r="r" b="b"/>
            <a:pathLst>
              <a:path w="8863330" h="114935">
                <a:moveTo>
                  <a:pt x="8863052" y="114414"/>
                </a:moveTo>
                <a:lnTo>
                  <a:pt x="8863052" y="0"/>
                </a:lnTo>
                <a:lnTo>
                  <a:pt x="0" y="0"/>
                </a:lnTo>
                <a:lnTo>
                  <a:pt x="0" y="114414"/>
                </a:lnTo>
                <a:lnTo>
                  <a:pt x="8863052" y="114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07413" y="2615806"/>
            <a:ext cx="7278573" cy="655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5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27545"/>
            <a:ext cx="3421887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15"/>
              <a:t>E</a:t>
            </a:r>
            <a:r>
              <a:rPr dirty="0" spc="10"/>
              <a:t>st</a:t>
            </a:r>
            <a:r>
              <a:rPr dirty="0" spc="70"/>
              <a:t>r</a:t>
            </a:r>
            <a:r>
              <a:rPr dirty="0" spc="15"/>
              <a:t>utu</a:t>
            </a:r>
            <a:r>
              <a:rPr dirty="0" spc="-35"/>
              <a:t>r</a:t>
            </a:r>
            <a:r>
              <a:rPr dirty="0" spc="15"/>
              <a:t>as</a:t>
            </a:r>
            <a:r>
              <a:rPr dirty="0" spc="5"/>
              <a:t> </a:t>
            </a:r>
            <a:r>
              <a:rPr dirty="0" spc="15"/>
              <a:t>de</a:t>
            </a:r>
            <a:r>
              <a:rPr dirty="0" spc="5"/>
              <a:t> </a:t>
            </a:r>
            <a:r>
              <a:rPr dirty="0" spc="15"/>
              <a:t>Dados</a:t>
            </a:r>
            <a:r>
              <a:rPr dirty="0" spc="5"/>
              <a:t> </a:t>
            </a:r>
            <a:r>
              <a:rPr dirty="0" spc="15"/>
              <a:t>B</a:t>
            </a:r>
            <a:r>
              <a:rPr dirty="0" spc="15"/>
              <a:t>ásicas</a:t>
            </a:r>
            <a:r>
              <a:rPr dirty="0" baseline="24256" sz="5325" spc="-1560">
                <a:solidFill>
                  <a:srgbClr val="000000"/>
                </a:solidFill>
                <a:latin typeface="Lucida Sans Unicode"/>
                <a:cs typeface="Lucida Sans Unicode"/>
              </a:rPr>
              <a:t>∗</a:t>
            </a:r>
            <a:endParaRPr baseline="24256" sz="5325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5669" y="3526802"/>
            <a:ext cx="8863330" cy="285115"/>
          </a:xfrm>
          <a:custGeom>
            <a:avLst/>
            <a:gdLst/>
            <a:ahLst/>
            <a:cxnLst/>
            <a:rect l="l" t="t" r="r" b="b"/>
            <a:pathLst>
              <a:path w="8863330" h="285114">
                <a:moveTo>
                  <a:pt x="8863052" y="284607"/>
                </a:moveTo>
                <a:lnTo>
                  <a:pt x="8863052" y="0"/>
                </a:lnTo>
                <a:lnTo>
                  <a:pt x="0" y="0"/>
                </a:lnTo>
                <a:lnTo>
                  <a:pt x="0" y="284607"/>
                </a:lnTo>
                <a:lnTo>
                  <a:pt x="8863052" y="2846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274580" y="5228285"/>
            <a:ext cx="4145279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5">
                <a:latin typeface="Arial"/>
                <a:cs typeface="Arial"/>
              </a:rPr>
              <a:t>Últi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alte</a:t>
            </a:r>
            <a:r>
              <a:rPr dirty="0" sz="1700" spc="-15">
                <a:latin typeface="Arial"/>
                <a:cs typeface="Arial"/>
              </a:rPr>
              <a:t>r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ç</a:t>
            </a:r>
            <a:r>
              <a:rPr dirty="0" sz="1700" spc="10">
                <a:latin typeface="Arial"/>
                <a:cs typeface="Arial"/>
              </a:rPr>
              <a:t>ão:</a:t>
            </a:r>
            <a:r>
              <a:rPr dirty="0" sz="1700" spc="114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16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de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Sete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bro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de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2010</a:t>
            </a:r>
            <a:endParaRPr sz="17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5669" y="6434995"/>
            <a:ext cx="3545840" cy="0"/>
          </a:xfrm>
          <a:custGeom>
            <a:avLst/>
            <a:gdLst/>
            <a:ahLst/>
            <a:cxnLst/>
            <a:rect l="l" t="t" r="r" b="b"/>
            <a:pathLst>
              <a:path w="3545840" h="0">
                <a:moveTo>
                  <a:pt x="0" y="0"/>
                </a:moveTo>
                <a:lnTo>
                  <a:pt x="354524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23111" y="6470257"/>
            <a:ext cx="5547360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aseline="27777" sz="1500" spc="-82">
                <a:latin typeface="Lucida Sans Unicode"/>
                <a:cs typeface="Lucida Sans Unicode"/>
              </a:rPr>
              <a:t>∗</a:t>
            </a:r>
            <a:r>
              <a:rPr dirty="0" sz="1350" spc="15">
                <a:latin typeface="Times New Roman"/>
                <a:cs typeface="Times New Roman"/>
              </a:rPr>
              <a:t>S</a:t>
            </a:r>
            <a:r>
              <a:rPr dirty="0" sz="1350" spc="5">
                <a:latin typeface="Times New Roman"/>
                <a:cs typeface="Times New Roman"/>
              </a:rPr>
              <a:t>lide</a:t>
            </a:r>
            <a:r>
              <a:rPr dirty="0" sz="1350" spc="10">
                <a:latin typeface="Times New Roman"/>
                <a:cs typeface="Times New Roman"/>
              </a:rPr>
              <a:t>s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5">
                <a:latin typeface="Times New Roman"/>
                <a:cs typeface="Times New Roman"/>
              </a:rPr>
              <a:t>elabo</a:t>
            </a:r>
            <a:r>
              <a:rPr dirty="0" sz="1350" spc="5">
                <a:latin typeface="Times New Roman"/>
                <a:cs typeface="Times New Roman"/>
              </a:rPr>
              <a:t>r</a:t>
            </a:r>
            <a:r>
              <a:rPr dirty="0" sz="1350" spc="5">
                <a:latin typeface="Times New Roman"/>
                <a:cs typeface="Times New Roman"/>
              </a:rPr>
              <a:t>ado</a:t>
            </a:r>
            <a:r>
              <a:rPr dirty="0" sz="1350" spc="10">
                <a:latin typeface="Times New Roman"/>
                <a:cs typeface="Times New Roman"/>
              </a:rPr>
              <a:t>s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5">
                <a:latin typeface="Times New Roman"/>
                <a:cs typeface="Times New Roman"/>
              </a:rPr>
              <a:t>po</a:t>
            </a:r>
            <a:r>
              <a:rPr dirty="0" sz="1350" spc="5">
                <a:latin typeface="Times New Roman"/>
                <a:cs typeface="Times New Roman"/>
              </a:rPr>
              <a:t>r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C</a:t>
            </a:r>
            <a:r>
              <a:rPr dirty="0" sz="1350" spc="5">
                <a:latin typeface="Times New Roman"/>
                <a:cs typeface="Times New Roman"/>
              </a:rPr>
              <a:t>ha</a:t>
            </a:r>
            <a:r>
              <a:rPr dirty="0" sz="1350" spc="5">
                <a:latin typeface="Times New Roman"/>
                <a:cs typeface="Times New Roman"/>
              </a:rPr>
              <a:t>r</a:t>
            </a:r>
            <a:r>
              <a:rPr dirty="0" sz="1350">
                <a:latin typeface="Times New Roman"/>
                <a:cs typeface="Times New Roman"/>
              </a:rPr>
              <a:t>le</a:t>
            </a:r>
            <a:r>
              <a:rPr dirty="0" sz="1350" spc="10">
                <a:latin typeface="Times New Roman"/>
                <a:cs typeface="Times New Roman"/>
              </a:rPr>
              <a:t>s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0">
                <a:latin typeface="Times New Roman"/>
                <a:cs typeface="Times New Roman"/>
              </a:rPr>
              <a:t>Or</a:t>
            </a:r>
            <a:r>
              <a:rPr dirty="0" sz="1350" spc="5">
                <a:latin typeface="Times New Roman"/>
                <a:cs typeface="Times New Roman"/>
              </a:rPr>
              <a:t>nela</a:t>
            </a:r>
            <a:r>
              <a:rPr dirty="0" sz="1350" spc="10">
                <a:latin typeface="Times New Roman"/>
                <a:cs typeface="Times New Roman"/>
              </a:rPr>
              <a:t>s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A</a:t>
            </a:r>
            <a:r>
              <a:rPr dirty="0" sz="1350">
                <a:latin typeface="Times New Roman"/>
                <a:cs typeface="Times New Roman"/>
              </a:rPr>
              <a:t>l</a:t>
            </a:r>
            <a:r>
              <a:rPr dirty="0" sz="1350" spc="20">
                <a:latin typeface="Times New Roman"/>
                <a:cs typeface="Times New Roman"/>
              </a:rPr>
              <a:t>m</a:t>
            </a:r>
            <a:r>
              <a:rPr dirty="0" sz="1350" spc="5">
                <a:latin typeface="Times New Roman"/>
                <a:cs typeface="Times New Roman"/>
              </a:rPr>
              <a:t>eida</a:t>
            </a:r>
            <a:r>
              <a:rPr dirty="0" sz="1350" spc="5">
                <a:latin typeface="Times New Roman"/>
                <a:cs typeface="Times New Roman"/>
              </a:rPr>
              <a:t>,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5">
                <a:latin typeface="Times New Roman"/>
                <a:cs typeface="Times New Roman"/>
              </a:rPr>
              <a:t>I</a:t>
            </a:r>
            <a:r>
              <a:rPr dirty="0" sz="1350" spc="5">
                <a:latin typeface="Times New Roman"/>
                <a:cs typeface="Times New Roman"/>
              </a:rPr>
              <a:t>s</a:t>
            </a:r>
            <a:r>
              <a:rPr dirty="0" sz="1350" spc="5">
                <a:latin typeface="Times New Roman"/>
                <a:cs typeface="Times New Roman"/>
              </a:rPr>
              <a:t>r</a:t>
            </a:r>
            <a:r>
              <a:rPr dirty="0" sz="1350" spc="5">
                <a:latin typeface="Times New Roman"/>
                <a:cs typeface="Times New Roman"/>
              </a:rPr>
              <a:t>ae</a:t>
            </a:r>
            <a:r>
              <a:rPr dirty="0" sz="1350" spc="5">
                <a:latin typeface="Times New Roman"/>
                <a:cs typeface="Times New Roman"/>
              </a:rPr>
              <a:t>l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G</a:t>
            </a:r>
            <a:r>
              <a:rPr dirty="0" sz="1350" spc="5">
                <a:latin typeface="Times New Roman"/>
                <a:cs typeface="Times New Roman"/>
              </a:rPr>
              <a:t>ue</a:t>
            </a:r>
            <a:r>
              <a:rPr dirty="0" sz="1350" spc="10">
                <a:latin typeface="Times New Roman"/>
                <a:cs typeface="Times New Roman"/>
              </a:rPr>
              <a:t>rra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0">
                <a:latin typeface="Times New Roman"/>
                <a:cs typeface="Times New Roman"/>
              </a:rPr>
              <a:t>e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N</a:t>
            </a:r>
            <a:r>
              <a:rPr dirty="0" sz="1350" spc="-30">
                <a:latin typeface="Times New Roman"/>
                <a:cs typeface="Times New Roman"/>
              </a:rPr>
              <a:t>i</a:t>
            </a:r>
            <a:r>
              <a:rPr dirty="0" sz="1350" spc="5">
                <a:latin typeface="Times New Roman"/>
                <a:cs typeface="Times New Roman"/>
              </a:rPr>
              <a:t>vi</a:t>
            </a:r>
            <a:r>
              <a:rPr dirty="0" sz="1350" spc="10">
                <a:latin typeface="Times New Roman"/>
                <a:cs typeface="Times New Roman"/>
              </a:rPr>
              <a:t>o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Z</a:t>
            </a:r>
            <a:r>
              <a:rPr dirty="0" sz="1350" spc="-30">
                <a:latin typeface="Times New Roman"/>
                <a:cs typeface="Times New Roman"/>
              </a:rPr>
              <a:t>i</a:t>
            </a:r>
            <a:r>
              <a:rPr dirty="0" sz="1350" spc="5">
                <a:latin typeface="Times New Roman"/>
                <a:cs typeface="Times New Roman"/>
              </a:rPr>
              <a:t>vian</a:t>
            </a:r>
            <a:r>
              <a:rPr dirty="0" sz="1350" spc="5">
                <a:latin typeface="Times New Roman"/>
                <a:cs typeface="Times New Roman"/>
              </a:rPr>
              <a:t>i</a:t>
            </a:r>
            <a:endParaRPr sz="1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67919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5" y="339966"/>
            <a:ext cx="1022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87666" y="862672"/>
            <a:ext cx="6852920" cy="49371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6195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údo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pí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ulo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lvl="1" marL="508634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lvl="2" marL="875665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lvl="2" marL="875665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49"/>
              </a:spcBef>
              <a:buFont typeface="Arial"/>
              <a:buAutoNum type="arabicPeriod"/>
            </a:pPr>
            <a:endParaRPr sz="1600">
              <a:latin typeface="Times New Roman"/>
              <a:cs typeface="Times New Roman"/>
            </a:endParaRPr>
          </a:p>
          <a:p>
            <a:pPr lvl="1" marL="508634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dirty="0" sz="2050" spc="5">
                <a:latin typeface="Arial"/>
                <a:cs typeface="Arial"/>
              </a:rPr>
              <a:t>Pil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lvl="2" marL="875665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Pil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lvl="2" marL="875665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Pil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50"/>
              </a:spcBef>
              <a:buFont typeface="Arial"/>
              <a:buAutoNum type="arabicPeriod"/>
            </a:pPr>
            <a:endParaRPr sz="1600">
              <a:latin typeface="Times New Roman"/>
              <a:cs typeface="Times New Roman"/>
            </a:endParaRPr>
          </a:p>
          <a:p>
            <a:pPr lvl="1" marL="508634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dirty="0" sz="205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lvl="2" marL="875665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lvl="2" marL="875665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4278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04580" cy="6163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Lin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eare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484505" marR="81661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Es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4876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imi</a:t>
            </a:r>
            <a:r>
              <a:rPr dirty="0" sz="2050" spc="-2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2479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7399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vis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vis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l.</a:t>
            </a:r>
            <a:endParaRPr sz="2050">
              <a:latin typeface="Arial"/>
              <a:cs typeface="Arial"/>
            </a:endParaRPr>
          </a:p>
          <a:p>
            <a:pPr marL="484505" marR="29400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sim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lic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4278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18855" cy="4589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fini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Lin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eare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46545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ü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 i="1">
                <a:latin typeface="Verdana"/>
                <a:cs typeface="Verdana"/>
              </a:rPr>
              <a:t>x</a:t>
            </a:r>
            <a:r>
              <a:rPr dirty="0" baseline="-12345" sz="2025" spc="112">
                <a:latin typeface="Tahoma"/>
                <a:cs typeface="Tahoma"/>
              </a:rPr>
              <a:t>1</a:t>
            </a:r>
            <a:r>
              <a:rPr dirty="0" sz="2050" spc="-190" i="1">
                <a:latin typeface="Verdana"/>
                <a:cs typeface="Verdana"/>
              </a:rPr>
              <a:t>,</a:t>
            </a:r>
            <a:r>
              <a:rPr dirty="0" sz="2050" spc="-380" i="1">
                <a:latin typeface="Verdana"/>
                <a:cs typeface="Verdana"/>
              </a:rPr>
              <a:t> </a:t>
            </a:r>
            <a:r>
              <a:rPr dirty="0" sz="2050" spc="-65" i="1">
                <a:latin typeface="Verdana"/>
                <a:cs typeface="Verdana"/>
              </a:rPr>
              <a:t>x</a:t>
            </a:r>
            <a:r>
              <a:rPr dirty="0" baseline="-12345" sz="2025" spc="112">
                <a:latin typeface="Tahoma"/>
                <a:cs typeface="Tahoma"/>
              </a:rPr>
              <a:t>2</a:t>
            </a:r>
            <a:r>
              <a:rPr dirty="0" sz="2050" spc="-190" i="1">
                <a:latin typeface="Verdana"/>
                <a:cs typeface="Verdana"/>
              </a:rPr>
              <a:t>,</a:t>
            </a:r>
            <a:r>
              <a:rPr dirty="0" sz="2050" spc="-380" i="1">
                <a:latin typeface="Verdana"/>
                <a:cs typeface="Verdana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190" i="1">
                <a:latin typeface="Verdana"/>
                <a:cs typeface="Verdana"/>
              </a:rPr>
              <a:t>,</a:t>
            </a:r>
            <a:r>
              <a:rPr dirty="0" sz="2050" spc="-380" i="1">
                <a:latin typeface="Verdana"/>
                <a:cs typeface="Verdana"/>
              </a:rPr>
              <a:t> </a:t>
            </a:r>
            <a:r>
              <a:rPr dirty="0" sz="2050" spc="-65" i="1">
                <a:latin typeface="Verdana"/>
                <a:cs typeface="Verdana"/>
              </a:rPr>
              <a:t>x</a:t>
            </a:r>
            <a:r>
              <a:rPr dirty="0" baseline="-12345" sz="2025" spc="172" i="1">
                <a:latin typeface="Verdana"/>
                <a:cs typeface="Verdana"/>
              </a:rPr>
              <a:t>n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 i="1">
                <a:latin typeface="Verdana"/>
                <a:cs typeface="Verdana"/>
              </a:rPr>
              <a:t>x</a:t>
            </a:r>
            <a:r>
              <a:rPr dirty="0" baseline="-12345" sz="2025" spc="187" i="1">
                <a:latin typeface="Verdana"/>
                <a:cs typeface="Verdana"/>
              </a:rPr>
              <a:t>i</a:t>
            </a:r>
            <a:r>
              <a:rPr dirty="0" baseline="-12345" sz="2025" spc="277" i="1">
                <a:latin typeface="Verdana"/>
                <a:cs typeface="Verdana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95" i="1">
                <a:latin typeface="Verdana"/>
                <a:cs typeface="Verdana"/>
              </a:rPr>
              <a:t>n</a:t>
            </a:r>
            <a:r>
              <a:rPr dirty="0" sz="2050" spc="-150" i="1">
                <a:latin typeface="Verdana"/>
                <a:cs typeface="Verdana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40">
                <a:latin typeface="Arial"/>
                <a:cs typeface="Arial"/>
              </a:rPr>
              <a:t>n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85725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Ass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95" i="1">
                <a:latin typeface="Verdana"/>
                <a:cs typeface="Verdana"/>
              </a:rPr>
              <a:t>n</a:t>
            </a:r>
            <a:r>
              <a:rPr dirty="0" sz="2050" spc="-150" i="1">
                <a:latin typeface="Verdana"/>
                <a:cs typeface="Verdan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≥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 i="1">
                <a:latin typeface="Verdana"/>
                <a:cs typeface="Verdana"/>
              </a:rPr>
              <a:t>x</a:t>
            </a:r>
            <a:r>
              <a:rPr dirty="0" baseline="-12345" sz="2025" spc="-15">
                <a:latin typeface="Tahoma"/>
                <a:cs typeface="Tahoma"/>
              </a:rPr>
              <a:t>1</a:t>
            </a:r>
            <a:r>
              <a:rPr dirty="0" baseline="-12345" sz="2025">
                <a:latin typeface="Tahoma"/>
                <a:cs typeface="Tahoma"/>
              </a:rPr>
              <a:t> </a:t>
            </a:r>
            <a:r>
              <a:rPr dirty="0" baseline="-12345" sz="2025" spc="-277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 i="1">
                <a:latin typeface="Verdana"/>
                <a:cs typeface="Verdana"/>
              </a:rPr>
              <a:t>x</a:t>
            </a:r>
            <a:r>
              <a:rPr dirty="0" baseline="-12345" sz="2025" spc="44" i="1">
                <a:latin typeface="Verdana"/>
                <a:cs typeface="Verdana"/>
              </a:rPr>
              <a:t>n</a:t>
            </a:r>
            <a:r>
              <a:rPr dirty="0" baseline="-12345" sz="2025" spc="277" i="1">
                <a:latin typeface="Verdana"/>
                <a:cs typeface="Verdana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65" i="1">
                <a:latin typeface="Verdana"/>
                <a:cs typeface="Verdana"/>
              </a:rPr>
              <a:t>x</a:t>
            </a:r>
            <a:r>
              <a:rPr dirty="0" baseline="-12345" sz="2025" spc="187" i="1">
                <a:latin typeface="Verdana"/>
                <a:cs typeface="Verdana"/>
              </a:rPr>
              <a:t>i</a:t>
            </a:r>
            <a:r>
              <a:rPr dirty="0" baseline="-12345" sz="2025" spc="277" i="1">
                <a:latin typeface="Verdana"/>
                <a:cs typeface="Verdana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 i="1">
                <a:latin typeface="Verdana"/>
                <a:cs typeface="Verdana"/>
              </a:rPr>
              <a:t>x</a:t>
            </a:r>
            <a:r>
              <a:rPr dirty="0" baseline="-12345" sz="2025" spc="187" i="1">
                <a:latin typeface="Verdana"/>
                <a:cs typeface="Verdana"/>
              </a:rPr>
              <a:t>i</a:t>
            </a:r>
            <a:r>
              <a:rPr dirty="0" baseline="-12345" sz="2025" spc="225">
                <a:latin typeface="Tahoma"/>
                <a:cs typeface="Tahoma"/>
              </a:rPr>
              <a:t>+</a:t>
            </a:r>
            <a:r>
              <a:rPr dirty="0" baseline="-12345" sz="2025" spc="-15">
                <a:latin typeface="Tahoma"/>
                <a:cs typeface="Tahoma"/>
              </a:rPr>
              <a:t>1</a:t>
            </a:r>
            <a:r>
              <a:rPr dirty="0" baseline="-12345" sz="2025">
                <a:latin typeface="Tahoma"/>
                <a:cs typeface="Tahoma"/>
              </a:rPr>
              <a:t> </a:t>
            </a:r>
            <a:r>
              <a:rPr dirty="0" baseline="-12345" sz="2025" spc="-277">
                <a:latin typeface="Tahoma"/>
                <a:cs typeface="Tahoma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25" i="1">
                <a:latin typeface="Verdana"/>
                <a:cs typeface="Verdana"/>
              </a:rPr>
              <a:t>i</a:t>
            </a:r>
            <a:r>
              <a:rPr dirty="0" sz="2050" spc="-150" i="1">
                <a:latin typeface="Verdana"/>
                <a:cs typeface="Verdan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190" i="1">
                <a:latin typeface="Verdana"/>
                <a:cs typeface="Verdana"/>
              </a:rPr>
              <a:t>,</a:t>
            </a:r>
            <a:r>
              <a:rPr dirty="0" sz="2050" spc="-380" i="1">
                <a:latin typeface="Verdana"/>
                <a:cs typeface="Verdana"/>
              </a:rPr>
              <a:t> </a:t>
            </a:r>
            <a:r>
              <a:rPr dirty="0" sz="2050" spc="-110">
                <a:latin typeface="Tahoma"/>
                <a:cs typeface="Tahoma"/>
              </a:rPr>
              <a:t>2</a:t>
            </a:r>
            <a:r>
              <a:rPr dirty="0" sz="2050" spc="-190" i="1">
                <a:latin typeface="Verdana"/>
                <a:cs typeface="Verdana"/>
              </a:rPr>
              <a:t>,</a:t>
            </a:r>
            <a:r>
              <a:rPr dirty="0" sz="2050" spc="-380" i="1">
                <a:latin typeface="Verdana"/>
                <a:cs typeface="Verdana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190" i="1">
                <a:latin typeface="Verdana"/>
                <a:cs typeface="Verdana"/>
              </a:rPr>
              <a:t>,</a:t>
            </a:r>
            <a:r>
              <a:rPr dirty="0" sz="2050" spc="-380" i="1">
                <a:latin typeface="Verdana"/>
                <a:cs typeface="Verdana"/>
              </a:rPr>
              <a:t> </a:t>
            </a:r>
            <a:r>
              <a:rPr dirty="0" sz="2050" spc="-95" i="1">
                <a:latin typeface="Verdana"/>
                <a:cs typeface="Verdana"/>
              </a:rPr>
              <a:t>n</a:t>
            </a:r>
            <a:r>
              <a:rPr dirty="0" sz="2050" spc="-265" i="1">
                <a:latin typeface="Verdana"/>
                <a:cs typeface="Verdan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endParaRPr sz="2050">
              <a:latin typeface="Tahoma"/>
              <a:cs typeface="Tahoma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65" i="1">
                <a:latin typeface="Verdana"/>
                <a:cs typeface="Verdana"/>
              </a:rPr>
              <a:t>x</a:t>
            </a:r>
            <a:r>
              <a:rPr dirty="0" baseline="-12345" sz="2025" spc="187" i="1">
                <a:latin typeface="Verdana"/>
                <a:cs typeface="Verdana"/>
              </a:rPr>
              <a:t>i</a:t>
            </a:r>
            <a:r>
              <a:rPr dirty="0" baseline="-12345" sz="2025" spc="277" i="1">
                <a:latin typeface="Verdana"/>
                <a:cs typeface="Verdana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 i="1">
                <a:latin typeface="Verdana"/>
                <a:cs typeface="Verdana"/>
              </a:rPr>
              <a:t>x</a:t>
            </a:r>
            <a:r>
              <a:rPr dirty="0" baseline="-12345" sz="2025" spc="187" i="1">
                <a:latin typeface="Verdana"/>
                <a:cs typeface="Verdana"/>
              </a:rPr>
              <a:t>i</a:t>
            </a:r>
            <a:r>
              <a:rPr dirty="0" baseline="-12345" sz="2025" spc="517">
                <a:latin typeface="Arial"/>
                <a:cs typeface="Arial"/>
              </a:rPr>
              <a:t>−</a:t>
            </a:r>
            <a:r>
              <a:rPr dirty="0" baseline="-12345" sz="2025" spc="-15">
                <a:latin typeface="Tahoma"/>
                <a:cs typeface="Tahoma"/>
              </a:rPr>
              <a:t>1</a:t>
            </a:r>
            <a:r>
              <a:rPr dirty="0" baseline="-12345" sz="2025">
                <a:latin typeface="Tahoma"/>
                <a:cs typeface="Tahoma"/>
              </a:rPr>
              <a:t> </a:t>
            </a:r>
            <a:r>
              <a:rPr dirty="0" baseline="-12345" sz="2025" spc="-277">
                <a:latin typeface="Tahoma"/>
                <a:cs typeface="Tahoma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25" i="1">
                <a:latin typeface="Verdana"/>
                <a:cs typeface="Verdana"/>
              </a:rPr>
              <a:t>i</a:t>
            </a:r>
            <a:r>
              <a:rPr dirty="0" sz="2050" spc="-150" i="1">
                <a:latin typeface="Verdana"/>
                <a:cs typeface="Verdan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2</a:t>
            </a:r>
            <a:r>
              <a:rPr dirty="0" sz="2050" spc="-190" i="1">
                <a:latin typeface="Verdana"/>
                <a:cs typeface="Verdana"/>
              </a:rPr>
              <a:t>,</a:t>
            </a:r>
            <a:r>
              <a:rPr dirty="0" sz="2050" spc="-380" i="1">
                <a:latin typeface="Verdana"/>
                <a:cs typeface="Verdana"/>
              </a:rPr>
              <a:t> 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sz="2050" spc="-190" i="1">
                <a:latin typeface="Verdana"/>
                <a:cs typeface="Verdana"/>
              </a:rPr>
              <a:t>,</a:t>
            </a:r>
            <a:r>
              <a:rPr dirty="0" sz="2050" spc="-380" i="1">
                <a:latin typeface="Verdana"/>
                <a:cs typeface="Verdana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190" i="1">
                <a:latin typeface="Verdana"/>
                <a:cs typeface="Verdana"/>
              </a:rPr>
              <a:t>,</a:t>
            </a:r>
            <a:r>
              <a:rPr dirty="0" sz="2050" spc="-380" i="1">
                <a:latin typeface="Verdana"/>
                <a:cs typeface="Verdana"/>
              </a:rPr>
              <a:t> </a:t>
            </a:r>
            <a:r>
              <a:rPr dirty="0" sz="2050" spc="-95" i="1">
                <a:latin typeface="Verdana"/>
                <a:cs typeface="Verdana"/>
              </a:rPr>
              <a:t>n</a:t>
            </a:r>
            <a:endParaRPr sz="2050">
              <a:latin typeface="Verdana"/>
              <a:cs typeface="Verdana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 i="1">
                <a:latin typeface="Verdana"/>
                <a:cs typeface="Verdana"/>
              </a:rPr>
              <a:t>x</a:t>
            </a:r>
            <a:r>
              <a:rPr dirty="0" baseline="-12345" sz="2025" spc="187" i="1">
                <a:latin typeface="Verdana"/>
                <a:cs typeface="Verdana"/>
              </a:rPr>
              <a:t>i</a:t>
            </a:r>
            <a:r>
              <a:rPr dirty="0" baseline="-12345" sz="2025" spc="277" i="1">
                <a:latin typeface="Verdana"/>
                <a:cs typeface="Verdana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25" i="1">
                <a:latin typeface="Verdana"/>
                <a:cs typeface="Verdana"/>
              </a:rPr>
              <a:t>i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sima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4278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37600" cy="64579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-21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AD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Lin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eare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simo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simo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lvl="1" marL="852169" marR="249554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simo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/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dirty="0" sz="2050" spc="-10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5080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596265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4278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562340" cy="59575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taç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Lin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eare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484505" marR="17145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li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6573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As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dirty="0" sz="2050">
                <a:latin typeface="Arial"/>
                <a:cs typeface="Arial"/>
              </a:rPr>
              <a:t>F</a:t>
            </a:r>
            <a:r>
              <a:rPr dirty="0" sz="2050" spc="-225">
                <a:latin typeface="Arial"/>
                <a:cs typeface="Arial"/>
              </a:rPr>
              <a:t>L</a:t>
            </a:r>
            <a:r>
              <a:rPr dirty="0" sz="2050" spc="-13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-10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5">
                <a:latin typeface="Arial"/>
                <a:cs typeface="Arial"/>
              </a:rPr>
              <a:t>x,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5080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-7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+</a:t>
            </a:r>
            <a:r>
              <a:rPr dirty="0" sz="2050" spc="5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dirty="0" sz="2050" spc="-13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35" i="1">
                <a:latin typeface="Arial"/>
                <a:cs typeface="Arial"/>
              </a:rPr>
              <a:t>r</a:t>
            </a:r>
            <a:r>
              <a:rPr dirty="0" sz="2050" i="1">
                <a:latin typeface="Arial"/>
                <a:cs typeface="Arial"/>
              </a:rPr>
              <a:t>u</a:t>
            </a:r>
            <a:r>
              <a:rPr dirty="0" sz="2050" spc="5" i="1">
                <a:latin typeface="Arial"/>
                <a:cs typeface="Arial"/>
              </a:rPr>
              <a:t>e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;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00"/>
              </a:spcBef>
            </a:pPr>
            <a:r>
              <a:rPr dirty="0" sz="2050" spc="-65" i="1">
                <a:latin typeface="Arial"/>
                <a:cs typeface="Arial"/>
              </a:rPr>
              <a:t>f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ls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940"/>
              </a:spcBef>
              <a:buAutoNum type="arabicPeriod" startAt="5"/>
              <a:tabLst>
                <a:tab pos="852805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7023734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21295" y="1392107"/>
            <a:ext cx="4481195" cy="28486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 spc="26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26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26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26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26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4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4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4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4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algn="just" marL="274955" marR="5080" indent="-262255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4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4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4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4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l-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algn="just" marL="274955" marR="5080" indent="-262255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8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8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8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8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8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8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10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10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10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0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imo</a:t>
            </a:r>
            <a:r>
              <a:rPr dirty="0" sz="2050" spc="-10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10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62404" y="1459166"/>
            <a:ext cx="490855" cy="2946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5">
                <a:latin typeface="Times New Roman"/>
                <a:cs typeface="Times New Roman"/>
              </a:rPr>
              <a:t>It</a:t>
            </a:r>
            <a:r>
              <a:rPr dirty="0" sz="1850" spc="15">
                <a:latin typeface="Times New Roman"/>
                <a:cs typeface="Times New Roman"/>
              </a:rPr>
              <a:t>e</a:t>
            </a:r>
            <a:r>
              <a:rPr dirty="0" sz="1850" spc="10">
                <a:latin typeface="Times New Roman"/>
                <a:cs typeface="Times New Roman"/>
              </a:rPr>
              <a:t>n</a:t>
            </a:r>
            <a:r>
              <a:rPr dirty="0" sz="1850" spc="10">
                <a:latin typeface="Times New Roman"/>
                <a:cs typeface="Times New Roman"/>
              </a:rPr>
              <a:t>s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01955" y="1770176"/>
            <a:ext cx="1296035" cy="605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15">
                <a:latin typeface="Times New Roman"/>
                <a:cs typeface="Times New Roman"/>
              </a:rPr>
              <a:t>P</a:t>
            </a:r>
            <a:r>
              <a:rPr dirty="0" sz="1850" spc="5">
                <a:latin typeface="Times New Roman"/>
                <a:cs typeface="Times New Roman"/>
              </a:rPr>
              <a:t>ri</a:t>
            </a:r>
            <a:r>
              <a:rPr dirty="0" sz="1850" spc="20">
                <a:latin typeface="Times New Roman"/>
                <a:cs typeface="Times New Roman"/>
              </a:rPr>
              <a:t>me</a:t>
            </a:r>
            <a:r>
              <a:rPr dirty="0" sz="1850" spc="5">
                <a:latin typeface="Times New Roman"/>
                <a:cs typeface="Times New Roman"/>
              </a:rPr>
              <a:t>ir</a:t>
            </a:r>
            <a:r>
              <a:rPr dirty="0" sz="1850" spc="15">
                <a:latin typeface="Times New Roman"/>
                <a:cs typeface="Times New Roman"/>
              </a:rPr>
              <a:t>o</a:t>
            </a:r>
            <a:r>
              <a:rPr dirty="0" sz="1850" spc="5">
                <a:latin typeface="Times New Roman"/>
                <a:cs typeface="Times New Roman"/>
              </a:rPr>
              <a:t> </a:t>
            </a:r>
            <a:r>
              <a:rPr dirty="0" sz="1850" spc="114">
                <a:latin typeface="Tahoma"/>
                <a:cs typeface="Tahoma"/>
              </a:rPr>
              <a:t>=</a:t>
            </a:r>
            <a:r>
              <a:rPr dirty="0" sz="1850" spc="-55">
                <a:latin typeface="Tahoma"/>
                <a:cs typeface="Tahoma"/>
              </a:rPr>
              <a:t> </a:t>
            </a:r>
            <a:r>
              <a:rPr dirty="0" sz="1850" spc="-70">
                <a:latin typeface="Tahoma"/>
                <a:cs typeface="Tahoma"/>
              </a:rPr>
              <a:t>1</a:t>
            </a:r>
            <a:endParaRPr sz="1850">
              <a:latin typeface="Tahoma"/>
              <a:cs typeface="Tahoma"/>
            </a:endParaRPr>
          </a:p>
          <a:p>
            <a:pPr algn="r" marR="78740">
              <a:lnSpc>
                <a:spcPct val="100000"/>
              </a:lnSpc>
              <a:spcBef>
                <a:spcPts val="225"/>
              </a:spcBef>
            </a:pPr>
            <a:r>
              <a:rPr dirty="0" sz="1850" spc="15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69417" y="2889859"/>
            <a:ext cx="1010285" cy="2946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5">
                <a:latin typeface="Times New Roman"/>
                <a:cs typeface="Times New Roman"/>
              </a:rPr>
              <a:t>Últi</a:t>
            </a:r>
            <a:r>
              <a:rPr dirty="0" sz="1850" spc="25">
                <a:latin typeface="Times New Roman"/>
                <a:cs typeface="Times New Roman"/>
              </a:rPr>
              <a:t>m</a:t>
            </a:r>
            <a:r>
              <a:rPr dirty="0" sz="1850" spc="10">
                <a:latin typeface="Times New Roman"/>
                <a:cs typeface="Times New Roman"/>
              </a:rPr>
              <a:t>o</a:t>
            </a:r>
            <a:r>
              <a:rPr dirty="0" sz="1850" spc="-10">
                <a:latin typeface="Lucida Sans Unicode"/>
                <a:cs typeface="Lucida Sans Unicode"/>
              </a:rPr>
              <a:t>−</a:t>
            </a:r>
            <a:r>
              <a:rPr dirty="0" sz="1850" spc="-70">
                <a:latin typeface="Tahoma"/>
                <a:cs typeface="Tahoma"/>
              </a:rPr>
              <a:t>1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93890" y="3698646"/>
            <a:ext cx="883919" cy="2946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20">
                <a:latin typeface="Times New Roman"/>
                <a:cs typeface="Times New Roman"/>
              </a:rPr>
              <a:t>Ma</a:t>
            </a:r>
            <a:r>
              <a:rPr dirty="0" sz="1850" spc="10">
                <a:latin typeface="Times New Roman"/>
                <a:cs typeface="Times New Roman"/>
              </a:rPr>
              <a:t>x</a:t>
            </a:r>
            <a:r>
              <a:rPr dirty="0" sz="1850" spc="-135">
                <a:latin typeface="Times New Roman"/>
                <a:cs typeface="Times New Roman"/>
              </a:rPr>
              <a:t>T</a:t>
            </a:r>
            <a:r>
              <a:rPr dirty="0" sz="1850" spc="20">
                <a:latin typeface="Times New Roman"/>
                <a:cs typeface="Times New Roman"/>
              </a:rPr>
              <a:t>am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454647" y="1468551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 h="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459042" y="1468488"/>
            <a:ext cx="0" cy="2628900"/>
          </a:xfrm>
          <a:custGeom>
            <a:avLst/>
            <a:gdLst/>
            <a:ahLst/>
            <a:cxnLst/>
            <a:rect l="l" t="t" r="r" b="b"/>
            <a:pathLst>
              <a:path w="0" h="2628900">
                <a:moveTo>
                  <a:pt x="0" y="262832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213672" y="1468488"/>
            <a:ext cx="0" cy="2628900"/>
          </a:xfrm>
          <a:custGeom>
            <a:avLst/>
            <a:gdLst/>
            <a:ahLst/>
            <a:cxnLst/>
            <a:rect l="l" t="t" r="r" b="b"/>
            <a:pathLst>
              <a:path w="0" h="2628900">
                <a:moveTo>
                  <a:pt x="0" y="262832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454647" y="4096753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 h="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221295" y="4318645"/>
            <a:ext cx="8414385" cy="16852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42037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cio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ix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zi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893119" y="1778590"/>
          <a:ext cx="1266190" cy="2257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2943"/>
              </a:tblGrid>
              <a:tr h="315455">
                <a:tc>
                  <a:txBody>
                    <a:bodyPr/>
                    <a:lstStyle/>
                    <a:p>
                      <a:pPr algn="ctr" marR="3175">
                        <a:lnSpc>
                          <a:spcPts val="1860"/>
                        </a:lnSpc>
                      </a:pPr>
                      <a:r>
                        <a:rPr dirty="0" sz="1850">
                          <a:latin typeface="Verdana"/>
                          <a:cs typeface="Verdana"/>
                        </a:rPr>
                        <a:t>x</a:t>
                      </a:r>
                      <a:r>
                        <a:rPr dirty="0" baseline="-12345" sz="2025">
                          <a:latin typeface="Tahoma"/>
                          <a:cs typeface="Tahoma"/>
                        </a:rPr>
                        <a:t>1</a:t>
                      </a:r>
                      <a:endParaRPr baseline="-12345" sz="2025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algn="ctr" marR="3175">
                        <a:lnSpc>
                          <a:spcPts val="1825"/>
                        </a:lnSpc>
                      </a:pPr>
                      <a:r>
                        <a:rPr dirty="0" sz="1850">
                          <a:latin typeface="Verdana"/>
                          <a:cs typeface="Verdana"/>
                        </a:rPr>
                        <a:t>x</a:t>
                      </a:r>
                      <a:r>
                        <a:rPr dirty="0" baseline="-12345" sz="2025">
                          <a:latin typeface="Tahoma"/>
                          <a:cs typeface="Tahoma"/>
                        </a:rPr>
                        <a:t>2</a:t>
                      </a:r>
                      <a:endParaRPr baseline="-12345" sz="2025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dirty="0" sz="1850" spc="-475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baseline="-21021" sz="2775" spc="-712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baseline="-42042" sz="2775">
                          <a:latin typeface="Times New Roman"/>
                          <a:cs typeface="Times New Roman"/>
                        </a:rPr>
                        <a:t>.</a:t>
                      </a:r>
                      <a:endParaRPr baseline="-42042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algn="ctr" marR="3175">
                        <a:lnSpc>
                          <a:spcPts val="1825"/>
                        </a:lnSpc>
                      </a:pPr>
                      <a:r>
                        <a:rPr dirty="0" sz="1850">
                          <a:latin typeface="Verdana"/>
                          <a:cs typeface="Verdana"/>
                        </a:rPr>
                        <a:t>x</a:t>
                      </a:r>
                      <a:r>
                        <a:rPr dirty="0" baseline="-12345" sz="2025" i="1">
                          <a:latin typeface="Verdana"/>
                          <a:cs typeface="Verdana"/>
                        </a:rPr>
                        <a:t>n</a:t>
                      </a:r>
                      <a:endParaRPr baseline="-12345" sz="2025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dirty="0" sz="1850" spc="-475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baseline="-21021" sz="2775" spc="-712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baseline="-42042" sz="2775">
                          <a:latin typeface="Times New Roman"/>
                          <a:cs typeface="Times New Roman"/>
                        </a:rPr>
                        <a:t>.</a:t>
                      </a:r>
                      <a:endParaRPr baseline="-42042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5480">
                <a:tc>
                  <a:txBody>
                    <a:bodyPr/>
                    <a:lstStyle/>
                    <a:p>
                      <a:pPr/>
                      <a:endParaRPr baseline="-42042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5151755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njo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04125" y="1770710"/>
            <a:ext cx="2802255" cy="6153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-50" b="1">
                <a:latin typeface="Arial"/>
                <a:cs typeface="Arial"/>
              </a:rPr>
              <a:t>#</a:t>
            </a:r>
            <a:r>
              <a:rPr dirty="0" sz="1700" spc="5" b="1">
                <a:latin typeface="Arial"/>
                <a:cs typeface="Arial"/>
              </a:rPr>
              <a:t>defin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0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INICI</a:t>
            </a:r>
            <a:r>
              <a:rPr dirty="0" sz="1700" spc="-20">
                <a:latin typeface="Arial"/>
                <a:cs typeface="Arial"/>
              </a:rPr>
              <a:t>O</a:t>
            </a:r>
            <a:r>
              <a:rPr dirty="0" sz="1700" spc="15">
                <a:latin typeface="Arial"/>
                <a:cs typeface="Arial"/>
              </a:rPr>
              <a:t>ARRAN</a:t>
            </a:r>
            <a:r>
              <a:rPr dirty="0" sz="1700" spc="5">
                <a:latin typeface="Arial"/>
                <a:cs typeface="Arial"/>
              </a:rPr>
              <a:t>J</a:t>
            </a:r>
            <a:r>
              <a:rPr dirty="0" sz="1700" spc="15">
                <a:latin typeface="Arial"/>
                <a:cs typeface="Arial"/>
              </a:rPr>
              <a:t>O</a:t>
            </a:r>
            <a:r>
              <a:rPr dirty="0" sz="1700" spc="17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1700" spc="-50" b="1">
                <a:latin typeface="Arial"/>
                <a:cs typeface="Arial"/>
              </a:rPr>
              <a:t>#</a:t>
            </a:r>
            <a:r>
              <a:rPr dirty="0" sz="1700" spc="5" b="1">
                <a:latin typeface="Arial"/>
                <a:cs typeface="Arial"/>
              </a:rPr>
              <a:t>defin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05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AX</a:t>
            </a:r>
            <a:r>
              <a:rPr dirty="0" sz="1700" spc="-200">
                <a:latin typeface="Arial"/>
                <a:cs typeface="Arial"/>
              </a:rPr>
              <a:t>T</a:t>
            </a:r>
            <a:r>
              <a:rPr dirty="0" sz="1700" spc="15">
                <a:latin typeface="Arial"/>
                <a:cs typeface="Arial"/>
              </a:rPr>
              <a:t>AM</a:t>
            </a:r>
            <a:r>
              <a:rPr dirty="0" sz="1700" spc="-2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100</a:t>
            </a:r>
            <a:r>
              <a:rPr dirty="0" sz="1700" spc="10">
                <a:latin typeface="Arial"/>
                <a:cs typeface="Arial"/>
              </a:rPr>
              <a:t>0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7897" y="2719682"/>
            <a:ext cx="3656965" cy="34613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870585">
              <a:lnSpc>
                <a:spcPct val="133200"/>
              </a:lnSpc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5" b="1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160">
                <a:latin typeface="Arial"/>
                <a:cs typeface="Arial"/>
              </a:rPr>
              <a:t>r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5" b="1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70" b="1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1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0979">
              <a:lnSpc>
                <a:spcPct val="100000"/>
              </a:lnSpc>
              <a:spcBef>
                <a:spcPts val="675"/>
              </a:spcBef>
            </a:pP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6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675"/>
              </a:spcBef>
            </a:pP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495">
                <a:latin typeface="Lucida Sans Unicode"/>
                <a:cs typeface="Lucida Sans Unicode"/>
              </a:rPr>
              <a:t>∗</a:t>
            </a:r>
            <a:r>
              <a:rPr dirty="0" sz="1700" spc="-200">
                <a:latin typeface="Lucida Sans Unicode"/>
                <a:cs typeface="Lucida Sans Unicode"/>
              </a:rPr>
              <a:t> </a:t>
            </a:r>
            <a:r>
              <a:rPr dirty="0" sz="1700" spc="-185">
                <a:latin typeface="Lucida Sans Unicode"/>
                <a:cs typeface="Lucida Sans Unicode"/>
              </a:rPr>
              <a:t>−−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-190">
                <a:latin typeface="Lucida Sans Unicode"/>
                <a:cs typeface="Lucida Sans Unicode"/>
              </a:rPr>
              <a:t> </a:t>
            </a:r>
            <a:r>
              <a:rPr dirty="0" sz="1700" spc="50" i="1">
                <a:latin typeface="Arial"/>
                <a:cs typeface="Arial"/>
              </a:rPr>
              <a:t>ou</a:t>
            </a:r>
            <a:r>
              <a:rPr dirty="0" sz="1700" spc="40" i="1">
                <a:latin typeface="Arial"/>
                <a:cs typeface="Arial"/>
              </a:rPr>
              <a:t>tr</a:t>
            </a:r>
            <a:r>
              <a:rPr dirty="0" sz="1700" spc="50" i="1">
                <a:latin typeface="Arial"/>
                <a:cs typeface="Arial"/>
              </a:rPr>
              <a:t>o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55" i="1">
                <a:latin typeface="Arial"/>
                <a:cs typeface="Arial"/>
              </a:rPr>
              <a:t> </a:t>
            </a:r>
            <a:r>
              <a:rPr dirty="0" sz="1700" spc="-80" i="1">
                <a:latin typeface="Arial"/>
                <a:cs typeface="Arial"/>
              </a:rPr>
              <a:t>componente</a:t>
            </a:r>
            <a:r>
              <a:rPr dirty="0" sz="1700" spc="145" i="1">
                <a:latin typeface="Arial"/>
                <a:cs typeface="Arial"/>
              </a:rPr>
              <a:t>s</a:t>
            </a:r>
            <a:r>
              <a:rPr dirty="0" sz="1700" spc="-185">
                <a:latin typeface="Lucida Sans Unicode"/>
                <a:cs typeface="Lucida Sans Unicode"/>
              </a:rPr>
              <a:t>−−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-110">
                <a:latin typeface="Lucida Sans Unicode"/>
                <a:cs typeface="Lucida Sans Unicode"/>
              </a:rPr>
              <a:t> </a:t>
            </a:r>
            <a:r>
              <a:rPr dirty="0" sz="1700" spc="-380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20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7329" marR="120014" indent="3175">
              <a:lnSpc>
                <a:spcPts val="2720"/>
              </a:lnSpc>
              <a:spcBef>
                <a:spcPts val="200"/>
              </a:spcBef>
            </a:pP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20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AX</a:t>
            </a:r>
            <a:r>
              <a:rPr dirty="0" sz="1700" spc="-200">
                <a:latin typeface="Arial"/>
                <a:cs typeface="Arial"/>
              </a:rPr>
              <a:t>T</a:t>
            </a:r>
            <a:r>
              <a:rPr dirty="0" sz="1700" spc="15">
                <a:latin typeface="Arial"/>
                <a:cs typeface="Arial"/>
              </a:rPr>
              <a:t>AM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Primeir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Ultim</a:t>
            </a:r>
            <a:r>
              <a:rPr dirty="0" sz="1700" spc="22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 </a:t>
            </a:r>
            <a:r>
              <a:rPr dirty="0" sz="1700" spc="65">
                <a:latin typeface="Arial"/>
                <a:cs typeface="Arial"/>
              </a:rPr>
              <a:t>TipoList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78512" y="1625165"/>
            <a:ext cx="4170679" cy="4829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7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3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rr</a:t>
            </a:r>
            <a:r>
              <a:rPr dirty="0" sz="2050" spc="-4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y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spc="-23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3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3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fici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algn="just" marL="274955" marR="5080" indent="-262255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7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7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Ú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7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7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7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7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7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7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7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imo</a:t>
            </a:r>
            <a:r>
              <a:rPr dirty="0" sz="2050" spc="7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algn="just" marL="274955" marR="5080" indent="-262255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-6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simo</a:t>
            </a:r>
            <a:r>
              <a:rPr dirty="0" sz="2050" spc="-6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6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6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6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 spc="-6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sima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-40" b="1">
                <a:latin typeface="Arial"/>
                <a:cs typeface="Arial"/>
              </a:rPr>
              <a:t>r</a:t>
            </a:r>
            <a:r>
              <a:rPr dirty="0" sz="2050" spc="5" b="1">
                <a:latin typeface="Arial"/>
                <a:cs typeface="Arial"/>
              </a:rPr>
              <a:t>-</a:t>
            </a:r>
            <a:r>
              <a:rPr dirty="0" sz="2050" spc="5" b="1">
                <a:latin typeface="Arial"/>
                <a:cs typeface="Arial"/>
              </a:rPr>
              <a:t> r</a:t>
            </a:r>
            <a:r>
              <a:rPr dirty="0" sz="2050" spc="-4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y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125" i="1">
                <a:latin typeface="Verdana"/>
                <a:cs typeface="Verdana"/>
              </a:rPr>
              <a:t>i</a:t>
            </a:r>
            <a:r>
              <a:rPr dirty="0" sz="2050" spc="-150" i="1">
                <a:latin typeface="Verdana"/>
                <a:cs typeface="Verdana"/>
              </a:rPr>
              <a:t> </a:t>
            </a:r>
            <a:r>
              <a:rPr dirty="0" sz="2050" spc="-105" i="1">
                <a:latin typeface="Verdana"/>
                <a:cs typeface="Verdana"/>
              </a:rPr>
              <a:t>&lt;</a:t>
            </a:r>
            <a:r>
              <a:rPr dirty="0" sz="2050" spc="5">
                <a:latin typeface="Arial"/>
                <a:cs typeface="Arial"/>
              </a:rPr>
              <a:t>Ú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algn="just" marL="274955" marR="5080" indent="-262255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8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8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8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8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8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229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ximo</a:t>
            </a:r>
            <a:r>
              <a:rPr dirty="0" sz="2050" spc="229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229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23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7705725" cy="13950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njo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90" b="1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FLVazi</a:t>
            </a:r>
            <a:r>
              <a:rPr dirty="0" sz="1700" spc="9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65">
                <a:latin typeface="Arial"/>
                <a:cs typeface="Arial"/>
              </a:rPr>
              <a:t>TipoList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-495">
                <a:latin typeface="Lucida Sans Unicode"/>
                <a:cs typeface="Lucida Sans Unicode"/>
              </a:rPr>
              <a:t>∗</a:t>
            </a:r>
            <a:r>
              <a:rPr dirty="0" sz="1700" spc="-325">
                <a:latin typeface="Lucida Sans Unicode"/>
                <a:cs typeface="Lucida Sans Unicode"/>
              </a:rPr>
              <a:t> </a:t>
            </a:r>
            <a:r>
              <a:rPr dirty="0" sz="1700" spc="100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  <a:tabLst>
                <a:tab pos="409257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20">
                <a:latin typeface="Arial"/>
                <a:cs typeface="Arial"/>
              </a:rPr>
              <a:t>&gt;</a:t>
            </a:r>
            <a:r>
              <a:rPr dirty="0" sz="1700" spc="40">
                <a:latin typeface="Arial"/>
                <a:cs typeface="Arial"/>
              </a:rPr>
              <a:t>Primeir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INICI</a:t>
            </a:r>
            <a:r>
              <a:rPr dirty="0" sz="1700" spc="-20">
                <a:latin typeface="Arial"/>
                <a:cs typeface="Arial"/>
              </a:rPr>
              <a:t>O</a:t>
            </a:r>
            <a:r>
              <a:rPr dirty="0" sz="1700" spc="15">
                <a:latin typeface="Arial"/>
                <a:cs typeface="Arial"/>
              </a:rPr>
              <a:t>ARRAN</a:t>
            </a:r>
            <a:r>
              <a:rPr dirty="0" sz="1700" spc="5">
                <a:latin typeface="Arial"/>
                <a:cs typeface="Arial"/>
              </a:rPr>
              <a:t>J</a:t>
            </a:r>
            <a:r>
              <a:rPr dirty="0" sz="1700" spc="15">
                <a:latin typeface="Arial"/>
                <a:cs typeface="Arial"/>
              </a:rPr>
              <a:t>O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85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30">
                <a:latin typeface="Arial"/>
                <a:cs typeface="Arial"/>
              </a:rPr>
              <a:t>&gt;</a:t>
            </a:r>
            <a:r>
              <a:rPr dirty="0" sz="1700" spc="30">
                <a:latin typeface="Arial"/>
                <a:cs typeface="Arial"/>
              </a:rPr>
              <a:t>Ultim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20">
                <a:latin typeface="Arial"/>
                <a:cs typeface="Arial"/>
              </a:rPr>
              <a:t>&gt;</a:t>
            </a:r>
            <a:r>
              <a:rPr dirty="0" sz="1700" spc="40">
                <a:latin typeface="Arial"/>
                <a:cs typeface="Arial"/>
              </a:rPr>
              <a:t>Primeir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4940" y="2677452"/>
            <a:ext cx="4703445" cy="6153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5" b="1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Vazi</a:t>
            </a:r>
            <a:r>
              <a:rPr dirty="0" sz="1700" spc="12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65">
                <a:latin typeface="Arial"/>
                <a:cs typeface="Arial"/>
              </a:rPr>
              <a:t>TipoList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675"/>
              </a:spcBef>
              <a:tabLst>
                <a:tab pos="461708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3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254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Primeir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204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Ultim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54229" y="3022409"/>
            <a:ext cx="1174750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495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130">
                <a:latin typeface="Lucida Sans Unicode"/>
                <a:cs typeface="Lucida Sans Unicode"/>
              </a:rPr>
              <a:t> </a:t>
            </a:r>
            <a:r>
              <a:rPr dirty="0" sz="1700" spc="-5" i="1">
                <a:latin typeface="Arial"/>
                <a:cs typeface="Arial"/>
              </a:rPr>
              <a:t>Vazi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5" i="1">
                <a:latin typeface="Arial"/>
                <a:cs typeface="Arial"/>
              </a:rPr>
              <a:t> </a:t>
            </a:r>
            <a:r>
              <a:rPr dirty="0" sz="1700" spc="-380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7211" y="3712438"/>
            <a:ext cx="5149215" cy="23406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2595245" algn="l"/>
              </a:tabLst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00" b="1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I</a:t>
            </a:r>
            <a:r>
              <a:rPr dirty="0" sz="1700" spc="50">
                <a:latin typeface="Arial"/>
                <a:cs typeface="Arial"/>
              </a:rPr>
              <a:t>n</a:t>
            </a:r>
            <a:r>
              <a:rPr dirty="0" sz="1700" spc="45">
                <a:latin typeface="Arial"/>
                <a:cs typeface="Arial"/>
              </a:rPr>
              <a:t>s</a:t>
            </a:r>
            <a:r>
              <a:rPr dirty="0" sz="1700" spc="50">
                <a:latin typeface="Arial"/>
                <a:cs typeface="Arial"/>
              </a:rPr>
              <a:t>e</a:t>
            </a:r>
            <a:r>
              <a:rPr dirty="0" sz="1700" spc="40">
                <a:latin typeface="Arial"/>
                <a:cs typeface="Arial"/>
              </a:rPr>
              <a:t>r</a:t>
            </a:r>
            <a:r>
              <a:rPr dirty="0" sz="1700" spc="175">
                <a:latin typeface="Arial"/>
                <a:cs typeface="Arial"/>
              </a:rPr>
              <a:t>e</a:t>
            </a:r>
            <a:r>
              <a:rPr dirty="0" sz="1700" spc="145">
                <a:latin typeface="Arial"/>
                <a:cs typeface="Arial"/>
              </a:rPr>
              <a:t>(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65">
                <a:latin typeface="Arial"/>
                <a:cs typeface="Arial"/>
              </a:rPr>
              <a:t>TipoList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-495">
                <a:latin typeface="Lucida Sans Unicode"/>
                <a:cs typeface="Lucida Sans Unicode"/>
              </a:rPr>
              <a:t>∗</a:t>
            </a:r>
            <a:r>
              <a:rPr dirty="0" sz="1700" spc="-325">
                <a:latin typeface="Lucida Sans Unicode"/>
                <a:cs typeface="Lucida Sans Unicode"/>
              </a:rPr>
              <a:t> </a:t>
            </a:r>
            <a:r>
              <a:rPr dirty="0" sz="1700" spc="100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67359" marR="1553845" indent="-424180">
              <a:lnSpc>
                <a:spcPts val="2720"/>
              </a:lnSpc>
              <a:spcBef>
                <a:spcPts val="200"/>
              </a:spcBef>
              <a:tabLst>
                <a:tab pos="257810" algn="l"/>
                <a:tab pos="55943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130">
                <a:latin typeface="Arial"/>
                <a:cs typeface="Arial"/>
              </a:rPr>
              <a:t> </a:t>
            </a:r>
            <a:r>
              <a:rPr dirty="0" sz="1700" spc="0">
                <a:latin typeface="Lucida Sans Unicode"/>
                <a:cs typeface="Lucida Sans Unicode"/>
              </a:rPr>
              <a:t>−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 spc="50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Ultim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AX</a:t>
            </a:r>
            <a:r>
              <a:rPr dirty="0" sz="1700" spc="-200">
                <a:latin typeface="Arial"/>
                <a:cs typeface="Arial"/>
              </a:rPr>
              <a:t>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145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est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chei</a:t>
            </a:r>
            <a:r>
              <a:rPr dirty="0" sz="1700" spc="200">
                <a:latin typeface="Arial"/>
                <a:cs typeface="Arial"/>
              </a:rPr>
              <a:t>a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470"/>
              </a:spcBef>
              <a:tabLst>
                <a:tab pos="993140" algn="l"/>
              </a:tabLst>
            </a:pPr>
            <a:r>
              <a:rPr dirty="0" sz="1700" spc="15" b="1">
                <a:latin typeface="Arial"/>
                <a:cs typeface="Arial"/>
              </a:rPr>
              <a:t>e</a:t>
            </a:r>
            <a:r>
              <a:rPr dirty="0" sz="1700" spc="5" b="1">
                <a:latin typeface="Arial"/>
                <a:cs typeface="Arial"/>
              </a:rPr>
              <a:t>l</a:t>
            </a:r>
            <a:r>
              <a:rPr dirty="0" sz="1700" spc="15" b="1">
                <a:latin typeface="Arial"/>
                <a:cs typeface="Arial"/>
              </a:rPr>
              <a:t>s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3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0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130">
                <a:latin typeface="Arial"/>
                <a:cs typeface="Arial"/>
              </a:rPr>
              <a:t> </a:t>
            </a:r>
            <a:r>
              <a:rPr dirty="0" sz="1700" spc="0">
                <a:latin typeface="Lucida Sans Unicode"/>
                <a:cs typeface="Lucida Sans Unicode"/>
              </a:rPr>
              <a:t>−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20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130">
                <a:latin typeface="Arial"/>
                <a:cs typeface="Arial"/>
              </a:rPr>
              <a:t> </a:t>
            </a:r>
            <a:r>
              <a:rPr dirty="0" sz="1700" spc="0">
                <a:latin typeface="Lucida Sans Unicode"/>
                <a:cs typeface="Lucida Sans Unicode"/>
              </a:rPr>
              <a:t>−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 spc="50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Ultim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150">
                <a:latin typeface="Lucida Sans Unicode"/>
                <a:cs typeface="Lucida Sans Unicode"/>
              </a:rPr>
              <a:t> </a:t>
            </a:r>
            <a:r>
              <a:rPr dirty="0" sz="1700" spc="114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04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993140">
              <a:lnSpc>
                <a:spcPct val="100000"/>
              </a:lnSpc>
              <a:spcBef>
                <a:spcPts val="675"/>
              </a:spcBef>
            </a:pPr>
            <a:r>
              <a:rPr dirty="0" sz="1700" spc="100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130">
                <a:latin typeface="Arial"/>
                <a:cs typeface="Arial"/>
              </a:rPr>
              <a:t> </a:t>
            </a:r>
            <a:r>
              <a:rPr dirty="0" sz="1700" spc="0">
                <a:latin typeface="Lucida Sans Unicode"/>
                <a:cs typeface="Lucida Sans Unicode"/>
              </a:rPr>
              <a:t>−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 spc="50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Ultim</a:t>
            </a:r>
            <a:r>
              <a:rPr dirty="0" sz="1700" spc="45">
                <a:latin typeface="Arial"/>
                <a:cs typeface="Arial"/>
              </a:rPr>
              <a:t>o</a:t>
            </a:r>
            <a:r>
              <a:rPr dirty="0" sz="1700" spc="1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algn="ctr" marR="3500120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  <a:tabLst>
                <a:tab pos="352425" algn="l"/>
              </a:tabLst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495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80">
                <a:latin typeface="Lucida Sans Unicode"/>
                <a:cs typeface="Lucida Sans Unicode"/>
              </a:rPr>
              <a:t> </a:t>
            </a:r>
            <a:r>
              <a:rPr dirty="0" sz="1700" spc="40" i="1">
                <a:latin typeface="Arial"/>
                <a:cs typeface="Arial"/>
              </a:rPr>
              <a:t>I</a:t>
            </a:r>
            <a:r>
              <a:rPr dirty="0" sz="1700" spc="50" i="1">
                <a:latin typeface="Arial"/>
                <a:cs typeface="Arial"/>
              </a:rPr>
              <a:t>n</a:t>
            </a:r>
            <a:r>
              <a:rPr dirty="0" sz="1700" spc="45" i="1">
                <a:latin typeface="Arial"/>
                <a:cs typeface="Arial"/>
              </a:rPr>
              <a:t>s</a:t>
            </a:r>
            <a:r>
              <a:rPr dirty="0" sz="1700" spc="50" i="1">
                <a:latin typeface="Arial"/>
                <a:cs typeface="Arial"/>
              </a:rPr>
              <a:t>e</a:t>
            </a:r>
            <a:r>
              <a:rPr dirty="0" sz="1700" spc="40" i="1">
                <a:latin typeface="Arial"/>
                <a:cs typeface="Arial"/>
              </a:rPr>
              <a:t>r</a:t>
            </a:r>
            <a:r>
              <a:rPr dirty="0" sz="1700" spc="10" i="1">
                <a:latin typeface="Arial"/>
                <a:cs typeface="Arial"/>
              </a:rPr>
              <a:t>e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50" i="1">
                <a:latin typeface="Arial"/>
                <a:cs typeface="Arial"/>
              </a:rPr>
              <a:t> </a:t>
            </a:r>
            <a:r>
              <a:rPr dirty="0" sz="1700" spc="-380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7102475" cy="6062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njo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131185" algn="l"/>
              </a:tabLst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70" b="1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Retir</a:t>
            </a:r>
            <a:r>
              <a:rPr dirty="0" sz="1700" spc="210">
                <a:latin typeface="Arial"/>
                <a:cs typeface="Arial"/>
              </a:rPr>
              <a:t>a</a:t>
            </a:r>
            <a:r>
              <a:rPr dirty="0" sz="1700" spc="114">
                <a:latin typeface="Arial"/>
                <a:cs typeface="Arial"/>
              </a:rPr>
              <a:t>(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65">
                <a:latin typeface="Arial"/>
                <a:cs typeface="Arial"/>
              </a:rPr>
              <a:t>TipoList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-300">
                <a:latin typeface="Lucida Sans Unicode"/>
                <a:cs typeface="Lucida Sans Unicode"/>
              </a:rPr>
              <a:t>∗</a:t>
            </a:r>
            <a:r>
              <a:rPr dirty="0" sz="1700" spc="85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-375">
                <a:latin typeface="Lucida Sans Unicode"/>
                <a:cs typeface="Lucida Sans Unicode"/>
              </a:rPr>
              <a:t>∗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15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447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10" b="1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Au</a:t>
            </a:r>
            <a:r>
              <a:rPr dirty="0" sz="1700" spc="7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559435" algn="l"/>
                <a:tab pos="2192020" algn="l"/>
                <a:tab pos="2473325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Vazi</a:t>
            </a:r>
            <a:r>
              <a:rPr dirty="0" sz="1700" spc="75">
                <a:latin typeface="Arial"/>
                <a:cs typeface="Arial"/>
              </a:rPr>
              <a:t>a</a:t>
            </a:r>
            <a:r>
              <a:rPr dirty="0" sz="1700" spc="85">
                <a:latin typeface="Arial"/>
                <a:cs typeface="Arial"/>
              </a:rPr>
              <a:t>(</a:t>
            </a:r>
            <a:r>
              <a:rPr dirty="0" sz="1700" spc="-315">
                <a:latin typeface="Lucida Sans Unicode"/>
                <a:cs typeface="Lucida Sans Unicode"/>
              </a:rPr>
              <a:t>∗</a:t>
            </a:r>
            <a:r>
              <a:rPr dirty="0" sz="1700" spc="100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8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|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|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 spc="150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&gt;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130">
                <a:latin typeface="Arial"/>
                <a:cs typeface="Arial"/>
              </a:rPr>
              <a:t> </a:t>
            </a:r>
            <a:r>
              <a:rPr dirty="0" sz="1700" spc="0">
                <a:latin typeface="Lucida Sans Unicode"/>
                <a:cs typeface="Lucida Sans Unicode"/>
              </a:rPr>
              <a:t>−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 spc="50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Ultim</a:t>
            </a:r>
            <a:r>
              <a:rPr dirty="0" sz="1700" spc="17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467359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"</a:t>
            </a:r>
            <a:r>
              <a:rPr dirty="0" sz="1700" spc="25">
                <a:latin typeface="Arial"/>
                <a:cs typeface="Arial"/>
              </a:rPr>
              <a:t>Err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0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: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Posica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na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exist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algn="ctr" marR="5474970">
              <a:lnSpc>
                <a:spcPct val="100000"/>
              </a:lnSpc>
              <a:spcBef>
                <a:spcPts val="605"/>
              </a:spcBef>
            </a:pP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spc="-28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43204" marR="3769360" indent="-13970">
              <a:lnSpc>
                <a:spcPct val="129700"/>
              </a:lnSpc>
            </a:pPr>
            <a:r>
              <a:rPr dirty="0" sz="1700" spc="-500">
                <a:latin typeface="Lucida Sans Unicode"/>
                <a:cs typeface="Lucida Sans Unicode"/>
              </a:rPr>
              <a:t>∗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130">
                <a:latin typeface="Arial"/>
                <a:cs typeface="Arial"/>
              </a:rPr>
              <a:t> </a:t>
            </a:r>
            <a:r>
              <a:rPr dirty="0" sz="1700" spc="0">
                <a:latin typeface="Lucida Sans Unicode"/>
                <a:cs typeface="Lucida Sans Unicode"/>
              </a:rPr>
              <a:t>−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200">
                <a:latin typeface="Arial"/>
                <a:cs typeface="Arial"/>
              </a:rPr>
              <a:t>m</a:t>
            </a:r>
            <a:r>
              <a:rPr dirty="0" sz="1700" spc="130">
                <a:latin typeface="Arial"/>
                <a:cs typeface="Arial"/>
              </a:rPr>
              <a:t>[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4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155">
                <a:latin typeface="Lucida Sans Unicode"/>
                <a:cs typeface="Lucida Sans Unicode"/>
              </a:rPr>
              <a:t> </a:t>
            </a:r>
            <a:r>
              <a:rPr dirty="0" sz="1700" spc="110">
                <a:latin typeface="Arial"/>
                <a:cs typeface="Arial"/>
              </a:rPr>
              <a:t>1]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130">
                <a:latin typeface="Arial"/>
                <a:cs typeface="Arial"/>
              </a:rPr>
              <a:t> </a:t>
            </a:r>
            <a:r>
              <a:rPr dirty="0" sz="1700" spc="0">
                <a:latin typeface="Lucida Sans Unicode"/>
                <a:cs typeface="Lucida Sans Unicode"/>
              </a:rPr>
              <a:t>−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Ultim</a:t>
            </a:r>
            <a:r>
              <a:rPr dirty="0" sz="1700" spc="-75">
                <a:latin typeface="Arial"/>
                <a:cs typeface="Arial"/>
              </a:rPr>
              <a:t>o</a:t>
            </a:r>
            <a:r>
              <a:rPr dirty="0" sz="1700" spc="-265">
                <a:latin typeface="Lucida Sans Unicode"/>
                <a:cs typeface="Lucida Sans Unicode"/>
              </a:rPr>
              <a:t>−</a:t>
            </a:r>
            <a:r>
              <a:rPr dirty="0" sz="1700" spc="-140">
                <a:latin typeface="Lucida Sans Unicode"/>
                <a:cs typeface="Lucida Sans Unicode"/>
              </a:rPr>
              <a:t>−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57200" marR="1965960" indent="-219710">
              <a:lnSpc>
                <a:spcPct val="129700"/>
              </a:lnSpc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105">
                <a:latin typeface="Arial"/>
                <a:cs typeface="Arial"/>
              </a:rPr>
              <a:t>(</a:t>
            </a:r>
            <a:r>
              <a:rPr dirty="0" sz="1700" spc="-100">
                <a:latin typeface="Arial"/>
                <a:cs typeface="Arial"/>
              </a:rPr>
              <a:t>Au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18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9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Au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130">
                <a:latin typeface="Arial"/>
                <a:cs typeface="Arial"/>
              </a:rPr>
              <a:t> </a:t>
            </a:r>
            <a:r>
              <a:rPr dirty="0" sz="1700" spc="0">
                <a:latin typeface="Lucida Sans Unicode"/>
                <a:cs typeface="Lucida Sans Unicode"/>
              </a:rPr>
              <a:t>−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 spc="50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Ultim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0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Au</a:t>
            </a:r>
            <a:r>
              <a:rPr dirty="0" sz="1700" spc="-114">
                <a:latin typeface="Arial"/>
                <a:cs typeface="Arial"/>
              </a:rPr>
              <a:t>x</a:t>
            </a:r>
            <a:r>
              <a:rPr dirty="0" sz="1700" spc="-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130">
                <a:latin typeface="Arial"/>
                <a:cs typeface="Arial"/>
              </a:rPr>
              <a:t> </a:t>
            </a:r>
            <a:r>
              <a:rPr dirty="0" sz="1700" spc="0">
                <a:latin typeface="Lucida Sans Unicode"/>
                <a:cs typeface="Lucida Sans Unicode"/>
              </a:rPr>
              <a:t>−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200">
                <a:latin typeface="Arial"/>
                <a:cs typeface="Arial"/>
              </a:rPr>
              <a:t>m</a:t>
            </a:r>
            <a:r>
              <a:rPr dirty="0" sz="1700" spc="75">
                <a:latin typeface="Arial"/>
                <a:cs typeface="Arial"/>
              </a:rPr>
              <a:t>[</a:t>
            </a:r>
            <a:r>
              <a:rPr dirty="0" sz="1700" spc="-100">
                <a:latin typeface="Arial"/>
                <a:cs typeface="Arial"/>
              </a:rPr>
              <a:t>Au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210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150">
                <a:latin typeface="Lucida Sans Unicode"/>
                <a:cs typeface="Lucida Sans Unicode"/>
              </a:rPr>
              <a:t> </a:t>
            </a:r>
            <a:r>
              <a:rPr dirty="0" sz="1700" spc="114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130">
                <a:latin typeface="Arial"/>
                <a:cs typeface="Arial"/>
              </a:rPr>
              <a:t> </a:t>
            </a:r>
            <a:r>
              <a:rPr dirty="0" sz="1700" spc="0">
                <a:latin typeface="Lucida Sans Unicode"/>
                <a:cs typeface="Lucida Sans Unicode"/>
              </a:rPr>
              <a:t>−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200">
                <a:latin typeface="Arial"/>
                <a:cs typeface="Arial"/>
              </a:rPr>
              <a:t>m</a:t>
            </a:r>
            <a:r>
              <a:rPr dirty="0" sz="1700" spc="75">
                <a:latin typeface="Arial"/>
                <a:cs typeface="Arial"/>
              </a:rPr>
              <a:t>[</a:t>
            </a:r>
            <a:r>
              <a:rPr dirty="0" sz="1700" spc="-100">
                <a:latin typeface="Arial"/>
                <a:cs typeface="Arial"/>
              </a:rPr>
              <a:t>Au</a:t>
            </a:r>
            <a:r>
              <a:rPr dirty="0" sz="1700" spc="140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352425" algn="l"/>
                <a:tab pos="668020" algn="l"/>
                <a:tab pos="1423670" algn="l"/>
              </a:tabLst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495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	</a:t>
            </a:r>
            <a:r>
              <a:rPr dirty="0" sz="1700" spc="70" i="1">
                <a:latin typeface="Arial"/>
                <a:cs typeface="Arial"/>
              </a:rPr>
              <a:t>Retir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	</a:t>
            </a:r>
            <a:r>
              <a:rPr dirty="0" sz="1700" spc="-380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75" b="1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Imprim</a:t>
            </a:r>
            <a:r>
              <a:rPr dirty="0" sz="1700" spc="10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65">
                <a:latin typeface="Arial"/>
                <a:cs typeface="Arial"/>
              </a:rPr>
              <a:t>TipoList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447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10" b="1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Au</a:t>
            </a:r>
            <a:r>
              <a:rPr dirty="0" sz="1700" spc="7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7359" marR="5080" indent="-229235">
              <a:lnSpc>
                <a:spcPct val="129700"/>
              </a:lnSpc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105">
                <a:latin typeface="Arial"/>
                <a:cs typeface="Arial"/>
              </a:rPr>
              <a:t>(</a:t>
            </a:r>
            <a:r>
              <a:rPr dirty="0" sz="1700" spc="-100">
                <a:latin typeface="Arial"/>
                <a:cs typeface="Arial"/>
              </a:rPr>
              <a:t>Au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18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254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Primeir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155">
                <a:latin typeface="Lucida Sans Unicode"/>
                <a:cs typeface="Lucida Sans Unicode"/>
              </a:rPr>
              <a:t> </a:t>
            </a:r>
            <a:r>
              <a:rPr dirty="0" sz="1700" spc="114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105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Au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185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&lt;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Ultim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190">
                <a:latin typeface="Lucida Sans Unicode"/>
                <a:cs typeface="Lucida Sans Unicode"/>
              </a:rPr>
              <a:t> </a:t>
            </a:r>
            <a:r>
              <a:rPr dirty="0" sz="1700" spc="125">
                <a:latin typeface="Arial"/>
                <a:cs typeface="Arial"/>
              </a:rPr>
              <a:t>2)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145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Au</a:t>
            </a:r>
            <a:r>
              <a:rPr dirty="0" sz="1700" spc="-114">
                <a:latin typeface="Arial"/>
                <a:cs typeface="Arial"/>
              </a:rPr>
              <a:t>x</a:t>
            </a:r>
            <a:r>
              <a:rPr dirty="0" sz="1700" spc="-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"</a:t>
            </a:r>
            <a:r>
              <a:rPr dirty="0" sz="1700" spc="-385">
                <a:latin typeface="Arial"/>
                <a:cs typeface="Arial"/>
              </a:rPr>
              <a:t>%</a:t>
            </a:r>
            <a:r>
              <a:rPr dirty="0" sz="1700" spc="130">
                <a:latin typeface="Arial"/>
                <a:cs typeface="Arial"/>
              </a:rPr>
              <a:t>d\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200">
                <a:latin typeface="Arial"/>
                <a:cs typeface="Arial"/>
              </a:rPr>
              <a:t>m</a:t>
            </a:r>
            <a:r>
              <a:rPr dirty="0" sz="1700" spc="75">
                <a:latin typeface="Arial"/>
                <a:cs typeface="Arial"/>
              </a:rPr>
              <a:t>[</a:t>
            </a:r>
            <a:r>
              <a:rPr dirty="0" sz="1700" spc="-100">
                <a:latin typeface="Arial"/>
                <a:cs typeface="Arial"/>
              </a:rPr>
              <a:t>Au</a:t>
            </a:r>
            <a:r>
              <a:rPr dirty="0" sz="1700" spc="140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9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352425" algn="l"/>
              </a:tabLst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495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155">
                <a:latin typeface="Lucida Sans Unicode"/>
                <a:cs typeface="Lucida Sans Unicode"/>
              </a:rPr>
              <a:t> </a:t>
            </a:r>
            <a:r>
              <a:rPr dirty="0" sz="1700" spc="-30" i="1">
                <a:latin typeface="Arial"/>
                <a:cs typeface="Arial"/>
              </a:rPr>
              <a:t>Imprim</a:t>
            </a:r>
            <a:r>
              <a:rPr dirty="0" sz="1700" spc="10" i="1">
                <a:latin typeface="Arial"/>
                <a:cs typeface="Arial"/>
              </a:rPr>
              <a:t>e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30" i="1">
                <a:latin typeface="Arial"/>
                <a:cs typeface="Arial"/>
              </a:rPr>
              <a:t> </a:t>
            </a:r>
            <a:r>
              <a:rPr dirty="0" sz="1700" spc="-380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06790" cy="4401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njo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-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3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40" b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40" b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4292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13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m: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mia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1" marL="852169" marR="545465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 lvl="1" marL="852169" marR="5080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vis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ximo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98865" cy="34582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032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é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spc="5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b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ç</a:t>
            </a:r>
            <a:r>
              <a:rPr dirty="0" sz="2050" spc="5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lific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43182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 h="0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747740" y="4806835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747740" y="4806835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743039" y="4806835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20726" y="8290"/>
                </a:lnTo>
                <a:lnTo>
                  <a:pt x="20726" y="41465"/>
                </a:lnTo>
                <a:lnTo>
                  <a:pt x="0" y="82943"/>
                </a:lnTo>
                <a:close/>
              </a:path>
              <a:path w="104140" h="83185">
                <a:moveTo>
                  <a:pt x="0" y="0"/>
                </a:moveTo>
                <a:lnTo>
                  <a:pt x="20726" y="41465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743039" y="4806835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0" y="0"/>
                </a:lnTo>
                <a:lnTo>
                  <a:pt x="20726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482598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 h="0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987156" y="4806835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20739" y="8295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40" h="83185">
                <a:moveTo>
                  <a:pt x="0" y="0"/>
                </a:moveTo>
                <a:lnTo>
                  <a:pt x="20739" y="41465"/>
                </a:lnTo>
                <a:lnTo>
                  <a:pt x="20739" y="82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987156" y="4806835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874655" y="4723891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118772" y="4723891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358189" y="4723891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754947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 h="0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259505" y="4806835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259505" y="4806835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999064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 h="0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503623" y="4806835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503623" y="4806835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377008" y="4723889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39" h="248920">
                <a:moveTo>
                  <a:pt x="497646" y="248820"/>
                </a:moveTo>
                <a:lnTo>
                  <a:pt x="497646" y="0"/>
                </a:lnTo>
                <a:lnTo>
                  <a:pt x="0" y="0"/>
                </a:lnTo>
                <a:lnTo>
                  <a:pt x="0" y="248820"/>
                </a:lnTo>
                <a:lnTo>
                  <a:pt x="497646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563620" y="4723891"/>
            <a:ext cx="124460" cy="248920"/>
          </a:xfrm>
          <a:custGeom>
            <a:avLst/>
            <a:gdLst/>
            <a:ahLst/>
            <a:cxnLst/>
            <a:rect l="l" t="t" r="r" b="b"/>
            <a:pathLst>
              <a:path w="124460" h="248920">
                <a:moveTo>
                  <a:pt x="124409" y="0"/>
                </a:move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750246" y="4723891"/>
            <a:ext cx="124460" cy="248920"/>
          </a:xfrm>
          <a:custGeom>
            <a:avLst/>
            <a:gdLst/>
            <a:ahLst/>
            <a:cxnLst/>
            <a:rect l="l" t="t" r="r" b="b"/>
            <a:pathLst>
              <a:path w="124460" h="248920">
                <a:moveTo>
                  <a:pt x="124409" y="0"/>
                </a:move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377006" y="4723891"/>
            <a:ext cx="124460" cy="248920"/>
          </a:xfrm>
          <a:custGeom>
            <a:avLst/>
            <a:gdLst/>
            <a:ahLst/>
            <a:cxnLst/>
            <a:rect l="l" t="t" r="r" b="b"/>
            <a:pathLst>
              <a:path w="124460" h="248920">
                <a:moveTo>
                  <a:pt x="124409" y="0"/>
                </a:move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621121" y="4723889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39" h="248920">
                <a:moveTo>
                  <a:pt x="497652" y="248820"/>
                </a:moveTo>
                <a:lnTo>
                  <a:pt x="497652" y="0"/>
                </a:lnTo>
                <a:lnTo>
                  <a:pt x="0" y="0"/>
                </a:lnTo>
                <a:lnTo>
                  <a:pt x="0" y="248820"/>
                </a:lnTo>
                <a:lnTo>
                  <a:pt x="497652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860542" y="4723889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40" h="248920">
                <a:moveTo>
                  <a:pt x="497646" y="248820"/>
                </a:moveTo>
                <a:lnTo>
                  <a:pt x="497646" y="0"/>
                </a:lnTo>
                <a:lnTo>
                  <a:pt x="0" y="0"/>
                </a:lnTo>
                <a:lnTo>
                  <a:pt x="0" y="248820"/>
                </a:lnTo>
                <a:lnTo>
                  <a:pt x="497646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5976963" y="4645101"/>
            <a:ext cx="931544" cy="2565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918210" algn="l"/>
              </a:tabLst>
            </a:pPr>
            <a:r>
              <a:rPr dirty="0" sz="1600" spc="5">
                <a:latin typeface="Times New Roman"/>
                <a:cs typeface="Times New Roman"/>
              </a:rPr>
              <a:t>...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 spc="5" u="sng">
                <a:latin typeface="Times New Roman"/>
                <a:cs typeface="Times New Roman"/>
              </a:rPr>
              <a:t> </a:t>
            </a:r>
            <a:r>
              <a:rPr dirty="0" sz="1600" u="sng">
                <a:latin typeface="Times New Roman"/>
                <a:cs typeface="Times New Roman"/>
              </a:rPr>
              <a:t>	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06815" y="4707306"/>
            <a:ext cx="440690" cy="2565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600" spc="10">
                <a:latin typeface="Times New Roman"/>
                <a:cs typeface="Times New Roman"/>
              </a:rPr>
              <a:t>Lista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154161" y="4707306"/>
            <a:ext cx="244475" cy="2565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600" spc="10">
                <a:latin typeface="Times New Roman"/>
                <a:cs typeface="Times New Roman"/>
              </a:rPr>
              <a:t>nil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777079" y="4668392"/>
            <a:ext cx="2448560" cy="3136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2251710" algn="l"/>
              </a:tabLst>
            </a:pPr>
            <a:r>
              <a:rPr dirty="0" sz="1950" i="1">
                <a:latin typeface="Times New Roman"/>
                <a:cs typeface="Times New Roman"/>
              </a:rPr>
              <a:t>x</a:t>
            </a:r>
            <a:r>
              <a:rPr dirty="0" baseline="-9661" sz="1725" spc="-7">
                <a:latin typeface="Times New Roman"/>
                <a:cs typeface="Times New Roman"/>
              </a:rPr>
              <a:t>1</a:t>
            </a:r>
            <a:r>
              <a:rPr dirty="0" baseline="-9661" sz="1725" spc="-7">
                <a:latin typeface="Times New Roman"/>
                <a:cs typeface="Times New Roman"/>
              </a:rPr>
              <a:t>	</a:t>
            </a:r>
            <a:r>
              <a:rPr dirty="0" sz="1950" i="1">
                <a:latin typeface="Times New Roman"/>
                <a:cs typeface="Times New Roman"/>
              </a:rPr>
              <a:t>x</a:t>
            </a:r>
            <a:r>
              <a:rPr dirty="0" baseline="-9661" sz="1725" spc="-7">
                <a:latin typeface="Times New Roman"/>
                <a:cs typeface="Times New Roman"/>
              </a:rPr>
              <a:t>n</a:t>
            </a:r>
            <a:endParaRPr baseline="-9661" sz="1725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5973445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07897" y="1770710"/>
            <a:ext cx="4398645" cy="33756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5" b="1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70" b="1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1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0979" marR="2468880" indent="-208915">
              <a:lnSpc>
                <a:spcPts val="2720"/>
              </a:lnSpc>
              <a:spcBef>
                <a:spcPts val="200"/>
              </a:spcBef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 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6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470"/>
              </a:spcBef>
            </a:pP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495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80">
                <a:latin typeface="Lucida Sans Unicode"/>
                <a:cs typeface="Lucida Sans Unicode"/>
              </a:rPr>
              <a:t> </a:t>
            </a:r>
            <a:r>
              <a:rPr dirty="0" sz="1700" spc="50" i="1">
                <a:latin typeface="Arial"/>
                <a:cs typeface="Arial"/>
              </a:rPr>
              <a:t>ou</a:t>
            </a:r>
            <a:r>
              <a:rPr dirty="0" sz="1700" spc="40" i="1">
                <a:latin typeface="Arial"/>
                <a:cs typeface="Arial"/>
              </a:rPr>
              <a:t>tr</a:t>
            </a:r>
            <a:r>
              <a:rPr dirty="0" sz="1700" spc="50" i="1">
                <a:latin typeface="Arial"/>
                <a:cs typeface="Arial"/>
              </a:rPr>
              <a:t>o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55" i="1">
                <a:latin typeface="Arial"/>
                <a:cs typeface="Arial"/>
              </a:rPr>
              <a:t> </a:t>
            </a:r>
            <a:r>
              <a:rPr dirty="0" sz="1700" spc="-80" i="1">
                <a:latin typeface="Arial"/>
                <a:cs typeface="Arial"/>
              </a:rPr>
              <a:t>componente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75" i="1">
                <a:latin typeface="Arial"/>
                <a:cs typeface="Arial"/>
              </a:rPr>
              <a:t> </a:t>
            </a:r>
            <a:r>
              <a:rPr dirty="0" sz="1700" spc="-380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20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45" b="1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TipoCelul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-405">
                <a:latin typeface="Lucida Sans Unicode"/>
                <a:cs typeface="Lucida Sans Unicode"/>
              </a:rPr>
              <a:t>∗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160">
                <a:latin typeface="Arial"/>
                <a:cs typeface="Arial"/>
              </a:rPr>
              <a:t>r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508125" indent="-215265">
              <a:lnSpc>
                <a:spcPts val="2720"/>
              </a:lnSpc>
              <a:spcBef>
                <a:spcPts val="200"/>
              </a:spcBef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45" b="1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TipoCelul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20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-25">
                <a:latin typeface="Arial"/>
                <a:cs typeface="Arial"/>
              </a:rPr>
              <a:t>Pro</a:t>
            </a:r>
            <a:r>
              <a:rPr dirty="0" sz="1700" spc="160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TipoCelul</a:t>
            </a:r>
            <a:r>
              <a:rPr dirty="0" sz="1700" spc="20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7910" y="5565813"/>
            <a:ext cx="3541395" cy="96011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7329">
              <a:lnSpc>
                <a:spcPct val="100000"/>
              </a:lnSpc>
              <a:spcBef>
                <a:spcPts val="675"/>
              </a:spcBef>
            </a:pP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Primeir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Ultim</a:t>
            </a:r>
            <a:r>
              <a:rPr dirty="0" sz="1700" spc="22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 </a:t>
            </a:r>
            <a:r>
              <a:rPr dirty="0" sz="1700" spc="65">
                <a:latin typeface="Arial"/>
                <a:cs typeface="Arial"/>
              </a:rPr>
              <a:t>TipoList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02884" y="1720659"/>
            <a:ext cx="4046220" cy="3161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algn="just" marL="274955" marR="5080" indent="-262255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1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 spc="1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1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1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1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17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17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17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17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17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17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 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algn="just" marL="274955" marR="5080" indent="-262255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9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19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19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19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17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17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17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 spc="17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ça</a:t>
            </a:r>
            <a:r>
              <a:rPr dirty="0" sz="2050" spc="5">
                <a:latin typeface="Arial"/>
                <a:cs typeface="Arial"/>
              </a:rPr>
              <a:t> e</a:t>
            </a:r>
            <a:r>
              <a:rPr dirty="0" sz="2050" spc="-13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13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13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13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13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ima</a:t>
            </a:r>
            <a:r>
              <a:rPr dirty="0" sz="2050" spc="-13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 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7179309" cy="5066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20"/>
              </a:spcBef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90" b="1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FLVazi</a:t>
            </a:r>
            <a:r>
              <a:rPr dirty="0" sz="1700" spc="9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65">
                <a:latin typeface="Arial"/>
                <a:cs typeface="Arial"/>
              </a:rPr>
              <a:t>TipoList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-495">
                <a:latin typeface="Lucida Sans Unicode"/>
                <a:cs typeface="Lucida Sans Unicode"/>
              </a:rPr>
              <a:t>∗</a:t>
            </a:r>
            <a:r>
              <a:rPr dirty="0" sz="1700" spc="-325">
                <a:latin typeface="Lucida Sans Unicode"/>
                <a:cs typeface="Lucida Sans Unicode"/>
              </a:rPr>
              <a:t> </a:t>
            </a:r>
            <a:r>
              <a:rPr dirty="0" sz="1700" spc="100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1300" marR="190500" indent="-198120">
              <a:lnSpc>
                <a:spcPts val="2720"/>
              </a:lnSpc>
              <a:spcBef>
                <a:spcPts val="200"/>
              </a:spcBef>
              <a:tabLst>
                <a:tab pos="3776979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20">
                <a:latin typeface="Arial"/>
                <a:cs typeface="Arial"/>
              </a:rPr>
              <a:t>&gt;</a:t>
            </a:r>
            <a:r>
              <a:rPr dirty="0" sz="1700" spc="40">
                <a:latin typeface="Arial"/>
                <a:cs typeface="Arial"/>
              </a:rPr>
              <a:t>Primeir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150">
                <a:latin typeface="Arial"/>
                <a:cs typeface="Arial"/>
              </a:rPr>
              <a:t>(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190">
                <a:latin typeface="Arial"/>
                <a:cs typeface="Arial"/>
              </a:rPr>
              <a:t>r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mallo</a:t>
            </a:r>
            <a:r>
              <a:rPr dirty="0" sz="1700" spc="150">
                <a:latin typeface="Arial"/>
                <a:cs typeface="Arial"/>
              </a:rPr>
              <a:t>c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15">
                <a:latin typeface="Arial"/>
                <a:cs typeface="Arial"/>
              </a:rPr>
              <a:t> </a:t>
            </a:r>
            <a:r>
              <a:rPr dirty="0" sz="1700" spc="35" b="1">
                <a:latin typeface="Arial"/>
                <a:cs typeface="Arial"/>
              </a:rPr>
              <a:t>sizeo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spc="-3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TipoCelul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30">
                <a:latin typeface="Arial"/>
                <a:cs typeface="Arial"/>
              </a:rPr>
              <a:t>&gt;</a:t>
            </a:r>
            <a:r>
              <a:rPr dirty="0" sz="1700" spc="30">
                <a:latin typeface="Arial"/>
                <a:cs typeface="Arial"/>
              </a:rPr>
              <a:t>Ultim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20">
                <a:latin typeface="Arial"/>
                <a:cs typeface="Arial"/>
              </a:rPr>
              <a:t>&gt;</a:t>
            </a:r>
            <a:r>
              <a:rPr dirty="0" sz="1700" spc="40">
                <a:latin typeface="Arial"/>
                <a:cs typeface="Arial"/>
              </a:rPr>
              <a:t>Primeir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85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25">
                <a:latin typeface="Arial"/>
                <a:cs typeface="Arial"/>
              </a:rPr>
              <a:t>&gt;</a:t>
            </a:r>
            <a:r>
              <a:rPr dirty="0" sz="1700" spc="35">
                <a:latin typeface="Arial"/>
                <a:cs typeface="Arial"/>
              </a:rPr>
              <a:t>Primeir</a:t>
            </a:r>
            <a:r>
              <a:rPr dirty="0" sz="1700" spc="-90">
                <a:latin typeface="Arial"/>
                <a:cs typeface="Arial"/>
              </a:rPr>
              <a:t>o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90">
                <a:latin typeface="Arial"/>
                <a:cs typeface="Arial"/>
              </a:rPr>
              <a:t>&gt;</a:t>
            </a:r>
            <a:r>
              <a:rPr dirty="0" sz="1700" spc="-25">
                <a:latin typeface="Arial"/>
                <a:cs typeface="Arial"/>
              </a:rPr>
              <a:t>Pro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NUL</a:t>
            </a:r>
            <a:r>
              <a:rPr dirty="0" sz="1700" spc="190">
                <a:latin typeface="Arial"/>
                <a:cs typeface="Arial"/>
              </a:rPr>
              <a:t>L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7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1435"/>
              </a:spcBef>
            </a:pP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5" b="1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Vazi</a:t>
            </a:r>
            <a:r>
              <a:rPr dirty="0" sz="1700" spc="12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65">
                <a:latin typeface="Arial"/>
                <a:cs typeface="Arial"/>
              </a:rPr>
              <a:t>TipoList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3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254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Primeir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204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Ultim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2595245" algn="l"/>
              </a:tabLst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00" b="1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I</a:t>
            </a:r>
            <a:r>
              <a:rPr dirty="0" sz="1700" spc="50">
                <a:latin typeface="Arial"/>
                <a:cs typeface="Arial"/>
              </a:rPr>
              <a:t>n</a:t>
            </a:r>
            <a:r>
              <a:rPr dirty="0" sz="1700" spc="45">
                <a:latin typeface="Arial"/>
                <a:cs typeface="Arial"/>
              </a:rPr>
              <a:t>s</a:t>
            </a:r>
            <a:r>
              <a:rPr dirty="0" sz="1700" spc="50">
                <a:latin typeface="Arial"/>
                <a:cs typeface="Arial"/>
              </a:rPr>
              <a:t>e</a:t>
            </a:r>
            <a:r>
              <a:rPr dirty="0" sz="1700" spc="40">
                <a:latin typeface="Arial"/>
                <a:cs typeface="Arial"/>
              </a:rPr>
              <a:t>r</a:t>
            </a:r>
            <a:r>
              <a:rPr dirty="0" sz="1700" spc="175">
                <a:latin typeface="Arial"/>
                <a:cs typeface="Arial"/>
              </a:rPr>
              <a:t>e</a:t>
            </a:r>
            <a:r>
              <a:rPr dirty="0" sz="1700" spc="145">
                <a:latin typeface="Arial"/>
                <a:cs typeface="Arial"/>
              </a:rPr>
              <a:t>(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65">
                <a:latin typeface="Arial"/>
                <a:cs typeface="Arial"/>
              </a:rPr>
              <a:t>TipoList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-495">
                <a:latin typeface="Lucida Sans Unicode"/>
                <a:cs typeface="Lucida Sans Unicode"/>
              </a:rPr>
              <a:t>∗</a:t>
            </a:r>
            <a:r>
              <a:rPr dirty="0" sz="1700" spc="-325">
                <a:latin typeface="Lucida Sans Unicode"/>
                <a:cs typeface="Lucida Sans Unicode"/>
              </a:rPr>
              <a:t> </a:t>
            </a:r>
            <a:r>
              <a:rPr dirty="0" sz="1700" spc="100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1300" marR="5080" indent="-198120">
              <a:lnSpc>
                <a:spcPct val="133200"/>
              </a:lnSpc>
              <a:tabLst>
                <a:tab pos="420497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35">
                <a:latin typeface="Arial"/>
                <a:cs typeface="Arial"/>
              </a:rPr>
              <a:t>&gt;</a:t>
            </a:r>
            <a:r>
              <a:rPr dirty="0" sz="1700" spc="25">
                <a:latin typeface="Arial"/>
                <a:cs typeface="Arial"/>
              </a:rPr>
              <a:t>Ultim</a:t>
            </a:r>
            <a:r>
              <a:rPr dirty="0" sz="1700" spc="-114">
                <a:latin typeface="Arial"/>
                <a:cs typeface="Arial"/>
              </a:rPr>
              <a:t>o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90">
                <a:latin typeface="Arial"/>
                <a:cs typeface="Arial"/>
              </a:rPr>
              <a:t>&gt;</a:t>
            </a:r>
            <a:r>
              <a:rPr dirty="0" sz="1700" spc="-25">
                <a:latin typeface="Arial"/>
                <a:cs typeface="Arial"/>
              </a:rPr>
              <a:t>Pro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150">
                <a:latin typeface="Arial"/>
                <a:cs typeface="Arial"/>
              </a:rPr>
              <a:t>(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190">
                <a:latin typeface="Arial"/>
                <a:cs typeface="Arial"/>
              </a:rPr>
              <a:t>r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mallo</a:t>
            </a:r>
            <a:r>
              <a:rPr dirty="0" sz="1700" spc="150">
                <a:latin typeface="Arial"/>
                <a:cs typeface="Arial"/>
              </a:rPr>
              <a:t>c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15">
                <a:latin typeface="Arial"/>
                <a:cs typeface="Arial"/>
              </a:rPr>
              <a:t> </a:t>
            </a:r>
            <a:r>
              <a:rPr dirty="0" sz="1700" spc="35" b="1">
                <a:latin typeface="Arial"/>
                <a:cs typeface="Arial"/>
              </a:rPr>
              <a:t>sizeo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spc="-3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TipoCelul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30">
                <a:latin typeface="Arial"/>
                <a:cs typeface="Arial"/>
              </a:rPr>
              <a:t>&gt;</a:t>
            </a:r>
            <a:r>
              <a:rPr dirty="0" sz="1700" spc="30">
                <a:latin typeface="Arial"/>
                <a:cs typeface="Arial"/>
              </a:rPr>
              <a:t>Ultim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35">
                <a:latin typeface="Arial"/>
                <a:cs typeface="Arial"/>
              </a:rPr>
              <a:t>&gt;</a:t>
            </a:r>
            <a:r>
              <a:rPr dirty="0" sz="1700" spc="25">
                <a:latin typeface="Arial"/>
                <a:cs typeface="Arial"/>
              </a:rPr>
              <a:t>Ultim</a:t>
            </a:r>
            <a:r>
              <a:rPr dirty="0" sz="1700" spc="-114">
                <a:latin typeface="Arial"/>
                <a:cs typeface="Arial"/>
              </a:rPr>
              <a:t>o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90">
                <a:latin typeface="Arial"/>
                <a:cs typeface="Arial"/>
              </a:rPr>
              <a:t>&gt;</a:t>
            </a:r>
            <a:r>
              <a:rPr dirty="0" sz="1700" spc="-25">
                <a:latin typeface="Arial"/>
                <a:cs typeface="Arial"/>
              </a:rPr>
              <a:t>Pro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85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35">
                <a:latin typeface="Arial"/>
                <a:cs typeface="Arial"/>
              </a:rPr>
              <a:t>&gt;</a:t>
            </a:r>
            <a:r>
              <a:rPr dirty="0" sz="1700" spc="25">
                <a:latin typeface="Arial"/>
                <a:cs typeface="Arial"/>
              </a:rPr>
              <a:t>Ultim</a:t>
            </a:r>
            <a:r>
              <a:rPr dirty="0" sz="1700" spc="-114">
                <a:latin typeface="Arial"/>
                <a:cs typeface="Arial"/>
              </a:rPr>
              <a:t>o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50">
                <a:latin typeface="Arial"/>
                <a:cs typeface="Arial"/>
              </a:rPr>
              <a:t>&gt;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35">
                <a:latin typeface="Arial"/>
                <a:cs typeface="Arial"/>
              </a:rPr>
              <a:t>&gt;</a:t>
            </a:r>
            <a:r>
              <a:rPr dirty="0" sz="1700" spc="25">
                <a:latin typeface="Arial"/>
                <a:cs typeface="Arial"/>
              </a:rPr>
              <a:t>Ultim</a:t>
            </a:r>
            <a:r>
              <a:rPr dirty="0" sz="1700" spc="-114">
                <a:latin typeface="Arial"/>
                <a:cs typeface="Arial"/>
              </a:rPr>
              <a:t>o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90">
                <a:latin typeface="Arial"/>
                <a:cs typeface="Arial"/>
              </a:rPr>
              <a:t>&gt;</a:t>
            </a:r>
            <a:r>
              <a:rPr dirty="0" sz="1700" spc="-25">
                <a:latin typeface="Arial"/>
                <a:cs typeface="Arial"/>
              </a:rPr>
              <a:t>Pro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NUL</a:t>
            </a:r>
            <a:r>
              <a:rPr dirty="0" sz="1700" spc="190">
                <a:latin typeface="Arial"/>
                <a:cs typeface="Arial"/>
              </a:rPr>
              <a:t>L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6871334" cy="6273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80"/>
              </a:spcBef>
              <a:tabLst>
                <a:tab pos="3131185" algn="l"/>
              </a:tabLst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70" b="1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Retir</a:t>
            </a:r>
            <a:r>
              <a:rPr dirty="0" sz="1700" spc="210">
                <a:latin typeface="Arial"/>
                <a:cs typeface="Arial"/>
              </a:rPr>
              <a:t>a</a:t>
            </a:r>
            <a:r>
              <a:rPr dirty="0" sz="1700" spc="114">
                <a:latin typeface="Arial"/>
                <a:cs typeface="Arial"/>
              </a:rPr>
              <a:t>(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65">
                <a:latin typeface="Arial"/>
                <a:cs typeface="Arial"/>
              </a:rPr>
              <a:t>TipoList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-300">
                <a:latin typeface="Lucida Sans Unicode"/>
                <a:cs typeface="Lucida Sans Unicode"/>
              </a:rPr>
              <a:t>∗</a:t>
            </a:r>
            <a:r>
              <a:rPr dirty="0" sz="1700" spc="85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-375">
                <a:latin typeface="Lucida Sans Unicode"/>
                <a:cs typeface="Lucida Sans Unicode"/>
              </a:rPr>
              <a:t>∗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15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574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590">
                <a:latin typeface="Lucida Sans Unicode"/>
                <a:cs typeface="Lucida Sans Unicode"/>
              </a:rPr>
              <a:t>∗</a:t>
            </a:r>
            <a:r>
              <a:rPr dirty="0" sz="1700" spc="-225">
                <a:latin typeface="Lucida Sans Unicode"/>
                <a:cs typeface="Lucida Sans Unicode"/>
              </a:rPr>
              <a:t>−</a:t>
            </a:r>
            <a:r>
              <a:rPr dirty="0" sz="1700" spc="0">
                <a:latin typeface="Lucida Sans Unicode"/>
                <a:cs typeface="Lucida Sans Unicode"/>
              </a:rPr>
              <a:t>−</a:t>
            </a:r>
            <a:r>
              <a:rPr dirty="0" sz="1700" spc="15" i="1">
                <a:latin typeface="Arial"/>
                <a:cs typeface="Arial"/>
              </a:rPr>
              <a:t>O</a:t>
            </a:r>
            <a:r>
              <a:rPr dirty="0" sz="1700" spc="145" i="1">
                <a:latin typeface="Arial"/>
                <a:cs typeface="Arial"/>
              </a:rPr>
              <a:t> </a:t>
            </a:r>
            <a:r>
              <a:rPr dirty="0" sz="1700" spc="25" i="1">
                <a:latin typeface="Arial"/>
                <a:cs typeface="Arial"/>
              </a:rPr>
              <a:t>ite</a:t>
            </a:r>
            <a:r>
              <a:rPr dirty="0" sz="1700" spc="15" i="1">
                <a:latin typeface="Arial"/>
                <a:cs typeface="Arial"/>
              </a:rPr>
              <a:t>m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35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25" i="1">
                <a:latin typeface="Arial"/>
                <a:cs typeface="Arial"/>
              </a:rPr>
              <a:t> </a:t>
            </a:r>
            <a:r>
              <a:rPr dirty="0" sz="1700" spc="40" i="1">
                <a:latin typeface="Arial"/>
                <a:cs typeface="Arial"/>
              </a:rPr>
              <a:t>s</a:t>
            </a:r>
            <a:r>
              <a:rPr dirty="0" sz="1700" spc="45" i="1">
                <a:latin typeface="Arial"/>
                <a:cs typeface="Arial"/>
              </a:rPr>
              <a:t>e</a:t>
            </a:r>
            <a:r>
              <a:rPr dirty="0" sz="1700" spc="5" i="1">
                <a:latin typeface="Arial"/>
                <a:cs typeface="Arial"/>
              </a:rPr>
              <a:t>r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30" i="1">
                <a:latin typeface="Arial"/>
                <a:cs typeface="Arial"/>
              </a:rPr>
              <a:t> </a:t>
            </a:r>
            <a:r>
              <a:rPr dirty="0" sz="1700" spc="105" i="1">
                <a:latin typeface="Arial"/>
                <a:cs typeface="Arial"/>
              </a:rPr>
              <a:t>retirad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65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e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220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35" i="1">
                <a:latin typeface="Arial"/>
                <a:cs typeface="Arial"/>
              </a:rPr>
              <a:t> </a:t>
            </a:r>
            <a:r>
              <a:rPr dirty="0" sz="1700" spc="35" i="1">
                <a:latin typeface="Arial"/>
                <a:cs typeface="Arial"/>
              </a:rPr>
              <a:t>seguint</a:t>
            </a:r>
            <a:r>
              <a:rPr dirty="0" sz="1700" spc="10" i="1">
                <a:latin typeface="Arial"/>
                <a:cs typeface="Arial"/>
              </a:rPr>
              <a:t>e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55" i="1">
                <a:latin typeface="Arial"/>
                <a:cs typeface="Arial"/>
              </a:rPr>
              <a:t> </a:t>
            </a:r>
            <a:r>
              <a:rPr dirty="0" sz="1700" spc="-70" i="1">
                <a:latin typeface="Arial"/>
                <a:cs typeface="Arial"/>
              </a:rPr>
              <a:t>a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229" i="1">
                <a:latin typeface="Arial"/>
                <a:cs typeface="Arial"/>
              </a:rPr>
              <a:t> </a:t>
            </a:r>
            <a:r>
              <a:rPr dirty="0" sz="1700" spc="-40" i="1">
                <a:latin typeface="Arial"/>
                <a:cs typeface="Arial"/>
              </a:rPr>
              <a:t>apontad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45" i="1">
                <a:latin typeface="Arial"/>
                <a:cs typeface="Arial"/>
              </a:rPr>
              <a:t> </a:t>
            </a:r>
            <a:r>
              <a:rPr dirty="0" sz="1700" spc="20" i="1">
                <a:latin typeface="Arial"/>
                <a:cs typeface="Arial"/>
              </a:rPr>
              <a:t>po</a:t>
            </a:r>
            <a:r>
              <a:rPr dirty="0" sz="1700" spc="5" i="1">
                <a:latin typeface="Arial"/>
                <a:cs typeface="Arial"/>
              </a:rPr>
              <a:t>r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50" i="1">
                <a:latin typeface="Arial"/>
                <a:cs typeface="Arial"/>
              </a:rPr>
              <a:t> </a:t>
            </a:r>
            <a:r>
              <a:rPr dirty="0" sz="1700" spc="114" i="1">
                <a:latin typeface="Arial"/>
                <a:cs typeface="Arial"/>
              </a:rPr>
              <a:t>p</a:t>
            </a:r>
            <a:r>
              <a:rPr dirty="0" sz="1700" spc="-225">
                <a:latin typeface="Lucida Sans Unicode"/>
                <a:cs typeface="Lucida Sans Unicode"/>
              </a:rPr>
              <a:t>−</a:t>
            </a:r>
            <a:r>
              <a:rPr dirty="0" sz="1700" spc="-5">
                <a:latin typeface="Lucida Sans Unicode"/>
                <a:cs typeface="Lucida Sans Unicode"/>
              </a:rPr>
              <a:t>−</a:t>
            </a:r>
            <a:r>
              <a:rPr dirty="0" sz="1700" spc="-380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227965">
              <a:lnSpc>
                <a:spcPct val="100000"/>
              </a:lnSpc>
              <a:spcBef>
                <a:spcPts val="605"/>
              </a:spcBef>
            </a:pP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559435" algn="l"/>
                <a:tab pos="2192020" algn="l"/>
                <a:tab pos="2473325" algn="l"/>
                <a:tab pos="3712845" algn="l"/>
                <a:tab pos="3998595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Vazi</a:t>
            </a:r>
            <a:r>
              <a:rPr dirty="0" sz="1700" spc="75">
                <a:latin typeface="Arial"/>
                <a:cs typeface="Arial"/>
              </a:rPr>
              <a:t>a</a:t>
            </a:r>
            <a:r>
              <a:rPr dirty="0" sz="1700" spc="85">
                <a:latin typeface="Arial"/>
                <a:cs typeface="Arial"/>
              </a:rPr>
              <a:t>(</a:t>
            </a:r>
            <a:r>
              <a:rPr dirty="0" sz="1700" spc="-315">
                <a:latin typeface="Lucida Sans Unicode"/>
                <a:cs typeface="Lucida Sans Unicode"/>
              </a:rPr>
              <a:t>∗</a:t>
            </a:r>
            <a:r>
              <a:rPr dirty="0" sz="1700" spc="100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8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|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|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 spc="110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NULL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|</a:t>
            </a:r>
            <a:r>
              <a:rPr dirty="0" sz="1700" spc="-17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|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229">
                <a:latin typeface="Arial"/>
                <a:cs typeface="Arial"/>
              </a:rPr>
              <a:t>p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90">
                <a:latin typeface="Arial"/>
                <a:cs typeface="Arial"/>
              </a:rPr>
              <a:t>&gt;</a:t>
            </a:r>
            <a:r>
              <a:rPr dirty="0" sz="1700" spc="-25">
                <a:latin typeface="Arial"/>
                <a:cs typeface="Arial"/>
              </a:rPr>
              <a:t>Pro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135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NUL</a:t>
            </a:r>
            <a:r>
              <a:rPr dirty="0" sz="1700" spc="145">
                <a:latin typeface="Arial"/>
                <a:cs typeface="Arial"/>
              </a:rPr>
              <a:t>L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467359" algn="l"/>
                <a:tab pos="206438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Err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0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: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0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vazi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o</a:t>
            </a:r>
            <a:r>
              <a:rPr dirty="0" sz="1700" spc="10">
                <a:latin typeface="Arial"/>
                <a:cs typeface="Arial"/>
              </a:rPr>
              <a:t>u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posica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na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exist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6405">
              <a:lnSpc>
                <a:spcPct val="100000"/>
              </a:lnSpc>
              <a:spcBef>
                <a:spcPts val="605"/>
              </a:spcBef>
            </a:pP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spc="-28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23520">
              <a:lnSpc>
                <a:spcPct val="100000"/>
              </a:lnSpc>
              <a:spcBef>
                <a:spcPts val="605"/>
              </a:spcBef>
              <a:tabLst>
                <a:tab pos="3654425" algn="l"/>
              </a:tabLst>
            </a:pPr>
            <a:r>
              <a:rPr dirty="0" sz="1700" spc="10">
                <a:latin typeface="Arial"/>
                <a:cs typeface="Arial"/>
              </a:rPr>
              <a:t>q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p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90">
                <a:latin typeface="Arial"/>
                <a:cs typeface="Arial"/>
              </a:rPr>
              <a:t>&gt;</a:t>
            </a:r>
            <a:r>
              <a:rPr dirty="0" sz="1700" spc="-25">
                <a:latin typeface="Arial"/>
                <a:cs typeface="Arial"/>
              </a:rPr>
              <a:t>Pro</a:t>
            </a:r>
            <a:r>
              <a:rPr dirty="0" sz="1700" spc="150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-315">
                <a:latin typeface="Lucida Sans Unicode"/>
                <a:cs typeface="Lucida Sans Unicode"/>
              </a:rPr>
              <a:t>∗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q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50">
                <a:latin typeface="Arial"/>
                <a:cs typeface="Arial"/>
              </a:rPr>
              <a:t>&gt;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229">
                <a:latin typeface="Arial"/>
                <a:cs typeface="Arial"/>
              </a:rPr>
              <a:t>p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90">
                <a:latin typeface="Arial"/>
                <a:cs typeface="Arial"/>
              </a:rPr>
              <a:t>&gt;</a:t>
            </a:r>
            <a:r>
              <a:rPr dirty="0" sz="1700" spc="-25">
                <a:latin typeface="Arial"/>
                <a:cs typeface="Arial"/>
              </a:rPr>
              <a:t>Pro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q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90">
                <a:latin typeface="Arial"/>
                <a:cs typeface="Arial"/>
              </a:rPr>
              <a:t>&gt;</a:t>
            </a:r>
            <a:r>
              <a:rPr dirty="0" sz="1700" spc="-25">
                <a:latin typeface="Arial"/>
                <a:cs typeface="Arial"/>
              </a:rPr>
              <a:t>Pro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3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1300" marR="2346960" indent="15875">
              <a:lnSpc>
                <a:spcPct val="129700"/>
              </a:lnSpc>
              <a:tabLst>
                <a:tab pos="559435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p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90">
                <a:latin typeface="Arial"/>
                <a:cs typeface="Arial"/>
              </a:rPr>
              <a:t>&gt;</a:t>
            </a:r>
            <a:r>
              <a:rPr dirty="0" sz="1700" spc="-25">
                <a:latin typeface="Arial"/>
                <a:cs typeface="Arial"/>
              </a:rPr>
              <a:t>Pro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135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NULL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30">
                <a:latin typeface="Arial"/>
                <a:cs typeface="Arial"/>
              </a:rPr>
              <a:t>&gt;</a:t>
            </a:r>
            <a:r>
              <a:rPr dirty="0" sz="1700" spc="30">
                <a:latin typeface="Arial"/>
                <a:cs typeface="Arial"/>
              </a:rPr>
              <a:t>Ultim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fre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80">
                <a:latin typeface="Arial"/>
                <a:cs typeface="Arial"/>
              </a:rPr>
              <a:t>(</a:t>
            </a:r>
            <a:r>
              <a:rPr dirty="0" sz="1700" spc="165">
                <a:latin typeface="Arial"/>
                <a:cs typeface="Arial"/>
              </a:rPr>
              <a:t>q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75" b="1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Imprim</a:t>
            </a:r>
            <a:r>
              <a:rPr dirty="0" sz="1700" spc="10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65">
                <a:latin typeface="Arial"/>
                <a:cs typeface="Arial"/>
              </a:rPr>
              <a:t>TipoList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Au</a:t>
            </a:r>
            <a:r>
              <a:rPr dirty="0" sz="1700" spc="7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7170">
              <a:lnSpc>
                <a:spcPct val="100000"/>
              </a:lnSpc>
              <a:spcBef>
                <a:spcPts val="605"/>
              </a:spcBef>
            </a:pPr>
            <a:r>
              <a:rPr dirty="0" sz="1700" spc="-100">
                <a:latin typeface="Arial"/>
                <a:cs typeface="Arial"/>
              </a:rPr>
              <a:t>Au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18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Primeir</a:t>
            </a:r>
            <a:r>
              <a:rPr dirty="0" sz="1700" spc="-90">
                <a:latin typeface="Arial"/>
                <a:cs typeface="Arial"/>
              </a:rPr>
              <a:t>o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90">
                <a:latin typeface="Arial"/>
                <a:cs typeface="Arial"/>
              </a:rPr>
              <a:t>&gt;</a:t>
            </a:r>
            <a:r>
              <a:rPr dirty="0" sz="1700" spc="-25">
                <a:latin typeface="Arial"/>
                <a:cs typeface="Arial"/>
              </a:rPr>
              <a:t>Pro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3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605"/>
              </a:spcBef>
            </a:pPr>
            <a:r>
              <a:rPr dirty="0" sz="1700" spc="-5" b="1">
                <a:latin typeface="Arial"/>
                <a:cs typeface="Arial"/>
              </a:rPr>
              <a:t>whil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spc="105">
                <a:latin typeface="Arial"/>
                <a:cs typeface="Arial"/>
              </a:rPr>
              <a:t>(</a:t>
            </a:r>
            <a:r>
              <a:rPr dirty="0" sz="1700" spc="-100">
                <a:latin typeface="Arial"/>
                <a:cs typeface="Arial"/>
              </a:rPr>
              <a:t>Au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4">
                <a:latin typeface="Arial"/>
                <a:cs typeface="Arial"/>
              </a:rPr>
              <a:t> </a:t>
            </a:r>
            <a:r>
              <a:rPr dirty="0" sz="1700" spc="190">
                <a:latin typeface="Arial"/>
                <a:cs typeface="Arial"/>
              </a:rPr>
              <a:t>!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NUL</a:t>
            </a:r>
            <a:r>
              <a:rPr dirty="0" sz="1700" spc="145">
                <a:latin typeface="Arial"/>
                <a:cs typeface="Arial"/>
              </a:rPr>
              <a:t>L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  <a:tabLst>
                <a:tab pos="68135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"</a:t>
            </a:r>
            <a:r>
              <a:rPr dirty="0" sz="1700" spc="-385">
                <a:latin typeface="Arial"/>
                <a:cs typeface="Arial"/>
              </a:rPr>
              <a:t>%</a:t>
            </a:r>
            <a:r>
              <a:rPr dirty="0" sz="1700" spc="130">
                <a:latin typeface="Arial"/>
                <a:cs typeface="Arial"/>
              </a:rPr>
              <a:t>d\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Au</a:t>
            </a:r>
            <a:r>
              <a:rPr dirty="0" sz="1700" spc="-330">
                <a:latin typeface="Arial"/>
                <a:cs typeface="Arial"/>
              </a:rPr>
              <a:t>x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50">
                <a:latin typeface="Arial"/>
                <a:cs typeface="Arial"/>
              </a:rPr>
              <a:t>&gt;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2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Au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18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00"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Au</a:t>
            </a:r>
            <a:r>
              <a:rPr dirty="0" sz="1700" spc="-330">
                <a:latin typeface="Arial"/>
                <a:cs typeface="Arial"/>
              </a:rPr>
              <a:t>x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90">
                <a:latin typeface="Arial"/>
                <a:cs typeface="Arial"/>
              </a:rPr>
              <a:t>&gt;</a:t>
            </a:r>
            <a:r>
              <a:rPr dirty="0" sz="1700" spc="-25">
                <a:latin typeface="Arial"/>
                <a:cs typeface="Arial"/>
              </a:rPr>
              <a:t>Pro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40278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-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3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40" b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40" b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13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1" marL="852169" marR="5080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2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 spc="-2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-2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2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2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2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 spc="-2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2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2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2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2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2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396875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vis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ximo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i="1">
                <a:latin typeface="Times New Roman"/>
                <a:cs typeface="Times New Roman"/>
              </a:rPr>
              <a:t>a</a:t>
            </a:r>
            <a:r>
              <a:rPr dirty="0" sz="2050" i="1">
                <a:latin typeface="Times New Roman"/>
                <a:cs typeface="Times New Roman"/>
              </a:rPr>
              <a:t> </a:t>
            </a:r>
            <a:r>
              <a:rPr dirty="0" sz="2050" spc="5" i="1">
                <a:latin typeface="Times New Roman"/>
                <a:cs typeface="Times New Roman"/>
              </a:rPr>
              <a:t>pr</a:t>
            </a:r>
            <a:r>
              <a:rPr dirty="0" sz="2050" spc="-5" i="1">
                <a:latin typeface="Times New Roman"/>
                <a:cs typeface="Times New Roman"/>
              </a:rPr>
              <a:t>i</a:t>
            </a:r>
            <a:r>
              <a:rPr dirty="0" sz="2050" spc="5" i="1">
                <a:latin typeface="Times New Roman"/>
                <a:cs typeface="Times New Roman"/>
              </a:rPr>
              <a:t>or</a:t>
            </a:r>
            <a:r>
              <a:rPr dirty="0" sz="2050" spc="-5" i="1">
                <a:latin typeface="Times New Roman"/>
                <a:cs typeface="Times New Roman"/>
              </a:rPr>
              <a:t>i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99314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m: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432165" cy="6290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-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10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ul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endParaRPr sz="24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2"/>
              </a:spcBef>
              <a:buFont typeface="Times New Roman"/>
              <a:buChar char="–"/>
            </a:pPr>
            <a:endParaRPr sz="2000">
              <a:latin typeface="Times New Roman"/>
              <a:cs typeface="Times New Roman"/>
            </a:endParaRPr>
          </a:p>
          <a:p>
            <a:pPr marL="468630">
              <a:lnSpc>
                <a:spcPct val="100000"/>
              </a:lnSpc>
              <a:tabLst>
                <a:tab pos="1466215" algn="l"/>
              </a:tabLst>
            </a:pP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: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1..999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87680">
              <a:lnSpc>
                <a:spcPct val="100000"/>
              </a:lnSpc>
              <a:spcBef>
                <a:spcPts val="605"/>
              </a:spcBef>
            </a:pPr>
            <a:r>
              <a:rPr dirty="0" sz="1700" spc="25">
                <a:latin typeface="Arial"/>
                <a:cs typeface="Arial"/>
              </a:rPr>
              <a:t>NotaFina</a:t>
            </a:r>
            <a:r>
              <a:rPr dirty="0" sz="1700" spc="185">
                <a:latin typeface="Arial"/>
                <a:cs typeface="Arial"/>
              </a:rPr>
              <a:t>l</a:t>
            </a:r>
            <a:r>
              <a:rPr dirty="0" sz="1700" spc="5">
                <a:latin typeface="Arial"/>
                <a:cs typeface="Arial"/>
              </a:rPr>
              <a:t>: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3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31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1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6725">
              <a:lnSpc>
                <a:spcPct val="100000"/>
              </a:lnSpc>
              <a:spcBef>
                <a:spcPts val="605"/>
              </a:spcBef>
              <a:tabLst>
                <a:tab pos="1479550" algn="l"/>
                <a:tab pos="1669414" algn="l"/>
              </a:tabLst>
            </a:pPr>
            <a:r>
              <a:rPr dirty="0" sz="1700" spc="-135">
                <a:latin typeface="Arial"/>
                <a:cs typeface="Arial"/>
              </a:rPr>
              <a:t>Opca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: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60">
                <a:latin typeface="Arial"/>
                <a:cs typeface="Arial"/>
              </a:rPr>
              <a:t>a</a:t>
            </a:r>
            <a:r>
              <a:rPr dirty="0" sz="1700" spc="50">
                <a:latin typeface="Arial"/>
                <a:cs typeface="Arial"/>
              </a:rPr>
              <a:t>rr</a:t>
            </a:r>
            <a:r>
              <a:rPr dirty="0" sz="1700" spc="60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y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7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2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2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27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3</a:t>
            </a:r>
            <a:r>
              <a:rPr dirty="0" sz="1700" spc="-2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7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"/>
              </a:spcBef>
            </a:pPr>
            <a:endParaRPr sz="2250">
              <a:latin typeface="Times New Roman"/>
              <a:cs typeface="Times New Roman"/>
            </a:endParaRPr>
          </a:p>
          <a:p>
            <a:pPr marL="484505" marR="160020" indent="-262255">
              <a:lnSpc>
                <a:spcPct val="1163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5941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Em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31250" cy="64592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-110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ul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-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8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í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ve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olu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4701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sma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ssim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indent="-262890">
              <a:lnSpc>
                <a:spcPct val="116300"/>
              </a:lnSpc>
              <a:spcBef>
                <a:spcPts val="540"/>
              </a:spcBef>
              <a:tabLst>
                <a:tab pos="852169" algn="l"/>
              </a:tabLst>
            </a:pPr>
            <a:r>
              <a:rPr dirty="0" sz="2050" spc="5" b="1">
                <a:latin typeface="Times New Roman"/>
                <a:cs typeface="Times New Roman"/>
              </a:rPr>
              <a:t>–</a:t>
            </a:r>
            <a:r>
              <a:rPr dirty="0" sz="2050" spc="5" b="1">
                <a:latin typeface="Times New Roman"/>
                <a:cs typeface="Times New Roman"/>
              </a:rPr>
              <a:t>	</a:t>
            </a: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sma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ix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"/>
              </a:spcBef>
            </a:pPr>
            <a:endParaRPr sz="2500">
              <a:latin typeface="Times New Roman"/>
              <a:cs typeface="Times New Roman"/>
            </a:endParaRPr>
          </a:p>
          <a:p>
            <a:pPr marL="240029">
              <a:lnSpc>
                <a:spcPct val="100000"/>
              </a:lnSpc>
            </a:pP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50" b="1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Not</a:t>
            </a:r>
            <a:r>
              <a:rPr dirty="0" sz="1700" spc="20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5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orden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registro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pel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235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camp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23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NotaFina</a:t>
            </a:r>
            <a:r>
              <a:rPr dirty="0" sz="1700" spc="200">
                <a:latin typeface="Arial"/>
                <a:cs typeface="Arial"/>
              </a:rPr>
              <a:t>l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4315">
              <a:lnSpc>
                <a:spcPct val="100000"/>
              </a:lnSpc>
              <a:spcBef>
                <a:spcPts val="605"/>
              </a:spcBef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15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Not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140">
                <a:latin typeface="Arial"/>
                <a:cs typeface="Arial"/>
              </a:rPr>
              <a:t>10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Not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&gt;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0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180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Not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-120">
                <a:latin typeface="Lucida Sans Unicode"/>
                <a:cs typeface="Lucida Sans Unicode"/>
              </a:rPr>
              <a:t>−</a:t>
            </a:r>
            <a:r>
              <a:rPr dirty="0" sz="1700" spc="-65">
                <a:latin typeface="Lucida Sans Unicode"/>
                <a:cs typeface="Lucida Sans Unicode"/>
              </a:rPr>
              <a:t>−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6799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whil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50" b="1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houve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 </a:t>
            </a:r>
            <a:r>
              <a:rPr dirty="0" sz="1700" spc="114">
                <a:latin typeface="Arial"/>
                <a:cs typeface="Arial"/>
              </a:rPr>
              <a:t>registr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-175">
                <a:latin typeface="Arial"/>
                <a:cs typeface="Arial"/>
              </a:rPr>
              <a:t>c</a:t>
            </a:r>
            <a:r>
              <a:rPr dirty="0" sz="1700" spc="-170">
                <a:latin typeface="Arial"/>
                <a:cs typeface="Arial"/>
              </a:rPr>
              <a:t>o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 spc="-50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mesm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13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no</a:t>
            </a:r>
            <a:r>
              <a:rPr dirty="0" sz="1700" spc="5">
                <a:latin typeface="Arial"/>
                <a:cs typeface="Arial"/>
              </a:rPr>
              <a:t>ta</a:t>
            </a:r>
            <a:endParaRPr sz="1700">
              <a:latin typeface="Arial"/>
              <a:cs typeface="Arial"/>
            </a:endParaRPr>
          </a:p>
          <a:p>
            <a:pPr marL="789305">
              <a:lnSpc>
                <a:spcPct val="100000"/>
              </a:lnSpc>
              <a:spcBef>
                <a:spcPts val="605"/>
              </a:spcBef>
              <a:tabLst>
                <a:tab pos="1003300" algn="l"/>
                <a:tab pos="141541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85">
                <a:latin typeface="Arial"/>
                <a:cs typeface="Arial"/>
              </a:rPr>
              <a:t>exist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vag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65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u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-55">
                <a:latin typeface="Arial"/>
                <a:cs typeface="Arial"/>
              </a:rPr>
              <a:t>do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7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curso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d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op</a:t>
            </a:r>
            <a:r>
              <a:rPr dirty="0" sz="1700" spc="5">
                <a:latin typeface="Arial"/>
                <a:cs typeface="Arial"/>
              </a:rPr>
              <a:t>ç</a:t>
            </a:r>
            <a:r>
              <a:rPr dirty="0" sz="1700" spc="-50">
                <a:latin typeface="Arial"/>
                <a:cs typeface="Arial"/>
              </a:rPr>
              <a:t>ã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170">
                <a:latin typeface="Arial"/>
                <a:cs typeface="Arial"/>
              </a:rPr>
              <a:t> </a:t>
            </a:r>
            <a:r>
              <a:rPr dirty="0" sz="1700" spc="-130" b="1">
                <a:latin typeface="Arial"/>
                <a:cs typeface="Arial"/>
              </a:rPr>
              <a:t>d</a:t>
            </a:r>
            <a:r>
              <a:rPr dirty="0" sz="1700" spc="10" b="1">
                <a:latin typeface="Arial"/>
                <a:cs typeface="Arial"/>
              </a:rPr>
              <a:t>o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29" b="1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candidat</a:t>
            </a:r>
            <a:r>
              <a:rPr dirty="0" sz="1700" spc="10">
                <a:latin typeface="Arial"/>
                <a:cs typeface="Arial"/>
              </a:rPr>
              <a:t>o</a:t>
            </a:r>
            <a:endParaRPr sz="1700">
              <a:latin typeface="Arial"/>
              <a:cs typeface="Arial"/>
            </a:endParaRPr>
          </a:p>
          <a:p>
            <a:pPr marL="993775">
              <a:lnSpc>
                <a:spcPct val="100000"/>
              </a:lnSpc>
              <a:spcBef>
                <a:spcPts val="605"/>
              </a:spcBef>
              <a:tabLst>
                <a:tab pos="184785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-285">
                <a:latin typeface="Arial"/>
                <a:cs typeface="Arial"/>
              </a:rPr>
              <a:t> </a:t>
            </a:r>
            <a:r>
              <a:rPr dirty="0" sz="1700" spc="55">
                <a:latin typeface="Arial"/>
                <a:cs typeface="Arial"/>
              </a:rPr>
              <a:t>inser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14">
                <a:latin typeface="Arial"/>
                <a:cs typeface="Arial"/>
              </a:rPr>
              <a:t>registr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n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conjunt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d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apro</a:t>
            </a:r>
            <a:r>
              <a:rPr dirty="0" sz="1700" spc="-40">
                <a:latin typeface="Arial"/>
                <a:cs typeface="Arial"/>
              </a:rPr>
              <a:t>v</a:t>
            </a:r>
            <a:r>
              <a:rPr dirty="0" sz="1700" spc="-35">
                <a:latin typeface="Arial"/>
                <a:cs typeface="Arial"/>
              </a:rPr>
              <a:t>ado</a:t>
            </a:r>
            <a:r>
              <a:rPr dirty="0" sz="1700" spc="100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977265">
              <a:lnSpc>
                <a:spcPct val="100000"/>
              </a:lnSpc>
              <a:spcBef>
                <a:spcPts val="605"/>
              </a:spcBef>
              <a:tabLst>
                <a:tab pos="2276475" algn="l"/>
              </a:tabLst>
            </a:pPr>
            <a:r>
              <a:rPr dirty="0" sz="1700" spc="15" b="1">
                <a:latin typeface="Arial"/>
                <a:cs typeface="Arial"/>
              </a:rPr>
              <a:t>e</a:t>
            </a:r>
            <a:r>
              <a:rPr dirty="0" sz="1700" spc="5" b="1">
                <a:latin typeface="Arial"/>
                <a:cs typeface="Arial"/>
              </a:rPr>
              <a:t>l</a:t>
            </a:r>
            <a:r>
              <a:rPr dirty="0" sz="1700" spc="15" b="1">
                <a:latin typeface="Arial"/>
                <a:cs typeface="Arial"/>
              </a:rPr>
              <a:t>s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45" b="1">
                <a:latin typeface="Arial"/>
                <a:cs typeface="Arial"/>
              </a:rPr>
              <a:t> </a:t>
            </a:r>
            <a:r>
              <a:rPr dirty="0" sz="1700" spc="55">
                <a:latin typeface="Arial"/>
                <a:cs typeface="Arial"/>
              </a:rPr>
              <a:t>inser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14">
                <a:latin typeface="Arial"/>
                <a:cs typeface="Arial"/>
              </a:rPr>
              <a:t>registr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n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conjunt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d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reprovado</a:t>
            </a:r>
            <a:r>
              <a:rPr dirty="0" sz="1700" spc="17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77978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57834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23520">
              <a:lnSpc>
                <a:spcPct val="100000"/>
              </a:lnSpc>
              <a:spcBef>
                <a:spcPts val="605"/>
              </a:spcBef>
            </a:pPr>
            <a:r>
              <a:rPr dirty="0" sz="1700" spc="-20">
                <a:latin typeface="Arial"/>
                <a:cs typeface="Arial"/>
              </a:rPr>
              <a:t>imprim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apro</a:t>
            </a:r>
            <a:r>
              <a:rPr dirty="0" sz="1700" spc="-40">
                <a:latin typeface="Arial"/>
                <a:cs typeface="Arial"/>
              </a:rPr>
              <a:t>v</a:t>
            </a:r>
            <a:r>
              <a:rPr dirty="0" sz="1700" spc="-35">
                <a:latin typeface="Arial"/>
                <a:cs typeface="Arial"/>
              </a:rPr>
              <a:t>ado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po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curso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imprim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reprovado</a:t>
            </a:r>
            <a:r>
              <a:rPr dirty="0" sz="1700" spc="17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76005" cy="29057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-110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ul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-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ass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ifi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Alunos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36957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87178" y="6453708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 h="0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891737" y="641223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1"/>
                </a:moveTo>
                <a:lnTo>
                  <a:pt x="103670" y="41473"/>
                </a:lnTo>
                <a:lnTo>
                  <a:pt x="20726" y="8291"/>
                </a:lnTo>
                <a:lnTo>
                  <a:pt x="20726" y="41473"/>
                </a:lnTo>
                <a:lnTo>
                  <a:pt x="0" y="82941"/>
                </a:lnTo>
                <a:close/>
              </a:path>
              <a:path w="104139" h="83185">
                <a:moveTo>
                  <a:pt x="0" y="0"/>
                </a:moveTo>
                <a:lnTo>
                  <a:pt x="20726" y="41473"/>
                </a:lnTo>
                <a:lnTo>
                  <a:pt x="20726" y="82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891737" y="641223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1"/>
                </a:moveTo>
                <a:lnTo>
                  <a:pt x="103670" y="41473"/>
                </a:lnTo>
                <a:lnTo>
                  <a:pt x="0" y="0"/>
                </a:lnTo>
                <a:lnTo>
                  <a:pt x="20726" y="41473"/>
                </a:lnTo>
                <a:lnTo>
                  <a:pt x="0" y="8294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262757" y="6329292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31" y="0"/>
                </a:lnTo>
                <a:lnTo>
                  <a:pt x="248831" y="248826"/>
                </a:lnTo>
                <a:lnTo>
                  <a:pt x="0" y="248826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516289" y="6329292"/>
            <a:ext cx="746760" cy="248920"/>
          </a:xfrm>
          <a:custGeom>
            <a:avLst/>
            <a:gdLst/>
            <a:ahLst/>
            <a:cxnLst/>
            <a:rect l="l" t="t" r="r" b="b"/>
            <a:pathLst>
              <a:path w="746760" h="248920">
                <a:moveTo>
                  <a:pt x="746467" y="248826"/>
                </a:moveTo>
                <a:lnTo>
                  <a:pt x="746467" y="0"/>
                </a:lnTo>
                <a:lnTo>
                  <a:pt x="0" y="0"/>
                </a:lnTo>
                <a:lnTo>
                  <a:pt x="0" y="248826"/>
                </a:lnTo>
                <a:lnTo>
                  <a:pt x="746467" y="248826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524328" y="6308566"/>
            <a:ext cx="728345" cy="2565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600" spc="10">
                <a:latin typeface="Times New Roman"/>
                <a:cs typeface="Times New Roman"/>
              </a:rPr>
              <a:t>Registro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880114" y="6453708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 h="0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384672" y="641223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1"/>
                </a:moveTo>
                <a:lnTo>
                  <a:pt x="103682" y="41473"/>
                </a:lnTo>
                <a:lnTo>
                  <a:pt x="20739" y="8295"/>
                </a:lnTo>
                <a:lnTo>
                  <a:pt x="20739" y="41473"/>
                </a:lnTo>
                <a:lnTo>
                  <a:pt x="0" y="82941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73"/>
                </a:lnTo>
                <a:lnTo>
                  <a:pt x="20739" y="82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384672" y="641223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1"/>
                </a:moveTo>
                <a:lnTo>
                  <a:pt x="103682" y="41473"/>
                </a:lnTo>
                <a:lnTo>
                  <a:pt x="0" y="0"/>
                </a:lnTo>
                <a:lnTo>
                  <a:pt x="20739" y="41473"/>
                </a:lnTo>
                <a:lnTo>
                  <a:pt x="0" y="8294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755705" y="6329292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26"/>
                </a:lnTo>
                <a:lnTo>
                  <a:pt x="0" y="248826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009233" y="6329292"/>
            <a:ext cx="746760" cy="248920"/>
          </a:xfrm>
          <a:custGeom>
            <a:avLst/>
            <a:gdLst/>
            <a:ahLst/>
            <a:cxnLst/>
            <a:rect l="l" t="t" r="r" b="b"/>
            <a:pathLst>
              <a:path w="746760" h="248920">
                <a:moveTo>
                  <a:pt x="746471" y="248826"/>
                </a:moveTo>
                <a:lnTo>
                  <a:pt x="746471" y="0"/>
                </a:lnTo>
                <a:lnTo>
                  <a:pt x="0" y="0"/>
                </a:lnTo>
                <a:lnTo>
                  <a:pt x="0" y="248826"/>
                </a:lnTo>
                <a:lnTo>
                  <a:pt x="746471" y="248826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017264" y="6308566"/>
            <a:ext cx="728345" cy="2565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600" spc="10">
                <a:latin typeface="Times New Roman"/>
                <a:cs typeface="Times New Roman"/>
              </a:rPr>
              <a:t>Registro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387178" y="6142672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 h="0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891737" y="6101207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70" y="41465"/>
                </a:lnTo>
                <a:lnTo>
                  <a:pt x="20726" y="8290"/>
                </a:lnTo>
                <a:lnTo>
                  <a:pt x="20726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26" y="41465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891737" y="6101207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70" y="41465"/>
                </a:lnTo>
                <a:lnTo>
                  <a:pt x="0" y="0"/>
                </a:lnTo>
                <a:lnTo>
                  <a:pt x="20726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262757" y="6018263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31" y="0"/>
                </a:lnTo>
                <a:lnTo>
                  <a:pt x="248831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516289" y="6018260"/>
            <a:ext cx="746760" cy="248920"/>
          </a:xfrm>
          <a:custGeom>
            <a:avLst/>
            <a:gdLst/>
            <a:ahLst/>
            <a:cxnLst/>
            <a:rect l="l" t="t" r="r" b="b"/>
            <a:pathLst>
              <a:path w="746760" h="248920">
                <a:moveTo>
                  <a:pt x="746467" y="248820"/>
                </a:moveTo>
                <a:lnTo>
                  <a:pt x="746467" y="0"/>
                </a:lnTo>
                <a:lnTo>
                  <a:pt x="0" y="0"/>
                </a:lnTo>
                <a:lnTo>
                  <a:pt x="0" y="248820"/>
                </a:lnTo>
                <a:lnTo>
                  <a:pt x="746467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524328" y="5997537"/>
            <a:ext cx="728345" cy="2565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600" spc="10">
                <a:latin typeface="Times New Roman"/>
                <a:cs typeface="Times New Roman"/>
              </a:rPr>
              <a:t>Registro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894230" y="6142672"/>
            <a:ext cx="608330" cy="0"/>
          </a:xfrm>
          <a:custGeom>
            <a:avLst/>
            <a:gdLst/>
            <a:ahLst/>
            <a:cxnLst/>
            <a:rect l="l" t="t" r="r" b="b"/>
            <a:pathLst>
              <a:path w="608330" h="0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398788" y="6101207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398788" y="6101207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272171" y="4743743"/>
            <a:ext cx="746760" cy="622300"/>
          </a:xfrm>
          <a:custGeom>
            <a:avLst/>
            <a:gdLst/>
            <a:ahLst/>
            <a:cxnLst/>
            <a:rect l="l" t="t" r="r" b="b"/>
            <a:pathLst>
              <a:path w="746760" h="622300">
                <a:moveTo>
                  <a:pt x="746467" y="622057"/>
                </a:moveTo>
                <a:lnTo>
                  <a:pt x="746467" y="0"/>
                </a:lnTo>
                <a:lnTo>
                  <a:pt x="0" y="0"/>
                </a:lnTo>
                <a:lnTo>
                  <a:pt x="0" y="622057"/>
                </a:lnTo>
                <a:lnTo>
                  <a:pt x="746467" y="622057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442154" y="4948068"/>
            <a:ext cx="274320" cy="21209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065"/>
              </a:lnSpc>
            </a:pPr>
            <a:r>
              <a:rPr dirty="0" sz="1950">
                <a:latin typeface="Times New Roman"/>
                <a:cs typeface="Times New Roman"/>
              </a:rPr>
              <a:t>...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272171" y="4432711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67" y="311030"/>
                </a:moveTo>
                <a:lnTo>
                  <a:pt x="746467" y="0"/>
                </a:lnTo>
                <a:lnTo>
                  <a:pt x="0" y="0"/>
                </a:lnTo>
                <a:lnTo>
                  <a:pt x="0" y="311030"/>
                </a:lnTo>
                <a:lnTo>
                  <a:pt x="746467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259471" y="4105097"/>
            <a:ext cx="855344" cy="2565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600" spc="10">
                <a:latin typeface="Times New Roman"/>
                <a:cs typeface="Times New Roman"/>
              </a:rPr>
              <a:t>NotaFinal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72857" y="4416120"/>
            <a:ext cx="129539" cy="2565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600" spc="15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272171" y="5676821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67" y="311025"/>
                </a:moveTo>
                <a:lnTo>
                  <a:pt x="746467" y="0"/>
                </a:lnTo>
                <a:lnTo>
                  <a:pt x="0" y="0"/>
                </a:lnTo>
                <a:lnTo>
                  <a:pt x="0" y="311025"/>
                </a:lnTo>
                <a:lnTo>
                  <a:pt x="746467" y="311025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272171" y="5365793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67" y="311030"/>
                </a:moveTo>
                <a:lnTo>
                  <a:pt x="746467" y="0"/>
                </a:lnTo>
                <a:lnTo>
                  <a:pt x="0" y="0"/>
                </a:lnTo>
                <a:lnTo>
                  <a:pt x="0" y="311030"/>
                </a:lnTo>
                <a:lnTo>
                  <a:pt x="746467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272171" y="5987851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67" y="311030"/>
                </a:moveTo>
                <a:lnTo>
                  <a:pt x="746467" y="0"/>
                </a:lnTo>
                <a:lnTo>
                  <a:pt x="0" y="0"/>
                </a:lnTo>
                <a:lnTo>
                  <a:pt x="0" y="311030"/>
                </a:lnTo>
                <a:lnTo>
                  <a:pt x="746467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272171" y="6298882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67" y="311030"/>
                </a:moveTo>
                <a:lnTo>
                  <a:pt x="746467" y="0"/>
                </a:lnTo>
                <a:lnTo>
                  <a:pt x="0" y="0"/>
                </a:lnTo>
                <a:lnTo>
                  <a:pt x="0" y="311030"/>
                </a:lnTo>
                <a:lnTo>
                  <a:pt x="746467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894230" y="6453708"/>
            <a:ext cx="608330" cy="0"/>
          </a:xfrm>
          <a:custGeom>
            <a:avLst/>
            <a:gdLst/>
            <a:ahLst/>
            <a:cxnLst/>
            <a:rect l="l" t="t" r="r" b="b"/>
            <a:pathLst>
              <a:path w="608330" h="0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398788" y="641223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1"/>
                </a:moveTo>
                <a:lnTo>
                  <a:pt x="103682" y="41473"/>
                </a:lnTo>
                <a:lnTo>
                  <a:pt x="20739" y="8295"/>
                </a:lnTo>
                <a:lnTo>
                  <a:pt x="20739" y="41473"/>
                </a:lnTo>
                <a:lnTo>
                  <a:pt x="0" y="82941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73"/>
                </a:lnTo>
                <a:lnTo>
                  <a:pt x="20739" y="82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398788" y="641223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1"/>
                </a:moveTo>
                <a:lnTo>
                  <a:pt x="103682" y="41473"/>
                </a:lnTo>
                <a:lnTo>
                  <a:pt x="0" y="0"/>
                </a:lnTo>
                <a:lnTo>
                  <a:pt x="20739" y="41473"/>
                </a:lnTo>
                <a:lnTo>
                  <a:pt x="0" y="8294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894230" y="5831649"/>
            <a:ext cx="608330" cy="0"/>
          </a:xfrm>
          <a:custGeom>
            <a:avLst/>
            <a:gdLst/>
            <a:ahLst/>
            <a:cxnLst/>
            <a:rect l="l" t="t" r="r" b="b"/>
            <a:pathLst>
              <a:path w="608330" h="0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398788" y="5790183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31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398788" y="5790183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3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5551678" y="6312714"/>
            <a:ext cx="244475" cy="2565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600" spc="10">
                <a:latin typeface="Times New Roman"/>
                <a:cs typeface="Times New Roman"/>
              </a:rPr>
              <a:t>nil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058729" y="6001677"/>
            <a:ext cx="244475" cy="2565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600" spc="10">
                <a:latin typeface="Times New Roman"/>
                <a:cs typeface="Times New Roman"/>
              </a:rPr>
              <a:t>nil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565793" y="5615787"/>
            <a:ext cx="212090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950">
                <a:latin typeface="Times New Roman"/>
                <a:cs typeface="Times New Roman"/>
              </a:rPr>
              <a:t>...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010640" y="5411419"/>
            <a:ext cx="233045" cy="1189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74295">
              <a:lnSpc>
                <a:spcPct val="100000"/>
              </a:lnSpc>
            </a:pPr>
            <a:r>
              <a:rPr dirty="0" sz="1600" spc="15">
                <a:latin typeface="Times New Roman"/>
                <a:cs typeface="Times New Roman"/>
              </a:rPr>
              <a:t>7</a:t>
            </a:r>
            <a:endParaRPr sz="1600">
              <a:latin typeface="Times New Roman"/>
              <a:cs typeface="Times New Roman"/>
            </a:endParaRPr>
          </a:p>
          <a:p>
            <a:pPr marL="74295">
              <a:lnSpc>
                <a:spcPct val="100000"/>
              </a:lnSpc>
              <a:spcBef>
                <a:spcPts val="530"/>
              </a:spcBef>
            </a:pPr>
            <a:r>
              <a:rPr dirty="0" sz="1600" spc="15">
                <a:latin typeface="Times New Roman"/>
                <a:cs typeface="Times New Roman"/>
              </a:rPr>
              <a:t>8</a:t>
            </a:r>
            <a:endParaRPr sz="1600">
              <a:latin typeface="Times New Roman"/>
              <a:cs typeface="Times New Roman"/>
            </a:endParaRPr>
          </a:p>
          <a:p>
            <a:pPr marL="74295">
              <a:lnSpc>
                <a:spcPct val="100000"/>
              </a:lnSpc>
              <a:spcBef>
                <a:spcPts val="530"/>
              </a:spcBef>
            </a:pPr>
            <a:r>
              <a:rPr dirty="0" sz="1600" spc="15">
                <a:latin typeface="Times New Roman"/>
                <a:cs typeface="Times New Roman"/>
              </a:rPr>
              <a:t>9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600" spc="15">
                <a:latin typeface="Times New Roman"/>
                <a:cs typeface="Times New Roman"/>
              </a:rPr>
              <a:t>10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334370" y="4141304"/>
            <a:ext cx="5414645" cy="323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2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12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12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-10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12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12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-</a:t>
            </a:r>
            <a:endParaRPr sz="20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596688" y="4453862"/>
            <a:ext cx="5152390" cy="11328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12700" marR="5080">
              <a:lnSpc>
                <a:spcPct val="119700"/>
              </a:lnSpc>
            </a:pPr>
            <a:r>
              <a:rPr dirty="0" sz="2050">
                <a:latin typeface="Arial"/>
                <a:cs typeface="Arial"/>
              </a:rPr>
              <a:t>nado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orde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-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reg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tro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27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27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do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27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27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27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27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orde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and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dat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579249" y="3610343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 h="0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083808" y="3568865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78"/>
                </a:lnTo>
                <a:lnTo>
                  <a:pt x="20739" y="8296"/>
                </a:lnTo>
                <a:lnTo>
                  <a:pt x="20739" y="41478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78"/>
                </a:lnTo>
                <a:lnTo>
                  <a:pt x="20739" y="829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083808" y="3568865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78"/>
                </a:lnTo>
                <a:lnTo>
                  <a:pt x="0" y="0"/>
                </a:lnTo>
                <a:lnTo>
                  <a:pt x="20739" y="41478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454840" y="3485934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708368" y="3485931"/>
            <a:ext cx="746760" cy="248920"/>
          </a:xfrm>
          <a:custGeom>
            <a:avLst/>
            <a:gdLst/>
            <a:ahLst/>
            <a:cxnLst/>
            <a:rect l="l" t="t" r="r" b="b"/>
            <a:pathLst>
              <a:path w="746760" h="248920">
                <a:moveTo>
                  <a:pt x="746471" y="248820"/>
                </a:moveTo>
                <a:lnTo>
                  <a:pt x="746471" y="0"/>
                </a:lnTo>
                <a:lnTo>
                  <a:pt x="0" y="0"/>
                </a:lnTo>
                <a:lnTo>
                  <a:pt x="0" y="248820"/>
                </a:lnTo>
                <a:lnTo>
                  <a:pt x="746471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716398" y="3465195"/>
            <a:ext cx="728345" cy="2565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600" spc="10">
                <a:latin typeface="Times New Roman"/>
                <a:cs typeface="Times New Roman"/>
              </a:rPr>
              <a:t>Registro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086313" y="3610343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 h="0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590872" y="3568865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70" y="41478"/>
                </a:lnTo>
                <a:lnTo>
                  <a:pt x="20726" y="8292"/>
                </a:lnTo>
                <a:lnTo>
                  <a:pt x="20726" y="41478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26" y="41478"/>
                </a:lnTo>
                <a:lnTo>
                  <a:pt x="20726" y="829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590872" y="3568865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70" y="41478"/>
                </a:lnTo>
                <a:lnTo>
                  <a:pt x="0" y="0"/>
                </a:lnTo>
                <a:lnTo>
                  <a:pt x="20726" y="41478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072197" y="3610343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 h="0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576756" y="3568865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78"/>
                </a:lnTo>
                <a:lnTo>
                  <a:pt x="20726" y="8292"/>
                </a:lnTo>
                <a:lnTo>
                  <a:pt x="20726" y="41478"/>
                </a:lnTo>
                <a:lnTo>
                  <a:pt x="0" y="82943"/>
                </a:lnTo>
                <a:close/>
              </a:path>
              <a:path w="104140" h="83185">
                <a:moveTo>
                  <a:pt x="0" y="0"/>
                </a:moveTo>
                <a:lnTo>
                  <a:pt x="20726" y="41478"/>
                </a:lnTo>
                <a:lnTo>
                  <a:pt x="20726" y="829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576756" y="3568865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78"/>
                </a:lnTo>
                <a:lnTo>
                  <a:pt x="0" y="0"/>
                </a:lnTo>
                <a:lnTo>
                  <a:pt x="20726" y="41478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947775" y="3485934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31" y="0"/>
                </a:lnTo>
                <a:lnTo>
                  <a:pt x="248831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201308" y="3485931"/>
            <a:ext cx="746760" cy="248920"/>
          </a:xfrm>
          <a:custGeom>
            <a:avLst/>
            <a:gdLst/>
            <a:ahLst/>
            <a:cxnLst/>
            <a:rect l="l" t="t" r="r" b="b"/>
            <a:pathLst>
              <a:path w="746759" h="248920">
                <a:moveTo>
                  <a:pt x="746467" y="248820"/>
                </a:moveTo>
                <a:lnTo>
                  <a:pt x="746467" y="0"/>
                </a:lnTo>
                <a:lnTo>
                  <a:pt x="0" y="0"/>
                </a:lnTo>
                <a:lnTo>
                  <a:pt x="0" y="248820"/>
                </a:lnTo>
                <a:lnTo>
                  <a:pt x="746467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7734083" y="3383432"/>
            <a:ext cx="212090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950">
                <a:latin typeface="Times New Roman"/>
                <a:cs typeface="Times New Roman"/>
              </a:rPr>
              <a:t>...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09347" y="3465207"/>
            <a:ext cx="728345" cy="528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25"/>
              </a:lnSpc>
            </a:pPr>
            <a:r>
              <a:rPr dirty="0" sz="1600" spc="10">
                <a:latin typeface="Times New Roman"/>
                <a:cs typeface="Times New Roman"/>
              </a:rPr>
              <a:t>Registro</a:t>
            </a:r>
            <a:endParaRPr sz="1600">
              <a:latin typeface="Times New Roman"/>
              <a:cs typeface="Times New Roman"/>
            </a:endParaRPr>
          </a:p>
          <a:p>
            <a:pPr marL="33020">
              <a:lnSpc>
                <a:spcPts val="2245"/>
              </a:lnSpc>
            </a:pPr>
            <a:r>
              <a:rPr dirty="0" sz="1950">
                <a:latin typeface="Times New Roman"/>
                <a:cs typeface="Times New Roman"/>
              </a:rPr>
              <a:t>...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579249" y="3921378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 h="0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083808" y="3879900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78"/>
                </a:lnTo>
                <a:lnTo>
                  <a:pt x="20739" y="8296"/>
                </a:lnTo>
                <a:lnTo>
                  <a:pt x="20739" y="41478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78"/>
                </a:lnTo>
                <a:lnTo>
                  <a:pt x="20739" y="829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083808" y="3879900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78"/>
                </a:lnTo>
                <a:lnTo>
                  <a:pt x="0" y="0"/>
                </a:lnTo>
                <a:lnTo>
                  <a:pt x="20739" y="41478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454840" y="3796956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31"/>
                </a:lnTo>
                <a:lnTo>
                  <a:pt x="0" y="248831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708368" y="3796962"/>
            <a:ext cx="746760" cy="248920"/>
          </a:xfrm>
          <a:custGeom>
            <a:avLst/>
            <a:gdLst/>
            <a:ahLst/>
            <a:cxnLst/>
            <a:rect l="l" t="t" r="r" b="b"/>
            <a:pathLst>
              <a:path w="746760" h="248920">
                <a:moveTo>
                  <a:pt x="746471" y="248826"/>
                </a:moveTo>
                <a:lnTo>
                  <a:pt x="746471" y="0"/>
                </a:lnTo>
                <a:lnTo>
                  <a:pt x="0" y="0"/>
                </a:lnTo>
                <a:lnTo>
                  <a:pt x="0" y="248826"/>
                </a:lnTo>
                <a:lnTo>
                  <a:pt x="746471" y="248826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086313" y="3921378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 h="0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590872" y="3879900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70" y="41478"/>
                </a:lnTo>
                <a:lnTo>
                  <a:pt x="20726" y="8292"/>
                </a:lnTo>
                <a:lnTo>
                  <a:pt x="20726" y="41478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26" y="41478"/>
                </a:lnTo>
                <a:lnTo>
                  <a:pt x="20726" y="829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590872" y="3879900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70" y="41478"/>
                </a:lnTo>
                <a:lnTo>
                  <a:pt x="0" y="0"/>
                </a:lnTo>
                <a:lnTo>
                  <a:pt x="20726" y="41478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086313" y="4232402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 h="0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590872" y="4190936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70" y="41465"/>
                </a:lnTo>
                <a:lnTo>
                  <a:pt x="20726" y="8290"/>
                </a:lnTo>
                <a:lnTo>
                  <a:pt x="20726" y="41465"/>
                </a:lnTo>
                <a:lnTo>
                  <a:pt x="0" y="82931"/>
                </a:lnTo>
                <a:close/>
              </a:path>
              <a:path w="104139" h="83185">
                <a:moveTo>
                  <a:pt x="0" y="0"/>
                </a:moveTo>
                <a:lnTo>
                  <a:pt x="20726" y="41465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590872" y="4190936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70" y="41465"/>
                </a:lnTo>
                <a:lnTo>
                  <a:pt x="0" y="0"/>
                </a:lnTo>
                <a:lnTo>
                  <a:pt x="20726" y="41465"/>
                </a:lnTo>
                <a:lnTo>
                  <a:pt x="0" y="8293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4716398" y="3776230"/>
            <a:ext cx="728345" cy="5384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z="1600" spc="10">
                <a:latin typeface="Times New Roman"/>
                <a:cs typeface="Times New Roman"/>
              </a:rPr>
              <a:t>Registro</a:t>
            </a:r>
            <a:endParaRPr sz="1600">
              <a:latin typeface="Times New Roman"/>
              <a:cs typeface="Times New Roman"/>
            </a:endParaRPr>
          </a:p>
          <a:p>
            <a:pPr marL="53975">
              <a:lnSpc>
                <a:spcPts val="2285"/>
              </a:lnSpc>
            </a:pPr>
            <a:r>
              <a:rPr dirty="0" sz="1950">
                <a:latin typeface="Times New Roman"/>
                <a:cs typeface="Times New Roman"/>
              </a:rPr>
              <a:t>...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464251" y="5321691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71" y="311025"/>
                </a:moveTo>
                <a:lnTo>
                  <a:pt x="746471" y="0"/>
                </a:lnTo>
                <a:lnTo>
                  <a:pt x="0" y="0"/>
                </a:lnTo>
                <a:lnTo>
                  <a:pt x="0" y="311025"/>
                </a:lnTo>
                <a:lnTo>
                  <a:pt x="746471" y="311025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464251" y="5010663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71" y="311030"/>
                </a:moveTo>
                <a:lnTo>
                  <a:pt x="746471" y="0"/>
                </a:lnTo>
                <a:lnTo>
                  <a:pt x="0" y="0"/>
                </a:lnTo>
                <a:lnTo>
                  <a:pt x="0" y="311030"/>
                </a:lnTo>
                <a:lnTo>
                  <a:pt x="746471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464251" y="4699639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71" y="311030"/>
                </a:moveTo>
                <a:lnTo>
                  <a:pt x="746471" y="0"/>
                </a:lnTo>
                <a:lnTo>
                  <a:pt x="0" y="0"/>
                </a:lnTo>
                <a:lnTo>
                  <a:pt x="0" y="311030"/>
                </a:lnTo>
                <a:lnTo>
                  <a:pt x="746471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464251" y="4388604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71" y="311030"/>
                </a:moveTo>
                <a:lnTo>
                  <a:pt x="746471" y="0"/>
                </a:lnTo>
                <a:lnTo>
                  <a:pt x="0" y="0"/>
                </a:lnTo>
                <a:lnTo>
                  <a:pt x="0" y="311030"/>
                </a:lnTo>
                <a:lnTo>
                  <a:pt x="746471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464251" y="4077573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71" y="311025"/>
                </a:moveTo>
                <a:lnTo>
                  <a:pt x="746471" y="0"/>
                </a:lnTo>
                <a:lnTo>
                  <a:pt x="0" y="0"/>
                </a:lnTo>
                <a:lnTo>
                  <a:pt x="0" y="311025"/>
                </a:lnTo>
                <a:lnTo>
                  <a:pt x="746471" y="311025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464251" y="3766545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71" y="311030"/>
                </a:moveTo>
                <a:lnTo>
                  <a:pt x="746471" y="0"/>
                </a:lnTo>
                <a:lnTo>
                  <a:pt x="0" y="0"/>
                </a:lnTo>
                <a:lnTo>
                  <a:pt x="0" y="311030"/>
                </a:lnTo>
                <a:lnTo>
                  <a:pt x="746471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464251" y="3455522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71" y="311030"/>
                </a:moveTo>
                <a:lnTo>
                  <a:pt x="746471" y="0"/>
                </a:lnTo>
                <a:lnTo>
                  <a:pt x="0" y="0"/>
                </a:lnTo>
                <a:lnTo>
                  <a:pt x="0" y="311030"/>
                </a:lnTo>
                <a:lnTo>
                  <a:pt x="746471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3264928" y="3501135"/>
            <a:ext cx="129539" cy="21228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600" spc="15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600" spc="15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600" spc="15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600" spc="15"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600" spc="15"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600" spc="15">
                <a:latin typeface="Times New Roman"/>
                <a:cs typeface="Times New Roman"/>
              </a:rPr>
              <a:t>6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600" spc="15">
                <a:latin typeface="Times New Roman"/>
                <a:cs typeface="Times New Roman"/>
              </a:rPr>
              <a:t>7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11326" y="851928"/>
            <a:ext cx="8473440" cy="25323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R="2845435">
              <a:lnSpc>
                <a:spcPct val="100000"/>
              </a:lnSpc>
            </a:pPr>
            <a:r>
              <a:rPr dirty="0" sz="2450" spc="-110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ul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-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ass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ifi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Alunos</a:t>
            </a:r>
            <a:endParaRPr sz="24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As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ssim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096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ix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algn="ctr" marR="2858770">
              <a:lnSpc>
                <a:spcPct val="100000"/>
              </a:lnSpc>
              <a:spcBef>
                <a:spcPts val="630"/>
              </a:spcBef>
            </a:pPr>
            <a:r>
              <a:rPr dirty="0" sz="1600" spc="15">
                <a:latin typeface="Times New Roman"/>
                <a:cs typeface="Times New Roman"/>
              </a:rPr>
              <a:t>Cursos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221295" y="5888723"/>
            <a:ext cx="8527415" cy="11868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-3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2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-2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2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-3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3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-2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2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17462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5">
                <a:latin typeface="Arial"/>
                <a:cs typeface="Arial"/>
              </a:rPr>
              <a:t>Ao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cima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804784" cy="6273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-110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ul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-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gundo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fin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226695" marR="1205230">
              <a:lnSpc>
                <a:spcPct val="129700"/>
              </a:lnSpc>
              <a:spcBef>
                <a:spcPts val="1375"/>
              </a:spcBef>
            </a:pPr>
            <a:r>
              <a:rPr dirty="0" sz="1700" spc="5" b="1">
                <a:latin typeface="Arial"/>
                <a:cs typeface="Arial"/>
              </a:rPr>
              <a:t>int</a:t>
            </a:r>
            <a:r>
              <a:rPr dirty="0" sz="1700" spc="5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Not</a:t>
            </a:r>
            <a:r>
              <a:rPr dirty="0" sz="1700" spc="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TipoCh</a:t>
            </a:r>
            <a:r>
              <a:rPr dirty="0" sz="1700" spc="-25">
                <a:latin typeface="Arial"/>
                <a:cs typeface="Arial"/>
              </a:rPr>
              <a:t>a</a:t>
            </a:r>
            <a:r>
              <a:rPr dirty="0" sz="1700" spc="-35">
                <a:latin typeface="Arial"/>
                <a:cs typeface="Arial"/>
              </a:rPr>
              <a:t>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Ch</a:t>
            </a:r>
            <a:r>
              <a:rPr dirty="0" sz="1700" spc="-25">
                <a:latin typeface="Arial"/>
                <a:cs typeface="Arial"/>
              </a:rPr>
              <a:t>a</a:t>
            </a:r>
            <a:r>
              <a:rPr dirty="0" sz="1700" spc="-35">
                <a:latin typeface="Arial"/>
                <a:cs typeface="Arial"/>
              </a:rPr>
              <a:t>v</a:t>
            </a:r>
            <a:r>
              <a:rPr dirty="0" sz="1700" spc="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lê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n</a:t>
            </a:r>
            <a:r>
              <a:rPr dirty="0" sz="1700" spc="10">
                <a:latin typeface="Arial"/>
                <a:cs typeface="Arial"/>
              </a:rPr>
              <a:t>ú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ero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de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v</a:t>
            </a:r>
            <a:r>
              <a:rPr dirty="0" sz="1700" spc="10">
                <a:latin typeface="Arial"/>
                <a:cs typeface="Arial"/>
              </a:rPr>
              <a:t>agas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pa</a:t>
            </a:r>
            <a:r>
              <a:rPr dirty="0" sz="1700" spc="-15">
                <a:latin typeface="Arial"/>
                <a:cs typeface="Arial"/>
              </a:rPr>
              <a:t>r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ada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c</a:t>
            </a:r>
            <a:r>
              <a:rPr dirty="0" sz="1700" spc="5">
                <a:latin typeface="Arial"/>
                <a:cs typeface="Arial"/>
              </a:rPr>
              <a:t>ur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o;</a:t>
            </a:r>
            <a:r>
              <a:rPr dirty="0" sz="1700" spc="5">
                <a:latin typeface="Arial"/>
                <a:cs typeface="Arial"/>
              </a:rPr>
              <a:t> ini</a:t>
            </a:r>
            <a:r>
              <a:rPr dirty="0" sz="1700" spc="5">
                <a:latin typeface="Arial"/>
                <a:cs typeface="Arial"/>
              </a:rPr>
              <a:t>c</a:t>
            </a:r>
            <a:r>
              <a:rPr dirty="0" sz="1700" spc="5">
                <a:latin typeface="Arial"/>
                <a:cs typeface="Arial"/>
              </a:rPr>
              <a:t>iali</a:t>
            </a:r>
            <a:r>
              <a:rPr dirty="0" sz="1700" spc="5">
                <a:latin typeface="Arial"/>
                <a:cs typeface="Arial"/>
              </a:rPr>
              <a:t>z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li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tas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de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c</a:t>
            </a:r>
            <a:r>
              <a:rPr dirty="0" sz="1700" spc="5">
                <a:latin typeface="Arial"/>
                <a:cs typeface="Arial"/>
              </a:rPr>
              <a:t>la</a:t>
            </a:r>
            <a:r>
              <a:rPr dirty="0" sz="1700" spc="5">
                <a:latin typeface="Arial"/>
                <a:cs typeface="Arial"/>
              </a:rPr>
              <a:t>ss</a:t>
            </a:r>
            <a:r>
              <a:rPr dirty="0" sz="1700" spc="5">
                <a:latin typeface="Arial"/>
                <a:cs typeface="Arial"/>
              </a:rPr>
              <a:t>if</a:t>
            </a:r>
            <a:r>
              <a:rPr dirty="0" sz="1700">
                <a:latin typeface="Arial"/>
                <a:cs typeface="Arial"/>
              </a:rPr>
              <a:t>ic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ç</a:t>
            </a:r>
            <a:r>
              <a:rPr dirty="0" sz="1700" spc="10">
                <a:latin typeface="Arial"/>
                <a:cs typeface="Arial"/>
              </a:rPr>
              <a:t>ã</a:t>
            </a:r>
            <a:r>
              <a:rPr dirty="0" sz="1700" spc="5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de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apr</a:t>
            </a:r>
            <a:r>
              <a:rPr dirty="0" sz="1700" spc="-20">
                <a:latin typeface="Arial"/>
                <a:cs typeface="Arial"/>
              </a:rPr>
              <a:t>o</a:t>
            </a:r>
            <a:r>
              <a:rPr dirty="0" sz="1700" spc="-35">
                <a:latin typeface="Arial"/>
                <a:cs typeface="Arial"/>
              </a:rPr>
              <a:t>v</a:t>
            </a:r>
            <a:r>
              <a:rPr dirty="0" sz="1700" spc="10">
                <a:latin typeface="Arial"/>
                <a:cs typeface="Arial"/>
              </a:rPr>
              <a:t>ados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de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repr</a:t>
            </a:r>
            <a:r>
              <a:rPr dirty="0" sz="1700" spc="-20">
                <a:latin typeface="Arial"/>
                <a:cs typeface="Arial"/>
              </a:rPr>
              <a:t>o</a:t>
            </a:r>
            <a:r>
              <a:rPr dirty="0" sz="1700" spc="-35">
                <a:latin typeface="Arial"/>
                <a:cs typeface="Arial"/>
              </a:rPr>
              <a:t>v</a:t>
            </a:r>
            <a:r>
              <a:rPr dirty="0" sz="1700" spc="10">
                <a:latin typeface="Arial"/>
                <a:cs typeface="Arial"/>
              </a:rPr>
              <a:t>ado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669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lê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regi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tr</a:t>
            </a:r>
            <a:r>
              <a:rPr dirty="0" sz="1700" spc="5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6695">
              <a:lnSpc>
                <a:spcPct val="100000"/>
              </a:lnSpc>
              <a:spcBef>
                <a:spcPts val="605"/>
              </a:spcBef>
            </a:pPr>
            <a:r>
              <a:rPr dirty="0" sz="1700" spc="10" b="1">
                <a:latin typeface="Arial"/>
                <a:cs typeface="Arial"/>
              </a:rPr>
              <a:t>w</a:t>
            </a:r>
            <a:r>
              <a:rPr dirty="0" sz="1700" spc="5" b="1">
                <a:latin typeface="Arial"/>
                <a:cs typeface="Arial"/>
              </a:rPr>
              <a:t>hile</a:t>
            </a:r>
            <a:r>
              <a:rPr dirty="0" sz="1700" spc="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Ch</a:t>
            </a:r>
            <a:r>
              <a:rPr dirty="0" sz="1700" spc="-25">
                <a:latin typeface="Arial"/>
                <a:cs typeface="Arial"/>
              </a:rPr>
              <a:t>a</a:t>
            </a:r>
            <a:r>
              <a:rPr dirty="0" sz="1700" spc="-35">
                <a:latin typeface="Arial"/>
                <a:cs typeface="Arial"/>
              </a:rPr>
              <a:t>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90">
                <a:latin typeface="Tahoma"/>
                <a:cs typeface="Tahoma"/>
              </a:rPr>
              <a:t>!</a:t>
            </a:r>
            <a:r>
              <a:rPr dirty="0" sz="1700" spc="-55">
                <a:latin typeface="Tahoma"/>
                <a:cs typeface="Tahoma"/>
              </a:rPr>
              <a:t> </a:t>
            </a:r>
            <a:r>
              <a:rPr dirty="0" sz="1700" spc="100">
                <a:latin typeface="Tahoma"/>
                <a:cs typeface="Tahoma"/>
              </a:rPr>
              <a:t>=</a:t>
            </a:r>
            <a:r>
              <a:rPr dirty="0" sz="1700" spc="-55">
                <a:latin typeface="Tahoma"/>
                <a:cs typeface="Tahoma"/>
              </a:rPr>
              <a:t> </a:t>
            </a:r>
            <a:r>
              <a:rPr dirty="0" sz="1700" spc="-70">
                <a:latin typeface="Tahoma"/>
                <a:cs typeface="Tahoma"/>
              </a:rPr>
              <a:t>0</a:t>
            </a:r>
            <a:r>
              <a:rPr dirty="0" sz="1700" spc="-55">
                <a:latin typeface="Tahoma"/>
                <a:cs typeface="Tahoma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4132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in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10">
                <a:latin typeface="Arial"/>
                <a:cs typeface="Arial"/>
              </a:rPr>
              <a:t>ere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regi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tro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nas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li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tas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de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c</a:t>
            </a:r>
            <a:r>
              <a:rPr dirty="0" sz="1700" spc="5">
                <a:latin typeface="Arial"/>
                <a:cs typeface="Arial"/>
              </a:rPr>
              <a:t>la</a:t>
            </a:r>
            <a:r>
              <a:rPr dirty="0" sz="1700" spc="5">
                <a:latin typeface="Arial"/>
                <a:cs typeface="Arial"/>
              </a:rPr>
              <a:t>ss</a:t>
            </a:r>
            <a:r>
              <a:rPr dirty="0" sz="1700" spc="5">
                <a:latin typeface="Arial"/>
                <a:cs typeface="Arial"/>
              </a:rPr>
              <a:t>if</a:t>
            </a:r>
            <a:r>
              <a:rPr dirty="0" sz="1700">
                <a:latin typeface="Arial"/>
                <a:cs typeface="Arial"/>
              </a:rPr>
              <a:t>ic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ç</a:t>
            </a:r>
            <a:r>
              <a:rPr dirty="0" sz="1700" spc="10">
                <a:latin typeface="Arial"/>
                <a:cs typeface="Arial"/>
              </a:rPr>
              <a:t>ã</a:t>
            </a:r>
            <a:r>
              <a:rPr dirty="0" sz="1700" spc="5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on</a:t>
            </a:r>
            <a:r>
              <a:rPr dirty="0" sz="1700" spc="-50">
                <a:latin typeface="Arial"/>
                <a:cs typeface="Arial"/>
              </a:rPr>
              <a:t>f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45">
                <a:latin typeface="Arial"/>
                <a:cs typeface="Arial"/>
              </a:rPr>
              <a:t>r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nota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5">
                <a:latin typeface="Arial"/>
                <a:cs typeface="Arial"/>
              </a:rPr>
              <a:t>i</a:t>
            </a:r>
            <a:r>
              <a:rPr dirty="0" sz="1700" spc="10">
                <a:latin typeface="Arial"/>
                <a:cs typeface="Arial"/>
              </a:rPr>
              <a:t>na</a:t>
            </a:r>
            <a:r>
              <a:rPr dirty="0" sz="1700" spc="-5">
                <a:latin typeface="Arial"/>
                <a:cs typeface="Arial"/>
              </a:rPr>
              <a:t>l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lê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regi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tr</a:t>
            </a:r>
            <a:r>
              <a:rPr dirty="0" sz="1700" spc="5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26695">
              <a:lnSpc>
                <a:spcPct val="100000"/>
              </a:lnSpc>
              <a:spcBef>
                <a:spcPts val="605"/>
              </a:spcBef>
            </a:pPr>
            <a:r>
              <a:rPr dirty="0" sz="1700" spc="-30" b="1">
                <a:latin typeface="Arial"/>
                <a:cs typeface="Arial"/>
              </a:rPr>
              <a:t>f</a:t>
            </a:r>
            <a:r>
              <a:rPr dirty="0" sz="1700" spc="10" b="1">
                <a:latin typeface="Arial"/>
                <a:cs typeface="Arial"/>
              </a:rPr>
              <a:t>or</a:t>
            </a:r>
            <a:r>
              <a:rPr dirty="0" sz="1700" spc="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Not</a:t>
            </a:r>
            <a:r>
              <a:rPr dirty="0" sz="1700" spc="5">
                <a:latin typeface="Arial"/>
                <a:cs typeface="Arial"/>
              </a:rPr>
              <a:t>a</a:t>
            </a:r>
            <a:r>
              <a:rPr dirty="0" sz="1700" spc="100">
                <a:latin typeface="Tahoma"/>
                <a:cs typeface="Tahoma"/>
              </a:rPr>
              <a:t>=</a:t>
            </a:r>
            <a:r>
              <a:rPr dirty="0" sz="1700" spc="-55">
                <a:latin typeface="Tahoma"/>
                <a:cs typeface="Tahoma"/>
              </a:rPr>
              <a:t> </a:t>
            </a:r>
            <a:r>
              <a:rPr dirty="0" sz="1700" spc="-75">
                <a:latin typeface="Tahoma"/>
                <a:cs typeface="Tahoma"/>
              </a:rPr>
              <a:t>1</a:t>
            </a:r>
            <a:r>
              <a:rPr dirty="0" sz="1700" spc="-70">
                <a:latin typeface="Tahoma"/>
                <a:cs typeface="Tahoma"/>
              </a:rPr>
              <a:t>0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Not</a:t>
            </a:r>
            <a:r>
              <a:rPr dirty="0" sz="1700" spc="5">
                <a:latin typeface="Arial"/>
                <a:cs typeface="Arial"/>
              </a:rPr>
              <a:t>a</a:t>
            </a:r>
            <a:r>
              <a:rPr dirty="0" sz="1700" spc="-55">
                <a:latin typeface="Verdana"/>
                <a:cs typeface="Verdana"/>
              </a:rPr>
              <a:t>&gt;</a:t>
            </a:r>
            <a:r>
              <a:rPr dirty="0" sz="1700" spc="100">
                <a:latin typeface="Tahoma"/>
                <a:cs typeface="Tahoma"/>
              </a:rPr>
              <a:t>=</a:t>
            </a:r>
            <a:r>
              <a:rPr dirty="0" sz="1700" spc="-55">
                <a:latin typeface="Tahoma"/>
                <a:cs typeface="Tahoma"/>
              </a:rPr>
              <a:t> </a:t>
            </a:r>
            <a:r>
              <a:rPr dirty="0" sz="1700" spc="-75">
                <a:latin typeface="Tahoma"/>
                <a:cs typeface="Tahoma"/>
              </a:rPr>
              <a:t>0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Not</a:t>
            </a:r>
            <a:r>
              <a:rPr dirty="0" sz="1700" spc="5">
                <a:latin typeface="Arial"/>
                <a:cs typeface="Arial"/>
              </a:rPr>
              <a:t>a</a:t>
            </a:r>
            <a:r>
              <a:rPr dirty="0" sz="1700" spc="-15">
                <a:latin typeface="Lucida Sans Unicode"/>
                <a:cs typeface="Lucida Sans Unicode"/>
              </a:rPr>
              <a:t>−−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4069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 b="1">
                <a:latin typeface="Arial"/>
                <a:cs typeface="Arial"/>
              </a:rPr>
              <a:t>w</a:t>
            </a:r>
            <a:r>
              <a:rPr dirty="0" sz="1700" spc="5" b="1">
                <a:latin typeface="Arial"/>
                <a:cs typeface="Arial"/>
              </a:rPr>
              <a:t>hile</a:t>
            </a:r>
            <a:r>
              <a:rPr dirty="0" sz="1700" spc="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hou</a:t>
            </a:r>
            <a:r>
              <a:rPr dirty="0" sz="1700" spc="-35">
                <a:latin typeface="Arial"/>
                <a:cs typeface="Arial"/>
              </a:rPr>
              <a:t>v</a:t>
            </a:r>
            <a:r>
              <a:rPr dirty="0" sz="1700" spc="5">
                <a:latin typeface="Arial"/>
                <a:cs typeface="Arial"/>
              </a:rPr>
              <a:t>er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>
                <a:latin typeface="Arial"/>
                <a:cs typeface="Arial"/>
              </a:rPr>
              <a:t>r</a:t>
            </a:r>
            <a:r>
              <a:rPr dirty="0" sz="1700" spc="10">
                <a:latin typeface="Arial"/>
                <a:cs typeface="Arial"/>
              </a:rPr>
              <a:t>ó</a:t>
            </a:r>
            <a:r>
              <a:rPr dirty="0" sz="1700" spc="5">
                <a:latin typeface="Arial"/>
                <a:cs typeface="Arial"/>
              </a:rPr>
              <a:t>x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regi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tro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c</a:t>
            </a:r>
            <a:r>
              <a:rPr dirty="0" sz="1700" spc="15">
                <a:latin typeface="Arial"/>
                <a:cs typeface="Arial"/>
              </a:rPr>
              <a:t>om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sm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NotaFinal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65532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reti</a:t>
            </a:r>
            <a:r>
              <a:rPr dirty="0" sz="1700" spc="-15">
                <a:latin typeface="Arial"/>
                <a:cs typeface="Arial"/>
              </a:rPr>
              <a:t>r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regi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tro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da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li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t</a:t>
            </a:r>
            <a:r>
              <a:rPr dirty="0" sz="1700" spc="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869315">
              <a:lnSpc>
                <a:spcPct val="100000"/>
              </a:lnSpc>
              <a:spcBef>
                <a:spcPts val="605"/>
              </a:spcBef>
            </a:pPr>
            <a:r>
              <a:rPr dirty="0" sz="1700" spc="5" b="1">
                <a:latin typeface="Arial"/>
                <a:cs typeface="Arial"/>
              </a:rPr>
              <a:t>if</a:t>
            </a:r>
            <a:r>
              <a:rPr dirty="0" sz="1700" spc="5" b="1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x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te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v</a:t>
            </a:r>
            <a:r>
              <a:rPr dirty="0" sz="1700" spc="10">
                <a:latin typeface="Arial"/>
                <a:cs typeface="Arial"/>
              </a:rPr>
              <a:t>aga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em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um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dos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c</a:t>
            </a:r>
            <a:r>
              <a:rPr dirty="0" sz="1700" spc="5">
                <a:latin typeface="Arial"/>
                <a:cs typeface="Arial"/>
              </a:rPr>
              <a:t>ur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10">
                <a:latin typeface="Arial"/>
                <a:cs typeface="Arial"/>
              </a:rPr>
              <a:t>os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de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pç</a:t>
            </a:r>
            <a:r>
              <a:rPr dirty="0" sz="1700" spc="10">
                <a:latin typeface="Arial"/>
                <a:cs typeface="Arial"/>
              </a:rPr>
              <a:t>ão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do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andidato</a:t>
            </a:r>
            <a:endParaRPr sz="1700">
              <a:latin typeface="Arial"/>
              <a:cs typeface="Arial"/>
            </a:endParaRPr>
          </a:p>
          <a:p>
            <a:pPr marL="86931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in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10">
                <a:latin typeface="Arial"/>
                <a:cs typeface="Arial"/>
              </a:rPr>
              <a:t>ere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regi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tro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li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ta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de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apr</a:t>
            </a:r>
            <a:r>
              <a:rPr dirty="0" sz="1700" spc="-20">
                <a:latin typeface="Arial"/>
                <a:cs typeface="Arial"/>
              </a:rPr>
              <a:t>o</a:t>
            </a:r>
            <a:r>
              <a:rPr dirty="0" sz="1700" spc="-35">
                <a:latin typeface="Arial"/>
                <a:cs typeface="Arial"/>
              </a:rPr>
              <a:t>v</a:t>
            </a:r>
            <a:r>
              <a:rPr dirty="0" sz="1700" spc="10">
                <a:latin typeface="Arial"/>
                <a:cs typeface="Arial"/>
              </a:rPr>
              <a:t>ado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algn="ctr" marR="678180">
              <a:lnSpc>
                <a:spcPct val="100000"/>
              </a:lnSpc>
              <a:spcBef>
                <a:spcPts val="605"/>
              </a:spcBef>
            </a:pPr>
            <a:r>
              <a:rPr dirty="0" sz="1700" spc="10">
                <a:latin typeface="Arial"/>
                <a:cs typeface="Arial"/>
              </a:rPr>
              <a:t>de</a:t>
            </a:r>
            <a:r>
              <a:rPr dirty="0" sz="1700" spc="5">
                <a:latin typeface="Arial"/>
                <a:cs typeface="Arial"/>
              </a:rPr>
              <a:t>c</a:t>
            </a:r>
            <a:r>
              <a:rPr dirty="0" sz="1700" spc="5">
                <a:latin typeface="Arial"/>
                <a:cs typeface="Arial"/>
              </a:rPr>
              <a:t>re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enta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n</a:t>
            </a:r>
            <a:r>
              <a:rPr dirty="0" sz="1700" spc="10">
                <a:latin typeface="Arial"/>
                <a:cs typeface="Arial"/>
              </a:rPr>
              <a:t>ú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ero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de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v</a:t>
            </a:r>
            <a:r>
              <a:rPr dirty="0" sz="1700" spc="10">
                <a:latin typeface="Arial"/>
                <a:cs typeface="Arial"/>
              </a:rPr>
              <a:t>agas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pa</a:t>
            </a:r>
            <a:r>
              <a:rPr dirty="0" sz="1700" spc="-15">
                <a:latin typeface="Arial"/>
                <a:cs typeface="Arial"/>
              </a:rPr>
              <a:t>r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aquele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c</a:t>
            </a:r>
            <a:r>
              <a:rPr dirty="0" sz="1700" spc="5">
                <a:latin typeface="Arial"/>
                <a:cs typeface="Arial"/>
              </a:rPr>
              <a:t>ur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o;</a:t>
            </a:r>
            <a:endParaRPr sz="1700">
              <a:latin typeface="Arial"/>
              <a:cs typeface="Arial"/>
            </a:endParaRPr>
          </a:p>
          <a:p>
            <a:pPr marL="86931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869315" marR="2524125">
              <a:lnSpc>
                <a:spcPts val="2650"/>
              </a:lnSpc>
              <a:spcBef>
                <a:spcPts val="185"/>
              </a:spcBef>
            </a:pPr>
            <a:r>
              <a:rPr dirty="0" sz="1700" spc="10" b="1">
                <a:latin typeface="Arial"/>
                <a:cs typeface="Arial"/>
              </a:rPr>
              <a:t>else</a:t>
            </a:r>
            <a:r>
              <a:rPr dirty="0" sz="1700" spc="1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in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10">
                <a:latin typeface="Arial"/>
                <a:cs typeface="Arial"/>
              </a:rPr>
              <a:t>ere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regi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tro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na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li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ta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de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repr</a:t>
            </a:r>
            <a:r>
              <a:rPr dirty="0" sz="1700" spc="-20">
                <a:latin typeface="Arial"/>
                <a:cs typeface="Arial"/>
              </a:rPr>
              <a:t>o</a:t>
            </a:r>
            <a:r>
              <a:rPr dirty="0" sz="1700" spc="-35">
                <a:latin typeface="Arial"/>
                <a:cs typeface="Arial"/>
              </a:rPr>
              <a:t>v</a:t>
            </a:r>
            <a:r>
              <a:rPr dirty="0" sz="1700" spc="10">
                <a:latin typeface="Arial"/>
                <a:cs typeface="Arial"/>
              </a:rPr>
              <a:t>ado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10">
                <a:latin typeface="Arial"/>
                <a:cs typeface="Arial"/>
              </a:rPr>
              <a:t> ob</a:t>
            </a:r>
            <a:r>
              <a:rPr dirty="0" sz="1700">
                <a:latin typeface="Arial"/>
                <a:cs typeface="Arial"/>
              </a:rPr>
              <a:t>t</a:t>
            </a:r>
            <a:r>
              <a:rPr dirty="0" sz="1700" spc="15">
                <a:latin typeface="Arial"/>
                <a:cs typeface="Arial"/>
              </a:rPr>
              <a:t>ém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pró</a:t>
            </a:r>
            <a:r>
              <a:rPr dirty="0" sz="1700" spc="5">
                <a:latin typeface="Arial"/>
                <a:cs typeface="Arial"/>
              </a:rPr>
              <a:t>x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regi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tr</a:t>
            </a:r>
            <a:r>
              <a:rPr dirty="0" sz="1700" spc="5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55320">
              <a:lnSpc>
                <a:spcPct val="100000"/>
              </a:lnSpc>
              <a:spcBef>
                <a:spcPts val="41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4069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40690">
              <a:lnSpc>
                <a:spcPct val="100000"/>
              </a:lnSpc>
              <a:spcBef>
                <a:spcPts val="605"/>
              </a:spcBef>
            </a:pP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 spc="30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apr</a:t>
            </a:r>
            <a:r>
              <a:rPr dirty="0" sz="1700" spc="-20">
                <a:latin typeface="Arial"/>
                <a:cs typeface="Arial"/>
              </a:rPr>
              <a:t>o</a:t>
            </a:r>
            <a:r>
              <a:rPr dirty="0" sz="1700" spc="-35">
                <a:latin typeface="Arial"/>
                <a:cs typeface="Arial"/>
              </a:rPr>
              <a:t>v</a:t>
            </a:r>
            <a:r>
              <a:rPr dirty="0" sz="1700" spc="10">
                <a:latin typeface="Arial"/>
                <a:cs typeface="Arial"/>
              </a:rPr>
              <a:t>ados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por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c</a:t>
            </a:r>
            <a:r>
              <a:rPr dirty="0" sz="1700" spc="5">
                <a:latin typeface="Arial"/>
                <a:cs typeface="Arial"/>
              </a:rPr>
              <a:t>ur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o;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 spc="30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repr</a:t>
            </a:r>
            <a:r>
              <a:rPr dirty="0" sz="1700" spc="-20">
                <a:latin typeface="Arial"/>
                <a:cs typeface="Arial"/>
              </a:rPr>
              <a:t>o</a:t>
            </a:r>
            <a:r>
              <a:rPr dirty="0" sz="1700" spc="-35">
                <a:latin typeface="Arial"/>
                <a:cs typeface="Arial"/>
              </a:rPr>
              <a:t>v</a:t>
            </a:r>
            <a:r>
              <a:rPr dirty="0" sz="1700" spc="10">
                <a:latin typeface="Arial"/>
                <a:cs typeface="Arial"/>
              </a:rPr>
              <a:t>ado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4125" y="851928"/>
            <a:ext cx="5311775" cy="5937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9685">
              <a:lnSpc>
                <a:spcPct val="100000"/>
              </a:lnSpc>
            </a:pPr>
            <a:r>
              <a:rPr dirty="0" sz="2450" spc="-110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ul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-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Fin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80"/>
              </a:spcBef>
            </a:pPr>
            <a:r>
              <a:rPr dirty="0" sz="1700" spc="-50" b="1">
                <a:latin typeface="Arial"/>
                <a:cs typeface="Arial"/>
              </a:rPr>
              <a:t>#</a:t>
            </a:r>
            <a:r>
              <a:rPr dirty="0" sz="1700" spc="5" b="1">
                <a:latin typeface="Arial"/>
                <a:cs typeface="Arial"/>
              </a:rPr>
              <a:t>defin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05" b="1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N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15">
                <a:latin typeface="Arial"/>
                <a:cs typeface="Arial"/>
              </a:rPr>
              <a:t>PC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10">
                <a:latin typeface="Arial"/>
                <a:cs typeface="Arial"/>
              </a:rPr>
              <a:t>ES</a:t>
            </a:r>
            <a:r>
              <a:rPr dirty="0" sz="1700" spc="17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3</a:t>
            </a:r>
            <a:endParaRPr sz="1700">
              <a:latin typeface="Arial"/>
              <a:cs typeface="Arial"/>
            </a:endParaRPr>
          </a:p>
          <a:p>
            <a:pPr marL="15875" marR="2632075" indent="-3810">
              <a:lnSpc>
                <a:spcPts val="2650"/>
              </a:lnSpc>
              <a:spcBef>
                <a:spcPts val="185"/>
              </a:spcBef>
            </a:pPr>
            <a:r>
              <a:rPr dirty="0" sz="1700" spc="-50" b="1">
                <a:latin typeface="Arial"/>
                <a:cs typeface="Arial"/>
              </a:rPr>
              <a:t>#</a:t>
            </a:r>
            <a:r>
              <a:rPr dirty="0" sz="1700" spc="5" b="1">
                <a:latin typeface="Arial"/>
                <a:cs typeface="Arial"/>
              </a:rPr>
              <a:t>defin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05" b="1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NCURS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17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7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50" b="1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shor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90" b="1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14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4790">
              <a:lnSpc>
                <a:spcPct val="100000"/>
              </a:lnSpc>
              <a:spcBef>
                <a:spcPts val="415"/>
              </a:spcBef>
            </a:pP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6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05"/>
              </a:spcBef>
            </a:pP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25" b="1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NotaFina</a:t>
            </a:r>
            <a:r>
              <a:rPr dirty="0" sz="1700" spc="200">
                <a:latin typeface="Arial"/>
                <a:cs typeface="Arial"/>
              </a:rPr>
              <a:t>l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05"/>
              </a:spcBef>
            </a:pP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40" b="1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Opca</a:t>
            </a:r>
            <a:r>
              <a:rPr dirty="0" sz="1700" spc="45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N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15">
                <a:latin typeface="Arial"/>
                <a:cs typeface="Arial"/>
              </a:rPr>
              <a:t>PC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10">
                <a:latin typeface="Arial"/>
                <a:cs typeface="Arial"/>
              </a:rPr>
              <a:t>ES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20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605"/>
              </a:spcBef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45" b="1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TipoCelul</a:t>
            </a:r>
            <a:r>
              <a:rPr dirty="0" sz="1700" spc="140">
                <a:latin typeface="Arial"/>
                <a:cs typeface="Arial"/>
              </a:rPr>
              <a:t>a</a:t>
            </a:r>
            <a:r>
              <a:rPr dirty="0" sz="1700" spc="-495">
                <a:latin typeface="Lucida Sans Unicode"/>
                <a:cs typeface="Lucida Sans Unicode"/>
              </a:rPr>
              <a:t>∗</a:t>
            </a:r>
            <a:r>
              <a:rPr dirty="0" sz="1700" spc="150">
                <a:latin typeface="Lucida Sans Unicode"/>
                <a:cs typeface="Lucida Sans Unicode"/>
              </a:rPr>
              <a:t> 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160">
                <a:latin typeface="Arial"/>
                <a:cs typeface="Arial"/>
              </a:rPr>
              <a:t>r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 marR="2418080" indent="-215265">
              <a:lnSpc>
                <a:spcPts val="2650"/>
              </a:lnSpc>
              <a:spcBef>
                <a:spcPts val="185"/>
              </a:spcBef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45" b="1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TipoCelul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20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-25">
                <a:latin typeface="Arial"/>
                <a:cs typeface="Arial"/>
              </a:rPr>
              <a:t>Pro</a:t>
            </a:r>
            <a:r>
              <a:rPr dirty="0" sz="1700" spc="160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41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TipoCelul</a:t>
            </a:r>
            <a:r>
              <a:rPr dirty="0" sz="1700" spc="20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 marR="1771650" indent="-215265">
              <a:lnSpc>
                <a:spcPts val="2650"/>
              </a:lnSpc>
              <a:spcBef>
                <a:spcPts val="185"/>
              </a:spcBef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 </a:t>
            </a:r>
            <a:r>
              <a:rPr dirty="0" sz="1700" spc="65">
                <a:latin typeface="Arial"/>
                <a:cs typeface="Arial"/>
              </a:rPr>
              <a:t>TipoList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Primeir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Ultim</a:t>
            </a:r>
            <a:r>
              <a:rPr dirty="0" sz="1700" spc="22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41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 </a:t>
            </a:r>
            <a:r>
              <a:rPr dirty="0" sz="1700" spc="65">
                <a:latin typeface="Arial"/>
                <a:cs typeface="Arial"/>
              </a:rPr>
              <a:t>TipoList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51928"/>
            <a:ext cx="5006975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-110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ul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-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fin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Fin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(1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071610" y="4838522"/>
            <a:ext cx="1414780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0" i="1">
                <a:latin typeface="Arial"/>
                <a:cs typeface="Arial"/>
              </a:rPr>
              <a:t>13</a:t>
            </a:r>
            <a:r>
              <a:rPr dirty="0" sz="1700" spc="10" i="1">
                <a:latin typeface="Arial"/>
                <a:cs typeface="Arial"/>
              </a:rPr>
              <a:t> </a:t>
            </a:r>
            <a:r>
              <a:rPr dirty="0" sz="1700" spc="-160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e</a:t>
            </a:r>
            <a:r>
              <a:rPr dirty="0" sz="1700" spc="-55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1</a:t>
            </a:r>
            <a:r>
              <a:rPr dirty="0" sz="1700" spc="65" i="1">
                <a:latin typeface="Arial"/>
                <a:cs typeface="Arial"/>
              </a:rPr>
              <a:t>4</a:t>
            </a:r>
            <a:r>
              <a:rPr dirty="0" sz="1700" spc="-295">
                <a:latin typeface="Lucida Sans Unicode"/>
                <a:cs typeface="Lucida Sans Unicode"/>
              </a:rPr>
              <a:t>−−</a:t>
            </a:r>
            <a:r>
              <a:rPr dirty="0" sz="1700" spc="-45">
                <a:latin typeface="Lucida Sans Unicode"/>
                <a:cs typeface="Lucida Sans Unicode"/>
              </a:rPr>
              <a:t>−</a:t>
            </a:r>
            <a:r>
              <a:rPr dirty="0" sz="1700" spc="-380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4811" y="2744751"/>
            <a:ext cx="5917565" cy="27000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9685" marR="1162050" indent="13335">
              <a:lnSpc>
                <a:spcPct val="129700"/>
              </a:lnSpc>
            </a:pP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660">
                <a:latin typeface="Lucida Sans Unicode"/>
                <a:cs typeface="Lucida Sans Unicode"/>
              </a:rPr>
              <a:t>∗</a:t>
            </a:r>
            <a:r>
              <a:rPr dirty="0" sz="1700" spc="-295">
                <a:latin typeface="Lucida Sans Unicode"/>
                <a:cs typeface="Lucida Sans Unicode"/>
              </a:rPr>
              <a:t>−−</a:t>
            </a:r>
            <a:r>
              <a:rPr dirty="0" sz="1700" spc="110">
                <a:latin typeface="Lucida Sans Unicode"/>
                <a:cs typeface="Lucida Sans Unicode"/>
              </a:rPr>
              <a:t>−</a:t>
            </a:r>
            <a:r>
              <a:rPr dirty="0" sz="1700" spc="-60" i="1">
                <a:latin typeface="Arial"/>
                <a:cs typeface="Arial"/>
              </a:rPr>
              <a:t>Entra</a:t>
            </a:r>
            <a:r>
              <a:rPr dirty="0" sz="1700" spc="15" i="1">
                <a:latin typeface="Arial"/>
                <a:cs typeface="Arial"/>
              </a:rPr>
              <a:t>m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50" i="1">
                <a:latin typeface="Arial"/>
                <a:cs typeface="Arial"/>
              </a:rPr>
              <a:t> </a:t>
            </a:r>
            <a:r>
              <a:rPr dirty="0" sz="1700" spc="25" i="1">
                <a:latin typeface="Arial"/>
                <a:cs typeface="Arial"/>
              </a:rPr>
              <a:t>aqu</a:t>
            </a:r>
            <a:r>
              <a:rPr dirty="0" sz="1700" i="1">
                <a:latin typeface="Arial"/>
                <a:cs typeface="Arial"/>
              </a:rPr>
              <a:t>i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25" i="1">
                <a:latin typeface="Arial"/>
                <a:cs typeface="Arial"/>
              </a:rPr>
              <a:t> </a:t>
            </a:r>
            <a:r>
              <a:rPr dirty="0" sz="1700" spc="-35" i="1">
                <a:latin typeface="Arial"/>
                <a:cs typeface="Arial"/>
              </a:rPr>
              <a:t>o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50" i="1">
                <a:latin typeface="Arial"/>
                <a:cs typeface="Arial"/>
              </a:rPr>
              <a:t> </a:t>
            </a:r>
            <a:r>
              <a:rPr dirty="0" sz="1700" spc="100" i="1">
                <a:latin typeface="Arial"/>
                <a:cs typeface="Arial"/>
              </a:rPr>
              <a:t>tipo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85" i="1">
                <a:latin typeface="Arial"/>
                <a:cs typeface="Arial"/>
              </a:rPr>
              <a:t> </a:t>
            </a:r>
            <a:r>
              <a:rPr dirty="0" sz="1700" spc="-70" i="1">
                <a:latin typeface="Arial"/>
                <a:cs typeface="Arial"/>
              </a:rPr>
              <a:t>d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14" i="1">
                <a:latin typeface="Arial"/>
                <a:cs typeface="Arial"/>
              </a:rPr>
              <a:t> </a:t>
            </a:r>
            <a:r>
              <a:rPr dirty="0" sz="1700" spc="70" i="1">
                <a:latin typeface="Arial"/>
                <a:cs typeface="Arial"/>
              </a:rPr>
              <a:t>Slid</a:t>
            </a:r>
            <a:r>
              <a:rPr dirty="0" sz="1700" spc="10" i="1">
                <a:latin typeface="Arial"/>
                <a:cs typeface="Arial"/>
              </a:rPr>
              <a:t>e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40" i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2</a:t>
            </a:r>
            <a:r>
              <a:rPr dirty="0" sz="1700" spc="65">
                <a:latin typeface="Arial"/>
                <a:cs typeface="Arial"/>
              </a:rPr>
              <a:t>1</a:t>
            </a:r>
            <a:r>
              <a:rPr dirty="0" sz="1700" spc="-295">
                <a:latin typeface="Lucida Sans Unicode"/>
                <a:cs typeface="Lucida Sans Unicode"/>
              </a:rPr>
              <a:t>−−</a:t>
            </a:r>
            <a:r>
              <a:rPr dirty="0" sz="1700" spc="-45">
                <a:latin typeface="Lucida Sans Unicode"/>
                <a:cs typeface="Lucida Sans Unicode"/>
              </a:rPr>
              <a:t>−</a:t>
            </a:r>
            <a:r>
              <a:rPr dirty="0" sz="1700" spc="-380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Registr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5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6670" marR="2471420">
              <a:lnSpc>
                <a:spcPts val="2650"/>
              </a:lnSpc>
              <a:spcBef>
                <a:spcPts val="185"/>
              </a:spcBef>
            </a:pPr>
            <a:r>
              <a:rPr dirty="0" sz="1700" spc="65">
                <a:latin typeface="Arial"/>
                <a:cs typeface="Arial"/>
              </a:rPr>
              <a:t>TipoList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60">
                <a:latin typeface="Arial"/>
                <a:cs typeface="Arial"/>
              </a:rPr>
              <a:t>Classificaca</a:t>
            </a:r>
            <a:r>
              <a:rPr dirty="0" sz="1700" spc="200">
                <a:latin typeface="Arial"/>
                <a:cs typeface="Arial"/>
              </a:rPr>
              <a:t>o</a:t>
            </a:r>
            <a:r>
              <a:rPr dirty="0" sz="1700" spc="150">
                <a:latin typeface="Arial"/>
                <a:cs typeface="Arial"/>
              </a:rPr>
              <a:t>[11]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65">
                <a:latin typeface="Arial"/>
                <a:cs typeface="Arial"/>
              </a:rPr>
              <a:t>TipoList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-55">
                <a:latin typeface="Arial"/>
                <a:cs typeface="Arial"/>
              </a:rPr>
              <a:t>Aprovado</a:t>
            </a:r>
            <a:r>
              <a:rPr dirty="0" sz="1700" spc="12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9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NCURS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65">
                <a:latin typeface="Arial"/>
                <a:cs typeface="Arial"/>
              </a:rPr>
              <a:t>TipoList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Reprovado</a:t>
            </a:r>
            <a:r>
              <a:rPr dirty="0" sz="1700" spc="110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  <a:tabLst>
                <a:tab pos="2717165" algn="l"/>
                <a:tab pos="4319270" algn="l"/>
              </a:tabLst>
            </a:pPr>
            <a:r>
              <a:rPr dirty="0" sz="1700" spc="-45" b="1">
                <a:latin typeface="Arial"/>
                <a:cs typeface="Arial"/>
              </a:rPr>
              <a:t>lon</a:t>
            </a:r>
            <a:r>
              <a:rPr dirty="0" sz="1700" spc="10" b="1">
                <a:latin typeface="Arial"/>
                <a:cs typeface="Arial"/>
              </a:rPr>
              <a:t>g</a:t>
            </a:r>
            <a:r>
              <a:rPr dirty="0" sz="1700" spc="204" b="1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Vaga</a:t>
            </a:r>
            <a:r>
              <a:rPr dirty="0" sz="1700" spc="7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NCURS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5" b="1">
                <a:latin typeface="Arial"/>
                <a:cs typeface="Arial"/>
              </a:rPr>
              <a:t>shor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15" b="1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Passo</a:t>
            </a:r>
            <a:r>
              <a:rPr dirty="0" sz="1700" spc="150">
                <a:latin typeface="Arial"/>
                <a:cs typeface="Arial"/>
              </a:rPr>
              <a:t>u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45" b="1">
                <a:latin typeface="Arial"/>
                <a:cs typeface="Arial"/>
              </a:rPr>
              <a:t>lon</a:t>
            </a:r>
            <a:r>
              <a:rPr dirty="0" sz="1700" spc="10" b="1">
                <a:latin typeface="Arial"/>
                <a:cs typeface="Arial"/>
              </a:rPr>
              <a:t>g</a:t>
            </a:r>
            <a:r>
              <a:rPr dirty="0" sz="1700" b="1">
                <a:latin typeface="Arial"/>
                <a:cs typeface="Arial"/>
              </a:rPr>
              <a:t> 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Not</a:t>
            </a:r>
            <a:r>
              <a:rPr dirty="0" sz="1700" spc="14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660">
                <a:latin typeface="Lucida Sans Unicode"/>
                <a:cs typeface="Lucida Sans Unicode"/>
              </a:rPr>
              <a:t>∗</a:t>
            </a:r>
            <a:r>
              <a:rPr dirty="0" sz="1700" spc="-295">
                <a:latin typeface="Lucida Sans Unicode"/>
                <a:cs typeface="Lucida Sans Unicode"/>
              </a:rPr>
              <a:t>−−</a:t>
            </a:r>
            <a:r>
              <a:rPr dirty="0" sz="1700" spc="110">
                <a:latin typeface="Lucida Sans Unicode"/>
                <a:cs typeface="Lucida Sans Unicode"/>
              </a:rPr>
              <a:t>−</a:t>
            </a:r>
            <a:r>
              <a:rPr dirty="0" sz="1700" spc="-60" i="1">
                <a:latin typeface="Arial"/>
                <a:cs typeface="Arial"/>
              </a:rPr>
              <a:t>Entra</a:t>
            </a:r>
            <a:r>
              <a:rPr dirty="0" sz="1700" spc="15" i="1">
                <a:latin typeface="Arial"/>
                <a:cs typeface="Arial"/>
              </a:rPr>
              <a:t>m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50" i="1">
                <a:latin typeface="Arial"/>
                <a:cs typeface="Arial"/>
              </a:rPr>
              <a:t> </a:t>
            </a:r>
            <a:r>
              <a:rPr dirty="0" sz="1700" spc="25" i="1">
                <a:latin typeface="Arial"/>
                <a:cs typeface="Arial"/>
              </a:rPr>
              <a:t>aqu</a:t>
            </a:r>
            <a:r>
              <a:rPr dirty="0" sz="1700" i="1">
                <a:latin typeface="Arial"/>
                <a:cs typeface="Arial"/>
              </a:rPr>
              <a:t>i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25" i="1">
                <a:latin typeface="Arial"/>
                <a:cs typeface="Arial"/>
              </a:rPr>
              <a:t> </a:t>
            </a:r>
            <a:r>
              <a:rPr dirty="0" sz="1700" spc="-35" i="1">
                <a:latin typeface="Arial"/>
                <a:cs typeface="Arial"/>
              </a:rPr>
              <a:t>o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75" i="1">
                <a:latin typeface="Arial"/>
                <a:cs typeface="Arial"/>
              </a:rPr>
              <a:t> </a:t>
            </a:r>
            <a:r>
              <a:rPr dirty="0" sz="1700" spc="-15" i="1">
                <a:latin typeface="Arial"/>
                <a:cs typeface="Arial"/>
              </a:rPr>
              <a:t>operadore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50" i="1">
                <a:latin typeface="Arial"/>
                <a:cs typeface="Arial"/>
              </a:rPr>
              <a:t> </a:t>
            </a:r>
            <a:r>
              <a:rPr dirty="0" sz="1700" spc="-5" i="1">
                <a:latin typeface="Arial"/>
                <a:cs typeface="Arial"/>
              </a:rPr>
              <a:t>sobr</a:t>
            </a:r>
            <a:r>
              <a:rPr dirty="0" sz="1700" spc="10" i="1">
                <a:latin typeface="Arial"/>
                <a:cs typeface="Arial"/>
              </a:rPr>
              <a:t>e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40" i="1">
                <a:latin typeface="Arial"/>
                <a:cs typeface="Arial"/>
              </a:rPr>
              <a:t> </a:t>
            </a:r>
            <a:r>
              <a:rPr dirty="0" sz="1700" i="1">
                <a:latin typeface="Arial"/>
                <a:cs typeface="Arial"/>
              </a:rPr>
              <a:t>l</a:t>
            </a:r>
            <a:r>
              <a:rPr dirty="0" sz="1700" spc="-310" i="1">
                <a:latin typeface="Arial"/>
                <a:cs typeface="Arial"/>
              </a:rPr>
              <a:t> </a:t>
            </a:r>
            <a:r>
              <a:rPr dirty="0" sz="1700" spc="165" i="1">
                <a:latin typeface="Arial"/>
                <a:cs typeface="Arial"/>
              </a:rPr>
              <a:t>ista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5" i="1">
                <a:latin typeface="Arial"/>
                <a:cs typeface="Arial"/>
              </a:rPr>
              <a:t> </a:t>
            </a:r>
            <a:r>
              <a:rPr dirty="0" sz="1700" spc="-55" i="1">
                <a:latin typeface="Arial"/>
                <a:cs typeface="Arial"/>
              </a:rPr>
              <a:t>do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14" i="1">
                <a:latin typeface="Arial"/>
                <a:cs typeface="Arial"/>
              </a:rPr>
              <a:t> </a:t>
            </a:r>
            <a:r>
              <a:rPr dirty="0" sz="1700" spc="55" i="1">
                <a:latin typeface="Arial"/>
                <a:cs typeface="Arial"/>
              </a:rPr>
              <a:t>Slide</a:t>
            </a:r>
            <a:r>
              <a:rPr dirty="0" sz="1700" spc="10" i="1">
                <a:latin typeface="Arial"/>
                <a:cs typeface="Arial"/>
              </a:rPr>
              <a:t>s</a:t>
            </a:r>
            <a:endParaRPr sz="17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605"/>
              </a:spcBef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25" b="1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Le</a:t>
            </a:r>
            <a:r>
              <a:rPr dirty="0" sz="1700" spc="20">
                <a:latin typeface="Arial"/>
                <a:cs typeface="Arial"/>
              </a:rPr>
              <a:t>R</a:t>
            </a:r>
            <a:r>
              <a:rPr dirty="0" sz="1700" spc="15">
                <a:latin typeface="Arial"/>
                <a:cs typeface="Arial"/>
              </a:rPr>
              <a:t>egi</a:t>
            </a:r>
            <a:r>
              <a:rPr dirty="0" sz="1700" spc="15">
                <a:latin typeface="Arial"/>
                <a:cs typeface="Arial"/>
              </a:rPr>
              <a:t>s</a:t>
            </a:r>
            <a:r>
              <a:rPr dirty="0" sz="1700" spc="15">
                <a:latin typeface="Arial"/>
                <a:cs typeface="Arial"/>
              </a:rPr>
              <a:t>tr</a:t>
            </a:r>
            <a:r>
              <a:rPr dirty="0" sz="1700" spc="150">
                <a:latin typeface="Arial"/>
                <a:cs typeface="Arial"/>
              </a:rPr>
              <a:t>o</a:t>
            </a:r>
            <a:r>
              <a:rPr dirty="0" sz="1700" spc="145">
                <a:latin typeface="Arial"/>
                <a:cs typeface="Arial"/>
              </a:rPr>
              <a:t>(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-345">
                <a:latin typeface="Lucida Sans Unicode"/>
                <a:cs typeface="Lucida Sans Unicode"/>
              </a:rPr>
              <a:t>∗</a:t>
            </a:r>
            <a:r>
              <a:rPr dirty="0" sz="1700" spc="40">
                <a:latin typeface="Arial"/>
                <a:cs typeface="Arial"/>
              </a:rPr>
              <a:t>Registr</a:t>
            </a:r>
            <a:r>
              <a:rPr dirty="0" sz="1700" spc="175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28471" y="5510822"/>
            <a:ext cx="7498080" cy="16148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2225">
              <a:lnSpc>
                <a:spcPct val="100000"/>
              </a:lnSpc>
              <a:tabLst>
                <a:tab pos="224154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805">
                <a:latin typeface="Lucida Sans Unicode"/>
                <a:cs typeface="Lucida Sans Unicode"/>
              </a:rPr>
              <a:t>∗</a:t>
            </a:r>
            <a:r>
              <a:rPr dirty="0" sz="1700" spc="-440">
                <a:latin typeface="Lucida Sans Unicode"/>
                <a:cs typeface="Lucida Sans Unicode"/>
              </a:rPr>
              <a:t>−−</a:t>
            </a:r>
            <a:r>
              <a:rPr dirty="0" sz="1700" spc="-270">
                <a:latin typeface="Lucida Sans Unicode"/>
                <a:cs typeface="Lucida Sans Unicode"/>
              </a:rPr>
              <a:t>−</a:t>
            </a:r>
            <a:r>
              <a:rPr dirty="0" sz="1700" spc="-35" i="1">
                <a:latin typeface="Arial"/>
                <a:cs typeface="Arial"/>
              </a:rPr>
              <a:t>o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05" i="1">
                <a:latin typeface="Arial"/>
                <a:cs typeface="Arial"/>
              </a:rPr>
              <a:t> </a:t>
            </a:r>
            <a:r>
              <a:rPr dirty="0" sz="1700" spc="50" i="1">
                <a:latin typeface="Arial"/>
                <a:cs typeface="Arial"/>
              </a:rPr>
              <a:t>v</a:t>
            </a:r>
            <a:r>
              <a:rPr dirty="0" sz="1700" spc="50" i="1">
                <a:latin typeface="Arial"/>
                <a:cs typeface="Arial"/>
              </a:rPr>
              <a:t>alore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50" i="1">
                <a:latin typeface="Arial"/>
                <a:cs typeface="Arial"/>
              </a:rPr>
              <a:t> </a:t>
            </a:r>
            <a:r>
              <a:rPr dirty="0" sz="1700" spc="114" i="1">
                <a:latin typeface="Arial"/>
                <a:cs typeface="Arial"/>
              </a:rPr>
              <a:t>lido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50" i="1">
                <a:latin typeface="Arial"/>
                <a:cs typeface="Arial"/>
              </a:rPr>
              <a:t> </a:t>
            </a:r>
            <a:r>
              <a:rPr dirty="0" sz="1700" spc="-150" i="1">
                <a:latin typeface="Arial"/>
                <a:cs typeface="Arial"/>
              </a:rPr>
              <a:t>deve</a:t>
            </a:r>
            <a:r>
              <a:rPr dirty="0" sz="1700" spc="15" i="1">
                <a:latin typeface="Arial"/>
                <a:cs typeface="Arial"/>
              </a:rPr>
              <a:t>m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95" i="1">
                <a:latin typeface="Arial"/>
                <a:cs typeface="Arial"/>
              </a:rPr>
              <a:t> </a:t>
            </a:r>
            <a:r>
              <a:rPr dirty="0" sz="1700" spc="75" i="1">
                <a:latin typeface="Arial"/>
                <a:cs typeface="Arial"/>
              </a:rPr>
              <a:t>e</a:t>
            </a:r>
            <a:r>
              <a:rPr dirty="0" sz="1700" spc="70" i="1">
                <a:latin typeface="Arial"/>
                <a:cs typeface="Arial"/>
              </a:rPr>
              <a:t>s</a:t>
            </a:r>
            <a:r>
              <a:rPr dirty="0" sz="1700" spc="70" i="1">
                <a:latin typeface="Arial"/>
                <a:cs typeface="Arial"/>
              </a:rPr>
              <a:t>ta</a:t>
            </a:r>
            <a:r>
              <a:rPr dirty="0" sz="1700" spc="5" i="1">
                <a:latin typeface="Arial"/>
                <a:cs typeface="Arial"/>
              </a:rPr>
              <a:t>r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85" i="1">
                <a:latin typeface="Arial"/>
                <a:cs typeface="Arial"/>
              </a:rPr>
              <a:t> </a:t>
            </a:r>
            <a:r>
              <a:rPr dirty="0" sz="1700" spc="-40" i="1">
                <a:latin typeface="Arial"/>
                <a:cs typeface="Arial"/>
              </a:rPr>
              <a:t>s</a:t>
            </a:r>
            <a:r>
              <a:rPr dirty="0" sz="1700" spc="-35" i="1">
                <a:latin typeface="Arial"/>
                <a:cs typeface="Arial"/>
              </a:rPr>
              <a:t>eparado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35" i="1">
                <a:latin typeface="Arial"/>
                <a:cs typeface="Arial"/>
              </a:rPr>
              <a:t> </a:t>
            </a:r>
            <a:r>
              <a:rPr dirty="0" sz="1700" spc="20" i="1">
                <a:latin typeface="Arial"/>
                <a:cs typeface="Arial"/>
              </a:rPr>
              <a:t>po</a:t>
            </a:r>
            <a:r>
              <a:rPr dirty="0" sz="1700" spc="5" i="1">
                <a:latin typeface="Arial"/>
                <a:cs typeface="Arial"/>
              </a:rPr>
              <a:t>r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20" i="1">
                <a:latin typeface="Arial"/>
                <a:cs typeface="Arial"/>
              </a:rPr>
              <a:t> </a:t>
            </a:r>
            <a:r>
              <a:rPr dirty="0" sz="1700" spc="-15" i="1">
                <a:latin typeface="Arial"/>
                <a:cs typeface="Arial"/>
              </a:rPr>
              <a:t>branco</a:t>
            </a:r>
            <a:r>
              <a:rPr dirty="0" sz="1700" spc="-290" i="1">
                <a:latin typeface="Arial"/>
                <a:cs typeface="Arial"/>
              </a:rPr>
              <a:t>s</a:t>
            </a:r>
            <a:r>
              <a:rPr dirty="0" sz="1700" spc="-509">
                <a:latin typeface="Lucida Sans Unicode"/>
                <a:cs typeface="Lucida Sans Unicode"/>
              </a:rPr>
              <a:t>−−</a:t>
            </a:r>
            <a:r>
              <a:rPr dirty="0" sz="1700" spc="-150">
                <a:latin typeface="Lucida Sans Unicode"/>
                <a:cs typeface="Lucida Sans Unicode"/>
              </a:rPr>
              <a:t>−</a:t>
            </a:r>
            <a:r>
              <a:rPr dirty="0" sz="1700" spc="-380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203200">
              <a:lnSpc>
                <a:spcPct val="100000"/>
              </a:lnSpc>
              <a:spcBef>
                <a:spcPts val="605"/>
              </a:spcBef>
              <a:tabLst>
                <a:tab pos="774700" algn="l"/>
              </a:tabLst>
            </a:pPr>
            <a:r>
              <a:rPr dirty="0" sz="1700" spc="-45" b="1">
                <a:latin typeface="Arial"/>
                <a:cs typeface="Arial"/>
              </a:rPr>
              <a:t>lon</a:t>
            </a:r>
            <a:r>
              <a:rPr dirty="0" sz="1700" spc="10" b="1">
                <a:latin typeface="Arial"/>
                <a:cs typeface="Arial"/>
              </a:rPr>
              <a:t>g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1454">
              <a:lnSpc>
                <a:spcPct val="100000"/>
              </a:lnSpc>
              <a:spcBef>
                <a:spcPts val="605"/>
              </a:spcBef>
            </a:pPr>
            <a:r>
              <a:rPr dirty="0" sz="1700" spc="25">
                <a:latin typeface="Arial"/>
                <a:cs typeface="Arial"/>
              </a:rPr>
              <a:t>scan</a:t>
            </a:r>
            <a:r>
              <a:rPr dirty="0" sz="1700" spc="155">
                <a:latin typeface="Arial"/>
                <a:cs typeface="Arial"/>
              </a:rPr>
              <a:t>f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"</a:t>
            </a:r>
            <a:r>
              <a:rPr dirty="0" sz="1700" spc="-405">
                <a:latin typeface="Arial"/>
                <a:cs typeface="Arial"/>
              </a:rPr>
              <a:t>%</a:t>
            </a:r>
            <a:r>
              <a:rPr dirty="0" sz="1700" spc="-70">
                <a:latin typeface="Arial"/>
                <a:cs typeface="Arial"/>
              </a:rPr>
              <a:t>h</a:t>
            </a:r>
            <a:r>
              <a:rPr dirty="0" sz="1700" spc="-409">
                <a:latin typeface="Arial"/>
                <a:cs typeface="Arial"/>
              </a:rPr>
              <a:t>d</a:t>
            </a:r>
            <a:r>
              <a:rPr dirty="0" sz="1700" spc="-385">
                <a:latin typeface="Arial"/>
                <a:cs typeface="Arial"/>
              </a:rPr>
              <a:t>%</a:t>
            </a:r>
            <a:r>
              <a:rPr dirty="0" sz="1700" spc="65">
                <a:latin typeface="Arial"/>
                <a:cs typeface="Arial"/>
              </a:rPr>
              <a:t>d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175">
                <a:latin typeface="Arial"/>
                <a:cs typeface="Arial"/>
              </a:rPr>
              <a:t> </a:t>
            </a:r>
            <a:r>
              <a:rPr dirty="0" sz="1700" spc="125">
                <a:latin typeface="Arial"/>
                <a:cs typeface="Arial"/>
              </a:rPr>
              <a:t>&amp;</a:t>
            </a:r>
            <a:r>
              <a:rPr dirty="0" sz="1700" spc="40">
                <a:latin typeface="Arial"/>
                <a:cs typeface="Arial"/>
              </a:rPr>
              <a:t>Registr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70">
                <a:latin typeface="Arial"/>
                <a:cs typeface="Arial"/>
              </a:rPr>
              <a:t> </a:t>
            </a:r>
            <a:r>
              <a:rPr dirty="0" sz="1700" spc="0">
                <a:latin typeface="Lucida Sans Unicode"/>
                <a:cs typeface="Lucida Sans Unicode"/>
              </a:rPr>
              <a:t>−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 spc="-85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Chav</a:t>
            </a:r>
            <a:r>
              <a:rPr dirty="0" sz="1700" spc="-10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150">
                <a:latin typeface="Arial"/>
                <a:cs typeface="Arial"/>
              </a:rPr>
              <a:t>&amp;</a:t>
            </a:r>
            <a:r>
              <a:rPr dirty="0" sz="1700" spc="40">
                <a:latin typeface="Arial"/>
                <a:cs typeface="Arial"/>
              </a:rPr>
              <a:t>Registr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70">
                <a:latin typeface="Arial"/>
                <a:cs typeface="Arial"/>
              </a:rPr>
              <a:t> </a:t>
            </a:r>
            <a:r>
              <a:rPr dirty="0" sz="1700" spc="0">
                <a:latin typeface="Lucida Sans Unicode"/>
                <a:cs typeface="Lucida Sans Unicode"/>
              </a:rPr>
              <a:t>−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NotaFina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7170">
              <a:lnSpc>
                <a:spcPct val="100000"/>
              </a:lnSpc>
              <a:spcBef>
                <a:spcPts val="605"/>
              </a:spcBef>
              <a:tabLst>
                <a:tab pos="955675" algn="l"/>
                <a:tab pos="1524635" algn="l"/>
                <a:tab pos="1706245" algn="l"/>
                <a:tab pos="3260725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N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15">
                <a:latin typeface="Arial"/>
                <a:cs typeface="Arial"/>
              </a:rPr>
              <a:t>PC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10">
                <a:latin typeface="Arial"/>
                <a:cs typeface="Arial"/>
              </a:rPr>
              <a:t>ES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14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scan</a:t>
            </a:r>
            <a:r>
              <a:rPr dirty="0" sz="1700" spc="155">
                <a:latin typeface="Arial"/>
                <a:cs typeface="Arial"/>
              </a:rPr>
              <a:t>f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"</a:t>
            </a:r>
            <a:r>
              <a:rPr dirty="0" sz="1700" spc="-385">
                <a:latin typeface="Arial"/>
                <a:cs typeface="Arial"/>
              </a:rPr>
              <a:t>%</a:t>
            </a:r>
            <a:r>
              <a:rPr dirty="0" sz="1700" spc="65">
                <a:latin typeface="Arial"/>
                <a:cs typeface="Arial"/>
              </a:rPr>
              <a:t>d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175">
                <a:latin typeface="Arial"/>
                <a:cs typeface="Arial"/>
              </a:rPr>
              <a:t> </a:t>
            </a:r>
            <a:r>
              <a:rPr dirty="0" sz="1700" spc="125">
                <a:latin typeface="Arial"/>
                <a:cs typeface="Arial"/>
              </a:rPr>
              <a:t>&amp;</a:t>
            </a:r>
            <a:r>
              <a:rPr dirty="0" sz="1700" spc="40">
                <a:latin typeface="Arial"/>
                <a:cs typeface="Arial"/>
              </a:rPr>
              <a:t>Registr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70">
                <a:latin typeface="Arial"/>
                <a:cs typeface="Arial"/>
              </a:rPr>
              <a:t> </a:t>
            </a:r>
            <a:r>
              <a:rPr dirty="0" sz="1700" spc="0">
                <a:latin typeface="Lucida Sans Unicode"/>
                <a:cs typeface="Lucida Sans Unicode"/>
              </a:rPr>
              <a:t>−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Opca</a:t>
            </a:r>
            <a:r>
              <a:rPr dirty="0" sz="1700" spc="45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94600" y="1452308"/>
          <a:ext cx="3081020" cy="1354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3214"/>
                <a:gridCol w="1576790"/>
                <a:gridCol w="670656"/>
              </a:tblGrid>
              <a:tr h="340896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700" spc="-60" b="1">
                          <a:latin typeface="Arial"/>
                          <a:cs typeface="Arial"/>
                        </a:rPr>
                        <a:t>#</a:t>
                      </a:r>
                      <a:r>
                        <a:rPr dirty="0" sz="1700" spc="-5" b="1">
                          <a:latin typeface="Arial"/>
                          <a:cs typeface="Arial"/>
                        </a:rPr>
                        <a:t>defin</a:t>
                      </a:r>
                      <a:r>
                        <a:rPr dirty="0" sz="1700" b="1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700" spc="-5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PC</a:t>
                      </a:r>
                      <a:r>
                        <a:rPr dirty="0" sz="1700" spc="-5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ES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604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3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336156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700" spc="-60" b="1">
                          <a:latin typeface="Arial"/>
                          <a:cs typeface="Arial"/>
                        </a:rPr>
                        <a:t>#</a:t>
                      </a:r>
                      <a:r>
                        <a:rPr dirty="0" sz="1700" spc="-5" b="1">
                          <a:latin typeface="Arial"/>
                          <a:cs typeface="Arial"/>
                        </a:rPr>
                        <a:t>defin</a:t>
                      </a:r>
                      <a:r>
                        <a:rPr dirty="0" sz="1700" b="1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NCURS</a:t>
                      </a:r>
                      <a:r>
                        <a:rPr dirty="0" sz="1700" spc="-5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604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7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336156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700" spc="-60" b="1">
                          <a:latin typeface="Arial"/>
                          <a:cs typeface="Arial"/>
                        </a:rPr>
                        <a:t>#</a:t>
                      </a:r>
                      <a:r>
                        <a:rPr dirty="0" sz="1700" spc="-5" b="1">
                          <a:latin typeface="Arial"/>
                          <a:cs typeface="Arial"/>
                        </a:rPr>
                        <a:t>defin</a:t>
                      </a:r>
                      <a:r>
                        <a:rPr dirty="0" sz="1700" b="1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700" spc="-140">
                          <a:latin typeface="Arial"/>
                          <a:cs typeface="Arial"/>
                        </a:rPr>
                        <a:t>F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ALSE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2989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0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340896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700" spc="-60" b="1">
                          <a:latin typeface="Arial"/>
                          <a:cs typeface="Arial"/>
                        </a:rPr>
                        <a:t>#</a:t>
                      </a:r>
                      <a:r>
                        <a:rPr dirty="0" sz="1700" spc="-5" b="1">
                          <a:latin typeface="Arial"/>
                          <a:cs typeface="Arial"/>
                        </a:rPr>
                        <a:t>defin</a:t>
                      </a:r>
                      <a:r>
                        <a:rPr dirty="0" sz="1700" b="1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1700" spc="-70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UE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271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1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6681470" cy="5066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-110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ul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-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fin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Fin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(2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  <a:p>
            <a:pPr marL="39370">
              <a:lnSpc>
                <a:spcPct val="100000"/>
              </a:lnSpc>
              <a:spcBef>
                <a:spcPts val="2220"/>
              </a:spcBef>
              <a:tabLst>
                <a:tab pos="24130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805">
                <a:latin typeface="Lucida Sans Unicode"/>
                <a:cs typeface="Lucida Sans Unicode"/>
              </a:rPr>
              <a:t>∗</a:t>
            </a:r>
            <a:r>
              <a:rPr dirty="0" sz="1700" spc="-440">
                <a:latin typeface="Lucida Sans Unicode"/>
                <a:cs typeface="Lucida Sans Unicode"/>
              </a:rPr>
              <a:t>−−</a:t>
            </a:r>
            <a:r>
              <a:rPr dirty="0" sz="1700" spc="-320">
                <a:latin typeface="Lucida Sans Unicode"/>
                <a:cs typeface="Lucida Sans Unicode"/>
              </a:rPr>
              <a:t>−</a:t>
            </a:r>
            <a:r>
              <a:rPr dirty="0" sz="1700" spc="-80" i="1">
                <a:latin typeface="Arial"/>
                <a:cs typeface="Arial"/>
              </a:rPr>
              <a:t>Progra</a:t>
            </a:r>
            <a:r>
              <a:rPr dirty="0" sz="1700" spc="-80" i="1">
                <a:latin typeface="Arial"/>
                <a:cs typeface="Arial"/>
              </a:rPr>
              <a:t>m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85" i="1">
                <a:latin typeface="Arial"/>
                <a:cs typeface="Arial"/>
              </a:rPr>
              <a:t> </a:t>
            </a:r>
            <a:r>
              <a:rPr dirty="0" sz="1700" spc="110" i="1">
                <a:latin typeface="Arial"/>
                <a:cs typeface="Arial"/>
              </a:rPr>
              <a:t>principa</a:t>
            </a:r>
            <a:r>
              <a:rPr dirty="0" sz="1700" spc="-35" i="1">
                <a:latin typeface="Arial"/>
                <a:cs typeface="Arial"/>
              </a:rPr>
              <a:t>l</a:t>
            </a:r>
            <a:r>
              <a:rPr dirty="0" sz="1700" spc="-509">
                <a:latin typeface="Lucida Sans Unicode"/>
                <a:cs typeface="Lucida Sans Unicode"/>
              </a:rPr>
              <a:t>−−</a:t>
            </a:r>
            <a:r>
              <a:rPr dirty="0" sz="1700" spc="-150">
                <a:latin typeface="Lucida Sans Unicode"/>
                <a:cs typeface="Lucida Sans Unicode"/>
              </a:rPr>
              <a:t>−</a:t>
            </a:r>
            <a:r>
              <a:rPr dirty="0" sz="1700" spc="-380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228600" marR="5080" indent="5080">
              <a:lnSpc>
                <a:spcPts val="2720"/>
              </a:lnSpc>
              <a:spcBef>
                <a:spcPts val="200"/>
              </a:spcBef>
              <a:tabLst>
                <a:tab pos="972819" algn="l"/>
                <a:tab pos="1541780" algn="l"/>
                <a:tab pos="3384550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&lt;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4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NCURS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14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scan</a:t>
            </a:r>
            <a:r>
              <a:rPr dirty="0" sz="1700" spc="155">
                <a:latin typeface="Arial"/>
                <a:cs typeface="Arial"/>
              </a:rPr>
              <a:t>f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220">
                <a:latin typeface="Arial"/>
                <a:cs typeface="Arial"/>
              </a:rPr>
              <a:t>"%</a:t>
            </a:r>
            <a:r>
              <a:rPr dirty="0" sz="1700" spc="114">
                <a:latin typeface="Arial"/>
                <a:cs typeface="Arial"/>
              </a:rPr>
              <a:t>l</a:t>
            </a:r>
            <a:r>
              <a:rPr dirty="0" sz="1700" spc="10">
                <a:latin typeface="Arial"/>
                <a:cs typeface="Arial"/>
              </a:rPr>
              <a:t>d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175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&amp;</a:t>
            </a:r>
            <a:r>
              <a:rPr dirty="0" sz="1700" spc="-105">
                <a:latin typeface="Arial"/>
                <a:cs typeface="Arial"/>
              </a:rPr>
              <a:t>Vaga</a:t>
            </a:r>
            <a:r>
              <a:rPr dirty="0" sz="1700" spc="7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50">
                <a:latin typeface="Lucida Sans Unicode"/>
                <a:cs typeface="Lucida Sans Unicode"/>
              </a:rPr>
              <a:t>−</a:t>
            </a:r>
            <a:r>
              <a:rPr dirty="0" sz="1700" spc="70">
                <a:latin typeface="Arial"/>
                <a:cs typeface="Arial"/>
              </a:rPr>
              <a:t>1]</a:t>
            </a:r>
            <a:r>
              <a:rPr dirty="0" sz="1700" spc="6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scan</a:t>
            </a:r>
            <a:r>
              <a:rPr dirty="0" sz="1700" spc="155">
                <a:latin typeface="Arial"/>
                <a:cs typeface="Arial"/>
              </a:rPr>
              <a:t>f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"</a:t>
            </a:r>
            <a:r>
              <a:rPr dirty="0" sz="1700" spc="20">
                <a:latin typeface="Arial"/>
                <a:cs typeface="Arial"/>
              </a:rPr>
              <a:t>%</a:t>
            </a:r>
            <a:r>
              <a:rPr dirty="0" sz="1700" spc="-490">
                <a:latin typeface="Lucida Sans Unicode"/>
                <a:cs typeface="Lucida Sans Unicode"/>
              </a:rPr>
              <a:t>∗</a:t>
            </a:r>
            <a:r>
              <a:rPr dirty="0" sz="1700" spc="15">
                <a:latin typeface="Arial"/>
                <a:cs typeface="Arial"/>
              </a:rPr>
              <a:t>[</a:t>
            </a:r>
            <a:r>
              <a:rPr dirty="0" sz="1700" spc="15">
                <a:latin typeface="Arial"/>
                <a:cs typeface="Arial"/>
              </a:rPr>
              <a:t>^</a:t>
            </a:r>
            <a:r>
              <a:rPr dirty="0" sz="1700" spc="-40">
                <a:latin typeface="Arial"/>
                <a:cs typeface="Arial"/>
              </a:rPr>
              <a:t>\</a:t>
            </a:r>
            <a:r>
              <a:rPr dirty="0" sz="1700" spc="13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470"/>
              </a:spcBef>
            </a:pPr>
            <a:r>
              <a:rPr dirty="0" sz="1700" spc="25">
                <a:latin typeface="Arial"/>
                <a:cs typeface="Arial"/>
              </a:rPr>
              <a:t>getcha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4315">
              <a:lnSpc>
                <a:spcPct val="100000"/>
              </a:lnSpc>
              <a:spcBef>
                <a:spcPts val="675"/>
              </a:spcBef>
              <a:tabLst>
                <a:tab pos="972819" algn="l"/>
                <a:tab pos="1541780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&lt;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85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10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80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FLVazi</a:t>
            </a:r>
            <a:r>
              <a:rPr dirty="0" sz="1700" spc="-55">
                <a:latin typeface="Arial"/>
                <a:cs typeface="Arial"/>
              </a:rPr>
              <a:t>a</a:t>
            </a:r>
            <a:r>
              <a:rPr dirty="0" sz="1700" spc="-10">
                <a:latin typeface="Arial"/>
                <a:cs typeface="Arial"/>
              </a:rPr>
              <a:t>(</a:t>
            </a:r>
            <a:r>
              <a:rPr dirty="0" sz="1700" spc="50">
                <a:latin typeface="Arial"/>
                <a:cs typeface="Arial"/>
              </a:rPr>
              <a:t>&amp;</a:t>
            </a:r>
            <a:r>
              <a:rPr dirty="0" sz="1700" spc="60">
                <a:latin typeface="Arial"/>
                <a:cs typeface="Arial"/>
              </a:rPr>
              <a:t>Classificaca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0345" marR="111760" indent="13335">
              <a:lnSpc>
                <a:spcPts val="2720"/>
              </a:lnSpc>
              <a:spcBef>
                <a:spcPts val="200"/>
              </a:spcBef>
              <a:tabLst>
                <a:tab pos="972819" algn="l"/>
                <a:tab pos="1541780" algn="l"/>
                <a:tab pos="3384550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&lt;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4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NCURS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80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FLVazi</a:t>
            </a:r>
            <a:r>
              <a:rPr dirty="0" sz="1700" spc="-55">
                <a:latin typeface="Arial"/>
                <a:cs typeface="Arial"/>
              </a:rPr>
              <a:t>a</a:t>
            </a:r>
            <a:r>
              <a:rPr dirty="0" sz="1700" spc="-10">
                <a:latin typeface="Arial"/>
                <a:cs typeface="Arial"/>
              </a:rPr>
              <a:t>(</a:t>
            </a:r>
            <a:r>
              <a:rPr dirty="0" sz="1700" spc="-65">
                <a:latin typeface="Arial"/>
                <a:cs typeface="Arial"/>
              </a:rPr>
              <a:t>&amp;</a:t>
            </a:r>
            <a:r>
              <a:rPr dirty="0" sz="1700" spc="-55">
                <a:latin typeface="Arial"/>
                <a:cs typeface="Arial"/>
              </a:rPr>
              <a:t>Aprovado</a:t>
            </a:r>
            <a:r>
              <a:rPr dirty="0" sz="1700" spc="12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50">
                <a:latin typeface="Lucida Sans Unicode"/>
                <a:cs typeface="Lucida Sans Unicode"/>
              </a:rPr>
              <a:t>−</a:t>
            </a:r>
            <a:r>
              <a:rPr dirty="0" sz="1700" spc="70">
                <a:latin typeface="Arial"/>
                <a:cs typeface="Arial"/>
              </a:rPr>
              <a:t>1]</a:t>
            </a:r>
            <a:r>
              <a:rPr dirty="0" sz="1700" spc="6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FLVazi</a:t>
            </a:r>
            <a:r>
              <a:rPr dirty="0" sz="1700" spc="-55">
                <a:latin typeface="Arial"/>
                <a:cs typeface="Arial"/>
              </a:rPr>
              <a:t>a</a:t>
            </a:r>
            <a:r>
              <a:rPr dirty="0" sz="1700" spc="-10">
                <a:latin typeface="Arial"/>
                <a:cs typeface="Arial"/>
              </a:rPr>
              <a:t>(</a:t>
            </a:r>
            <a:r>
              <a:rPr dirty="0" sz="1700" spc="-80">
                <a:latin typeface="Arial"/>
                <a:cs typeface="Arial"/>
              </a:rPr>
              <a:t>&amp;</a:t>
            </a:r>
            <a:r>
              <a:rPr dirty="0" sz="1700" spc="-70">
                <a:latin typeface="Arial"/>
                <a:cs typeface="Arial"/>
              </a:rPr>
              <a:t>Reprovado</a:t>
            </a:r>
            <a:r>
              <a:rPr dirty="0" sz="1700" spc="140">
                <a:latin typeface="Arial"/>
                <a:cs typeface="Arial"/>
              </a:rPr>
              <a:t>s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965">
              <a:lnSpc>
                <a:spcPct val="100000"/>
              </a:lnSpc>
              <a:spcBef>
                <a:spcPts val="470"/>
              </a:spcBef>
            </a:pPr>
            <a:r>
              <a:rPr dirty="0" sz="1700" spc="20">
                <a:latin typeface="Arial"/>
                <a:cs typeface="Arial"/>
              </a:rPr>
              <a:t>Le</a:t>
            </a:r>
            <a:r>
              <a:rPr dirty="0" sz="1700" spc="20">
                <a:latin typeface="Arial"/>
                <a:cs typeface="Arial"/>
              </a:rPr>
              <a:t>R</a:t>
            </a:r>
            <a:r>
              <a:rPr dirty="0" sz="1700" spc="15">
                <a:latin typeface="Arial"/>
                <a:cs typeface="Arial"/>
              </a:rPr>
              <a:t>egi</a:t>
            </a:r>
            <a:r>
              <a:rPr dirty="0" sz="1700" spc="15">
                <a:latin typeface="Arial"/>
                <a:cs typeface="Arial"/>
              </a:rPr>
              <a:t>s</a:t>
            </a:r>
            <a:r>
              <a:rPr dirty="0" sz="1700" spc="15">
                <a:latin typeface="Arial"/>
                <a:cs typeface="Arial"/>
              </a:rPr>
              <a:t>tr</a:t>
            </a:r>
            <a:r>
              <a:rPr dirty="0" sz="1700" spc="5">
                <a:latin typeface="Arial"/>
                <a:cs typeface="Arial"/>
              </a:rPr>
              <a:t>o</a:t>
            </a:r>
            <a:r>
              <a:rPr dirty="0" sz="1700" spc="-10">
                <a:latin typeface="Arial"/>
                <a:cs typeface="Arial"/>
              </a:rPr>
              <a:t>(</a:t>
            </a:r>
            <a:r>
              <a:rPr dirty="0" sz="1700" spc="35">
                <a:latin typeface="Arial"/>
                <a:cs typeface="Arial"/>
              </a:rPr>
              <a:t>&amp;</a:t>
            </a:r>
            <a:r>
              <a:rPr dirty="0" sz="1700" spc="40">
                <a:latin typeface="Arial"/>
                <a:cs typeface="Arial"/>
              </a:rPr>
              <a:t>Registr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4790">
              <a:lnSpc>
                <a:spcPct val="100000"/>
              </a:lnSpc>
              <a:spcBef>
                <a:spcPts val="675"/>
              </a:spcBef>
            </a:pPr>
            <a:r>
              <a:rPr dirty="0" sz="1700" spc="-5" b="1">
                <a:latin typeface="Arial"/>
                <a:cs typeface="Arial"/>
              </a:rPr>
              <a:t>whil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Registr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54">
                <a:latin typeface="Arial"/>
                <a:cs typeface="Arial"/>
              </a:rPr>
              <a:t> 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90">
                <a:latin typeface="Arial"/>
                <a:cs typeface="Arial"/>
              </a:rPr>
              <a:t> </a:t>
            </a:r>
            <a:r>
              <a:rPr dirty="0" sz="1700" spc="160">
                <a:latin typeface="Arial"/>
                <a:cs typeface="Arial"/>
              </a:rPr>
              <a:t>!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57834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656590" marR="371475" indent="3175">
              <a:lnSpc>
                <a:spcPts val="2720"/>
              </a:lnSpc>
              <a:spcBef>
                <a:spcPts val="200"/>
              </a:spcBef>
            </a:pPr>
            <a:r>
              <a:rPr dirty="0" sz="1700" spc="40">
                <a:latin typeface="Arial"/>
                <a:cs typeface="Arial"/>
              </a:rPr>
              <a:t>I</a:t>
            </a:r>
            <a:r>
              <a:rPr dirty="0" sz="1700" spc="50">
                <a:latin typeface="Arial"/>
                <a:cs typeface="Arial"/>
              </a:rPr>
              <a:t>n</a:t>
            </a:r>
            <a:r>
              <a:rPr dirty="0" sz="1700" spc="45">
                <a:latin typeface="Arial"/>
                <a:cs typeface="Arial"/>
              </a:rPr>
              <a:t>s</a:t>
            </a:r>
            <a:r>
              <a:rPr dirty="0" sz="1700" spc="50">
                <a:latin typeface="Arial"/>
                <a:cs typeface="Arial"/>
              </a:rPr>
              <a:t>e</a:t>
            </a:r>
            <a:r>
              <a:rPr dirty="0" sz="1700" spc="40">
                <a:latin typeface="Arial"/>
                <a:cs typeface="Arial"/>
              </a:rPr>
              <a:t>r</a:t>
            </a:r>
            <a:r>
              <a:rPr dirty="0" sz="1700" spc="17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Registr</a:t>
            </a:r>
            <a:r>
              <a:rPr dirty="0" sz="1700" spc="175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&amp;</a:t>
            </a:r>
            <a:r>
              <a:rPr dirty="0" sz="1700" spc="-310">
                <a:latin typeface="Arial"/>
                <a:cs typeface="Arial"/>
              </a:rPr>
              <a:t> </a:t>
            </a:r>
            <a:r>
              <a:rPr dirty="0" sz="1700" spc="60">
                <a:latin typeface="Arial"/>
                <a:cs typeface="Arial"/>
              </a:rPr>
              <a:t>Classificaca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54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Registr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5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NotaFina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 spc="-20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Le</a:t>
            </a:r>
            <a:r>
              <a:rPr dirty="0" sz="1700" spc="20">
                <a:latin typeface="Arial"/>
                <a:cs typeface="Arial"/>
              </a:rPr>
              <a:t>R</a:t>
            </a:r>
            <a:r>
              <a:rPr dirty="0" sz="1700" spc="15">
                <a:latin typeface="Arial"/>
                <a:cs typeface="Arial"/>
              </a:rPr>
              <a:t>egi</a:t>
            </a:r>
            <a:r>
              <a:rPr dirty="0" sz="1700" spc="15">
                <a:latin typeface="Arial"/>
                <a:cs typeface="Arial"/>
              </a:rPr>
              <a:t>s</a:t>
            </a:r>
            <a:r>
              <a:rPr dirty="0" sz="1700" spc="15">
                <a:latin typeface="Arial"/>
                <a:cs typeface="Arial"/>
              </a:rPr>
              <a:t>tr</a:t>
            </a:r>
            <a:r>
              <a:rPr dirty="0" sz="1700" spc="5">
                <a:latin typeface="Arial"/>
                <a:cs typeface="Arial"/>
              </a:rPr>
              <a:t>o</a:t>
            </a:r>
            <a:r>
              <a:rPr dirty="0" sz="1700" spc="-10">
                <a:latin typeface="Arial"/>
                <a:cs typeface="Arial"/>
              </a:rPr>
              <a:t>(</a:t>
            </a:r>
            <a:r>
              <a:rPr dirty="0" sz="1700" spc="35">
                <a:latin typeface="Arial"/>
                <a:cs typeface="Arial"/>
              </a:rPr>
              <a:t>&amp;</a:t>
            </a:r>
            <a:r>
              <a:rPr dirty="0" sz="1700" spc="40">
                <a:latin typeface="Arial"/>
                <a:cs typeface="Arial"/>
              </a:rPr>
              <a:t>Registr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57834">
              <a:lnSpc>
                <a:spcPct val="100000"/>
              </a:lnSpc>
              <a:spcBef>
                <a:spcPts val="47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580120" cy="65646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-110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ul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-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fin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Fin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(3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  <a:p>
            <a:pPr marL="234315">
              <a:lnSpc>
                <a:spcPct val="100000"/>
              </a:lnSpc>
              <a:spcBef>
                <a:spcPts val="1850"/>
              </a:spcBef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15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Not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140">
                <a:latin typeface="Arial"/>
                <a:cs typeface="Arial"/>
              </a:rPr>
              <a:t>10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Not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&gt;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0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185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Not</a:t>
            </a:r>
            <a:r>
              <a:rPr dirty="0" sz="1700" spc="-225">
                <a:latin typeface="Arial"/>
                <a:cs typeface="Arial"/>
              </a:rPr>
              <a:t>a</a:t>
            </a:r>
            <a:r>
              <a:rPr dirty="0" sz="1700" spc="-305">
                <a:latin typeface="Lucida Sans Unicode"/>
                <a:cs typeface="Lucida Sans Unicode"/>
              </a:rPr>
              <a:t>−</a:t>
            </a:r>
            <a:r>
              <a:rPr dirty="0" sz="1700" spc="-160">
                <a:latin typeface="Lucida Sans Unicode"/>
                <a:cs typeface="Lucida Sans Unicode"/>
              </a:rPr>
              <a:t>−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67995">
              <a:lnSpc>
                <a:spcPct val="100000"/>
              </a:lnSpc>
              <a:spcBef>
                <a:spcPts val="44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whil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!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Vazi</a:t>
            </a:r>
            <a:r>
              <a:rPr dirty="0" sz="1700" spc="12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60">
                <a:latin typeface="Arial"/>
                <a:cs typeface="Arial"/>
              </a:rPr>
              <a:t>Classificaca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[</a:t>
            </a:r>
            <a:r>
              <a:rPr dirty="0" sz="1700" spc="-45">
                <a:latin typeface="Arial"/>
                <a:cs typeface="Arial"/>
              </a:rPr>
              <a:t>Not</a:t>
            </a:r>
            <a:r>
              <a:rPr dirty="0" sz="1700" spc="17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113155" marR="15240" indent="-217170">
              <a:lnSpc>
                <a:spcPct val="121900"/>
              </a:lnSpc>
              <a:tabLst>
                <a:tab pos="1294765" algn="l"/>
                <a:tab pos="192849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Retir</a:t>
            </a:r>
            <a:r>
              <a:rPr dirty="0" sz="1700" spc="20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60">
                <a:latin typeface="Arial"/>
                <a:cs typeface="Arial"/>
              </a:rPr>
              <a:t>Classificaca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[</a:t>
            </a:r>
            <a:r>
              <a:rPr dirty="0" sz="1700" spc="-45">
                <a:latin typeface="Arial"/>
                <a:cs typeface="Arial"/>
              </a:rPr>
              <a:t>Not</a:t>
            </a:r>
            <a:r>
              <a:rPr dirty="0" sz="1700" spc="20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Primeir</a:t>
            </a:r>
            <a:r>
              <a:rPr dirty="0" sz="1700" spc="175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&amp;</a:t>
            </a:r>
            <a:r>
              <a:rPr dirty="0" sz="1700" spc="-310">
                <a:latin typeface="Arial"/>
                <a:cs typeface="Arial"/>
              </a:rPr>
              <a:t> </a:t>
            </a:r>
            <a:r>
              <a:rPr dirty="0" sz="1700" spc="60">
                <a:latin typeface="Arial"/>
                <a:cs typeface="Arial"/>
              </a:rPr>
              <a:t>Classificaca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[</a:t>
            </a:r>
            <a:r>
              <a:rPr dirty="0" sz="1700" spc="-45">
                <a:latin typeface="Arial"/>
                <a:cs typeface="Arial"/>
              </a:rPr>
              <a:t>Not</a:t>
            </a:r>
            <a:r>
              <a:rPr dirty="0" sz="1700" spc="8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4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&amp;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Registr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90">
                <a:latin typeface="Arial"/>
                <a:cs typeface="Arial"/>
              </a:rPr>
              <a:t>Passo</a:t>
            </a:r>
            <a:r>
              <a:rPr dirty="0" sz="1700" spc="10">
                <a:latin typeface="Arial"/>
                <a:cs typeface="Arial"/>
              </a:rPr>
              <a:t>u</a:t>
            </a:r>
            <a:r>
              <a:rPr dirty="0" sz="1700" spc="19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F</a:t>
            </a:r>
            <a:r>
              <a:rPr dirty="0" sz="1700" spc="10">
                <a:latin typeface="Arial"/>
                <a:cs typeface="Arial"/>
              </a:rPr>
              <a:t>ALSE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867410">
              <a:lnSpc>
                <a:spcPct val="100000"/>
              </a:lnSpc>
              <a:spcBef>
                <a:spcPts val="445"/>
              </a:spcBef>
            </a:pPr>
            <a:r>
              <a:rPr dirty="0" sz="1700" spc="-5" b="1">
                <a:latin typeface="Arial"/>
                <a:cs typeface="Arial"/>
              </a:rPr>
              <a:t>whil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&lt;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4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N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15">
                <a:latin typeface="Arial"/>
                <a:cs typeface="Arial"/>
              </a:rPr>
              <a:t>PC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10">
                <a:latin typeface="Arial"/>
                <a:cs typeface="Arial"/>
              </a:rPr>
              <a:t>ES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&amp;</a:t>
            </a:r>
            <a:r>
              <a:rPr dirty="0" sz="1700" spc="10">
                <a:latin typeface="Arial"/>
                <a:cs typeface="Arial"/>
              </a:rPr>
              <a:t>&amp;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!</a:t>
            </a:r>
            <a:r>
              <a:rPr dirty="0" sz="1700" spc="-90">
                <a:latin typeface="Arial"/>
                <a:cs typeface="Arial"/>
              </a:rPr>
              <a:t>Passo</a:t>
            </a:r>
            <a:r>
              <a:rPr dirty="0" sz="1700" spc="45">
                <a:latin typeface="Arial"/>
                <a:cs typeface="Arial"/>
              </a:rPr>
              <a:t>u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110615">
              <a:lnSpc>
                <a:spcPct val="100000"/>
              </a:lnSpc>
              <a:spcBef>
                <a:spcPts val="445"/>
              </a:spcBef>
              <a:tabLst>
                <a:tab pos="1324610" algn="l"/>
                <a:tab pos="162687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105">
                <a:latin typeface="Arial"/>
                <a:cs typeface="Arial"/>
              </a:rPr>
              <a:t>(</a:t>
            </a:r>
            <a:r>
              <a:rPr dirty="0" sz="1700" spc="-105">
                <a:latin typeface="Arial"/>
                <a:cs typeface="Arial"/>
              </a:rPr>
              <a:t>Vaga</a:t>
            </a:r>
            <a:r>
              <a:rPr dirty="0" sz="1700" spc="7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54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Registr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54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.</a:t>
            </a:r>
            <a:r>
              <a:rPr dirty="0" sz="1700" spc="-135">
                <a:latin typeface="Arial"/>
                <a:cs typeface="Arial"/>
              </a:rPr>
              <a:t>Opca</a:t>
            </a:r>
            <a:r>
              <a:rPr dirty="0" sz="1700" spc="5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45">
                <a:latin typeface="Lucida Sans Unicode"/>
                <a:cs typeface="Lucida Sans Unicode"/>
              </a:rPr>
              <a:t>−</a:t>
            </a:r>
            <a:r>
              <a:rPr dirty="0" sz="1700" spc="70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185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60">
                <a:latin typeface="Lucida Sans Unicode"/>
                <a:cs typeface="Lucida Sans Unicode"/>
              </a:rPr>
              <a:t> </a:t>
            </a:r>
            <a:r>
              <a:rPr dirty="0" sz="1700" spc="70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18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 spc="125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0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497965" marR="1283335" indent="-173990">
              <a:lnSpc>
                <a:spcPct val="121900"/>
              </a:lnSpc>
              <a:tabLst>
                <a:tab pos="524954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I</a:t>
            </a:r>
            <a:r>
              <a:rPr dirty="0" sz="1700" spc="50">
                <a:latin typeface="Arial"/>
                <a:cs typeface="Arial"/>
              </a:rPr>
              <a:t>n</a:t>
            </a:r>
            <a:r>
              <a:rPr dirty="0" sz="1700" spc="45">
                <a:latin typeface="Arial"/>
                <a:cs typeface="Arial"/>
              </a:rPr>
              <a:t>s</a:t>
            </a:r>
            <a:r>
              <a:rPr dirty="0" sz="1700" spc="50">
                <a:latin typeface="Arial"/>
                <a:cs typeface="Arial"/>
              </a:rPr>
              <a:t>e</a:t>
            </a:r>
            <a:r>
              <a:rPr dirty="0" sz="1700" spc="40">
                <a:latin typeface="Arial"/>
                <a:cs typeface="Arial"/>
              </a:rPr>
              <a:t>r</a:t>
            </a:r>
            <a:r>
              <a:rPr dirty="0" sz="1700" spc="17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Registr</a:t>
            </a:r>
            <a:r>
              <a:rPr dirty="0" sz="1700" spc="175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&amp;</a:t>
            </a:r>
            <a:r>
              <a:rPr dirty="0" sz="1700" spc="-55">
                <a:latin typeface="Arial"/>
                <a:cs typeface="Arial"/>
              </a:rPr>
              <a:t>Aprovado</a:t>
            </a:r>
            <a:r>
              <a:rPr dirty="0" sz="1700" spc="12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54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Registr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54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.</a:t>
            </a:r>
            <a:r>
              <a:rPr dirty="0" sz="1700" spc="-135">
                <a:latin typeface="Arial"/>
                <a:cs typeface="Arial"/>
              </a:rPr>
              <a:t>Opca</a:t>
            </a:r>
            <a:r>
              <a:rPr dirty="0" sz="1700" spc="5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50">
                <a:latin typeface="Lucida Sans Unicode"/>
                <a:cs typeface="Lucida Sans Unicode"/>
              </a:rPr>
              <a:t>−</a:t>
            </a:r>
            <a:r>
              <a:rPr dirty="0" sz="1700" spc="75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85">
                <a:latin typeface="Lucida Sans Unicode"/>
                <a:cs typeface="Lucida Sans Unicode"/>
              </a:rPr>
              <a:t> </a:t>
            </a:r>
            <a:r>
              <a:rPr dirty="0" sz="1700" spc="75">
                <a:latin typeface="Arial"/>
                <a:cs typeface="Arial"/>
              </a:rPr>
              <a:t>1])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Vaga</a:t>
            </a:r>
            <a:r>
              <a:rPr dirty="0" sz="1700" spc="7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54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Registr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54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.</a:t>
            </a:r>
            <a:r>
              <a:rPr dirty="0" sz="1700" spc="-135">
                <a:latin typeface="Arial"/>
                <a:cs typeface="Arial"/>
              </a:rPr>
              <a:t>Opca</a:t>
            </a:r>
            <a:r>
              <a:rPr dirty="0" sz="1700" spc="45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70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5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-60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Arial"/>
                <a:cs typeface="Arial"/>
              </a:rPr>
              <a:t>1]</a:t>
            </a:r>
            <a:r>
              <a:rPr dirty="0" sz="1700" spc="-20">
                <a:latin typeface="Lucida Sans Unicode"/>
                <a:cs typeface="Lucida Sans Unicode"/>
              </a:rPr>
              <a:t>−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90">
                <a:latin typeface="Arial"/>
                <a:cs typeface="Arial"/>
              </a:rPr>
              <a:t>Passo</a:t>
            </a:r>
            <a:r>
              <a:rPr dirty="0" sz="1700" spc="10">
                <a:latin typeface="Arial"/>
                <a:cs typeface="Arial"/>
              </a:rPr>
              <a:t>u</a:t>
            </a:r>
            <a:r>
              <a:rPr dirty="0" sz="1700" spc="19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</a:t>
            </a:r>
            <a:r>
              <a:rPr dirty="0" sz="1700" spc="-55">
                <a:latin typeface="Arial"/>
                <a:cs typeface="Arial"/>
              </a:rPr>
              <a:t>R</a:t>
            </a:r>
            <a:r>
              <a:rPr dirty="0" sz="1700" spc="15">
                <a:latin typeface="Arial"/>
                <a:cs typeface="Arial"/>
              </a:rPr>
              <a:t>U</a:t>
            </a:r>
            <a:r>
              <a:rPr dirty="0" sz="1700" spc="19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315085">
              <a:lnSpc>
                <a:spcPct val="100000"/>
              </a:lnSpc>
              <a:spcBef>
                <a:spcPts val="44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327150">
              <a:lnSpc>
                <a:spcPct val="100000"/>
              </a:lnSpc>
              <a:spcBef>
                <a:spcPts val="445"/>
              </a:spcBef>
            </a:pP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100455">
              <a:lnSpc>
                <a:spcPct val="100000"/>
              </a:lnSpc>
              <a:spcBef>
                <a:spcPts val="44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896619">
              <a:lnSpc>
                <a:spcPct val="100000"/>
              </a:lnSpc>
              <a:spcBef>
                <a:spcPts val="445"/>
              </a:spcBef>
              <a:tabLst>
                <a:tab pos="1207770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!</a:t>
            </a:r>
            <a:r>
              <a:rPr dirty="0" sz="1700" spc="-325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Passo</a:t>
            </a:r>
            <a:r>
              <a:rPr dirty="0" sz="1700" spc="120">
                <a:latin typeface="Arial"/>
                <a:cs typeface="Arial"/>
              </a:rPr>
              <a:t>u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I</a:t>
            </a:r>
            <a:r>
              <a:rPr dirty="0" sz="1700" spc="50">
                <a:latin typeface="Arial"/>
                <a:cs typeface="Arial"/>
              </a:rPr>
              <a:t>n</a:t>
            </a:r>
            <a:r>
              <a:rPr dirty="0" sz="1700" spc="45">
                <a:latin typeface="Arial"/>
                <a:cs typeface="Arial"/>
              </a:rPr>
              <a:t>s</a:t>
            </a:r>
            <a:r>
              <a:rPr dirty="0" sz="1700" spc="50">
                <a:latin typeface="Arial"/>
                <a:cs typeface="Arial"/>
              </a:rPr>
              <a:t>e</a:t>
            </a:r>
            <a:r>
              <a:rPr dirty="0" sz="1700" spc="40">
                <a:latin typeface="Arial"/>
                <a:cs typeface="Arial"/>
              </a:rPr>
              <a:t>r</a:t>
            </a:r>
            <a:r>
              <a:rPr dirty="0" sz="1700" spc="17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Registr</a:t>
            </a:r>
            <a:r>
              <a:rPr dirty="0" sz="1700" spc="175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&amp;</a:t>
            </a:r>
            <a:r>
              <a:rPr dirty="0" sz="1700" spc="-70">
                <a:latin typeface="Arial"/>
                <a:cs typeface="Arial"/>
              </a:rPr>
              <a:t>Reprovado</a:t>
            </a:r>
            <a:r>
              <a:rPr dirty="0" sz="1700" spc="140">
                <a:latin typeface="Arial"/>
                <a:cs typeface="Arial"/>
              </a:rPr>
              <a:t>s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886460">
              <a:lnSpc>
                <a:spcPct val="100000"/>
              </a:lnSpc>
              <a:spcBef>
                <a:spcPts val="44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57834">
              <a:lnSpc>
                <a:spcPct val="100000"/>
              </a:lnSpc>
              <a:spcBef>
                <a:spcPts val="44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34315">
              <a:lnSpc>
                <a:spcPct val="100000"/>
              </a:lnSpc>
              <a:spcBef>
                <a:spcPts val="445"/>
              </a:spcBef>
              <a:tabLst>
                <a:tab pos="972819" algn="l"/>
                <a:tab pos="1541780" algn="l"/>
                <a:tab pos="3384550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&lt;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4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NCURS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8920" marR="5080" indent="111125">
              <a:lnSpc>
                <a:spcPct val="121900"/>
              </a:lnSpc>
              <a:tabLst>
                <a:tab pos="570230" algn="l"/>
                <a:tab pos="418592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65">
                <a:latin typeface="Arial"/>
                <a:cs typeface="Arial"/>
              </a:rPr>
              <a:t>"</a:t>
            </a:r>
            <a:r>
              <a:rPr dirty="0" sz="1700" spc="-45">
                <a:latin typeface="Arial"/>
                <a:cs typeface="Arial"/>
              </a:rPr>
              <a:t>Relaca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-55">
                <a:latin typeface="Arial"/>
                <a:cs typeface="Arial"/>
              </a:rPr>
              <a:t>do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apro</a:t>
            </a:r>
            <a:r>
              <a:rPr dirty="0" sz="1700" spc="-40">
                <a:latin typeface="Arial"/>
                <a:cs typeface="Arial"/>
              </a:rPr>
              <a:t>v</a:t>
            </a:r>
            <a:r>
              <a:rPr dirty="0" sz="1700" spc="-35">
                <a:latin typeface="Arial"/>
                <a:cs typeface="Arial"/>
              </a:rPr>
              <a:t>ado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n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-55">
                <a:latin typeface="Arial"/>
                <a:cs typeface="Arial"/>
              </a:rPr>
              <a:t>Curs</a:t>
            </a:r>
            <a:r>
              <a:rPr dirty="0" sz="1700" spc="-400">
                <a:latin typeface="Arial"/>
                <a:cs typeface="Arial"/>
              </a:rPr>
              <a:t>o</a:t>
            </a:r>
            <a:r>
              <a:rPr dirty="0" sz="1700" spc="-215">
                <a:latin typeface="Arial"/>
                <a:cs typeface="Arial"/>
              </a:rPr>
              <a:t>%</a:t>
            </a:r>
            <a:r>
              <a:rPr dirty="0" sz="1700" spc="114">
                <a:latin typeface="Arial"/>
                <a:cs typeface="Arial"/>
              </a:rPr>
              <a:t>l</a:t>
            </a:r>
            <a:r>
              <a:rPr dirty="0" sz="1700" spc="10">
                <a:latin typeface="Arial"/>
                <a:cs typeface="Arial"/>
              </a:rPr>
              <a:t>d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-12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Imprim</a:t>
            </a:r>
            <a:r>
              <a:rPr dirty="0" sz="1700" spc="100">
                <a:latin typeface="Arial"/>
                <a:cs typeface="Arial"/>
              </a:rPr>
              <a:t>e</a:t>
            </a:r>
            <a:r>
              <a:rPr dirty="0" sz="1700" spc="75">
                <a:latin typeface="Arial"/>
                <a:cs typeface="Arial"/>
              </a:rPr>
              <a:t>(</a:t>
            </a:r>
            <a:r>
              <a:rPr dirty="0" sz="1700" spc="-55">
                <a:latin typeface="Arial"/>
                <a:cs typeface="Arial"/>
              </a:rPr>
              <a:t>Aprovado</a:t>
            </a:r>
            <a:r>
              <a:rPr dirty="0" sz="1700" spc="12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 spc="110">
                <a:latin typeface="Lucida Sans Unicode"/>
                <a:cs typeface="Lucida Sans Unicode"/>
              </a:rPr>
              <a:t>−</a:t>
            </a:r>
            <a:r>
              <a:rPr dirty="0" sz="1700" spc="130">
                <a:latin typeface="Arial"/>
                <a:cs typeface="Arial"/>
              </a:rPr>
              <a:t>1])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65">
                <a:latin typeface="Arial"/>
                <a:cs typeface="Arial"/>
              </a:rPr>
              <a:t>"</a:t>
            </a:r>
            <a:r>
              <a:rPr dirty="0" sz="1700" spc="-45">
                <a:latin typeface="Arial"/>
                <a:cs typeface="Arial"/>
              </a:rPr>
              <a:t>Relaca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-55">
                <a:latin typeface="Arial"/>
                <a:cs typeface="Arial"/>
              </a:rPr>
              <a:t>do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reprovado</a:t>
            </a:r>
            <a:r>
              <a:rPr dirty="0" sz="1700" spc="175">
                <a:latin typeface="Arial"/>
                <a:cs typeface="Arial"/>
              </a:rPr>
              <a:t>s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30">
                <a:latin typeface="Arial"/>
                <a:cs typeface="Arial"/>
              </a:rPr>
              <a:t>Imprim</a:t>
            </a:r>
            <a:r>
              <a:rPr dirty="0" sz="1700" spc="100">
                <a:latin typeface="Arial"/>
                <a:cs typeface="Arial"/>
              </a:rPr>
              <a:t>e</a:t>
            </a:r>
            <a:r>
              <a:rPr dirty="0" sz="1700" spc="60">
                <a:latin typeface="Arial"/>
                <a:cs typeface="Arial"/>
              </a:rPr>
              <a:t>(</a:t>
            </a:r>
            <a:r>
              <a:rPr dirty="0" sz="1700" spc="-70">
                <a:latin typeface="Arial"/>
                <a:cs typeface="Arial"/>
              </a:rPr>
              <a:t>Reprovado</a:t>
            </a:r>
            <a:r>
              <a:rPr dirty="0" sz="1700" spc="135">
                <a:latin typeface="Arial"/>
                <a:cs typeface="Arial"/>
              </a:rPr>
              <a:t>s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8600">
              <a:lnSpc>
                <a:spcPct val="100000"/>
              </a:lnSpc>
              <a:spcBef>
                <a:spcPts val="445"/>
              </a:spcBef>
            </a:pP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50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44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42062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-110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ul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-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fin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Fin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121920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8763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â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b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Al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3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à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Esse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4278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4954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ilha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12509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908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n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7241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Es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ü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ô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/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4278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1168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08468" y="829411"/>
            <a:ext cx="8737600" cy="61760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8724265" algn="l"/>
              </a:tabLst>
            </a:pP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 u="heavy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Apli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caç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ilh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b="1" u="heavy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  <a:p>
            <a:pPr marL="484505" marR="5080" indent="-250825">
              <a:lnSpc>
                <a:spcPct val="120900"/>
              </a:lnSpc>
              <a:spcBef>
                <a:spcPts val="137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1850" spc="20">
                <a:latin typeface="Arial"/>
                <a:cs typeface="Arial"/>
              </a:rPr>
              <a:t>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op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iedade:</a:t>
            </a:r>
            <a:r>
              <a:rPr dirty="0" sz="1850" spc="12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úl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imo</a:t>
            </a:r>
            <a:r>
              <a:rPr dirty="0" sz="1850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em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in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ido</a:t>
            </a:r>
            <a:r>
              <a:rPr dirty="0" sz="185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imei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em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que</a:t>
            </a:r>
            <a:r>
              <a:rPr dirty="0" sz="185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pode</a:t>
            </a:r>
            <a:r>
              <a:rPr dirty="0" sz="185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er</a:t>
            </a:r>
            <a:r>
              <a:rPr dirty="0" sz="1850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da</a:t>
            </a:r>
            <a:r>
              <a:rPr dirty="0" sz="1850" spc="5">
                <a:latin typeface="Arial"/>
                <a:cs typeface="Arial"/>
              </a:rPr>
              <a:t> li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0">
                <a:latin typeface="Arial"/>
                <a:cs typeface="Arial"/>
              </a:rPr>
              <a:t>a.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São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20">
                <a:latin typeface="Arial"/>
                <a:cs typeface="Arial"/>
              </a:rPr>
              <a:t>hamadas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li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as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b="1">
                <a:latin typeface="Arial"/>
                <a:cs typeface="Arial"/>
              </a:rPr>
              <a:t>l</a:t>
            </a:r>
            <a:r>
              <a:rPr dirty="0" sz="1850" b="1">
                <a:latin typeface="Arial"/>
                <a:cs typeface="Arial"/>
              </a:rPr>
              <a:t>i</a:t>
            </a:r>
            <a:r>
              <a:rPr dirty="0" sz="1850" spc="-30" b="1">
                <a:latin typeface="Arial"/>
                <a:cs typeface="Arial"/>
              </a:rPr>
              <a:t>f</a:t>
            </a:r>
            <a:r>
              <a:rPr dirty="0" sz="1850" spc="20" b="1">
                <a:latin typeface="Arial"/>
                <a:cs typeface="Arial"/>
              </a:rPr>
              <a:t>o</a:t>
            </a:r>
            <a:r>
              <a:rPr dirty="0" sz="1850" spc="10" b="1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(</a:t>
            </a:r>
            <a:r>
              <a:rPr dirty="0" sz="1850" spc="5">
                <a:latin typeface="Arial"/>
                <a:cs typeface="Arial"/>
              </a:rPr>
              <a:t>“</a:t>
            </a:r>
            <a:r>
              <a:rPr dirty="0" sz="1850" spc="10">
                <a:latin typeface="Arial"/>
                <a:cs typeface="Arial"/>
              </a:rPr>
              <a:t>la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-</a:t>
            </a:r>
            <a:r>
              <a:rPr dirty="0" sz="1850" spc="10">
                <a:latin typeface="Arial"/>
                <a:cs typeface="Arial"/>
              </a:rPr>
              <a:t>in,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f</a:t>
            </a:r>
            <a:r>
              <a:rPr dirty="0" sz="1850">
                <a:latin typeface="Arial"/>
                <a:cs typeface="Arial"/>
              </a:rPr>
              <a:t>i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-</a:t>
            </a:r>
            <a:r>
              <a:rPr dirty="0" sz="1850" spc="15">
                <a:latin typeface="Arial"/>
                <a:cs typeface="Arial"/>
              </a:rPr>
              <a:t>ou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”</a:t>
            </a:r>
            <a:r>
              <a:rPr dirty="0" sz="1850" spc="5">
                <a:latin typeface="Arial"/>
                <a:cs typeface="Arial"/>
              </a:rPr>
              <a:t>)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1850" spc="20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x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-10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uma</a:t>
            </a:r>
            <a:r>
              <a:rPr dirty="0" sz="1850" spc="-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20">
                <a:latin typeface="Arial"/>
                <a:cs typeface="Arial"/>
              </a:rPr>
              <a:t>dem</a:t>
            </a:r>
            <a:r>
              <a:rPr dirty="0" sz="1850" spc="-1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linear</a:t>
            </a:r>
            <a:r>
              <a:rPr dirty="0" sz="1850" spc="-1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-1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pilha</a:t>
            </a:r>
            <a:r>
              <a:rPr dirty="0" sz="1850" spc="-15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-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do</a:t>
            </a:r>
            <a:r>
              <a:rPr dirty="0" sz="1850" spc="-10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“</a:t>
            </a:r>
            <a:r>
              <a:rPr dirty="0" sz="1850" spc="15">
                <a:latin typeface="Arial"/>
                <a:cs typeface="Arial"/>
              </a:rPr>
              <a:t>mais</a:t>
            </a:r>
            <a:r>
              <a:rPr dirty="0" sz="1850" spc="-10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-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-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-10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menos</a:t>
            </a:r>
            <a:r>
              <a:rPr dirty="0" sz="1850" spc="-1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”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1850" spc="20">
                <a:latin typeface="Arial"/>
                <a:cs typeface="Arial"/>
              </a:rPr>
              <a:t>É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ideal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as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aninhadas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>
                <a:latin typeface="Arial"/>
                <a:cs typeface="Arial"/>
              </a:rPr>
              <a:t>f</a:t>
            </a:r>
            <a:r>
              <a:rPr dirty="0" sz="1850" spc="15">
                <a:latin typeface="Arial"/>
                <a:cs typeface="Arial"/>
              </a:rPr>
              <a:t>undidade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imp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v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í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0">
                <a:latin typeface="Arial"/>
                <a:cs typeface="Arial"/>
              </a:rPr>
              <a:t>el.</a:t>
            </a:r>
            <a:endParaRPr sz="1850">
              <a:latin typeface="Arial"/>
              <a:cs typeface="Arial"/>
            </a:endParaRPr>
          </a:p>
          <a:p>
            <a:pPr marL="484505" marR="282575" indent="-250825">
              <a:lnSpc>
                <a:spcPct val="120900"/>
              </a:lnSpc>
              <a:spcBef>
                <a:spcPts val="10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1850" spc="20">
                <a:latin typeface="Arial"/>
                <a:cs typeface="Arial"/>
              </a:rPr>
              <a:t>U</a:t>
            </a:r>
            <a:r>
              <a:rPr dirty="0" sz="1850" spc="20">
                <a:latin typeface="Arial"/>
                <a:cs typeface="Arial"/>
              </a:rPr>
              <a:t>ma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pilha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ém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uma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eqüên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0">
                <a:latin typeface="Arial"/>
                <a:cs typeface="Arial"/>
              </a:rPr>
              <a:t>ia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ob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iga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ões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adiada</a:t>
            </a:r>
            <a:r>
              <a:rPr dirty="0" sz="1850" spc="-15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.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20">
                <a:latin typeface="Arial"/>
                <a:cs typeface="Arial"/>
              </a:rPr>
              <a:t>dem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20">
                <a:latin typeface="Arial"/>
                <a:cs typeface="Arial"/>
              </a:rPr>
              <a:t>emo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ga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as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mais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in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nas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adas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es</a:t>
            </a:r>
            <a:r>
              <a:rPr dirty="0" sz="1850" spc="15">
                <a:latin typeface="Arial"/>
                <a:cs typeface="Arial"/>
              </a:rPr>
              <a:t> das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mais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x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na</a:t>
            </a:r>
            <a:r>
              <a:rPr dirty="0" sz="1850" spc="-15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1850" spc="10">
                <a:latin typeface="Arial"/>
                <a:cs typeface="Arial"/>
              </a:rPr>
              <a:t>Apli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ões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em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as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aninhada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:</a:t>
            </a:r>
            <a:endParaRPr sz="1850">
              <a:latin typeface="Arial"/>
              <a:cs typeface="Arial"/>
            </a:endParaRPr>
          </a:p>
          <a:p>
            <a:pPr lvl="1" marL="852169" marR="102235" indent="-250825">
              <a:lnSpc>
                <a:spcPct val="120900"/>
              </a:lnSpc>
              <a:spcBef>
                <a:spcPts val="509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20">
                <a:latin typeface="Arial"/>
                <a:cs typeface="Arial"/>
              </a:rPr>
              <a:t>Quando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ne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á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io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aminhar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em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um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onjun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dados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gua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dar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uma</a:t>
            </a:r>
            <a:r>
              <a:rPr dirty="0" sz="1850" spc="5">
                <a:latin typeface="Arial"/>
                <a:cs typeface="Arial"/>
              </a:rPr>
              <a:t> li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0">
                <a:latin typeface="Arial"/>
                <a:cs typeface="Arial"/>
              </a:rPr>
              <a:t>oi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as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-55">
                <a:latin typeface="Arial"/>
                <a:cs typeface="Arial"/>
              </a:rPr>
              <a:t>f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-15">
                <a:latin typeface="Arial"/>
                <a:cs typeface="Arial"/>
              </a:rPr>
              <a:t>z</a:t>
            </a:r>
            <a:r>
              <a:rPr dirty="0" sz="1850" spc="15">
                <a:latin typeface="Arial"/>
                <a:cs typeface="Arial"/>
              </a:rPr>
              <a:t>er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po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io</a:t>
            </a:r>
            <a:r>
              <a:rPr dirty="0" sz="1850" spc="50">
                <a:latin typeface="Arial"/>
                <a:cs typeface="Arial"/>
              </a:rPr>
              <a:t>r</a:t>
            </a:r>
            <a:r>
              <a:rPr dirty="0" sz="1850" spc="20">
                <a:latin typeface="Arial"/>
                <a:cs typeface="Arial"/>
              </a:rPr>
              <a:t>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-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lvl="1" marL="852169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2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ole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eqüên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ias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20">
                <a:latin typeface="Arial"/>
                <a:cs typeface="Arial"/>
              </a:rPr>
              <a:t>hamadas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ubp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-5">
                <a:latin typeface="Arial"/>
                <a:cs typeface="Arial"/>
              </a:rPr>
              <a:t>g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20">
                <a:latin typeface="Arial"/>
                <a:cs typeface="Arial"/>
              </a:rPr>
              <a:t>ama</a:t>
            </a:r>
            <a:r>
              <a:rPr dirty="0" sz="1850" spc="-15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lvl="1" marL="852169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20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in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-45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ões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mé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-15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143510" indent="-250825">
              <a:lnSpc>
                <a:spcPct val="120900"/>
              </a:lnSpc>
              <a:spcBef>
                <a:spcPts val="10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1850" spc="20">
                <a:latin typeface="Arial"/>
                <a:cs typeface="Arial"/>
              </a:rPr>
              <a:t>As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pilhas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20">
                <a:latin typeface="Arial"/>
                <a:cs typeface="Arial"/>
              </a:rPr>
              <a:t>em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em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as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na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z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(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20">
                <a:latin typeface="Arial"/>
                <a:cs typeface="Arial"/>
              </a:rPr>
              <a:t>omo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á</a:t>
            </a:r>
            <a:r>
              <a:rPr dirty="0" sz="1850" spc="65">
                <a:latin typeface="Arial"/>
                <a:cs typeface="Arial"/>
              </a:rPr>
              <a:t>r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)</a:t>
            </a:r>
            <a:r>
              <a:rPr dirty="0" sz="1850" spc="5">
                <a:latin typeface="Arial"/>
                <a:cs typeface="Arial"/>
              </a:rPr>
              <a:t>.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Elas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ili</a:t>
            </a:r>
            <a:r>
              <a:rPr dirty="0" sz="1850" spc="10">
                <a:latin typeface="Arial"/>
                <a:cs typeface="Arial"/>
              </a:rPr>
              <a:t>z</a:t>
            </a:r>
            <a:r>
              <a:rPr dirty="0" sz="1850" spc="15">
                <a:latin typeface="Arial"/>
                <a:cs typeface="Arial"/>
              </a:rPr>
              <a:t>adas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implemen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 b="1">
                <a:latin typeface="Arial"/>
                <a:cs typeface="Arial"/>
              </a:rPr>
              <a:t>recu</a:t>
            </a:r>
            <a:r>
              <a:rPr dirty="0" sz="1850" spc="-20" b="1">
                <a:latin typeface="Arial"/>
                <a:cs typeface="Arial"/>
              </a:rPr>
              <a:t>r</a:t>
            </a:r>
            <a:r>
              <a:rPr dirty="0" sz="1850" spc="15" b="1">
                <a:latin typeface="Arial"/>
                <a:cs typeface="Arial"/>
              </a:rPr>
              <a:t>s</a:t>
            </a:r>
            <a:r>
              <a:rPr dirty="0" sz="1850" b="1">
                <a:latin typeface="Arial"/>
                <a:cs typeface="Arial"/>
              </a:rPr>
              <a:t>i</a:t>
            </a:r>
            <a:r>
              <a:rPr dirty="0" sz="1850" spc="15" b="1">
                <a:latin typeface="Arial"/>
                <a:cs typeface="Arial"/>
              </a:rPr>
              <a:t>v</a:t>
            </a:r>
            <a:r>
              <a:rPr dirty="0" sz="1850" b="1">
                <a:latin typeface="Arial"/>
                <a:cs typeface="Arial"/>
              </a:rPr>
              <a:t>i</a:t>
            </a:r>
            <a:r>
              <a:rPr dirty="0" sz="1850" spc="20" b="1">
                <a:latin typeface="Arial"/>
                <a:cs typeface="Arial"/>
              </a:rPr>
              <a:t>dade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4278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74978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7986"/>
            <a:ext cx="8731250" cy="5806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-21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AD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ilh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"/>
              </a:spcBef>
            </a:pPr>
            <a:endParaRPr sz="22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852805" algn="l"/>
              </a:tabLst>
            </a:pPr>
            <a:r>
              <a:rPr dirty="0" sz="2050">
                <a:latin typeface="Arial"/>
                <a:cs typeface="Arial"/>
              </a:rPr>
              <a:t>F</a:t>
            </a: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 spc="-13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5">
                <a:latin typeface="Arial"/>
                <a:cs typeface="Arial"/>
              </a:rPr>
              <a:t>Pil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-10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539750" indent="-349885">
              <a:lnSpc>
                <a:spcPct val="118200"/>
              </a:lnSpc>
              <a:spcBef>
                <a:spcPts val="630"/>
              </a:spcBef>
              <a:buAutoNum type="arabicPeriod"/>
              <a:tabLst>
                <a:tab pos="852805" algn="l"/>
              </a:tabLst>
            </a:pPr>
            <a:r>
              <a:rPr dirty="0" sz="2050" spc="-13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5">
                <a:latin typeface="Arial"/>
                <a:cs typeface="Arial"/>
              </a:rPr>
              <a:t>Pil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35" i="1">
                <a:latin typeface="Arial"/>
                <a:cs typeface="Arial"/>
              </a:rPr>
              <a:t>r</a:t>
            </a:r>
            <a:r>
              <a:rPr dirty="0" sz="2050" i="1">
                <a:latin typeface="Arial"/>
                <a:cs typeface="Arial"/>
              </a:rPr>
              <a:t>u</a:t>
            </a:r>
            <a:r>
              <a:rPr dirty="0" sz="2050" spc="5" i="1">
                <a:latin typeface="Arial"/>
                <a:cs typeface="Arial"/>
              </a:rPr>
              <a:t>e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;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 i="1">
                <a:latin typeface="Arial"/>
                <a:cs typeface="Arial"/>
              </a:rPr>
              <a:t>f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ls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Em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5">
                <a:latin typeface="Arial"/>
                <a:cs typeface="Arial"/>
              </a:rPr>
              <a:t>x,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Pil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5080" indent="-349885">
              <a:lnSpc>
                <a:spcPct val="118200"/>
              </a:lnSpc>
              <a:spcBef>
                <a:spcPts val="630"/>
              </a:spcBef>
              <a:buAutoNum type="arabicPeriod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5">
                <a:latin typeface="Arial"/>
                <a:cs typeface="Arial"/>
              </a:rPr>
              <a:t>Pil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852805" algn="l"/>
              </a:tabLst>
            </a:pP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5">
                <a:latin typeface="Arial"/>
                <a:cs typeface="Arial"/>
              </a:rPr>
              <a:t>Pil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10489" indent="-262255">
              <a:lnSpc>
                <a:spcPct val="118200"/>
              </a:lnSpc>
              <a:spcBef>
                <a:spcPts val="126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Exis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34645" indent="-262255">
              <a:lnSpc>
                <a:spcPct val="118200"/>
              </a:lnSpc>
              <a:spcBef>
                <a:spcPts val="126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As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r</a:t>
            </a:r>
            <a:r>
              <a:rPr dirty="0" sz="2050" spc="-20" i="1">
                <a:latin typeface="Arial"/>
                <a:cs typeface="Arial"/>
              </a:rPr>
              <a:t>r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j</a:t>
            </a:r>
            <a:r>
              <a:rPr dirty="0" sz="2050" i="1">
                <a:latin typeface="Arial"/>
                <a:cs typeface="Arial"/>
              </a:rPr>
              <a:t>o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p</a:t>
            </a:r>
            <a:r>
              <a:rPr dirty="0" sz="2050" i="1">
                <a:latin typeface="Arial"/>
                <a:cs typeface="Arial"/>
              </a:rPr>
              <a:t>o</a:t>
            </a:r>
            <a:r>
              <a:rPr dirty="0" sz="2050" i="1">
                <a:latin typeface="Arial"/>
                <a:cs typeface="Arial"/>
              </a:rPr>
              <a:t>n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d</a:t>
            </a:r>
            <a:r>
              <a:rPr dirty="0" sz="2050" i="1">
                <a:latin typeface="Arial"/>
                <a:cs typeface="Arial"/>
              </a:rPr>
              <a:t>o</a:t>
            </a:r>
            <a:r>
              <a:rPr dirty="0" sz="2050" i="1">
                <a:latin typeface="Arial"/>
                <a:cs typeface="Arial"/>
              </a:rPr>
              <a:t>r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11326" y="862672"/>
            <a:ext cx="8689975" cy="55257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ilh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96139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1"/>
              </a:spcBef>
            </a:pPr>
            <a:endParaRPr sz="1850">
              <a:latin typeface="Times New Roman"/>
              <a:cs typeface="Times New Roman"/>
            </a:endParaRPr>
          </a:p>
          <a:p>
            <a:pPr algn="ctr" marL="1323975">
              <a:lnSpc>
                <a:spcPct val="100000"/>
              </a:lnSpc>
            </a:pPr>
            <a:r>
              <a:rPr dirty="0" sz="1850" spc="5">
                <a:latin typeface="Times New Roman"/>
                <a:cs typeface="Times New Roman"/>
              </a:rPr>
              <a:t>It</a:t>
            </a:r>
            <a:r>
              <a:rPr dirty="0" sz="1850" spc="15">
                <a:latin typeface="Times New Roman"/>
                <a:cs typeface="Times New Roman"/>
              </a:rPr>
              <a:t>e</a:t>
            </a:r>
            <a:r>
              <a:rPr dirty="0" sz="1850" spc="10">
                <a:latin typeface="Times New Roman"/>
                <a:cs typeface="Times New Roman"/>
              </a:rPr>
              <a:t>n</a:t>
            </a:r>
            <a:r>
              <a:rPr dirty="0" sz="1850" spc="10">
                <a:latin typeface="Times New Roman"/>
                <a:cs typeface="Times New Roman"/>
              </a:rPr>
              <a:t>s</a:t>
            </a:r>
            <a:endParaRPr sz="1850">
              <a:latin typeface="Times New Roman"/>
              <a:cs typeface="Times New Roman"/>
            </a:endParaRPr>
          </a:p>
          <a:p>
            <a:pPr algn="ctr" marR="1384300">
              <a:lnSpc>
                <a:spcPct val="100000"/>
              </a:lnSpc>
              <a:spcBef>
                <a:spcPts val="225"/>
              </a:spcBef>
            </a:pPr>
            <a:r>
              <a:rPr dirty="0" sz="1850" spc="15">
                <a:latin typeface="Times New Roman"/>
                <a:cs typeface="Times New Roman"/>
              </a:rPr>
              <a:t>P</a:t>
            </a:r>
            <a:r>
              <a:rPr dirty="0" sz="1850" spc="5">
                <a:latin typeface="Times New Roman"/>
                <a:cs typeface="Times New Roman"/>
              </a:rPr>
              <a:t>ri</a:t>
            </a:r>
            <a:r>
              <a:rPr dirty="0" sz="1850" spc="20">
                <a:latin typeface="Times New Roman"/>
                <a:cs typeface="Times New Roman"/>
              </a:rPr>
              <a:t>me</a:t>
            </a:r>
            <a:r>
              <a:rPr dirty="0" sz="1850" spc="5">
                <a:latin typeface="Times New Roman"/>
                <a:cs typeface="Times New Roman"/>
              </a:rPr>
              <a:t>ir</a:t>
            </a:r>
            <a:r>
              <a:rPr dirty="0" sz="1850" spc="15">
                <a:latin typeface="Times New Roman"/>
                <a:cs typeface="Times New Roman"/>
              </a:rPr>
              <a:t>o</a:t>
            </a:r>
            <a:r>
              <a:rPr dirty="0" sz="1850" spc="5">
                <a:latin typeface="Times New Roman"/>
                <a:cs typeface="Times New Roman"/>
              </a:rPr>
              <a:t> </a:t>
            </a:r>
            <a:r>
              <a:rPr dirty="0" sz="1850" spc="114">
                <a:latin typeface="Tahoma"/>
                <a:cs typeface="Tahoma"/>
              </a:rPr>
              <a:t>=</a:t>
            </a:r>
            <a:r>
              <a:rPr dirty="0" sz="1850" spc="-55">
                <a:latin typeface="Tahoma"/>
                <a:cs typeface="Tahoma"/>
              </a:rPr>
              <a:t> </a:t>
            </a:r>
            <a:r>
              <a:rPr dirty="0" sz="1850" spc="-70">
                <a:latin typeface="Tahoma"/>
                <a:cs typeface="Tahoma"/>
              </a:rPr>
              <a:t>1</a:t>
            </a:r>
            <a:endParaRPr sz="1850">
              <a:latin typeface="Tahoma"/>
              <a:cs typeface="Tahoma"/>
            </a:endParaRPr>
          </a:p>
          <a:p>
            <a:pPr algn="ctr" marR="382270">
              <a:lnSpc>
                <a:spcPct val="100000"/>
              </a:lnSpc>
              <a:spcBef>
                <a:spcPts val="229"/>
              </a:spcBef>
            </a:pPr>
            <a:r>
              <a:rPr dirty="0" sz="1850" spc="15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  <a:p>
            <a:pPr marL="3405504" marR="4416425" indent="372745">
              <a:lnSpc>
                <a:spcPct val="286800"/>
              </a:lnSpc>
            </a:pPr>
            <a:r>
              <a:rPr dirty="0" sz="1850" spc="-135">
                <a:latin typeface="Times New Roman"/>
                <a:cs typeface="Times New Roman"/>
              </a:rPr>
              <a:t>T</a:t>
            </a:r>
            <a:r>
              <a:rPr dirty="0" sz="1850" spc="10">
                <a:latin typeface="Times New Roman"/>
                <a:cs typeface="Times New Roman"/>
              </a:rPr>
              <a:t>op</a:t>
            </a:r>
            <a:r>
              <a:rPr dirty="0" sz="1850" spc="15">
                <a:latin typeface="Times New Roman"/>
                <a:cs typeface="Times New Roman"/>
              </a:rPr>
              <a:t>o</a:t>
            </a:r>
            <a:r>
              <a:rPr dirty="0" sz="1850" spc="15">
                <a:latin typeface="Times New Roman"/>
                <a:cs typeface="Times New Roman"/>
              </a:rPr>
              <a:t> Ma</a:t>
            </a:r>
            <a:r>
              <a:rPr dirty="0" sz="1850" spc="10">
                <a:latin typeface="Times New Roman"/>
                <a:cs typeface="Times New Roman"/>
              </a:rPr>
              <a:t>x</a:t>
            </a:r>
            <a:r>
              <a:rPr dirty="0" sz="1850" spc="-135">
                <a:latin typeface="Times New Roman"/>
                <a:cs typeface="Times New Roman"/>
              </a:rPr>
              <a:t>T</a:t>
            </a:r>
            <a:r>
              <a:rPr dirty="0" sz="1850" spc="20">
                <a:latin typeface="Times New Roman"/>
                <a:cs typeface="Times New Roman"/>
              </a:rPr>
              <a:t>am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964965" y="3864038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 h="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969359" y="3863987"/>
            <a:ext cx="0" cy="2628900"/>
          </a:xfrm>
          <a:custGeom>
            <a:avLst/>
            <a:gdLst/>
            <a:ahLst/>
            <a:cxnLst/>
            <a:rect l="l" t="t" r="r" b="b"/>
            <a:pathLst>
              <a:path w="0" h="2628900">
                <a:moveTo>
                  <a:pt x="0" y="2628327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723989" y="3863987"/>
            <a:ext cx="0" cy="2628900"/>
          </a:xfrm>
          <a:custGeom>
            <a:avLst/>
            <a:gdLst/>
            <a:ahLst/>
            <a:cxnLst/>
            <a:rect l="l" t="t" r="r" b="b"/>
            <a:pathLst>
              <a:path w="0" h="2628900">
                <a:moveTo>
                  <a:pt x="0" y="2628327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964965" y="6492260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 h="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403551" y="4173963"/>
          <a:ext cx="1266190" cy="2257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2829"/>
              </a:tblGrid>
              <a:tr h="315468">
                <a:tc>
                  <a:txBody>
                    <a:bodyPr/>
                    <a:lstStyle/>
                    <a:p>
                      <a:pPr algn="ctr" marR="3175">
                        <a:lnSpc>
                          <a:spcPts val="1860"/>
                        </a:lnSpc>
                      </a:pPr>
                      <a:r>
                        <a:rPr dirty="0" sz="1850">
                          <a:latin typeface="Verdana"/>
                          <a:cs typeface="Verdana"/>
                        </a:rPr>
                        <a:t>x</a:t>
                      </a:r>
                      <a:r>
                        <a:rPr dirty="0" baseline="-12345" sz="2025">
                          <a:latin typeface="Tahoma"/>
                          <a:cs typeface="Tahoma"/>
                        </a:rPr>
                        <a:t>1</a:t>
                      </a:r>
                      <a:endParaRPr baseline="-12345" sz="2025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algn="ctr" marR="3175">
                        <a:lnSpc>
                          <a:spcPts val="1825"/>
                        </a:lnSpc>
                      </a:pPr>
                      <a:r>
                        <a:rPr dirty="0" sz="1850">
                          <a:latin typeface="Verdana"/>
                          <a:cs typeface="Verdana"/>
                        </a:rPr>
                        <a:t>x</a:t>
                      </a:r>
                      <a:r>
                        <a:rPr dirty="0" baseline="-12345" sz="2025">
                          <a:latin typeface="Tahoma"/>
                          <a:cs typeface="Tahoma"/>
                        </a:rPr>
                        <a:t>2</a:t>
                      </a:r>
                      <a:endParaRPr baseline="-12345" sz="2025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dirty="0" sz="1850" spc="-475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baseline="-21021" sz="2775" spc="-712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baseline="-42042" sz="2775">
                          <a:latin typeface="Times New Roman"/>
                          <a:cs typeface="Times New Roman"/>
                        </a:rPr>
                        <a:t>.</a:t>
                      </a:r>
                      <a:endParaRPr baseline="-42042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algn="ctr" marR="3175">
                        <a:lnSpc>
                          <a:spcPts val="1825"/>
                        </a:lnSpc>
                      </a:pPr>
                      <a:r>
                        <a:rPr dirty="0" sz="1850">
                          <a:latin typeface="Verdana"/>
                          <a:cs typeface="Verdana"/>
                        </a:rPr>
                        <a:t>x</a:t>
                      </a:r>
                      <a:r>
                        <a:rPr dirty="0" baseline="-12345" sz="2025" i="1">
                          <a:latin typeface="Verdana"/>
                          <a:cs typeface="Verdana"/>
                        </a:rPr>
                        <a:t>n</a:t>
                      </a:r>
                      <a:endParaRPr baseline="-12345" sz="2025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dirty="0" sz="1850" spc="-475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baseline="-21021" sz="2775" spc="-712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baseline="-42042" sz="2775">
                          <a:latin typeface="Times New Roman"/>
                          <a:cs typeface="Times New Roman"/>
                        </a:rPr>
                        <a:t>.</a:t>
                      </a:r>
                      <a:endParaRPr baseline="-42042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5474">
                <a:tc>
                  <a:txBody>
                    <a:bodyPr/>
                    <a:lstStyle/>
                    <a:p>
                      <a:pPr/>
                      <a:endParaRPr baseline="-42042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4112" y="851928"/>
            <a:ext cx="8716010" cy="6273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9685">
              <a:lnSpc>
                <a:spcPct val="100000"/>
              </a:lnSpc>
            </a:pP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ilha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njo</a:t>
            </a:r>
            <a:endParaRPr sz="2450">
              <a:latin typeface="Arial"/>
              <a:cs typeface="Arial"/>
            </a:endParaRPr>
          </a:p>
          <a:p>
            <a:pPr marL="49212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rr</a:t>
            </a:r>
            <a:r>
              <a:rPr dirty="0" sz="2050" spc="-4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y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92125" marR="22796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smo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9212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ximo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5875" marR="5925820" indent="-3810">
              <a:lnSpc>
                <a:spcPct val="129800"/>
              </a:lnSpc>
              <a:spcBef>
                <a:spcPts val="1825"/>
              </a:spcBef>
            </a:pPr>
            <a:r>
              <a:rPr dirty="0" sz="1700" spc="-50" b="1">
                <a:latin typeface="Arial"/>
                <a:cs typeface="Arial"/>
              </a:rPr>
              <a:t>#</a:t>
            </a:r>
            <a:r>
              <a:rPr dirty="0" sz="1700" spc="5" b="1">
                <a:latin typeface="Arial"/>
                <a:cs typeface="Arial"/>
              </a:rPr>
              <a:t>defin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05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AX</a:t>
            </a:r>
            <a:r>
              <a:rPr dirty="0" sz="1700" spc="-200">
                <a:latin typeface="Arial"/>
                <a:cs typeface="Arial"/>
              </a:rPr>
              <a:t>T</a:t>
            </a:r>
            <a:r>
              <a:rPr dirty="0" sz="1700" spc="15">
                <a:latin typeface="Arial"/>
                <a:cs typeface="Arial"/>
              </a:rPr>
              <a:t>AM</a:t>
            </a:r>
            <a:r>
              <a:rPr dirty="0" sz="1700" spc="-2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100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5" b="1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160">
                <a:latin typeface="Arial"/>
                <a:cs typeface="Arial"/>
              </a:rPr>
              <a:t>r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5" b="1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70" b="1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1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4790">
              <a:lnSpc>
                <a:spcPct val="100000"/>
              </a:lnSpc>
              <a:spcBef>
                <a:spcPts val="605"/>
              </a:spcBef>
            </a:pP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6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  <a:spcBef>
                <a:spcPts val="605"/>
              </a:spcBef>
            </a:pP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495">
                <a:latin typeface="Lucida Sans Unicode"/>
                <a:cs typeface="Lucida Sans Unicode"/>
              </a:rPr>
              <a:t>∗</a:t>
            </a:r>
            <a:r>
              <a:rPr dirty="0" sz="1700" spc="-200">
                <a:latin typeface="Lucida Sans Unicode"/>
                <a:cs typeface="Lucida Sans Unicode"/>
              </a:rPr>
              <a:t> </a:t>
            </a:r>
            <a:r>
              <a:rPr dirty="0" sz="1700" spc="-185">
                <a:latin typeface="Lucida Sans Unicode"/>
                <a:cs typeface="Lucida Sans Unicode"/>
              </a:rPr>
              <a:t>−−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-190">
                <a:latin typeface="Lucida Sans Unicode"/>
                <a:cs typeface="Lucida Sans Unicode"/>
              </a:rPr>
              <a:t> </a:t>
            </a:r>
            <a:r>
              <a:rPr dirty="0" sz="1700" spc="50" i="1">
                <a:latin typeface="Arial"/>
                <a:cs typeface="Arial"/>
              </a:rPr>
              <a:t>ou</a:t>
            </a:r>
            <a:r>
              <a:rPr dirty="0" sz="1700" spc="40" i="1">
                <a:latin typeface="Arial"/>
                <a:cs typeface="Arial"/>
              </a:rPr>
              <a:t>tr</a:t>
            </a:r>
            <a:r>
              <a:rPr dirty="0" sz="1700" spc="50" i="1">
                <a:latin typeface="Arial"/>
                <a:cs typeface="Arial"/>
              </a:rPr>
              <a:t>o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55" i="1">
                <a:latin typeface="Arial"/>
                <a:cs typeface="Arial"/>
              </a:rPr>
              <a:t> </a:t>
            </a:r>
            <a:r>
              <a:rPr dirty="0" sz="1700" spc="-80" i="1">
                <a:latin typeface="Arial"/>
                <a:cs typeface="Arial"/>
              </a:rPr>
              <a:t>componente</a:t>
            </a:r>
            <a:r>
              <a:rPr dirty="0" sz="1700" spc="145" i="1">
                <a:latin typeface="Arial"/>
                <a:cs typeface="Arial"/>
              </a:rPr>
              <a:t>s</a:t>
            </a:r>
            <a:r>
              <a:rPr dirty="0" sz="1700" spc="-185">
                <a:latin typeface="Lucida Sans Unicode"/>
                <a:cs typeface="Lucida Sans Unicode"/>
              </a:rPr>
              <a:t>−−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-110">
                <a:latin typeface="Lucida Sans Unicode"/>
                <a:cs typeface="Lucida Sans Unicode"/>
              </a:rPr>
              <a:t> </a:t>
            </a:r>
            <a:r>
              <a:rPr dirty="0" sz="1700" spc="-380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20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605"/>
              </a:spcBef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31140" marR="5881370" indent="3175">
              <a:lnSpc>
                <a:spcPct val="129700"/>
              </a:lnSpc>
            </a:pP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20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AX</a:t>
            </a:r>
            <a:r>
              <a:rPr dirty="0" sz="1700" spc="-200">
                <a:latin typeface="Arial"/>
                <a:cs typeface="Arial"/>
              </a:rPr>
              <a:t>T</a:t>
            </a:r>
            <a:r>
              <a:rPr dirty="0" sz="1700" spc="15">
                <a:latin typeface="Arial"/>
                <a:cs typeface="Arial"/>
              </a:rPr>
              <a:t>AM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235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Top</a:t>
            </a:r>
            <a:r>
              <a:rPr dirty="0" sz="1700" spc="75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TipoPilh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6240780" cy="23647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ilh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15" b="1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FPVazi</a:t>
            </a:r>
            <a:r>
              <a:rPr dirty="0" sz="1700" spc="6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TipoPilh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-315">
                <a:latin typeface="Lucida Sans Unicode"/>
                <a:cs typeface="Lucida Sans Unicode"/>
              </a:rPr>
              <a:t>∗</a:t>
            </a:r>
            <a:r>
              <a:rPr dirty="0" sz="1700" spc="70">
                <a:latin typeface="Arial"/>
                <a:cs typeface="Arial"/>
              </a:rPr>
              <a:t>Pilh</a:t>
            </a:r>
            <a:r>
              <a:rPr dirty="0" sz="1700" spc="21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60">
                <a:latin typeface="Arial"/>
                <a:cs typeface="Arial"/>
              </a:rPr>
              <a:t>Pilh</a:t>
            </a:r>
            <a:r>
              <a:rPr dirty="0" sz="1700" spc="-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65">
                <a:latin typeface="Arial"/>
                <a:cs typeface="Arial"/>
              </a:rPr>
              <a:t>&gt;</a:t>
            </a:r>
            <a:r>
              <a:rPr dirty="0" sz="1700" spc="-100">
                <a:latin typeface="Arial"/>
                <a:cs typeface="Arial"/>
              </a:rPr>
              <a:t>Top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2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1295"/>
              </a:spcBef>
            </a:pP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5" b="1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Vazi</a:t>
            </a:r>
            <a:r>
              <a:rPr dirty="0" sz="1700" spc="12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TipoPilh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 </a:t>
            </a:r>
            <a:r>
              <a:rPr dirty="0" sz="1700" spc="70">
                <a:latin typeface="Arial"/>
                <a:cs typeface="Arial"/>
              </a:rPr>
              <a:t>Pilh</a:t>
            </a:r>
            <a:r>
              <a:rPr dirty="0" sz="1700" spc="21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3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Pilh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.</a:t>
            </a:r>
            <a:r>
              <a:rPr dirty="0" sz="1700" spc="-100">
                <a:latin typeface="Arial"/>
                <a:cs typeface="Arial"/>
              </a:rPr>
              <a:t>Top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204">
                <a:latin typeface="Arial"/>
                <a:cs typeface="Arial"/>
              </a:rPr>
              <a:t> </a:t>
            </a:r>
            <a:r>
              <a:rPr dirty="0" sz="1700" spc="165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160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7224" y="3618369"/>
            <a:ext cx="4514215" cy="6064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2700020" algn="l"/>
              </a:tabLst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75" b="1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Empilh</a:t>
            </a:r>
            <a:r>
              <a:rPr dirty="0" sz="1700" spc="100">
                <a:latin typeface="Arial"/>
                <a:cs typeface="Arial"/>
              </a:rPr>
              <a:t>a</a:t>
            </a:r>
            <a:r>
              <a:rPr dirty="0" sz="1700" spc="145">
                <a:latin typeface="Arial"/>
                <a:cs typeface="Arial"/>
              </a:rPr>
              <a:t>(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45">
                <a:latin typeface="Arial"/>
                <a:cs typeface="Arial"/>
              </a:rPr>
              <a:t>TipoPilh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-315">
                <a:latin typeface="Lucida Sans Unicode"/>
                <a:cs typeface="Lucida Sans Unicode"/>
              </a:rPr>
              <a:t>∗</a:t>
            </a:r>
            <a:r>
              <a:rPr dirty="0" sz="1700" spc="70">
                <a:latin typeface="Arial"/>
                <a:cs typeface="Arial"/>
              </a:rPr>
              <a:t>Pilh</a:t>
            </a:r>
            <a:r>
              <a:rPr dirty="0" sz="1700" spc="21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57810" algn="l"/>
                <a:tab pos="559435" algn="l"/>
                <a:tab pos="314579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60">
                <a:latin typeface="Arial"/>
                <a:cs typeface="Arial"/>
              </a:rPr>
              <a:t>Pilh</a:t>
            </a:r>
            <a:r>
              <a:rPr dirty="0" sz="1700" spc="-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65">
                <a:latin typeface="Arial"/>
                <a:cs typeface="Arial"/>
              </a:rPr>
              <a:t>&gt;</a:t>
            </a:r>
            <a:r>
              <a:rPr dirty="0" sz="1700" spc="-100">
                <a:latin typeface="Arial"/>
                <a:cs typeface="Arial"/>
              </a:rPr>
              <a:t>Top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55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MaxTa</a:t>
            </a:r>
            <a:r>
              <a:rPr dirty="0" sz="1700" spc="-1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"</a:t>
            </a:r>
            <a:r>
              <a:rPr dirty="0" sz="1700" spc="25">
                <a:latin typeface="Arial"/>
                <a:cs typeface="Arial"/>
              </a:rPr>
              <a:t>Err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0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: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30419" y="3954526"/>
            <a:ext cx="2236470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00">
                <a:latin typeface="Arial"/>
                <a:cs typeface="Arial"/>
              </a:rPr>
              <a:t>pilh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est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chei</a:t>
            </a:r>
            <a:r>
              <a:rPr dirty="0" sz="1700" spc="210">
                <a:latin typeface="Arial"/>
                <a:cs typeface="Arial"/>
              </a:rPr>
              <a:t>a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7224" y="4290682"/>
            <a:ext cx="6988175" cy="2623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31140">
              <a:lnSpc>
                <a:spcPct val="100000"/>
              </a:lnSpc>
              <a:tabLst>
                <a:tab pos="988060" algn="l"/>
                <a:tab pos="2701925" algn="l"/>
              </a:tabLst>
            </a:pPr>
            <a:r>
              <a:rPr dirty="0" sz="1700" spc="15" b="1">
                <a:latin typeface="Arial"/>
                <a:cs typeface="Arial"/>
              </a:rPr>
              <a:t>e</a:t>
            </a:r>
            <a:r>
              <a:rPr dirty="0" sz="1700" spc="5" b="1">
                <a:latin typeface="Arial"/>
                <a:cs typeface="Arial"/>
              </a:rPr>
              <a:t>l</a:t>
            </a:r>
            <a:r>
              <a:rPr dirty="0" sz="1700" spc="15" b="1">
                <a:latin typeface="Arial"/>
                <a:cs typeface="Arial"/>
              </a:rPr>
              <a:t>s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3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60">
                <a:latin typeface="Arial"/>
                <a:cs typeface="Arial"/>
              </a:rPr>
              <a:t>Pilh</a:t>
            </a:r>
            <a:r>
              <a:rPr dirty="0" sz="1700" spc="-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65">
                <a:latin typeface="Arial"/>
                <a:cs typeface="Arial"/>
              </a:rPr>
              <a:t>&gt;</a:t>
            </a:r>
            <a:r>
              <a:rPr dirty="0" sz="1700" spc="-100">
                <a:latin typeface="Arial"/>
                <a:cs typeface="Arial"/>
              </a:rPr>
              <a:t>Top</a:t>
            </a:r>
            <a:r>
              <a:rPr dirty="0" sz="1700" spc="-20">
                <a:latin typeface="Arial"/>
                <a:cs typeface="Arial"/>
              </a:rPr>
              <a:t>o</a:t>
            </a:r>
            <a:r>
              <a:rPr dirty="0" sz="1700" spc="90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60">
                <a:latin typeface="Arial"/>
                <a:cs typeface="Arial"/>
              </a:rPr>
              <a:t>Pilh</a:t>
            </a:r>
            <a:r>
              <a:rPr dirty="0" sz="1700" spc="-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50">
                <a:latin typeface="Arial"/>
                <a:cs typeface="Arial"/>
              </a:rPr>
              <a:t>&gt;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60">
                <a:latin typeface="Arial"/>
                <a:cs typeface="Arial"/>
              </a:rPr>
              <a:t>Pilh</a:t>
            </a:r>
            <a:r>
              <a:rPr dirty="0" sz="1700" spc="-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65">
                <a:latin typeface="Arial"/>
                <a:cs typeface="Arial"/>
              </a:rPr>
              <a:t>&gt;</a:t>
            </a:r>
            <a:r>
              <a:rPr dirty="0" sz="1700" spc="-100">
                <a:latin typeface="Arial"/>
                <a:cs typeface="Arial"/>
              </a:rPr>
              <a:t>Top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210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150">
                <a:latin typeface="Lucida Sans Unicode"/>
                <a:cs typeface="Lucida Sans Unicode"/>
              </a:rPr>
              <a:t> </a:t>
            </a:r>
            <a:r>
              <a:rPr dirty="0" sz="1700" spc="114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04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95" b="1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Desempilh</a:t>
            </a:r>
            <a:r>
              <a:rPr dirty="0" sz="1700" spc="8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TipoPilh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-325">
                <a:latin typeface="Lucida Sans Unicode"/>
                <a:cs typeface="Lucida Sans Unicode"/>
              </a:rPr>
              <a:t>∗</a:t>
            </a:r>
            <a:r>
              <a:rPr dirty="0" sz="1700" spc="60">
                <a:latin typeface="Arial"/>
                <a:cs typeface="Arial"/>
              </a:rPr>
              <a:t>Pilh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-375">
                <a:latin typeface="Lucida Sans Unicode"/>
                <a:cs typeface="Lucida Sans Unicode"/>
              </a:rPr>
              <a:t>∗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15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57810" algn="l"/>
                <a:tab pos="559435" algn="l"/>
                <a:tab pos="2288540" algn="l"/>
                <a:tab pos="377825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Vazi</a:t>
            </a:r>
            <a:r>
              <a:rPr dirty="0" sz="1700" spc="75">
                <a:latin typeface="Arial"/>
                <a:cs typeface="Arial"/>
              </a:rPr>
              <a:t>a</a:t>
            </a:r>
            <a:r>
              <a:rPr dirty="0" sz="1700" spc="85">
                <a:latin typeface="Arial"/>
                <a:cs typeface="Arial"/>
              </a:rPr>
              <a:t>(</a:t>
            </a:r>
            <a:r>
              <a:rPr dirty="0" sz="1700" spc="-345">
                <a:latin typeface="Lucida Sans Unicode"/>
                <a:cs typeface="Lucida Sans Unicode"/>
              </a:rPr>
              <a:t>∗</a:t>
            </a:r>
            <a:r>
              <a:rPr dirty="0" sz="1700" spc="70">
                <a:latin typeface="Arial"/>
                <a:cs typeface="Arial"/>
              </a:rPr>
              <a:t>Pilh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"</a:t>
            </a:r>
            <a:r>
              <a:rPr dirty="0" sz="1700" spc="25">
                <a:latin typeface="Arial"/>
                <a:cs typeface="Arial"/>
              </a:rPr>
              <a:t>Err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0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: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0">
                <a:latin typeface="Arial"/>
                <a:cs typeface="Arial"/>
              </a:rPr>
              <a:t>pilh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est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vazi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605"/>
              </a:spcBef>
              <a:tabLst>
                <a:tab pos="5165725" algn="l"/>
              </a:tabLst>
            </a:pPr>
            <a:r>
              <a:rPr dirty="0" sz="1700" spc="15" b="1">
                <a:latin typeface="Arial"/>
                <a:cs typeface="Arial"/>
              </a:rPr>
              <a:t>e</a:t>
            </a:r>
            <a:r>
              <a:rPr dirty="0" sz="1700" spc="5" b="1">
                <a:latin typeface="Arial"/>
                <a:cs typeface="Arial"/>
              </a:rPr>
              <a:t>l</a:t>
            </a:r>
            <a:r>
              <a:rPr dirty="0" sz="1700" spc="15" b="1">
                <a:latin typeface="Arial"/>
                <a:cs typeface="Arial"/>
              </a:rPr>
              <a:t>s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7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-295">
                <a:latin typeface="Lucida Sans Unicode"/>
                <a:cs typeface="Lucida Sans Unicode"/>
              </a:rPr>
              <a:t>∗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60">
                <a:latin typeface="Arial"/>
                <a:cs typeface="Arial"/>
              </a:rPr>
              <a:t>Pilh</a:t>
            </a:r>
            <a:r>
              <a:rPr dirty="0" sz="1700" spc="-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50">
                <a:latin typeface="Arial"/>
                <a:cs typeface="Arial"/>
              </a:rPr>
              <a:t>&gt;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60">
                <a:latin typeface="Arial"/>
                <a:cs typeface="Arial"/>
              </a:rPr>
              <a:t>Pilh</a:t>
            </a:r>
            <a:r>
              <a:rPr dirty="0" sz="1700" spc="-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65">
                <a:latin typeface="Arial"/>
                <a:cs typeface="Arial"/>
              </a:rPr>
              <a:t>&gt;</a:t>
            </a:r>
            <a:r>
              <a:rPr dirty="0" sz="1700" spc="-100">
                <a:latin typeface="Arial"/>
                <a:cs typeface="Arial"/>
              </a:rPr>
              <a:t>Top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210">
                <a:latin typeface="Lucida Sans Unicode"/>
                <a:cs typeface="Lucida Sans Unicode"/>
              </a:rPr>
              <a:t> </a:t>
            </a:r>
            <a:r>
              <a:rPr dirty="0" sz="1700" spc="140">
                <a:latin typeface="Arial"/>
                <a:cs typeface="Arial"/>
              </a:rPr>
              <a:t>1]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60">
                <a:latin typeface="Arial"/>
                <a:cs typeface="Arial"/>
              </a:rPr>
              <a:t>Pilh</a:t>
            </a:r>
            <a:r>
              <a:rPr dirty="0" sz="1700" spc="-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65">
                <a:latin typeface="Arial"/>
                <a:cs typeface="Arial"/>
              </a:rPr>
              <a:t>&gt;</a:t>
            </a:r>
            <a:r>
              <a:rPr dirty="0" sz="1700" spc="-100">
                <a:latin typeface="Arial"/>
                <a:cs typeface="Arial"/>
              </a:rPr>
              <a:t>Top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15">
                <a:latin typeface="Arial"/>
                <a:cs typeface="Arial"/>
              </a:rPr>
              <a:t> </a:t>
            </a:r>
            <a:r>
              <a:rPr dirty="0" sz="1700" spc="65">
                <a:latin typeface="Lucida Sans Unicode"/>
                <a:cs typeface="Lucida Sans Unicode"/>
              </a:rPr>
              <a:t>−</a:t>
            </a:r>
            <a:r>
              <a:rPr dirty="0" sz="1700" spc="25">
                <a:latin typeface="Lucida Sans Unicode"/>
                <a:cs typeface="Lucida Sans Unicode"/>
              </a:rPr>
              <a:t>−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8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05"/>
              </a:spcBef>
            </a:pP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70" b="1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Tamanh</a:t>
            </a:r>
            <a:r>
              <a:rPr dirty="0" sz="1700" spc="-3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TipoPilh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 </a:t>
            </a:r>
            <a:r>
              <a:rPr dirty="0" sz="1700" spc="70">
                <a:latin typeface="Arial"/>
                <a:cs typeface="Arial"/>
              </a:rPr>
              <a:t>Pilh</a:t>
            </a:r>
            <a:r>
              <a:rPr dirty="0" sz="1700" spc="21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3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Pilh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.</a:t>
            </a:r>
            <a:r>
              <a:rPr dirty="0" sz="1700" spc="-100">
                <a:latin typeface="Arial"/>
                <a:cs typeface="Arial"/>
              </a:rPr>
              <a:t>Top</a:t>
            </a:r>
            <a:r>
              <a:rPr dirty="0" sz="1700" spc="15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7688580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ilh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21295" y="1828390"/>
            <a:ext cx="4294505" cy="47193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5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6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6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6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6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6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4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cili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4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4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4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4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algn="just" marL="274955" marR="5080" indent="-262255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19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19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19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190">
                <a:latin typeface="Arial"/>
                <a:cs typeface="Arial"/>
              </a:rPr>
              <a:t> </a:t>
            </a:r>
            <a:r>
              <a:rPr dirty="0" sz="2050" spc="-65" i="1">
                <a:latin typeface="Verdana"/>
                <a:cs typeface="Verdana"/>
              </a:rPr>
              <a:t>x</a:t>
            </a:r>
            <a:r>
              <a:rPr dirty="0" baseline="-12345" sz="2025" spc="44" i="1">
                <a:latin typeface="Verdana"/>
                <a:cs typeface="Verdana"/>
              </a:rPr>
              <a:t>n</a:t>
            </a:r>
            <a:r>
              <a:rPr dirty="0" baseline="-12345" sz="2025" i="1">
                <a:latin typeface="Verdana"/>
                <a:cs typeface="Verdana"/>
              </a:rPr>
              <a:t> </a:t>
            </a:r>
            <a:r>
              <a:rPr dirty="0" baseline="-12345" sz="2025" spc="-157" i="1">
                <a:latin typeface="Verdana"/>
                <a:cs typeface="Verdana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sli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9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9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 spc="9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ça</a:t>
            </a:r>
            <a:r>
              <a:rPr dirty="0" sz="2050" spc="9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9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9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a</a:t>
            </a:r>
            <a:r>
              <a:rPr dirty="0" sz="2050" spc="-12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 spc="-12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12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125">
                <a:latin typeface="Arial"/>
                <a:cs typeface="Arial"/>
              </a:rPr>
              <a:t> </a:t>
            </a:r>
            <a:r>
              <a:rPr dirty="0" sz="2050" spc="-65" i="1">
                <a:latin typeface="Verdana"/>
                <a:cs typeface="Verdana"/>
              </a:rPr>
              <a:t>x</a:t>
            </a:r>
            <a:r>
              <a:rPr dirty="0" baseline="-12345" sz="2025" spc="44" i="1">
                <a:latin typeface="Verdana"/>
                <a:cs typeface="Verdana"/>
              </a:rPr>
              <a:t>n</a:t>
            </a:r>
            <a:r>
              <a:rPr dirty="0" baseline="-12345" sz="2025" spc="82" i="1">
                <a:latin typeface="Verdana"/>
                <a:cs typeface="Verdana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ssa</a:t>
            </a:r>
            <a:r>
              <a:rPr dirty="0" sz="2050" spc="-12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12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algn="just" marL="274955" marR="5080" indent="-262255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6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6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6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6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m,</a:t>
            </a:r>
            <a:r>
              <a:rPr dirty="0" sz="2050" spc="-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1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114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-9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38045" y="5656376"/>
            <a:ext cx="730250" cy="2946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15">
                <a:latin typeface="Times New Roman"/>
                <a:cs typeface="Times New Roman"/>
              </a:rPr>
              <a:t>Ca</a:t>
            </a:r>
            <a:r>
              <a:rPr dirty="0" sz="1850" spc="10">
                <a:latin typeface="Times New Roman"/>
                <a:cs typeface="Times New Roman"/>
              </a:rPr>
              <a:t>b</a:t>
            </a:r>
            <a:r>
              <a:rPr dirty="0" sz="1850" spc="15">
                <a:latin typeface="Times New Roman"/>
                <a:cs typeface="Times New Roman"/>
              </a:rPr>
              <a:t>eça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45058" y="5251970"/>
            <a:ext cx="511809" cy="2946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-135">
                <a:latin typeface="Times New Roman"/>
                <a:cs typeface="Times New Roman"/>
              </a:rPr>
              <a:t>T</a:t>
            </a:r>
            <a:r>
              <a:rPr dirty="0" sz="1850" spc="10">
                <a:latin typeface="Times New Roman"/>
                <a:cs typeface="Times New Roman"/>
              </a:rPr>
              <a:t>op</a:t>
            </a:r>
            <a:r>
              <a:rPr dirty="0" sz="1850" spc="15">
                <a:latin typeface="Times New Roman"/>
                <a:cs typeface="Times New Roman"/>
              </a:rPr>
              <a:t>o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67079" y="5208854"/>
            <a:ext cx="336550" cy="271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5" u="sng">
                <a:latin typeface="Times New Roman"/>
                <a:cs typeface="Times New Roman"/>
              </a:rPr>
              <a:t> </a:t>
            </a:r>
            <a:r>
              <a:rPr dirty="0" sz="1700" spc="-130" u="sng">
                <a:latin typeface="Times New Roman"/>
                <a:cs typeface="Times New Roman"/>
              </a:rPr>
              <a:t> </a:t>
            </a:r>
            <a:r>
              <a:rPr dirty="0" sz="1700" spc="210" u="sng">
                <a:latin typeface="Meiryo UI"/>
                <a:cs typeface="Meiryo UI"/>
              </a:rPr>
              <a:t>✲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82879" y="2763672"/>
            <a:ext cx="1021080" cy="2946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15">
                <a:latin typeface="Times New Roman"/>
                <a:cs typeface="Times New Roman"/>
              </a:rPr>
              <a:t>F</a:t>
            </a:r>
            <a:r>
              <a:rPr dirty="0" sz="1850" spc="10">
                <a:latin typeface="Times New Roman"/>
                <a:cs typeface="Times New Roman"/>
              </a:rPr>
              <a:t>und</a:t>
            </a:r>
            <a:r>
              <a:rPr dirty="0" sz="1850" spc="15">
                <a:latin typeface="Times New Roman"/>
                <a:cs typeface="Times New Roman"/>
              </a:rPr>
              <a:t>o</a:t>
            </a:r>
            <a:r>
              <a:rPr dirty="0" sz="1850" spc="105">
                <a:latin typeface="Times New Roman"/>
                <a:cs typeface="Times New Roman"/>
              </a:rPr>
              <a:t> </a:t>
            </a:r>
            <a:r>
              <a:rPr dirty="0" baseline="16339" sz="2550" spc="7" u="sng">
                <a:latin typeface="Times New Roman"/>
                <a:cs typeface="Times New Roman"/>
              </a:rPr>
              <a:t> </a:t>
            </a:r>
            <a:r>
              <a:rPr dirty="0" baseline="16339" sz="2550" spc="-195" u="sng">
                <a:latin typeface="Times New Roman"/>
                <a:cs typeface="Times New Roman"/>
              </a:rPr>
              <a:t> </a:t>
            </a:r>
            <a:r>
              <a:rPr dirty="0" baseline="16339" sz="2550" spc="315" u="sng">
                <a:latin typeface="Meiryo UI"/>
                <a:cs typeface="Meiryo UI"/>
              </a:rPr>
              <a:t>✲</a:t>
            </a:r>
            <a:endParaRPr baseline="16339" sz="2550">
              <a:latin typeface="Meiryo UI"/>
              <a:cs typeface="Meiryo U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768755" y="4331652"/>
            <a:ext cx="1262380" cy="0"/>
          </a:xfrm>
          <a:custGeom>
            <a:avLst/>
            <a:gdLst/>
            <a:ahLst/>
            <a:cxnLst/>
            <a:rect l="l" t="t" r="r" b="b"/>
            <a:pathLst>
              <a:path w="1262379" h="0">
                <a:moveTo>
                  <a:pt x="0" y="0"/>
                </a:moveTo>
                <a:lnTo>
                  <a:pt x="126175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773149" y="4336046"/>
            <a:ext cx="0" cy="311150"/>
          </a:xfrm>
          <a:custGeom>
            <a:avLst/>
            <a:gdLst/>
            <a:ahLst/>
            <a:cxnLst/>
            <a:rect l="l" t="t" r="r" b="b"/>
            <a:pathLst>
              <a:path w="0"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8169135" y="4290263"/>
            <a:ext cx="274955" cy="2863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-20">
                <a:latin typeface="Verdana"/>
                <a:cs typeface="Verdana"/>
              </a:rPr>
              <a:t>x</a:t>
            </a:r>
            <a:r>
              <a:rPr dirty="0" baseline="-12345" sz="2025" spc="44" i="1">
                <a:latin typeface="Verdana"/>
                <a:cs typeface="Verdana"/>
              </a:rPr>
              <a:t>n</a:t>
            </a:r>
            <a:endParaRPr baseline="-12345" sz="2025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026004" y="4336046"/>
            <a:ext cx="0" cy="311150"/>
          </a:xfrm>
          <a:custGeom>
            <a:avLst/>
            <a:gdLst/>
            <a:ahLst/>
            <a:cxnLst/>
            <a:rect l="l" t="t" r="r" b="b"/>
            <a:pathLst>
              <a:path w="0"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768755" y="4651578"/>
            <a:ext cx="1262380" cy="0"/>
          </a:xfrm>
          <a:custGeom>
            <a:avLst/>
            <a:gdLst/>
            <a:ahLst/>
            <a:cxnLst/>
            <a:rect l="l" t="t" r="r" b="b"/>
            <a:pathLst>
              <a:path w="1262379" h="0">
                <a:moveTo>
                  <a:pt x="0" y="0"/>
                </a:moveTo>
                <a:lnTo>
                  <a:pt x="126175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710638" y="4336046"/>
            <a:ext cx="0" cy="311150"/>
          </a:xfrm>
          <a:custGeom>
            <a:avLst/>
            <a:gdLst/>
            <a:ahLst/>
            <a:cxnLst/>
            <a:rect l="l" t="t" r="r" b="b"/>
            <a:pathLst>
              <a:path w="0"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866098" y="4180484"/>
            <a:ext cx="0" cy="311150"/>
          </a:xfrm>
          <a:custGeom>
            <a:avLst/>
            <a:gdLst/>
            <a:ahLst/>
            <a:cxnLst/>
            <a:rect l="l" t="t" r="r" b="b"/>
            <a:pathLst>
              <a:path w="0"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399576" y="4180547"/>
            <a:ext cx="466725" cy="0"/>
          </a:xfrm>
          <a:custGeom>
            <a:avLst/>
            <a:gdLst/>
            <a:ahLst/>
            <a:cxnLst/>
            <a:rect l="l" t="t" r="r" b="b"/>
            <a:pathLst>
              <a:path w="466725" h="0">
                <a:moveTo>
                  <a:pt x="0" y="0"/>
                </a:moveTo>
                <a:lnTo>
                  <a:pt x="466572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399627" y="3931767"/>
            <a:ext cx="0" cy="248920"/>
          </a:xfrm>
          <a:custGeom>
            <a:avLst/>
            <a:gdLst/>
            <a:ahLst/>
            <a:cxnLst/>
            <a:rect l="l" t="t" r="r" b="b"/>
            <a:pathLst>
              <a:path w="0" h="248920">
                <a:moveTo>
                  <a:pt x="0" y="24883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8386876" y="3934523"/>
            <a:ext cx="244475" cy="257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20"/>
              </a:lnSpc>
            </a:pPr>
            <a:r>
              <a:rPr dirty="0" sz="1700" spc="210">
                <a:latin typeface="Meiryo UI"/>
                <a:cs typeface="Meiryo UI"/>
              </a:rPr>
              <a:t>✻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355786" y="3428555"/>
            <a:ext cx="85725" cy="382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-470">
                <a:latin typeface="Times New Roman"/>
                <a:cs typeface="Times New Roman"/>
              </a:rPr>
              <a:t>.</a:t>
            </a:r>
            <a:r>
              <a:rPr dirty="0" baseline="-21021" sz="2775" spc="7">
                <a:latin typeface="Times New Roman"/>
                <a:cs typeface="Times New Roman"/>
              </a:rPr>
              <a:t>.</a:t>
            </a:r>
            <a:endParaRPr baseline="-21021" sz="2775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55786" y="3603434"/>
            <a:ext cx="85725" cy="2946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5">
                <a:latin typeface="Times New Roman"/>
                <a:cs typeface="Times New Roman"/>
              </a:rPr>
              <a:t>.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99627" y="3247453"/>
            <a:ext cx="0" cy="248920"/>
          </a:xfrm>
          <a:custGeom>
            <a:avLst/>
            <a:gdLst/>
            <a:ahLst/>
            <a:cxnLst/>
            <a:rect l="l" t="t" r="r" b="b"/>
            <a:pathLst>
              <a:path w="0" h="248920">
                <a:moveTo>
                  <a:pt x="0" y="24883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8386876" y="3250209"/>
            <a:ext cx="244475" cy="257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20"/>
              </a:lnSpc>
            </a:pPr>
            <a:r>
              <a:rPr dirty="0" sz="1700" spc="210">
                <a:latin typeface="Meiryo UI"/>
                <a:cs typeface="Meiryo UI"/>
              </a:rPr>
              <a:t>✻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768755" y="2776473"/>
            <a:ext cx="1262380" cy="0"/>
          </a:xfrm>
          <a:custGeom>
            <a:avLst/>
            <a:gdLst/>
            <a:ahLst/>
            <a:cxnLst/>
            <a:rect l="l" t="t" r="r" b="b"/>
            <a:pathLst>
              <a:path w="1262379" h="0">
                <a:moveTo>
                  <a:pt x="0" y="0"/>
                </a:moveTo>
                <a:lnTo>
                  <a:pt x="126175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773149" y="2780766"/>
            <a:ext cx="0" cy="311150"/>
          </a:xfrm>
          <a:custGeom>
            <a:avLst/>
            <a:gdLst/>
            <a:ahLst/>
            <a:cxnLst/>
            <a:rect l="l" t="t" r="r" b="b"/>
            <a:pathLst>
              <a:path w="0"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8169135" y="2735097"/>
            <a:ext cx="255270" cy="3073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-20">
                <a:latin typeface="Verdana"/>
                <a:cs typeface="Verdana"/>
              </a:rPr>
              <a:t>x</a:t>
            </a:r>
            <a:r>
              <a:rPr dirty="0" baseline="-12345" sz="2025" spc="-15">
                <a:latin typeface="Tahoma"/>
                <a:cs typeface="Tahoma"/>
              </a:rPr>
              <a:t>1</a:t>
            </a:r>
            <a:endParaRPr baseline="-12345" sz="2025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026004" y="2780766"/>
            <a:ext cx="0" cy="311150"/>
          </a:xfrm>
          <a:custGeom>
            <a:avLst/>
            <a:gdLst/>
            <a:ahLst/>
            <a:cxnLst/>
            <a:rect l="l" t="t" r="r" b="b"/>
            <a:pathLst>
              <a:path w="0"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768755" y="3096285"/>
            <a:ext cx="1262380" cy="0"/>
          </a:xfrm>
          <a:custGeom>
            <a:avLst/>
            <a:gdLst/>
            <a:ahLst/>
            <a:cxnLst/>
            <a:rect l="l" t="t" r="r" b="b"/>
            <a:pathLst>
              <a:path w="1262379" h="0">
                <a:moveTo>
                  <a:pt x="0" y="0"/>
                </a:moveTo>
                <a:lnTo>
                  <a:pt x="126175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710638" y="2780766"/>
            <a:ext cx="0" cy="311150"/>
          </a:xfrm>
          <a:custGeom>
            <a:avLst/>
            <a:gdLst/>
            <a:ahLst/>
            <a:cxnLst/>
            <a:rect l="l" t="t" r="r" b="b"/>
            <a:pathLst>
              <a:path w="0"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8866098" y="2438780"/>
            <a:ext cx="0" cy="497840"/>
          </a:xfrm>
          <a:custGeom>
            <a:avLst/>
            <a:gdLst/>
            <a:ahLst/>
            <a:cxnLst/>
            <a:rect l="l" t="t" r="r" b="b"/>
            <a:pathLst>
              <a:path w="0" h="497839">
                <a:moveTo>
                  <a:pt x="0" y="497662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8853449" y="2441537"/>
            <a:ext cx="244475" cy="257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20"/>
              </a:lnSpc>
            </a:pPr>
            <a:r>
              <a:rPr dirty="0" sz="1700" spc="210">
                <a:latin typeface="Meiryo UI"/>
                <a:cs typeface="Meiryo UI"/>
              </a:rPr>
              <a:t>✻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97886" y="2079358"/>
            <a:ext cx="278765" cy="2946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5">
                <a:latin typeface="Times New Roman"/>
                <a:cs typeface="Times New Roman"/>
              </a:rPr>
              <a:t>ni</a:t>
            </a:r>
            <a:r>
              <a:rPr dirty="0" sz="1850" spc="5">
                <a:latin typeface="Times New Roman"/>
                <a:cs typeface="Times New Roman"/>
              </a:rPr>
              <a:t>l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454647" y="2088857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 h="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459042" y="2088794"/>
            <a:ext cx="0" cy="3872865"/>
          </a:xfrm>
          <a:custGeom>
            <a:avLst/>
            <a:gdLst/>
            <a:ahLst/>
            <a:cxnLst/>
            <a:rect l="l" t="t" r="r" b="b"/>
            <a:pathLst>
              <a:path w="0" h="3872865">
                <a:moveTo>
                  <a:pt x="0" y="387248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9213672" y="2088794"/>
            <a:ext cx="0" cy="3872865"/>
          </a:xfrm>
          <a:custGeom>
            <a:avLst/>
            <a:gdLst/>
            <a:ahLst/>
            <a:cxnLst/>
            <a:rect l="l" t="t" r="r" b="b"/>
            <a:pathLst>
              <a:path w="0" h="3872865">
                <a:moveTo>
                  <a:pt x="0" y="387248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454647" y="5961227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 h="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7768749" y="4802504"/>
          <a:ext cx="1266190" cy="786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478"/>
                <a:gridCol w="311010"/>
                <a:gridCol w="155460"/>
                <a:gridCol w="159905"/>
              </a:tblGrid>
              <a:tr h="311175">
                <a:tc>
                  <a:txBody>
                    <a:bodyPr/>
                    <a:lstStyle/>
                    <a:p>
                      <a:pPr/>
                      <a:endParaRPr baseline="16339" sz="2550">
                        <a:latin typeface="Meiryo UI"/>
                        <a:cs typeface="Meiryo UI"/>
                      </a:endParaRPr>
                    </a:p>
                  </a:txBody>
                  <a:tcPr marL="0" marR="0" marB="0" marT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700">
                          <a:latin typeface="Meiryo UI"/>
                          <a:cs typeface="Meiryo UI"/>
                        </a:rPr>
                        <a:t>✻</a:t>
                      </a:r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51104">
                <a:tc gridSpan="3">
                  <a:txBody>
                    <a:bodyPr/>
                    <a:lstStyle/>
                    <a:p>
                      <a:pPr/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B="0" marT="0"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9969">
                <a:tc gridSpan="2" rowSpan="2">
                  <a:txBody>
                    <a:bodyPr/>
                    <a:lstStyle/>
                    <a:p>
                      <a:pPr>
                        <a:lnSpc>
                          <a:spcPts val="1964"/>
                        </a:lnSpc>
                      </a:pPr>
                      <a:r>
                        <a:rPr dirty="0" baseline="-26143" sz="2550" spc="-1350">
                          <a:latin typeface="Meiryo UI"/>
                          <a:cs typeface="Meiryo UI"/>
                        </a:rPr>
                        <a:t>/</a:t>
                      </a:r>
                      <a:r>
                        <a:rPr dirty="0" sz="1700" spc="-1470">
                          <a:latin typeface="Meiryo UI"/>
                          <a:cs typeface="Meiryo UI"/>
                        </a:rPr>
                        <a:t>/</a:t>
                      </a:r>
                      <a:r>
                        <a:rPr dirty="0" baseline="-26143" sz="2550" spc="-1350">
                          <a:latin typeface="Meiryo UI"/>
                          <a:cs typeface="Meiryo UI"/>
                        </a:rPr>
                        <a:t>/</a:t>
                      </a:r>
                      <a:r>
                        <a:rPr dirty="0" sz="1700" spc="-1470">
                          <a:latin typeface="Meiryo UI"/>
                          <a:cs typeface="Meiryo UI"/>
                        </a:rPr>
                        <a:t>/</a:t>
                      </a:r>
                      <a:r>
                        <a:rPr dirty="0" baseline="-26143" sz="2550" spc="-1350">
                          <a:latin typeface="Meiryo UI"/>
                          <a:cs typeface="Meiryo UI"/>
                        </a:rPr>
                        <a:t>/</a:t>
                      </a:r>
                      <a:r>
                        <a:rPr dirty="0" sz="1700" spc="-1470">
                          <a:latin typeface="Meiryo UI"/>
                          <a:cs typeface="Meiryo UI"/>
                        </a:rPr>
                        <a:t>/</a:t>
                      </a:r>
                      <a:r>
                        <a:rPr dirty="0" baseline="-26143" sz="2550" spc="-1350">
                          <a:latin typeface="Meiryo UI"/>
                          <a:cs typeface="Meiryo UI"/>
                        </a:rPr>
                        <a:t>/</a:t>
                      </a:r>
                      <a:r>
                        <a:rPr dirty="0" sz="1700" spc="-1470">
                          <a:latin typeface="Meiryo UI"/>
                          <a:cs typeface="Meiryo UI"/>
                        </a:rPr>
                        <a:t>/</a:t>
                      </a:r>
                      <a:r>
                        <a:rPr dirty="0" baseline="-26143" sz="2550" spc="-1350">
                          <a:latin typeface="Meiryo UI"/>
                          <a:cs typeface="Meiryo UI"/>
                        </a:rPr>
                        <a:t>/</a:t>
                      </a:r>
                      <a:r>
                        <a:rPr dirty="0" sz="1700">
                          <a:latin typeface="Meiryo UI"/>
                          <a:cs typeface="Meiryo UI"/>
                        </a:rPr>
                        <a:t>/</a:t>
                      </a:r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9842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/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51928"/>
            <a:ext cx="5991225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ilha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21295" y="1619221"/>
            <a:ext cx="3548379" cy="47193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6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60">
                <a:latin typeface="Arial"/>
                <a:cs typeface="Arial"/>
              </a:rPr>
              <a:t> </a:t>
            </a: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5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vi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6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 </a:t>
            </a:r>
            <a:r>
              <a:rPr dirty="0" sz="2050" spc="-4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 </a:t>
            </a:r>
            <a:r>
              <a:rPr dirty="0" sz="2050" spc="-4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 </a:t>
            </a:r>
            <a:r>
              <a:rPr dirty="0" sz="2050" spc="-4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algn="just" marL="274955" marR="5080" indent="-262255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8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8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8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8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8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114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114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114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114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 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algn="just" marL="274955" marR="5080" indent="-262255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2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2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Pil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2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8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8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8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9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3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3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3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3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19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19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19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19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00128" y="1738363"/>
            <a:ext cx="4398645" cy="4755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5" b="1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70" b="1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14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675"/>
              </a:spcBef>
            </a:pP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25" b="1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6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675"/>
              </a:spcBef>
            </a:pP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495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80">
                <a:latin typeface="Lucida Sans Unicode"/>
                <a:cs typeface="Lucida Sans Unicode"/>
              </a:rPr>
              <a:t> </a:t>
            </a:r>
            <a:r>
              <a:rPr dirty="0" sz="1700" spc="50" i="1">
                <a:latin typeface="Arial"/>
                <a:cs typeface="Arial"/>
              </a:rPr>
              <a:t>ou</a:t>
            </a:r>
            <a:r>
              <a:rPr dirty="0" sz="1700" spc="40" i="1">
                <a:latin typeface="Arial"/>
                <a:cs typeface="Arial"/>
              </a:rPr>
              <a:t>tr</a:t>
            </a:r>
            <a:r>
              <a:rPr dirty="0" sz="1700" spc="50" i="1">
                <a:latin typeface="Arial"/>
                <a:cs typeface="Arial"/>
              </a:rPr>
              <a:t>o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55" i="1">
                <a:latin typeface="Arial"/>
                <a:cs typeface="Arial"/>
              </a:rPr>
              <a:t> </a:t>
            </a:r>
            <a:r>
              <a:rPr dirty="0" sz="1700" spc="-80" i="1">
                <a:latin typeface="Arial"/>
                <a:cs typeface="Arial"/>
              </a:rPr>
              <a:t>componente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75" i="1">
                <a:latin typeface="Arial"/>
                <a:cs typeface="Arial"/>
              </a:rPr>
              <a:t> </a:t>
            </a:r>
            <a:r>
              <a:rPr dirty="0" sz="1700" spc="-380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20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45" b="1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TipoCelul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-405">
                <a:latin typeface="Lucida Sans Unicode"/>
                <a:cs typeface="Lucida Sans Unicode"/>
              </a:rPr>
              <a:t>∗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160">
                <a:latin typeface="Arial"/>
                <a:cs typeface="Arial"/>
              </a:rPr>
              <a:t>r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508125" indent="-215265">
              <a:lnSpc>
                <a:spcPts val="2720"/>
              </a:lnSpc>
              <a:spcBef>
                <a:spcPts val="200"/>
              </a:spcBef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45" b="1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TipoCelul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20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-25">
                <a:latin typeface="Arial"/>
                <a:cs typeface="Arial"/>
              </a:rPr>
              <a:t>Pro</a:t>
            </a:r>
            <a:r>
              <a:rPr dirty="0" sz="1700" spc="160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TipoCelul</a:t>
            </a:r>
            <a:r>
              <a:rPr dirty="0" sz="1700" spc="20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397635" indent="-215265">
              <a:lnSpc>
                <a:spcPts val="2720"/>
              </a:lnSpc>
              <a:spcBef>
                <a:spcPts val="200"/>
              </a:spcBef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 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Fund</a:t>
            </a:r>
            <a:r>
              <a:rPr dirty="0" sz="1700" spc="6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Top</a:t>
            </a:r>
            <a:r>
              <a:rPr dirty="0" sz="1700" spc="75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70" b="1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Tamanh</a:t>
            </a:r>
            <a:r>
              <a:rPr dirty="0" sz="1700" spc="2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TipoPilh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6887845" cy="63982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ilh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15" b="1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FPVazi</a:t>
            </a:r>
            <a:r>
              <a:rPr dirty="0" sz="1700" spc="6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TipoPilh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-315">
                <a:latin typeface="Lucida Sans Unicode"/>
                <a:cs typeface="Lucida Sans Unicode"/>
              </a:rPr>
              <a:t>∗</a:t>
            </a:r>
            <a:r>
              <a:rPr dirty="0" sz="1700" spc="70">
                <a:latin typeface="Arial"/>
                <a:cs typeface="Arial"/>
              </a:rPr>
              <a:t>Pilh</a:t>
            </a:r>
            <a:r>
              <a:rPr dirty="0" sz="1700" spc="21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38125" marR="570865" indent="-194945">
              <a:lnSpc>
                <a:spcPct val="129700"/>
              </a:lnSpc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60">
                <a:latin typeface="Arial"/>
                <a:cs typeface="Arial"/>
              </a:rPr>
              <a:t>Pilh</a:t>
            </a:r>
            <a:r>
              <a:rPr dirty="0" sz="1700" spc="-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65">
                <a:latin typeface="Arial"/>
                <a:cs typeface="Arial"/>
              </a:rPr>
              <a:t>&gt;</a:t>
            </a:r>
            <a:r>
              <a:rPr dirty="0" sz="1700" spc="-100">
                <a:latin typeface="Arial"/>
                <a:cs typeface="Arial"/>
              </a:rPr>
              <a:t>Top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150">
                <a:latin typeface="Arial"/>
                <a:cs typeface="Arial"/>
              </a:rPr>
              <a:t>(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190">
                <a:latin typeface="Arial"/>
                <a:cs typeface="Arial"/>
              </a:rPr>
              <a:t>r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mallo</a:t>
            </a:r>
            <a:r>
              <a:rPr dirty="0" sz="1700" spc="150">
                <a:latin typeface="Arial"/>
                <a:cs typeface="Arial"/>
              </a:rPr>
              <a:t>c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15">
                <a:latin typeface="Arial"/>
                <a:cs typeface="Arial"/>
              </a:rPr>
              <a:t> </a:t>
            </a:r>
            <a:r>
              <a:rPr dirty="0" sz="1700" spc="35" b="1">
                <a:latin typeface="Arial"/>
                <a:cs typeface="Arial"/>
              </a:rPr>
              <a:t>sizeo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spc="-3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TipoCelul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60">
                <a:latin typeface="Arial"/>
                <a:cs typeface="Arial"/>
              </a:rPr>
              <a:t>Pilh</a:t>
            </a:r>
            <a:r>
              <a:rPr dirty="0" sz="1700" spc="-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70">
                <a:latin typeface="Arial"/>
                <a:cs typeface="Arial"/>
              </a:rPr>
              <a:t>&gt;</a:t>
            </a:r>
            <a:r>
              <a:rPr dirty="0" sz="1700" spc="-105">
                <a:latin typeface="Arial"/>
                <a:cs typeface="Arial"/>
              </a:rPr>
              <a:t>Fund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17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60">
                <a:latin typeface="Arial"/>
                <a:cs typeface="Arial"/>
              </a:rPr>
              <a:t>Pilh</a:t>
            </a:r>
            <a:r>
              <a:rPr dirty="0" sz="1700" spc="-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65">
                <a:latin typeface="Arial"/>
                <a:cs typeface="Arial"/>
              </a:rPr>
              <a:t>&gt;</a:t>
            </a:r>
            <a:r>
              <a:rPr dirty="0" sz="1700" spc="-100">
                <a:latin typeface="Arial"/>
                <a:cs typeface="Arial"/>
              </a:rPr>
              <a:t>Top</a:t>
            </a:r>
            <a:r>
              <a:rPr dirty="0" sz="1700" spc="75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 marR="3993515">
              <a:lnSpc>
                <a:spcPct val="129700"/>
              </a:lnSpc>
            </a:pPr>
            <a:r>
              <a:rPr dirty="0" sz="1700" spc="60">
                <a:latin typeface="Arial"/>
                <a:cs typeface="Arial"/>
              </a:rPr>
              <a:t>Pilh</a:t>
            </a:r>
            <a:r>
              <a:rPr dirty="0" sz="1700" spc="-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50">
                <a:latin typeface="Arial"/>
                <a:cs typeface="Arial"/>
              </a:rPr>
              <a:t>&gt;</a:t>
            </a:r>
            <a:r>
              <a:rPr dirty="0" sz="1700" spc="-85">
                <a:latin typeface="Arial"/>
                <a:cs typeface="Arial"/>
              </a:rPr>
              <a:t>Top</a:t>
            </a:r>
            <a:r>
              <a:rPr dirty="0" sz="1700" spc="-340">
                <a:latin typeface="Arial"/>
                <a:cs typeface="Arial"/>
              </a:rPr>
              <a:t>o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90">
                <a:latin typeface="Arial"/>
                <a:cs typeface="Arial"/>
              </a:rPr>
              <a:t>&gt;</a:t>
            </a:r>
            <a:r>
              <a:rPr dirty="0" sz="1700" spc="-25">
                <a:latin typeface="Arial"/>
                <a:cs typeface="Arial"/>
              </a:rPr>
              <a:t>Pro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85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NU</a:t>
            </a:r>
            <a:r>
              <a:rPr dirty="0" sz="1700" spc="-195">
                <a:latin typeface="Arial"/>
                <a:cs typeface="Arial"/>
              </a:rPr>
              <a:t>L</a:t>
            </a:r>
            <a:r>
              <a:rPr dirty="0" sz="1700" spc="-15">
                <a:latin typeface="Arial"/>
                <a:cs typeface="Arial"/>
              </a:rPr>
              <a:t>L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60">
                <a:latin typeface="Arial"/>
                <a:cs typeface="Arial"/>
              </a:rPr>
              <a:t>Pilh</a:t>
            </a:r>
            <a:r>
              <a:rPr dirty="0" sz="1700" spc="-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330">
                <a:latin typeface="Arial"/>
                <a:cs typeface="Arial"/>
              </a:rPr>
              <a:t>&gt;</a:t>
            </a:r>
            <a:r>
              <a:rPr dirty="0" sz="1700" spc="-165">
                <a:latin typeface="Arial"/>
                <a:cs typeface="Arial"/>
              </a:rPr>
              <a:t>Tamanh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10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0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05"/>
              </a:spcBef>
            </a:pP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5" b="1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Vazi</a:t>
            </a:r>
            <a:r>
              <a:rPr dirty="0" sz="1700" spc="12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TipoPilh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 </a:t>
            </a:r>
            <a:r>
              <a:rPr dirty="0" sz="1700" spc="70">
                <a:latin typeface="Arial"/>
                <a:cs typeface="Arial"/>
              </a:rPr>
              <a:t>Pilh</a:t>
            </a:r>
            <a:r>
              <a:rPr dirty="0" sz="1700" spc="21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3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Pilh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.</a:t>
            </a:r>
            <a:r>
              <a:rPr dirty="0" sz="1700" spc="-100">
                <a:latin typeface="Arial"/>
                <a:cs typeface="Arial"/>
              </a:rPr>
              <a:t>Top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55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Pilh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.</a:t>
            </a:r>
            <a:r>
              <a:rPr dirty="0" sz="1700" spc="-105">
                <a:latin typeface="Arial"/>
                <a:cs typeface="Arial"/>
              </a:rPr>
              <a:t>Fund</a:t>
            </a:r>
            <a:r>
              <a:rPr dirty="0" sz="1700" spc="15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  <a:tabLst>
                <a:tab pos="2700020" algn="l"/>
              </a:tabLst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75" b="1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Empilh</a:t>
            </a:r>
            <a:r>
              <a:rPr dirty="0" sz="1700" spc="100">
                <a:latin typeface="Arial"/>
                <a:cs typeface="Arial"/>
              </a:rPr>
              <a:t>a</a:t>
            </a:r>
            <a:r>
              <a:rPr dirty="0" sz="1700" spc="145">
                <a:latin typeface="Arial"/>
                <a:cs typeface="Arial"/>
              </a:rPr>
              <a:t>(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45">
                <a:latin typeface="Arial"/>
                <a:cs typeface="Arial"/>
              </a:rPr>
              <a:t>TipoPilh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-315">
                <a:latin typeface="Lucida Sans Unicode"/>
                <a:cs typeface="Lucida Sans Unicode"/>
              </a:rPr>
              <a:t>∗</a:t>
            </a:r>
            <a:r>
              <a:rPr dirty="0" sz="1700" spc="70">
                <a:latin typeface="Arial"/>
                <a:cs typeface="Arial"/>
              </a:rPr>
              <a:t>Pilh</a:t>
            </a:r>
            <a:r>
              <a:rPr dirty="0" sz="1700" spc="21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Au</a:t>
            </a:r>
            <a:r>
              <a:rPr dirty="0" sz="1700" spc="7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 marR="1427480" indent="-20955">
              <a:lnSpc>
                <a:spcPts val="2650"/>
              </a:lnSpc>
              <a:spcBef>
                <a:spcPts val="185"/>
              </a:spcBef>
            </a:pPr>
            <a:r>
              <a:rPr dirty="0" sz="1700" spc="-100">
                <a:latin typeface="Arial"/>
                <a:cs typeface="Arial"/>
              </a:rPr>
              <a:t>Au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(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190">
                <a:latin typeface="Arial"/>
                <a:cs typeface="Arial"/>
              </a:rPr>
              <a:t>r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mallo</a:t>
            </a:r>
            <a:r>
              <a:rPr dirty="0" sz="1700" spc="150">
                <a:latin typeface="Arial"/>
                <a:cs typeface="Arial"/>
              </a:rPr>
              <a:t>c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15">
                <a:latin typeface="Arial"/>
                <a:cs typeface="Arial"/>
              </a:rPr>
              <a:t> </a:t>
            </a:r>
            <a:r>
              <a:rPr dirty="0" sz="1700" spc="35" b="1">
                <a:latin typeface="Arial"/>
                <a:cs typeface="Arial"/>
              </a:rPr>
              <a:t>sizeo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spc="-3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TipoCelul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60">
                <a:latin typeface="Arial"/>
                <a:cs typeface="Arial"/>
              </a:rPr>
              <a:t>Pilh</a:t>
            </a:r>
            <a:r>
              <a:rPr dirty="0" sz="1700" spc="-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50">
                <a:latin typeface="Arial"/>
                <a:cs typeface="Arial"/>
              </a:rPr>
              <a:t>&gt;</a:t>
            </a:r>
            <a:r>
              <a:rPr dirty="0" sz="1700" spc="-85">
                <a:latin typeface="Arial"/>
                <a:cs typeface="Arial"/>
              </a:rPr>
              <a:t>Top</a:t>
            </a:r>
            <a:r>
              <a:rPr dirty="0" sz="1700" spc="-340">
                <a:latin typeface="Arial"/>
                <a:cs typeface="Arial"/>
              </a:rPr>
              <a:t>o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50">
                <a:latin typeface="Arial"/>
                <a:cs typeface="Arial"/>
              </a:rPr>
              <a:t>&gt;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9710">
              <a:lnSpc>
                <a:spcPct val="100000"/>
              </a:lnSpc>
              <a:spcBef>
                <a:spcPts val="415"/>
              </a:spcBef>
            </a:pPr>
            <a:r>
              <a:rPr dirty="0" sz="1700" spc="-80">
                <a:latin typeface="Arial"/>
                <a:cs typeface="Arial"/>
              </a:rPr>
              <a:t>Au</a:t>
            </a:r>
            <a:r>
              <a:rPr dirty="0" sz="1700" spc="-330">
                <a:latin typeface="Arial"/>
                <a:cs typeface="Arial"/>
              </a:rPr>
              <a:t>x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90">
                <a:latin typeface="Arial"/>
                <a:cs typeface="Arial"/>
              </a:rPr>
              <a:t>&gt;</a:t>
            </a:r>
            <a:r>
              <a:rPr dirty="0" sz="1700" spc="-25">
                <a:latin typeface="Arial"/>
                <a:cs typeface="Arial"/>
              </a:rPr>
              <a:t>Pro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60">
                <a:latin typeface="Arial"/>
                <a:cs typeface="Arial"/>
              </a:rPr>
              <a:t>Pilh</a:t>
            </a:r>
            <a:r>
              <a:rPr dirty="0" sz="1700" spc="-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65">
                <a:latin typeface="Arial"/>
                <a:cs typeface="Arial"/>
              </a:rPr>
              <a:t>&gt;</a:t>
            </a:r>
            <a:r>
              <a:rPr dirty="0" sz="1700" spc="-100">
                <a:latin typeface="Arial"/>
                <a:cs typeface="Arial"/>
              </a:rPr>
              <a:t>Top</a:t>
            </a:r>
            <a:r>
              <a:rPr dirty="0" sz="1700" spc="75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 marR="4743450">
              <a:lnSpc>
                <a:spcPts val="2650"/>
              </a:lnSpc>
              <a:spcBef>
                <a:spcPts val="185"/>
              </a:spcBef>
            </a:pPr>
            <a:r>
              <a:rPr dirty="0" sz="1700" spc="60">
                <a:latin typeface="Arial"/>
                <a:cs typeface="Arial"/>
              </a:rPr>
              <a:t>Pilh</a:t>
            </a:r>
            <a:r>
              <a:rPr dirty="0" sz="1700" spc="-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65">
                <a:latin typeface="Arial"/>
                <a:cs typeface="Arial"/>
              </a:rPr>
              <a:t>&gt;</a:t>
            </a:r>
            <a:r>
              <a:rPr dirty="0" sz="1700" spc="-100">
                <a:latin typeface="Arial"/>
                <a:cs typeface="Arial"/>
              </a:rPr>
              <a:t>Top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17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8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Au</a:t>
            </a:r>
            <a:r>
              <a:rPr dirty="0" sz="1700" spc="7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60">
                <a:latin typeface="Arial"/>
                <a:cs typeface="Arial"/>
              </a:rPr>
              <a:t>Pilh</a:t>
            </a:r>
            <a:r>
              <a:rPr dirty="0" sz="1700" spc="-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330">
                <a:latin typeface="Arial"/>
                <a:cs typeface="Arial"/>
              </a:rPr>
              <a:t>&gt;</a:t>
            </a:r>
            <a:r>
              <a:rPr dirty="0" sz="1700" spc="-165">
                <a:latin typeface="Arial"/>
                <a:cs typeface="Arial"/>
              </a:rPr>
              <a:t>Tamanh</a:t>
            </a:r>
            <a:r>
              <a:rPr dirty="0" sz="1700" spc="-155">
                <a:latin typeface="Arial"/>
                <a:cs typeface="Arial"/>
              </a:rPr>
              <a:t>o</a:t>
            </a:r>
            <a:r>
              <a:rPr dirty="0" sz="1700" spc="1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1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6887845" cy="13950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ilh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95" b="1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Desempilh</a:t>
            </a:r>
            <a:r>
              <a:rPr dirty="0" sz="1700" spc="8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TipoPilh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-325">
                <a:latin typeface="Lucida Sans Unicode"/>
                <a:cs typeface="Lucida Sans Unicode"/>
              </a:rPr>
              <a:t>∗</a:t>
            </a:r>
            <a:r>
              <a:rPr dirty="0" sz="1700" spc="60">
                <a:latin typeface="Arial"/>
                <a:cs typeface="Arial"/>
              </a:rPr>
              <a:t>Pilh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-375">
                <a:latin typeface="Lucida Sans Unicode"/>
                <a:cs typeface="Lucida Sans Unicode"/>
              </a:rPr>
              <a:t>∗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15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99816" y="2332380"/>
            <a:ext cx="512445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>
                <a:latin typeface="Arial"/>
                <a:cs typeface="Arial"/>
              </a:rPr>
              <a:t>l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195">
                <a:latin typeface="Arial"/>
                <a:cs typeface="Arial"/>
              </a:rPr>
              <a:t>st</a:t>
            </a:r>
            <a:r>
              <a:rPr dirty="0" sz="1700" spc="10">
                <a:latin typeface="Arial"/>
                <a:cs typeface="Arial"/>
              </a:rPr>
              <a:t>a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22301" y="2332380"/>
            <a:ext cx="2132330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35">
                <a:latin typeface="Arial"/>
                <a:cs typeface="Arial"/>
              </a:rPr>
              <a:t>vazi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spc="-2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8425" y="2246365"/>
            <a:ext cx="3660140" cy="17367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 indent="33655">
              <a:lnSpc>
                <a:spcPct val="133200"/>
              </a:lnSpc>
              <a:tabLst>
                <a:tab pos="348615" algn="l"/>
                <a:tab pos="2291715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Vazi</a:t>
            </a:r>
            <a:r>
              <a:rPr dirty="0" sz="1700" spc="75">
                <a:latin typeface="Arial"/>
                <a:cs typeface="Arial"/>
              </a:rPr>
              <a:t>a</a:t>
            </a:r>
            <a:r>
              <a:rPr dirty="0" sz="1700" spc="85">
                <a:latin typeface="Arial"/>
                <a:cs typeface="Arial"/>
              </a:rPr>
              <a:t>(</a:t>
            </a:r>
            <a:r>
              <a:rPr dirty="0" sz="1700" spc="-345">
                <a:latin typeface="Lucida Sans Unicode"/>
                <a:cs typeface="Lucida Sans Unicode"/>
              </a:rPr>
              <a:t>∗</a:t>
            </a:r>
            <a:r>
              <a:rPr dirty="0" sz="1700" spc="70">
                <a:latin typeface="Arial"/>
                <a:cs typeface="Arial"/>
              </a:rPr>
              <a:t>Pilh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"</a:t>
            </a:r>
            <a:r>
              <a:rPr dirty="0" sz="1700" spc="25">
                <a:latin typeface="Arial"/>
                <a:cs typeface="Arial"/>
              </a:rPr>
              <a:t>Err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0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:</a:t>
            </a:r>
            <a:r>
              <a:rPr dirty="0" sz="1700" spc="5">
                <a:latin typeface="Arial"/>
                <a:cs typeface="Arial"/>
              </a:rPr>
              <a:t> q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60">
                <a:latin typeface="Arial"/>
                <a:cs typeface="Arial"/>
              </a:rPr>
              <a:t>Pilh</a:t>
            </a:r>
            <a:r>
              <a:rPr dirty="0" sz="1700" spc="-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65">
                <a:latin typeface="Arial"/>
                <a:cs typeface="Arial"/>
              </a:rPr>
              <a:t>&gt;</a:t>
            </a:r>
            <a:r>
              <a:rPr dirty="0" sz="1700" spc="-100">
                <a:latin typeface="Arial"/>
                <a:cs typeface="Arial"/>
              </a:rPr>
              <a:t>Top</a:t>
            </a:r>
            <a:r>
              <a:rPr dirty="0" sz="1700" spc="75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6670">
              <a:lnSpc>
                <a:spcPct val="100000"/>
              </a:lnSpc>
              <a:spcBef>
                <a:spcPts val="675"/>
              </a:spcBef>
            </a:pPr>
            <a:r>
              <a:rPr dirty="0" sz="1700" spc="60">
                <a:latin typeface="Arial"/>
                <a:cs typeface="Arial"/>
              </a:rPr>
              <a:t>Pilh</a:t>
            </a:r>
            <a:r>
              <a:rPr dirty="0" sz="1700" spc="-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65">
                <a:latin typeface="Arial"/>
                <a:cs typeface="Arial"/>
              </a:rPr>
              <a:t>&gt;</a:t>
            </a:r>
            <a:r>
              <a:rPr dirty="0" sz="1700" spc="-100">
                <a:latin typeface="Arial"/>
                <a:cs typeface="Arial"/>
              </a:rPr>
              <a:t>Top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17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q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90">
                <a:latin typeface="Arial"/>
                <a:cs typeface="Arial"/>
              </a:rPr>
              <a:t>&gt;</a:t>
            </a:r>
            <a:r>
              <a:rPr dirty="0" sz="1700" spc="-25">
                <a:latin typeface="Arial"/>
                <a:cs typeface="Arial"/>
              </a:rPr>
              <a:t>Pro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3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8415">
              <a:lnSpc>
                <a:spcPct val="100000"/>
              </a:lnSpc>
              <a:spcBef>
                <a:spcPts val="675"/>
              </a:spcBef>
            </a:pPr>
            <a:r>
              <a:rPr dirty="0" sz="1700" spc="-500">
                <a:latin typeface="Lucida Sans Unicode"/>
                <a:cs typeface="Lucida Sans Unicode"/>
              </a:rPr>
              <a:t>∗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q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85">
                <a:latin typeface="Arial"/>
                <a:cs typeface="Arial"/>
              </a:rPr>
              <a:t>&gt;</a:t>
            </a:r>
            <a:r>
              <a:rPr dirty="0" sz="1700" spc="-20">
                <a:latin typeface="Arial"/>
                <a:cs typeface="Arial"/>
              </a:rPr>
              <a:t>Pro</a:t>
            </a:r>
            <a:r>
              <a:rPr dirty="0" sz="1700" spc="-210">
                <a:latin typeface="Arial"/>
                <a:cs typeface="Arial"/>
              </a:rPr>
              <a:t>x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50">
                <a:latin typeface="Arial"/>
                <a:cs typeface="Arial"/>
              </a:rPr>
              <a:t>&gt;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75"/>
              </a:spcBef>
              <a:tabLst>
                <a:tab pos="1097915" algn="l"/>
              </a:tabLst>
            </a:pPr>
            <a:r>
              <a:rPr dirty="0" sz="1700" spc="85">
                <a:latin typeface="Arial"/>
                <a:cs typeface="Arial"/>
              </a:rPr>
              <a:t>fre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80">
                <a:latin typeface="Arial"/>
                <a:cs typeface="Arial"/>
              </a:rPr>
              <a:t>(</a:t>
            </a:r>
            <a:r>
              <a:rPr dirty="0" sz="1700" spc="200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60">
                <a:latin typeface="Arial"/>
                <a:cs typeface="Arial"/>
              </a:rPr>
              <a:t>Pilh</a:t>
            </a:r>
            <a:r>
              <a:rPr dirty="0" sz="1700" spc="-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310">
                <a:latin typeface="Arial"/>
                <a:cs typeface="Arial"/>
              </a:rPr>
              <a:t>&gt;</a:t>
            </a:r>
            <a:r>
              <a:rPr dirty="0" sz="1700" spc="-145">
                <a:latin typeface="Arial"/>
                <a:cs typeface="Arial"/>
              </a:rPr>
              <a:t>Tamanh</a:t>
            </a:r>
            <a:r>
              <a:rPr dirty="0" sz="1700" spc="-420">
                <a:latin typeface="Arial"/>
                <a:cs typeface="Arial"/>
              </a:rPr>
              <a:t>o</a:t>
            </a:r>
            <a:r>
              <a:rPr dirty="0" sz="1700" spc="-265">
                <a:latin typeface="Lucida Sans Unicode"/>
                <a:cs typeface="Lucida Sans Unicode"/>
              </a:rPr>
              <a:t>−</a:t>
            </a:r>
            <a:r>
              <a:rPr dirty="0" sz="1700" spc="-140">
                <a:latin typeface="Lucida Sans Unicode"/>
                <a:cs typeface="Lucida Sans Unicode"/>
              </a:rPr>
              <a:t>−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24915" y="4057396"/>
            <a:ext cx="2994660" cy="13055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5875">
              <a:lnSpc>
                <a:spcPct val="100000"/>
              </a:lnSpc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70" b="1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Tamanh</a:t>
            </a:r>
            <a:r>
              <a:rPr dirty="0" sz="1700" spc="-3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TipoPilh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 </a:t>
            </a:r>
            <a:r>
              <a:rPr dirty="0" sz="1700" spc="70">
                <a:latin typeface="Arial"/>
                <a:cs typeface="Arial"/>
              </a:rPr>
              <a:t>Pilh</a:t>
            </a:r>
            <a:r>
              <a:rPr dirty="0" sz="1700" spc="21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3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Pilh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.</a:t>
            </a:r>
            <a:r>
              <a:rPr dirty="0" sz="1700" spc="-165">
                <a:latin typeface="Arial"/>
                <a:cs typeface="Arial"/>
              </a:rPr>
              <a:t>Tamanh</a:t>
            </a:r>
            <a:r>
              <a:rPr dirty="0" sz="1700" spc="9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1168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08468" y="829411"/>
            <a:ext cx="8737600" cy="59810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8724265" algn="l"/>
              </a:tabLst>
            </a:pP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 u="heavy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 u="heavy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ilh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-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di</a:t>
            </a:r>
            <a:r>
              <a:rPr dirty="0" sz="2450" b="1" u="heavy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or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35" b="1" u="heavy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-25" b="1" u="heavy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xt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(E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T)</a:t>
            </a:r>
            <a:r>
              <a:rPr dirty="0" sz="2450" b="1" u="heavy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83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1850" spc="5">
                <a:latin typeface="Arial"/>
                <a:cs typeface="Arial"/>
              </a:rPr>
              <a:t>“</a:t>
            </a:r>
            <a:r>
              <a:rPr dirty="0" sz="1850" spc="15">
                <a:latin typeface="Arial"/>
                <a:cs typeface="Arial"/>
              </a:rPr>
              <a:t>#</a:t>
            </a:r>
            <a:r>
              <a:rPr dirty="0" sz="1850" spc="5">
                <a:latin typeface="Arial"/>
                <a:cs typeface="Arial"/>
              </a:rPr>
              <a:t>”</a:t>
            </a:r>
            <a:r>
              <a:rPr dirty="0" sz="1850" spc="5">
                <a:latin typeface="Arial"/>
                <a:cs typeface="Arial"/>
              </a:rPr>
              <a:t>: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an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0">
                <a:latin typeface="Arial"/>
                <a:cs typeface="Arial"/>
              </a:rPr>
              <a:t>elar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ior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na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linha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endo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edi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ada.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x</a:t>
            </a:r>
            <a:r>
              <a:rPr dirty="0" sz="1850">
                <a:latin typeface="Arial"/>
                <a:cs typeface="Arial"/>
              </a:rPr>
              <a:t>.</a:t>
            </a:r>
            <a:r>
              <a:rPr dirty="0" sz="1850" spc="5">
                <a:latin typeface="Arial"/>
                <a:cs typeface="Arial"/>
              </a:rPr>
              <a:t>: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U</a:t>
            </a:r>
            <a:r>
              <a:rPr dirty="0" sz="1850" spc="20">
                <a:latin typeface="Arial"/>
                <a:cs typeface="Arial"/>
              </a:rPr>
              <a:t>EM##FMB#G</a:t>
            </a:r>
            <a:endParaRPr sz="18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59"/>
              </a:spcBef>
            </a:pPr>
            <a:r>
              <a:rPr dirty="0" sz="1850" spc="145">
                <a:latin typeface="Lucida Sans Unicode"/>
                <a:cs typeface="Lucida Sans Unicode"/>
              </a:rPr>
              <a:t>→</a:t>
            </a:r>
            <a:r>
              <a:rPr dirty="0" sz="1850" spc="-65">
                <a:latin typeface="Lucida Sans Unicode"/>
                <a:cs typeface="Lucida Sans Unicode"/>
              </a:rPr>
              <a:t> </a:t>
            </a:r>
            <a:r>
              <a:rPr dirty="0" sz="1850" spc="20">
                <a:latin typeface="Arial"/>
                <a:cs typeface="Arial"/>
              </a:rPr>
              <a:t>U</a:t>
            </a:r>
            <a:r>
              <a:rPr dirty="0" sz="1850" spc="20">
                <a:latin typeface="Arial"/>
                <a:cs typeface="Arial"/>
              </a:rPr>
              <a:t>FMG.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1850" spc="5">
                <a:latin typeface="Arial"/>
                <a:cs typeface="Arial"/>
              </a:rPr>
              <a:t>“</a:t>
            </a:r>
            <a:r>
              <a:rPr dirty="0" sz="1850" spc="20">
                <a:latin typeface="Courier New"/>
                <a:cs typeface="Courier New"/>
              </a:rPr>
              <a:t>\</a:t>
            </a:r>
            <a:r>
              <a:rPr dirty="0" sz="1850" spc="5">
                <a:latin typeface="Arial"/>
                <a:cs typeface="Arial"/>
              </a:rPr>
              <a:t>”</a:t>
            </a:r>
            <a:r>
              <a:rPr dirty="0" sz="1850" spc="5">
                <a:latin typeface="Arial"/>
                <a:cs typeface="Arial"/>
              </a:rPr>
              <a:t>: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an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ela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odos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io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na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linha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endo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edi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ada.</a:t>
            </a:r>
            <a:endParaRPr sz="1850">
              <a:latin typeface="Arial"/>
              <a:cs typeface="Arial"/>
            </a:endParaRPr>
          </a:p>
          <a:p>
            <a:pPr marL="484505" marR="206375" indent="-250825">
              <a:lnSpc>
                <a:spcPct val="120900"/>
              </a:lnSpc>
              <a:spcBef>
                <a:spcPts val="101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1850" spc="5">
                <a:latin typeface="Arial"/>
                <a:cs typeface="Arial"/>
              </a:rPr>
              <a:t>“</a:t>
            </a:r>
            <a:r>
              <a:rPr dirty="0" sz="1850" spc="10">
                <a:latin typeface="Arial"/>
                <a:cs typeface="Arial"/>
              </a:rPr>
              <a:t>*</a:t>
            </a:r>
            <a:r>
              <a:rPr dirty="0" sz="1850" spc="5">
                <a:latin typeface="Arial"/>
                <a:cs typeface="Arial"/>
              </a:rPr>
              <a:t>”</a:t>
            </a:r>
            <a:r>
              <a:rPr dirty="0" sz="1850" spc="5">
                <a:latin typeface="Arial"/>
                <a:cs typeface="Arial"/>
              </a:rPr>
              <a:t>: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al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linha.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I</a:t>
            </a:r>
            <a:r>
              <a:rPr dirty="0" sz="1850" spc="20">
                <a:latin typeface="Arial"/>
                <a:cs typeface="Arial"/>
              </a:rPr>
              <a:t>mp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ime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os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pe</a:t>
            </a:r>
            <a:r>
              <a:rPr dirty="0" sz="1850" spc="85">
                <a:latin typeface="Arial"/>
                <a:cs typeface="Arial"/>
              </a:rPr>
              <a:t>r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en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20">
                <a:latin typeface="Arial"/>
                <a:cs typeface="Arial"/>
              </a:rPr>
              <a:t>em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à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linha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endo</a:t>
            </a:r>
            <a:r>
              <a:rPr dirty="0" sz="1850" spc="10">
                <a:latin typeface="Arial"/>
                <a:cs typeface="Arial"/>
              </a:rPr>
              <a:t> edi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ada,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ini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iando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uma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n</a:t>
            </a:r>
            <a:r>
              <a:rPr dirty="0" sz="1850" spc="-15">
                <a:latin typeface="Arial"/>
                <a:cs typeface="Arial"/>
              </a:rPr>
              <a:t>o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linha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imp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85">
                <a:latin typeface="Arial"/>
                <a:cs typeface="Arial"/>
              </a:rPr>
              <a:t>r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ir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5">
                <a:latin typeface="Arial"/>
                <a:cs typeface="Arial"/>
              </a:rPr>
              <a:t> imedia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amen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eguin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al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-</a:t>
            </a:r>
            <a:r>
              <a:rPr dirty="0" sz="1850" spc="10">
                <a:latin typeface="Arial"/>
                <a:cs typeface="Arial"/>
              </a:rPr>
              <a:t>linha.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x</a:t>
            </a:r>
            <a:r>
              <a:rPr dirty="0" sz="1850" spc="5">
                <a:latin typeface="Arial"/>
                <a:cs typeface="Arial"/>
              </a:rPr>
              <a:t>: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D</a:t>
            </a:r>
            <a:r>
              <a:rPr dirty="0" sz="1850" spc="20">
                <a:latin typeface="Arial"/>
                <a:cs typeface="Arial"/>
              </a:rPr>
              <a:t>C</a:t>
            </a:r>
            <a:r>
              <a:rPr dirty="0" sz="1850" spc="20">
                <a:latin typeface="Arial"/>
                <a:cs typeface="Arial"/>
              </a:rPr>
              <a:t>C</a:t>
            </a:r>
            <a:r>
              <a:rPr dirty="0" sz="1850" spc="10">
                <a:latin typeface="Arial"/>
                <a:cs typeface="Arial"/>
              </a:rPr>
              <a:t>*</a:t>
            </a:r>
            <a:r>
              <a:rPr dirty="0" sz="1850" spc="20">
                <a:latin typeface="Arial"/>
                <a:cs typeface="Arial"/>
              </a:rPr>
              <a:t>U</a:t>
            </a:r>
            <a:r>
              <a:rPr dirty="0" sz="1850" spc="25">
                <a:latin typeface="Arial"/>
                <a:cs typeface="Arial"/>
              </a:rPr>
              <a:t>FMG</a:t>
            </a:r>
            <a:r>
              <a:rPr dirty="0" sz="1850">
                <a:latin typeface="Arial"/>
                <a:cs typeface="Arial"/>
              </a:rPr>
              <a:t>.</a:t>
            </a:r>
            <a:r>
              <a:rPr dirty="0" sz="1850" spc="10">
                <a:latin typeface="Arial"/>
                <a:cs typeface="Arial"/>
              </a:rPr>
              <a:t>*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45">
                <a:latin typeface="Lucida Sans Unicode"/>
                <a:cs typeface="Lucida Sans Unicode"/>
              </a:rPr>
              <a:t>→</a:t>
            </a:r>
            <a:r>
              <a:rPr dirty="0" sz="1850" spc="-65">
                <a:latin typeface="Lucida Sans Unicode"/>
                <a:cs typeface="Lucida Sans Unicode"/>
              </a:rPr>
              <a:t> </a:t>
            </a:r>
            <a:r>
              <a:rPr dirty="0" sz="1850" spc="20">
                <a:latin typeface="Arial"/>
                <a:cs typeface="Arial"/>
              </a:rPr>
              <a:t>D</a:t>
            </a:r>
            <a:r>
              <a:rPr dirty="0" sz="1850" spc="20">
                <a:latin typeface="Arial"/>
                <a:cs typeface="Arial"/>
              </a:rPr>
              <a:t>C</a:t>
            </a:r>
            <a:r>
              <a:rPr dirty="0" sz="1850" spc="25">
                <a:latin typeface="Arial"/>
                <a:cs typeface="Arial"/>
              </a:rPr>
              <a:t>C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U</a:t>
            </a:r>
            <a:r>
              <a:rPr dirty="0" sz="1850" spc="20">
                <a:latin typeface="Arial"/>
                <a:cs typeface="Arial"/>
              </a:rPr>
              <a:t>FMG.</a:t>
            </a:r>
            <a:endParaRPr sz="1850">
              <a:latin typeface="Arial"/>
              <a:cs typeface="Arial"/>
            </a:endParaRPr>
          </a:p>
          <a:p>
            <a:pPr marL="484505" marR="832485" indent="-250825">
              <a:lnSpc>
                <a:spcPct val="120900"/>
              </a:lnSpc>
              <a:spcBef>
                <a:spcPts val="101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1850" spc="-114">
                <a:latin typeface="Arial"/>
                <a:cs typeface="Arial"/>
              </a:rPr>
              <a:t>V</a:t>
            </a:r>
            <a:r>
              <a:rPr dirty="0" sz="1850" spc="20">
                <a:latin typeface="Arial"/>
                <a:cs typeface="Arial"/>
              </a:rPr>
              <a:t>amos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er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um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Edi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210">
                <a:latin typeface="Arial"/>
                <a:cs typeface="Arial"/>
              </a:rPr>
              <a:t>T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x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(</a:t>
            </a:r>
            <a:r>
              <a:rPr dirty="0" sz="1850" spc="15">
                <a:latin typeface="Arial"/>
                <a:cs typeface="Arial"/>
              </a:rPr>
              <a:t>ET)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0">
                <a:latin typeface="Arial"/>
                <a:cs typeface="Arial"/>
              </a:rPr>
              <a:t>ei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ês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20">
                <a:latin typeface="Arial"/>
                <a:cs typeface="Arial"/>
              </a:rPr>
              <a:t>omandos</a:t>
            </a:r>
            <a:r>
              <a:rPr dirty="0" sz="1850" spc="15">
                <a:latin typeface="Arial"/>
                <a:cs typeface="Arial"/>
              </a:rPr>
              <a:t> de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os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ima.</a:t>
            </a:r>
            <a:endParaRPr sz="1850">
              <a:latin typeface="Arial"/>
              <a:cs typeface="Arial"/>
            </a:endParaRPr>
          </a:p>
          <a:p>
            <a:pPr marL="484505" marR="304800" indent="-250825">
              <a:lnSpc>
                <a:spcPct val="120900"/>
              </a:lnSpc>
              <a:spcBef>
                <a:spcPts val="101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1850" spc="2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ET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á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ler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um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ada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ez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x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ada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odu</a:t>
            </a:r>
            <a:r>
              <a:rPr dirty="0" sz="1850" spc="10">
                <a:latin typeface="Arial"/>
                <a:cs typeface="Arial"/>
              </a:rPr>
              <a:t>z</a:t>
            </a:r>
            <a:r>
              <a:rPr dirty="0" sz="1850" spc="5">
                <a:latin typeface="Arial"/>
                <a:cs typeface="Arial"/>
              </a:rPr>
              <a:t>ir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5">
                <a:latin typeface="Arial"/>
                <a:cs typeface="Arial"/>
              </a:rPr>
              <a:t> imp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linha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linha,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ada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linha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endo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no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má</a:t>
            </a:r>
            <a:r>
              <a:rPr dirty="0" sz="1850" spc="10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imo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70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es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15">
                <a:latin typeface="Arial"/>
                <a:cs typeface="Arial"/>
              </a:rPr>
              <a:t> imp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ã</a:t>
            </a:r>
            <a:r>
              <a:rPr dirty="0" sz="1850" spc="-6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188595" indent="-250825">
              <a:lnSpc>
                <a:spcPct val="120900"/>
              </a:lnSpc>
              <a:spcBef>
                <a:spcPts val="10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1850" spc="2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ET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á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ili</a:t>
            </a:r>
            <a:r>
              <a:rPr dirty="0" sz="1850" spc="10">
                <a:latin typeface="Arial"/>
                <a:cs typeface="Arial"/>
              </a:rPr>
              <a:t>z</a:t>
            </a:r>
            <a:r>
              <a:rPr dirty="0" sz="1850" spc="15">
                <a:latin typeface="Arial"/>
                <a:cs typeface="Arial"/>
              </a:rPr>
              <a:t>ar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5" b="1">
                <a:latin typeface="Arial"/>
                <a:cs typeface="Arial"/>
              </a:rPr>
              <a:t>t</a:t>
            </a:r>
            <a:r>
              <a:rPr dirty="0" sz="1850" b="1">
                <a:latin typeface="Arial"/>
                <a:cs typeface="Arial"/>
              </a:rPr>
              <a:t>i</a:t>
            </a:r>
            <a:r>
              <a:rPr dirty="0" sz="1850" spc="20" b="1">
                <a:latin typeface="Arial"/>
                <a:cs typeface="Arial"/>
              </a:rPr>
              <a:t>po</a:t>
            </a:r>
            <a:r>
              <a:rPr dirty="0" sz="1850" spc="5" b="1">
                <a:latin typeface="Arial"/>
                <a:cs typeface="Arial"/>
              </a:rPr>
              <a:t> </a:t>
            </a:r>
            <a:r>
              <a:rPr dirty="0" sz="1850" spc="20" b="1">
                <a:latin typeface="Arial"/>
                <a:cs typeface="Arial"/>
              </a:rPr>
              <a:t>abs</a:t>
            </a:r>
            <a:r>
              <a:rPr dirty="0" sz="1850" spc="5" b="1">
                <a:latin typeface="Arial"/>
                <a:cs typeface="Arial"/>
              </a:rPr>
              <a:t>t</a:t>
            </a:r>
            <a:r>
              <a:rPr dirty="0" sz="1850" spc="15" b="1">
                <a:latin typeface="Arial"/>
                <a:cs typeface="Arial"/>
              </a:rPr>
              <a:t>ra</a:t>
            </a:r>
            <a:r>
              <a:rPr dirty="0" sz="1850" spc="5" b="1">
                <a:latin typeface="Arial"/>
                <a:cs typeface="Arial"/>
              </a:rPr>
              <a:t>t</a:t>
            </a:r>
            <a:r>
              <a:rPr dirty="0" sz="1850" spc="20" b="1">
                <a:latin typeface="Arial"/>
                <a:cs typeface="Arial"/>
              </a:rPr>
              <a:t>o</a:t>
            </a:r>
            <a:r>
              <a:rPr dirty="0" sz="1850" spc="5" b="1">
                <a:latin typeface="Arial"/>
                <a:cs typeface="Arial"/>
              </a:rPr>
              <a:t> </a:t>
            </a:r>
            <a:r>
              <a:rPr dirty="0" sz="1850" spc="20" b="1">
                <a:latin typeface="Arial"/>
                <a:cs typeface="Arial"/>
              </a:rPr>
              <a:t>de</a:t>
            </a:r>
            <a:r>
              <a:rPr dirty="0" sz="1850" spc="5" b="1">
                <a:latin typeface="Arial"/>
                <a:cs typeface="Arial"/>
              </a:rPr>
              <a:t> </a:t>
            </a:r>
            <a:r>
              <a:rPr dirty="0" sz="1850" spc="20" b="1">
                <a:latin typeface="Arial"/>
                <a:cs typeface="Arial"/>
              </a:rPr>
              <a:t>dados</a:t>
            </a:r>
            <a:r>
              <a:rPr dirty="0" sz="1850" spc="5" b="1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Pilha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def</a:t>
            </a:r>
            <a:r>
              <a:rPr dirty="0" sz="1850">
                <a:latin typeface="Arial"/>
                <a:cs typeface="Arial"/>
              </a:rPr>
              <a:t>i</a:t>
            </a:r>
            <a:r>
              <a:rPr dirty="0" sz="1850" spc="15">
                <a:latin typeface="Arial"/>
                <a:cs typeface="Arial"/>
              </a:rPr>
              <a:t>nido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io</a:t>
            </a:r>
            <a:r>
              <a:rPr dirty="0" sz="1850" spc="50">
                <a:latin typeface="Arial"/>
                <a:cs typeface="Arial"/>
              </a:rPr>
              <a:t>r</a:t>
            </a:r>
            <a:r>
              <a:rPr dirty="0" sz="1850" spc="20">
                <a:latin typeface="Arial"/>
                <a:cs typeface="Arial"/>
              </a:rPr>
              <a:t>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-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15">
                <a:latin typeface="Arial"/>
                <a:cs typeface="Arial"/>
              </a:rPr>
              <a:t> implemen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por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meio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anj</a:t>
            </a:r>
            <a:r>
              <a:rPr dirty="0" sz="1850" spc="-6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1168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1168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8468" y="862672"/>
            <a:ext cx="7249159" cy="44183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40" b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3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xt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3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 marR="5080">
              <a:lnSpc>
                <a:spcPct val="173100"/>
              </a:lnSpc>
              <a:spcBef>
                <a:spcPts val="869"/>
              </a:spcBef>
            </a:pPr>
            <a:r>
              <a:rPr dirty="0" sz="1850" spc="20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st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#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um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st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E</a:t>
            </a:r>
            <a:r>
              <a:rPr dirty="0" sz="1850" spc="-21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xt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rr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str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em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210">
                <a:latin typeface="Arial"/>
                <a:cs typeface="Arial"/>
              </a:rPr>
              <a:t>P</a:t>
            </a:r>
            <a:r>
              <a:rPr dirty="0" sz="1850" spc="20">
                <a:latin typeface="Arial"/>
                <a:cs typeface="Arial"/>
              </a:rPr>
              <a:t>AS</a:t>
            </a:r>
            <a:r>
              <a:rPr dirty="0" sz="1850" spc="20">
                <a:latin typeface="Arial"/>
                <a:cs typeface="Arial"/>
              </a:rPr>
              <a:t>C</a:t>
            </a:r>
            <a:r>
              <a:rPr dirty="0" sz="1850" spc="20">
                <a:latin typeface="Arial"/>
                <a:cs typeface="Arial"/>
              </a:rPr>
              <a:t>AL</a:t>
            </a:r>
            <a:r>
              <a:rPr dirty="0" sz="1850">
                <a:latin typeface="Arial"/>
                <a:cs typeface="Arial"/>
              </a:rPr>
              <a:t>.</a:t>
            </a:r>
            <a:r>
              <a:rPr dirty="0" sz="1850" spc="15">
                <a:latin typeface="Arial"/>
                <a:cs typeface="Arial"/>
              </a:rPr>
              <a:t>*A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20">
                <a:latin typeface="Arial"/>
                <a:cs typeface="Arial"/>
              </a:rPr>
              <a:t>abamos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st</a:t>
            </a:r>
            <a:r>
              <a:rPr dirty="0" sz="1850" spc="15">
                <a:latin typeface="Arial"/>
                <a:cs typeface="Arial"/>
              </a:rPr>
              <a:t>ar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apa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idade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ET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al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ar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linha,</a:t>
            </a:r>
            <a:r>
              <a:rPr dirty="0" sz="1850" spc="10">
                <a:latin typeface="Arial"/>
                <a:cs typeface="Arial"/>
              </a:rPr>
              <a:t> u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ili</a:t>
            </a:r>
            <a:r>
              <a:rPr dirty="0" sz="1850" spc="10">
                <a:latin typeface="Arial"/>
                <a:cs typeface="Arial"/>
              </a:rPr>
              <a:t>z</a:t>
            </a:r>
            <a:r>
              <a:rPr dirty="0" sz="1850" spc="15">
                <a:latin typeface="Arial"/>
                <a:cs typeface="Arial"/>
              </a:rPr>
              <a:t>ando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eus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pode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xt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as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(c</a:t>
            </a:r>
            <a:r>
              <a:rPr dirty="0" sz="1850" spc="15">
                <a:latin typeface="Arial"/>
                <a:cs typeface="Arial"/>
              </a:rPr>
              <a:t>uidad</a:t>
            </a:r>
            <a:r>
              <a:rPr dirty="0" sz="1850" spc="-6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pois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ago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20">
                <a:latin typeface="Arial"/>
                <a:cs typeface="Arial"/>
              </a:rPr>
              <a:t>amos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st</a:t>
            </a:r>
            <a:r>
              <a:rPr dirty="0" sz="1850" spc="15">
                <a:latin typeface="Arial"/>
                <a:cs typeface="Arial"/>
              </a:rPr>
              <a:t>ou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ar</a:t>
            </a:r>
            <a:r>
              <a:rPr dirty="0" sz="1850" spc="10">
                <a:latin typeface="Arial"/>
                <a:cs typeface="Arial"/>
              </a:rPr>
              <a:t> a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apa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idade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má</a:t>
            </a:r>
            <a:r>
              <a:rPr dirty="0" sz="1850" spc="10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ima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linha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imp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ss</a:t>
            </a:r>
            <a:r>
              <a:rPr dirty="0" sz="1850" spc="15">
                <a:latin typeface="Arial"/>
                <a:cs typeface="Arial"/>
              </a:rPr>
              <a:t>ã</a:t>
            </a:r>
            <a:r>
              <a:rPr dirty="0" sz="1850" spc="-6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70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ct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-15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.)</a:t>
            </a:r>
            <a:r>
              <a:rPr dirty="0" sz="1850" spc="20">
                <a:latin typeface="Arial"/>
                <a:cs typeface="Arial"/>
              </a:rPr>
              <a:t>*O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k</a:t>
            </a:r>
            <a:r>
              <a:rPr dirty="0" sz="1850" spc="15">
                <a:latin typeface="Arial"/>
                <a:cs typeface="Arial"/>
              </a:rPr>
              <a:t>#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#</a:t>
            </a:r>
            <a:r>
              <a:rPr dirty="0" sz="1850" spc="5">
                <a:latin typeface="Arial"/>
                <a:cs typeface="Arial"/>
              </a:rPr>
              <a:t>rs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dh#e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st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as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D</a:t>
            </a:r>
            <a:r>
              <a:rPr dirty="0" sz="1850" spc="15">
                <a:latin typeface="Arial"/>
                <a:cs typeface="Arial"/>
              </a:rPr>
              <a:t>ados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#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h#um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uu#</a:t>
            </a:r>
            <a:r>
              <a:rPr dirty="0" sz="1850" spc="5">
                <a:latin typeface="Arial"/>
                <a:cs typeface="Arial"/>
              </a:rPr>
              <a:t>rs</a:t>
            </a:r>
            <a:r>
              <a:rPr dirty="0" sz="1850" spc="15">
                <a:latin typeface="Arial"/>
                <a:cs typeface="Arial"/>
              </a:rPr>
              <a:t>h#o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#</a:t>
            </a:r>
            <a:r>
              <a:rPr dirty="0" sz="1850" spc="10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#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?*</a:t>
            </a:r>
            <a:r>
              <a:rPr dirty="0" sz="1850">
                <a:latin typeface="Arial"/>
                <a:cs typeface="Arial"/>
              </a:rPr>
              <a:t>!</a:t>
            </a:r>
            <a:r>
              <a:rPr dirty="0" sz="1850" spc="15">
                <a:latin typeface="Arial"/>
                <a:cs typeface="Arial"/>
              </a:rPr>
              <a:t>#?</a:t>
            </a:r>
            <a:r>
              <a:rPr dirty="0" sz="1850">
                <a:latin typeface="Arial"/>
                <a:cs typeface="Arial"/>
              </a:rPr>
              <a:t>!</a:t>
            </a:r>
            <a:r>
              <a:rPr dirty="0" sz="1850" spc="15">
                <a:latin typeface="Arial"/>
                <a:cs typeface="Arial"/>
              </a:rPr>
              <a:t>#</a:t>
            </a:r>
            <a:r>
              <a:rPr dirty="0" sz="1850" spc="10">
                <a:latin typeface="Arial"/>
                <a:cs typeface="Arial"/>
              </a:rPr>
              <a:t>+.</a:t>
            </a:r>
            <a:r>
              <a:rPr dirty="0" sz="1850" spc="10">
                <a:latin typeface="Arial"/>
                <a:cs typeface="Arial"/>
              </a:rPr>
              <a:t>*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C</a:t>
            </a:r>
            <a:r>
              <a:rPr dirty="0" sz="1850" spc="20">
                <a:latin typeface="Arial"/>
                <a:cs typeface="Arial"/>
              </a:rPr>
              <a:t>omo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#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bom</a:t>
            </a:r>
            <a:endParaRPr sz="1850">
              <a:latin typeface="Arial"/>
              <a:cs typeface="Arial"/>
            </a:endParaRPr>
          </a:p>
          <a:p>
            <a:pPr marL="12700" marR="603250">
              <a:lnSpc>
                <a:spcPct val="173100"/>
              </a:lnSpc>
            </a:pPr>
            <a:r>
              <a:rPr dirty="0" sz="1850" spc="15">
                <a:latin typeface="Arial"/>
                <a:cs typeface="Arial"/>
              </a:rPr>
              <a:t>n#n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#ao###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#e</a:t>
            </a:r>
            <a:r>
              <a:rPr dirty="0" sz="1850" spc="10">
                <a:latin typeface="Arial"/>
                <a:cs typeface="Arial"/>
              </a:rPr>
              <a:t>ss</a:t>
            </a:r>
            <a:r>
              <a:rPr dirty="0" sz="1850" spc="15">
                <a:latin typeface="Arial"/>
                <a:cs typeface="Arial"/>
              </a:rPr>
              <a:t>#</a:t>
            </a:r>
            <a:r>
              <a:rPr dirty="0" sz="1850">
                <a:latin typeface="Arial"/>
                <a:cs typeface="Arial"/>
              </a:rPr>
              <a:t>tt</a:t>
            </a:r>
            <a:r>
              <a:rPr dirty="0" sz="1850" spc="15">
                <a:latin typeface="Arial"/>
                <a:cs typeface="Arial"/>
              </a:rPr>
              <a:t>#ar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mb#aa#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 spc="10">
                <a:latin typeface="Arial"/>
                <a:cs typeface="Arial"/>
              </a:rPr>
              <a:t>z</a:t>
            </a:r>
            <a:r>
              <a:rPr dirty="0" sz="1850" spc="15">
                <a:latin typeface="Arial"/>
                <a:cs typeface="Arial"/>
              </a:rPr>
              <a:t>#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ull#ado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nn#</a:t>
            </a:r>
            <a:r>
              <a:rPr dirty="0" sz="1850" spc="10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#ele</a:t>
            </a:r>
            <a:r>
              <a:rPr dirty="0" sz="1850">
                <a:latin typeface="Arial"/>
                <a:cs typeface="Arial"/>
              </a:rPr>
              <a:t>!</a:t>
            </a:r>
            <a:r>
              <a:rPr dirty="0" sz="1850" spc="20">
                <a:latin typeface="Courier New"/>
                <a:cs typeface="Courier New"/>
              </a:rPr>
              <a:t>\</a:t>
            </a:r>
            <a:r>
              <a:rPr dirty="0" sz="1850" spc="-590">
                <a:latin typeface="Courier New"/>
                <a:cs typeface="Courier New"/>
              </a:rPr>
              <a:t> </a:t>
            </a:r>
            <a:r>
              <a:rPr dirty="0" sz="1850" spc="20">
                <a:latin typeface="Arial"/>
                <a:cs typeface="Arial"/>
              </a:rPr>
              <a:t>Se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5">
                <a:latin typeface="Arial"/>
                <a:cs typeface="Arial"/>
              </a:rPr>
              <a:t> que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st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f</a:t>
            </a:r>
            <a:r>
              <a:rPr dirty="0" sz="1850" spc="15">
                <a:latin typeface="Arial"/>
                <a:cs typeface="Arial"/>
              </a:rPr>
              <a:t>un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iona</a:t>
            </a:r>
            <a:r>
              <a:rPr dirty="0" sz="1850" spc="20">
                <a:latin typeface="Courier New"/>
                <a:cs typeface="Courier New"/>
              </a:rPr>
              <a:t>\\\</a:t>
            </a:r>
            <a:r>
              <a:rPr dirty="0" sz="1850" spc="15">
                <a:latin typeface="Arial"/>
                <a:cs typeface="Arial"/>
              </a:rPr>
              <a:t>?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 spc="2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inal?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não###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f</a:t>
            </a:r>
            <a:r>
              <a:rPr dirty="0" sz="1850" spc="5">
                <a:latin typeface="Arial"/>
                <a:cs typeface="Arial"/>
              </a:rPr>
              <a:t>ic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!</a:t>
            </a:r>
            <a:r>
              <a:rPr dirty="0" sz="1850" spc="135">
                <a:latin typeface="Arial"/>
                <a:cs typeface="Arial"/>
              </a:rPr>
              <a:t> </a:t>
            </a:r>
            <a:r>
              <a:rPr dirty="0" sz="1850" spc="20">
                <a:latin typeface="Courier New"/>
                <a:cs typeface="Courier New"/>
              </a:rPr>
              <a:t>~</a:t>
            </a:r>
            <a:endParaRPr sz="18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688070" cy="2206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-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484505" marR="91186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Es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iliza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AD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Pil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iliza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jo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iliza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6413" y="3330333"/>
            <a:ext cx="4935220" cy="32956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-50" b="1">
                <a:latin typeface="Arial"/>
                <a:cs typeface="Arial"/>
              </a:rPr>
              <a:t>#</a:t>
            </a:r>
            <a:r>
              <a:rPr dirty="0" sz="1700" spc="5" b="1">
                <a:latin typeface="Arial"/>
                <a:cs typeface="Arial"/>
              </a:rPr>
              <a:t>defin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10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AX</a:t>
            </a:r>
            <a:r>
              <a:rPr dirty="0" sz="1700" spc="-200">
                <a:latin typeface="Arial"/>
                <a:cs typeface="Arial"/>
              </a:rPr>
              <a:t>T</a:t>
            </a:r>
            <a:r>
              <a:rPr dirty="0" sz="1700" spc="15">
                <a:latin typeface="Arial"/>
                <a:cs typeface="Arial"/>
              </a:rPr>
              <a:t>AM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7</a:t>
            </a:r>
            <a:r>
              <a:rPr dirty="0" sz="1700" spc="10">
                <a:latin typeface="Arial"/>
                <a:cs typeface="Arial"/>
              </a:rPr>
              <a:t>0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  <a:tabLst>
                <a:tab pos="3067050" algn="l"/>
              </a:tabLst>
            </a:pPr>
            <a:r>
              <a:rPr dirty="0" sz="1700" spc="-50" b="1">
                <a:latin typeface="Arial"/>
                <a:cs typeface="Arial"/>
              </a:rPr>
              <a:t>#</a:t>
            </a:r>
            <a:r>
              <a:rPr dirty="0" sz="1700" spc="5" b="1">
                <a:latin typeface="Arial"/>
                <a:cs typeface="Arial"/>
              </a:rPr>
              <a:t>defin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10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CANCEL</a:t>
            </a:r>
            <a:r>
              <a:rPr dirty="0" sz="1700" spc="-45">
                <a:latin typeface="Arial"/>
                <a:cs typeface="Arial"/>
              </a:rPr>
              <a:t>A</a:t>
            </a:r>
            <a:r>
              <a:rPr dirty="0" sz="1700" spc="15">
                <a:latin typeface="Arial"/>
                <a:cs typeface="Arial"/>
              </a:rPr>
              <a:t>CAR</a:t>
            </a:r>
            <a:r>
              <a:rPr dirty="0" sz="1700" spc="-200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TER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95">
                <a:latin typeface="Arial"/>
                <a:cs typeface="Arial"/>
              </a:rPr>
              <a:t>’</a:t>
            </a:r>
            <a:r>
              <a:rPr dirty="0" sz="1700" spc="10">
                <a:latin typeface="Arial"/>
                <a:cs typeface="Arial"/>
              </a:rPr>
              <a:t>#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’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  <a:tabLst>
                <a:tab pos="2699385" algn="l"/>
              </a:tabLst>
            </a:pPr>
            <a:r>
              <a:rPr dirty="0" sz="1700" spc="-50" b="1">
                <a:latin typeface="Arial"/>
                <a:cs typeface="Arial"/>
              </a:rPr>
              <a:t>#</a:t>
            </a:r>
            <a:r>
              <a:rPr dirty="0" sz="1700" spc="5" b="1">
                <a:latin typeface="Arial"/>
                <a:cs typeface="Arial"/>
              </a:rPr>
              <a:t>defin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10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CANCELALINHA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’</a:t>
            </a:r>
            <a:r>
              <a:rPr dirty="0" sz="1700" spc="-8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\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\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’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  <a:tabLst>
                <a:tab pos="2308860" algn="l"/>
              </a:tabLst>
            </a:pPr>
            <a:r>
              <a:rPr dirty="0" sz="1700" spc="5">
                <a:latin typeface="Arial"/>
                <a:cs typeface="Arial"/>
              </a:rPr>
              <a:t>#</a:t>
            </a:r>
            <a:r>
              <a:rPr dirty="0" sz="1700" spc="55">
                <a:latin typeface="Arial"/>
                <a:cs typeface="Arial"/>
              </a:rPr>
              <a:t>defin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SA</a:t>
            </a:r>
            <a:r>
              <a:rPr dirty="0" sz="1700" spc="-180">
                <a:latin typeface="Arial"/>
                <a:cs typeface="Arial"/>
              </a:rPr>
              <a:t>L</a:t>
            </a:r>
            <a:r>
              <a:rPr dirty="0" sz="1700" spc="-200">
                <a:latin typeface="Arial"/>
                <a:cs typeface="Arial"/>
              </a:rPr>
              <a:t>T</a:t>
            </a:r>
            <a:r>
              <a:rPr dirty="0" sz="1700" spc="10">
                <a:latin typeface="Arial"/>
                <a:cs typeface="Arial"/>
              </a:rPr>
              <a:t>ALINHA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40">
                <a:latin typeface="Arial"/>
                <a:cs typeface="Arial"/>
              </a:rPr>
              <a:t>’</a:t>
            </a:r>
            <a:r>
              <a:rPr dirty="0" sz="1700" spc="-495">
                <a:latin typeface="Lucida Sans Unicode"/>
                <a:cs typeface="Lucida Sans Unicode"/>
              </a:rPr>
              <a:t>∗</a:t>
            </a:r>
            <a:r>
              <a:rPr dirty="0" sz="1700" spc="-240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Arial"/>
                <a:cs typeface="Arial"/>
              </a:rPr>
              <a:t>’</a:t>
            </a:r>
            <a:endParaRPr sz="1700">
              <a:latin typeface="Arial"/>
              <a:cs typeface="Arial"/>
            </a:endParaRPr>
          </a:p>
          <a:p>
            <a:pPr marL="23495" marR="2402840" indent="-11430">
              <a:lnSpc>
                <a:spcPts val="2650"/>
              </a:lnSpc>
              <a:spcBef>
                <a:spcPts val="185"/>
              </a:spcBef>
              <a:tabLst>
                <a:tab pos="2261870" algn="l"/>
              </a:tabLst>
            </a:pPr>
            <a:r>
              <a:rPr dirty="0" sz="1700" spc="5">
                <a:latin typeface="Arial"/>
                <a:cs typeface="Arial"/>
              </a:rPr>
              <a:t>#</a:t>
            </a:r>
            <a:r>
              <a:rPr dirty="0" sz="1700" spc="55">
                <a:latin typeface="Arial"/>
                <a:cs typeface="Arial"/>
              </a:rPr>
              <a:t>defin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ARCAE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10">
                <a:latin typeface="Arial"/>
                <a:cs typeface="Arial"/>
              </a:rPr>
              <a:t>F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75">
                <a:latin typeface="Arial"/>
                <a:cs typeface="Arial"/>
              </a:rPr>
              <a:t>’</a:t>
            </a:r>
            <a:r>
              <a:rPr dirty="0" sz="1700" spc="10">
                <a:latin typeface="Arial"/>
                <a:cs typeface="Arial"/>
              </a:rPr>
              <a:t>~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’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typede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cha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1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1910">
              <a:lnSpc>
                <a:spcPct val="100000"/>
              </a:lnSpc>
              <a:spcBef>
                <a:spcPts val="415"/>
              </a:spcBef>
            </a:pPr>
            <a:r>
              <a:rPr dirty="0" sz="1700" spc="5">
                <a:latin typeface="Arial"/>
                <a:cs typeface="Arial"/>
              </a:rPr>
              <a:t>/</a:t>
            </a:r>
            <a:r>
              <a:rPr dirty="0" sz="1700" spc="-295">
                <a:latin typeface="Arial"/>
                <a:cs typeface="Arial"/>
              </a:rPr>
              <a:t> </a:t>
            </a:r>
            <a:r>
              <a:rPr dirty="0" sz="1700" spc="-495">
                <a:latin typeface="Lucida Sans Unicode"/>
                <a:cs typeface="Lucida Sans Unicode"/>
              </a:rPr>
              <a:t>∗</a:t>
            </a:r>
            <a:r>
              <a:rPr dirty="0" sz="1700" spc="225">
                <a:latin typeface="Lucida Sans Unicode"/>
                <a:cs typeface="Lucida Sans Unicode"/>
              </a:rPr>
              <a:t> </a:t>
            </a:r>
            <a:r>
              <a:rPr dirty="0" sz="1700" spc="-60">
                <a:latin typeface="Arial"/>
                <a:cs typeface="Arial"/>
              </a:rPr>
              <a:t>Entra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aqu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tipo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d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transpa</a:t>
            </a:r>
            <a:r>
              <a:rPr dirty="0" sz="1700" spc="45">
                <a:latin typeface="Arial"/>
                <a:cs typeface="Arial"/>
              </a:rPr>
              <a:t>rênci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30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14" i="1">
                <a:latin typeface="Arial"/>
                <a:cs typeface="Arial"/>
              </a:rPr>
              <a:t> </a:t>
            </a:r>
            <a:r>
              <a:rPr dirty="0" sz="1700" spc="-320">
                <a:latin typeface="Lucida Sans Unicode"/>
                <a:cs typeface="Lucida Sans Unicode"/>
              </a:rPr>
              <a:t>∗</a:t>
            </a:r>
            <a:r>
              <a:rPr dirty="0" sz="1700" spc="5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47040" marR="2680335" indent="-423545">
              <a:lnSpc>
                <a:spcPct val="129700"/>
              </a:lnSpc>
              <a:tabLst>
                <a:tab pos="1014730" algn="l"/>
                <a:tab pos="1203325" algn="l"/>
              </a:tabLst>
            </a:pPr>
            <a:r>
              <a:rPr dirty="0" sz="1700" spc="40">
                <a:latin typeface="Arial"/>
                <a:cs typeface="Arial"/>
              </a:rPr>
              <a:t>v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Pilh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: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45">
                <a:latin typeface="Arial"/>
                <a:cs typeface="Arial"/>
              </a:rPr>
              <a:t>TipoPilh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x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: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20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191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/</a:t>
            </a:r>
            <a:r>
              <a:rPr dirty="0" sz="1700" spc="-295">
                <a:latin typeface="Arial"/>
                <a:cs typeface="Arial"/>
              </a:rPr>
              <a:t> </a:t>
            </a:r>
            <a:r>
              <a:rPr dirty="0" sz="1700" spc="-495">
                <a:latin typeface="Lucida Sans Unicode"/>
                <a:cs typeface="Lucida Sans Unicode"/>
              </a:rPr>
              <a:t>∗</a:t>
            </a:r>
            <a:r>
              <a:rPr dirty="0" sz="1700" spc="225">
                <a:latin typeface="Lucida Sans Unicode"/>
                <a:cs typeface="Lucida Sans Unicode"/>
              </a:rPr>
              <a:t> </a:t>
            </a:r>
            <a:r>
              <a:rPr dirty="0" sz="1700" spc="-60">
                <a:latin typeface="Arial"/>
                <a:cs typeface="Arial"/>
              </a:rPr>
              <a:t>Entra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aqu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operadore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d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transpa</a:t>
            </a:r>
            <a:r>
              <a:rPr dirty="0" sz="1700" spc="45">
                <a:latin typeface="Arial"/>
                <a:cs typeface="Arial"/>
              </a:rPr>
              <a:t>rênci</a:t>
            </a:r>
            <a:r>
              <a:rPr dirty="0" sz="1700" spc="10">
                <a:latin typeface="Arial"/>
                <a:cs typeface="Arial"/>
              </a:rPr>
              <a:t>a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86943" y="6355739"/>
            <a:ext cx="567690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0" i="1">
                <a:latin typeface="Arial"/>
                <a:cs typeface="Arial"/>
              </a:rPr>
              <a:t>31</a:t>
            </a:r>
            <a:r>
              <a:rPr dirty="0" sz="1700" spc="10" i="1">
                <a:latin typeface="Arial"/>
                <a:cs typeface="Arial"/>
              </a:rPr>
              <a:t> </a:t>
            </a:r>
            <a:r>
              <a:rPr dirty="0" sz="1700" spc="-114" i="1">
                <a:latin typeface="Arial"/>
                <a:cs typeface="Arial"/>
              </a:rPr>
              <a:t> </a:t>
            </a:r>
            <a:r>
              <a:rPr dirty="0" sz="1700" spc="-320">
                <a:latin typeface="Lucida Sans Unicode"/>
                <a:cs typeface="Lucida Sans Unicode"/>
              </a:rPr>
              <a:t>∗</a:t>
            </a:r>
            <a:r>
              <a:rPr dirty="0" sz="1700" spc="5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06232" y="6691896"/>
            <a:ext cx="5531485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5">
                <a:latin typeface="Arial"/>
                <a:cs typeface="Arial"/>
              </a:rPr>
              <a:t>/</a:t>
            </a:r>
            <a:r>
              <a:rPr dirty="0" sz="1700" spc="-295">
                <a:latin typeface="Arial"/>
                <a:cs typeface="Arial"/>
              </a:rPr>
              <a:t> </a:t>
            </a:r>
            <a:r>
              <a:rPr dirty="0" sz="1700" spc="-495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225">
                <a:latin typeface="Lucida Sans Unicode"/>
                <a:cs typeface="Lucida Sans Unicode"/>
              </a:rPr>
              <a:t> </a:t>
            </a:r>
            <a:r>
              <a:rPr dirty="0" sz="1700" spc="20">
                <a:latin typeface="Arial"/>
                <a:cs typeface="Arial"/>
              </a:rPr>
              <a:t>Entr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aqu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procediment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70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Imprim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tr</a:t>
            </a:r>
            <a:r>
              <a:rPr dirty="0" sz="1700" spc="50">
                <a:latin typeface="Arial"/>
                <a:cs typeface="Arial"/>
              </a:rPr>
              <a:t>an</a:t>
            </a:r>
            <a:r>
              <a:rPr dirty="0" sz="1700" spc="45">
                <a:latin typeface="Arial"/>
                <a:cs typeface="Arial"/>
              </a:rPr>
              <a:t>s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 spc="-25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185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40</a:t>
            </a:r>
            <a:r>
              <a:rPr dirty="0" sz="1700" spc="-280" i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-300">
                <a:latin typeface="Lucida Sans Unicode"/>
                <a:cs typeface="Lucida Sans Unicode"/>
              </a:rPr>
              <a:t>∗</a:t>
            </a:r>
            <a:r>
              <a:rPr dirty="0" sz="1700" spc="5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442834" cy="59277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-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26034">
              <a:lnSpc>
                <a:spcPct val="100000"/>
              </a:lnSpc>
              <a:spcBef>
                <a:spcPts val="1905"/>
              </a:spcBef>
            </a:pP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70" b="1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mai</a:t>
            </a:r>
            <a:r>
              <a:rPr dirty="0" sz="1700" spc="7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15">
                <a:latin typeface="Arial"/>
                <a:cs typeface="Arial"/>
              </a:rPr>
              <a:t>g</a:t>
            </a:r>
            <a:r>
              <a:rPr dirty="0" sz="1700" spc="10">
                <a:latin typeface="Arial"/>
                <a:cs typeface="Arial"/>
              </a:rPr>
              <a:t>c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-45" b="1">
                <a:latin typeface="Arial"/>
                <a:cs typeface="Arial"/>
              </a:rPr>
              <a:t>cha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spc="180" b="1">
                <a:latin typeface="Arial"/>
                <a:cs typeface="Arial"/>
              </a:rPr>
              <a:t> </a:t>
            </a:r>
            <a:r>
              <a:rPr dirty="0" sz="1700" spc="-375">
                <a:latin typeface="Lucida Sans Unicode"/>
                <a:cs typeface="Lucida Sans Unicode"/>
              </a:rPr>
              <a:t>∗</a:t>
            </a:r>
            <a:r>
              <a:rPr dirty="0" sz="1700" spc="15">
                <a:latin typeface="Arial"/>
                <a:cs typeface="Arial"/>
              </a:rPr>
              <a:t>arg</a:t>
            </a:r>
            <a:r>
              <a:rPr dirty="0" sz="1700" spc="10">
                <a:latin typeface="Arial"/>
                <a:cs typeface="Arial"/>
              </a:rPr>
              <a:t>v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17170" marR="3165475" indent="-178435">
              <a:lnSpc>
                <a:spcPts val="2650"/>
              </a:lnSpc>
              <a:spcBef>
                <a:spcPts val="185"/>
              </a:spcBef>
              <a:tabLst>
                <a:tab pos="518795" algn="l"/>
                <a:tab pos="2153920" algn="l"/>
                <a:tab pos="3550920" algn="l"/>
                <a:tab pos="376555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TipoPilh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 </a:t>
            </a:r>
            <a:r>
              <a:rPr dirty="0" sz="1700" spc="70">
                <a:latin typeface="Arial"/>
                <a:cs typeface="Arial"/>
              </a:rPr>
              <a:t>Pilh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FPVazi</a:t>
            </a:r>
            <a:r>
              <a:rPr dirty="0" sz="1700" spc="-80">
                <a:latin typeface="Arial"/>
                <a:cs typeface="Arial"/>
              </a:rPr>
              <a:t>a</a:t>
            </a:r>
            <a:r>
              <a:rPr dirty="0" sz="1700" spc="-10">
                <a:latin typeface="Arial"/>
                <a:cs typeface="Arial"/>
              </a:rPr>
              <a:t>(</a:t>
            </a:r>
            <a:r>
              <a:rPr dirty="0" sz="1700" spc="60">
                <a:latin typeface="Arial"/>
                <a:cs typeface="Arial"/>
              </a:rPr>
              <a:t>&amp;</a:t>
            </a:r>
            <a:r>
              <a:rPr dirty="0" sz="1700" spc="70">
                <a:latin typeface="Arial"/>
                <a:cs typeface="Arial"/>
              </a:rPr>
              <a:t>Pilh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6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getcha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40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 </a:t>
            </a:r>
            <a:r>
              <a:rPr dirty="0" sz="1700">
                <a:latin typeface="Arial"/>
                <a:cs typeface="Arial"/>
              </a:rPr>
              <a:t>’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’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6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’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’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whil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75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190">
                <a:latin typeface="Arial"/>
                <a:cs typeface="Arial"/>
              </a:rPr>
              <a:t>!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ARCAE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145">
                <a:latin typeface="Arial"/>
                <a:cs typeface="Arial"/>
              </a:rPr>
              <a:t>F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3365">
              <a:lnSpc>
                <a:spcPct val="100000"/>
              </a:lnSpc>
              <a:spcBef>
                <a:spcPts val="415"/>
              </a:spcBef>
              <a:tabLst>
                <a:tab pos="467995" algn="l"/>
                <a:tab pos="76962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40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CANCEL</a:t>
            </a:r>
            <a:r>
              <a:rPr dirty="0" sz="1700" spc="-45">
                <a:latin typeface="Arial"/>
                <a:cs typeface="Arial"/>
              </a:rPr>
              <a:t>A</a:t>
            </a:r>
            <a:r>
              <a:rPr dirty="0" sz="1700" spc="15">
                <a:latin typeface="Arial"/>
                <a:cs typeface="Arial"/>
              </a:rPr>
              <a:t>CAR</a:t>
            </a:r>
            <a:r>
              <a:rPr dirty="0" sz="1700" spc="-200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TE</a:t>
            </a:r>
            <a:r>
              <a:rPr dirty="0" sz="1700" spc="150">
                <a:latin typeface="Arial"/>
                <a:cs typeface="Arial"/>
              </a:rPr>
              <a:t>R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67995">
              <a:lnSpc>
                <a:spcPct val="100000"/>
              </a:lnSpc>
              <a:spcBef>
                <a:spcPts val="605"/>
              </a:spcBef>
              <a:tabLst>
                <a:tab pos="681990" algn="l"/>
                <a:tab pos="99377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!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Vazi</a:t>
            </a:r>
            <a:r>
              <a:rPr dirty="0" sz="1700" spc="12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75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Pilh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Desempilh</a:t>
            </a:r>
            <a:r>
              <a:rPr dirty="0" sz="1700" spc="-65">
                <a:latin typeface="Arial"/>
                <a:cs typeface="Arial"/>
              </a:rPr>
              <a:t>a</a:t>
            </a:r>
            <a:r>
              <a:rPr dirty="0" sz="1700" spc="-10">
                <a:latin typeface="Arial"/>
                <a:cs typeface="Arial"/>
              </a:rPr>
              <a:t>(</a:t>
            </a:r>
            <a:r>
              <a:rPr dirty="0" sz="1700" spc="50">
                <a:latin typeface="Arial"/>
                <a:cs typeface="Arial"/>
              </a:rPr>
              <a:t>&amp;</a:t>
            </a:r>
            <a:r>
              <a:rPr dirty="0" sz="1700" spc="60">
                <a:latin typeface="Arial"/>
                <a:cs typeface="Arial"/>
              </a:rPr>
              <a:t>Pilh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&amp;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41325">
              <a:lnSpc>
                <a:spcPct val="100000"/>
              </a:lnSpc>
              <a:spcBef>
                <a:spcPts val="605"/>
              </a:spcBef>
              <a:tabLst>
                <a:tab pos="1003300" algn="l"/>
                <a:tab pos="1305560" algn="l"/>
              </a:tabLst>
            </a:pPr>
            <a:r>
              <a:rPr dirty="0" sz="1700" spc="15" b="1">
                <a:latin typeface="Arial"/>
                <a:cs typeface="Arial"/>
              </a:rPr>
              <a:t>e</a:t>
            </a:r>
            <a:r>
              <a:rPr dirty="0" sz="1700" spc="5" b="1">
                <a:latin typeface="Arial"/>
                <a:cs typeface="Arial"/>
              </a:rPr>
              <a:t>l</a:t>
            </a:r>
            <a:r>
              <a:rPr dirty="0" sz="1700" spc="15" b="1">
                <a:latin typeface="Arial"/>
                <a:cs typeface="Arial"/>
              </a:rPr>
              <a:t>s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40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CANCELALINH</a:t>
            </a:r>
            <a:r>
              <a:rPr dirty="0" sz="1700" spc="22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FPVazi</a:t>
            </a:r>
            <a:r>
              <a:rPr dirty="0" sz="1700" spc="-80">
                <a:latin typeface="Arial"/>
                <a:cs typeface="Arial"/>
              </a:rPr>
              <a:t>a</a:t>
            </a:r>
            <a:r>
              <a:rPr dirty="0" sz="1700" spc="-10">
                <a:latin typeface="Arial"/>
                <a:cs typeface="Arial"/>
              </a:rPr>
              <a:t>(</a:t>
            </a:r>
            <a:r>
              <a:rPr dirty="0" sz="1700" spc="60">
                <a:latin typeface="Arial"/>
                <a:cs typeface="Arial"/>
              </a:rPr>
              <a:t>&amp;</a:t>
            </a:r>
            <a:r>
              <a:rPr dirty="0" sz="1700" spc="70">
                <a:latin typeface="Arial"/>
                <a:cs typeface="Arial"/>
              </a:rPr>
              <a:t>Pilh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977265">
              <a:lnSpc>
                <a:spcPct val="100000"/>
              </a:lnSpc>
              <a:spcBef>
                <a:spcPts val="605"/>
              </a:spcBef>
              <a:tabLst>
                <a:tab pos="1539240" algn="l"/>
                <a:tab pos="1840864" algn="l"/>
              </a:tabLst>
            </a:pPr>
            <a:r>
              <a:rPr dirty="0" sz="1700" spc="15" b="1">
                <a:latin typeface="Arial"/>
                <a:cs typeface="Arial"/>
              </a:rPr>
              <a:t>e</a:t>
            </a:r>
            <a:r>
              <a:rPr dirty="0" sz="1700" spc="5" b="1">
                <a:latin typeface="Arial"/>
                <a:cs typeface="Arial"/>
              </a:rPr>
              <a:t>l</a:t>
            </a:r>
            <a:r>
              <a:rPr dirty="0" sz="1700" spc="15" b="1">
                <a:latin typeface="Arial"/>
                <a:cs typeface="Arial"/>
              </a:rPr>
              <a:t>s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40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SA</a:t>
            </a:r>
            <a:r>
              <a:rPr dirty="0" sz="1700" spc="-180">
                <a:latin typeface="Arial"/>
                <a:cs typeface="Arial"/>
              </a:rPr>
              <a:t>L</a:t>
            </a:r>
            <a:r>
              <a:rPr dirty="0" sz="1700" spc="-200">
                <a:latin typeface="Arial"/>
                <a:cs typeface="Arial"/>
              </a:rPr>
              <a:t>T</a:t>
            </a:r>
            <a:r>
              <a:rPr dirty="0" sz="1700" spc="10">
                <a:latin typeface="Arial"/>
                <a:cs typeface="Arial"/>
              </a:rPr>
              <a:t>ALINHA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Imprim</a:t>
            </a:r>
            <a:r>
              <a:rPr dirty="0" sz="1700" spc="-45">
                <a:latin typeface="Arial"/>
                <a:cs typeface="Arial"/>
              </a:rPr>
              <a:t>e</a:t>
            </a:r>
            <a:r>
              <a:rPr dirty="0" sz="1700" spc="-10">
                <a:latin typeface="Arial"/>
                <a:cs typeface="Arial"/>
              </a:rPr>
              <a:t>(</a:t>
            </a:r>
            <a:r>
              <a:rPr dirty="0" sz="1700" spc="60">
                <a:latin typeface="Arial"/>
                <a:cs typeface="Arial"/>
              </a:rPr>
              <a:t>&amp;</a:t>
            </a:r>
            <a:r>
              <a:rPr dirty="0" sz="1700" spc="70">
                <a:latin typeface="Arial"/>
                <a:cs typeface="Arial"/>
              </a:rPr>
              <a:t>Pilh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57425" marR="5080" indent="-744855">
              <a:lnSpc>
                <a:spcPts val="2650"/>
              </a:lnSpc>
              <a:spcBef>
                <a:spcPts val="185"/>
              </a:spcBef>
              <a:tabLst>
                <a:tab pos="2289175" algn="l"/>
                <a:tab pos="2590800" algn="l"/>
              </a:tabLst>
            </a:pPr>
            <a:r>
              <a:rPr dirty="0" sz="1700" spc="15" b="1">
                <a:latin typeface="Arial"/>
                <a:cs typeface="Arial"/>
              </a:rPr>
              <a:t>e</a:t>
            </a:r>
            <a:r>
              <a:rPr dirty="0" sz="1700" spc="5" b="1">
                <a:latin typeface="Arial"/>
                <a:cs typeface="Arial"/>
              </a:rPr>
              <a:t>l</a:t>
            </a:r>
            <a:r>
              <a:rPr dirty="0" sz="1700" spc="15" b="1">
                <a:latin typeface="Arial"/>
                <a:cs typeface="Arial"/>
              </a:rPr>
              <a:t>s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3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>
                <a:latin typeface="Arial"/>
                <a:cs typeface="Arial"/>
              </a:rPr>
              <a:t>		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45">
                <a:latin typeface="Arial"/>
                <a:cs typeface="Arial"/>
              </a:rPr>
              <a:t>(</a:t>
            </a:r>
            <a:r>
              <a:rPr dirty="0" sz="1700" spc="-165">
                <a:latin typeface="Arial"/>
                <a:cs typeface="Arial"/>
              </a:rPr>
              <a:t>Tamanh</a:t>
            </a:r>
            <a:r>
              <a:rPr dirty="0" sz="1700" spc="-3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75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Pilh</a:t>
            </a:r>
            <a:r>
              <a:rPr dirty="0" sz="1700" spc="18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AX</a:t>
            </a:r>
            <a:r>
              <a:rPr dirty="0" sz="1700" spc="-200">
                <a:latin typeface="Arial"/>
                <a:cs typeface="Arial"/>
              </a:rPr>
              <a:t>T</a:t>
            </a:r>
            <a:r>
              <a:rPr dirty="0" sz="1700" spc="15">
                <a:latin typeface="Arial"/>
                <a:cs typeface="Arial"/>
              </a:rPr>
              <a:t>AM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Imprim</a:t>
            </a:r>
            <a:r>
              <a:rPr dirty="0" sz="1700" spc="-45">
                <a:latin typeface="Arial"/>
                <a:cs typeface="Arial"/>
              </a:rPr>
              <a:t>e</a:t>
            </a:r>
            <a:r>
              <a:rPr dirty="0" sz="1700" spc="-10">
                <a:latin typeface="Arial"/>
                <a:cs typeface="Arial"/>
              </a:rPr>
              <a:t>(</a:t>
            </a:r>
            <a:r>
              <a:rPr dirty="0" sz="1700" spc="60">
                <a:latin typeface="Arial"/>
                <a:cs typeface="Arial"/>
              </a:rPr>
              <a:t>&amp;</a:t>
            </a:r>
            <a:r>
              <a:rPr dirty="0" sz="1700" spc="70">
                <a:latin typeface="Arial"/>
                <a:cs typeface="Arial"/>
              </a:rPr>
              <a:t>Pilh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Empilh</a:t>
            </a:r>
            <a:r>
              <a:rPr dirty="0" sz="1700" spc="100">
                <a:latin typeface="Arial"/>
                <a:cs typeface="Arial"/>
              </a:rPr>
              <a:t>a</a:t>
            </a:r>
            <a:r>
              <a:rPr dirty="0" sz="1700" spc="130">
                <a:latin typeface="Arial"/>
                <a:cs typeface="Arial"/>
              </a:rPr>
              <a:t>(</a:t>
            </a:r>
            <a:r>
              <a:rPr dirty="0" sz="1700" spc="100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&amp;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Pilh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065020">
              <a:lnSpc>
                <a:spcPct val="100000"/>
              </a:lnSpc>
              <a:spcBef>
                <a:spcPts val="41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40055">
              <a:lnSpc>
                <a:spcPct val="100000"/>
              </a:lnSpc>
              <a:spcBef>
                <a:spcPts val="605"/>
              </a:spcBef>
              <a:tabLst>
                <a:tab pos="2717800" algn="l"/>
                <a:tab pos="3019425" algn="l"/>
                <a:tab pos="6051550" algn="l"/>
                <a:tab pos="6265545" algn="l"/>
              </a:tabLst>
            </a:pP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6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getcha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20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75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40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 </a:t>
            </a:r>
            <a:r>
              <a:rPr dirty="0" sz="1700">
                <a:latin typeface="Arial"/>
                <a:cs typeface="Arial"/>
              </a:rPr>
              <a:t>’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’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6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’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’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53365">
              <a:lnSpc>
                <a:spcPct val="100000"/>
              </a:lnSpc>
              <a:spcBef>
                <a:spcPts val="605"/>
              </a:spcBef>
              <a:tabLst>
                <a:tab pos="565150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!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Vazi</a:t>
            </a:r>
            <a:r>
              <a:rPr dirty="0" sz="1700" spc="12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75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Pilh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Imprim</a:t>
            </a:r>
            <a:r>
              <a:rPr dirty="0" sz="1700" spc="-45">
                <a:latin typeface="Arial"/>
                <a:cs typeface="Arial"/>
              </a:rPr>
              <a:t>e</a:t>
            </a:r>
            <a:r>
              <a:rPr dirty="0" sz="1700" spc="-10">
                <a:latin typeface="Arial"/>
                <a:cs typeface="Arial"/>
              </a:rPr>
              <a:t>(</a:t>
            </a:r>
            <a:r>
              <a:rPr dirty="0" sz="1700" spc="60">
                <a:latin typeface="Arial"/>
                <a:cs typeface="Arial"/>
              </a:rPr>
              <a:t>&amp;</a:t>
            </a:r>
            <a:r>
              <a:rPr dirty="0" sz="1700" spc="70">
                <a:latin typeface="Arial"/>
                <a:cs typeface="Arial"/>
              </a:rPr>
              <a:t>Pilh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50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6706234" cy="48450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-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Imp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im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75" b="1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Imprim</a:t>
            </a:r>
            <a:r>
              <a:rPr dirty="0" sz="1700" spc="10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TipoPilh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-315">
                <a:latin typeface="Lucida Sans Unicode"/>
                <a:cs typeface="Lucida Sans Unicode"/>
              </a:rPr>
              <a:t>∗</a:t>
            </a:r>
            <a:r>
              <a:rPr dirty="0" sz="1700" spc="70">
                <a:latin typeface="Arial"/>
                <a:cs typeface="Arial"/>
              </a:rPr>
              <a:t>Pilh</a:t>
            </a:r>
            <a:r>
              <a:rPr dirty="0" sz="1700" spc="21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20979" marR="4133215" indent="-178435">
              <a:lnSpc>
                <a:spcPts val="2720"/>
              </a:lnSpc>
              <a:spcBef>
                <a:spcPts val="200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TipoPilh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Pilhau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FPVazi</a:t>
            </a:r>
            <a:r>
              <a:rPr dirty="0" sz="1700" spc="-80">
                <a:latin typeface="Arial"/>
                <a:cs typeface="Arial"/>
              </a:rPr>
              <a:t>a</a:t>
            </a:r>
            <a:r>
              <a:rPr dirty="0" sz="1700" spc="-10">
                <a:latin typeface="Arial"/>
                <a:cs typeface="Arial"/>
              </a:rPr>
              <a:t>(</a:t>
            </a:r>
            <a:r>
              <a:rPr dirty="0" sz="1700" spc="25">
                <a:latin typeface="Arial"/>
                <a:cs typeface="Arial"/>
              </a:rPr>
              <a:t>&amp;</a:t>
            </a:r>
            <a:r>
              <a:rPr dirty="0" sz="1700" spc="40">
                <a:latin typeface="Arial"/>
                <a:cs typeface="Arial"/>
              </a:rPr>
              <a:t>Pilhau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whil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!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Vazi</a:t>
            </a:r>
            <a:r>
              <a:rPr dirty="0" sz="1700" spc="75">
                <a:latin typeface="Arial"/>
                <a:cs typeface="Arial"/>
              </a:rPr>
              <a:t>a</a:t>
            </a:r>
            <a:r>
              <a:rPr dirty="0" sz="1700" spc="85">
                <a:latin typeface="Arial"/>
                <a:cs typeface="Arial"/>
              </a:rPr>
              <a:t>(</a:t>
            </a:r>
            <a:r>
              <a:rPr dirty="0" sz="1700" spc="-350">
                <a:latin typeface="Lucida Sans Unicode"/>
                <a:cs typeface="Lucida Sans Unicode"/>
              </a:rPr>
              <a:t>∗</a:t>
            </a:r>
            <a:r>
              <a:rPr dirty="0" sz="1700" spc="70">
                <a:latin typeface="Arial"/>
                <a:cs typeface="Arial"/>
              </a:rPr>
              <a:t>Pilh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470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Desempilh</a:t>
            </a:r>
            <a:r>
              <a:rPr dirty="0" sz="1700" spc="8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85">
                <a:latin typeface="Arial"/>
                <a:cs typeface="Arial"/>
              </a:rPr>
              <a:t> </a:t>
            </a:r>
            <a:r>
              <a:rPr dirty="0" sz="1700" spc="60">
                <a:latin typeface="Arial"/>
                <a:cs typeface="Arial"/>
              </a:rPr>
              <a:t>Pilh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&amp;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Empilh</a:t>
            </a:r>
            <a:r>
              <a:rPr dirty="0" sz="1700" spc="100">
                <a:latin typeface="Arial"/>
                <a:cs typeface="Arial"/>
              </a:rPr>
              <a:t>a</a:t>
            </a:r>
            <a:r>
              <a:rPr dirty="0" sz="1700" spc="130">
                <a:latin typeface="Arial"/>
                <a:cs typeface="Arial"/>
              </a:rPr>
              <a:t>(</a:t>
            </a:r>
            <a:r>
              <a:rPr dirty="0" sz="1700" spc="100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&amp;</a:t>
            </a:r>
            <a:r>
              <a:rPr dirty="0" sz="1700" spc="40">
                <a:latin typeface="Arial"/>
                <a:cs typeface="Arial"/>
              </a:rPr>
              <a:t>Pilhau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2280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675"/>
              </a:spcBef>
            </a:pPr>
            <a:r>
              <a:rPr dirty="0" sz="1700" spc="-5" b="1">
                <a:latin typeface="Arial"/>
                <a:cs typeface="Arial"/>
              </a:rPr>
              <a:t>whil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!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Vazi</a:t>
            </a:r>
            <a:r>
              <a:rPr dirty="0" sz="1700" spc="12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1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Pilhau</a:t>
            </a:r>
            <a:r>
              <a:rPr dirty="0" sz="1700" spc="220">
                <a:latin typeface="Arial"/>
                <a:cs typeface="Arial"/>
              </a:rPr>
              <a:t>x</a:t>
            </a:r>
            <a:r>
              <a:rPr dirty="0" sz="1700" spc="18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Desempilh</a:t>
            </a:r>
            <a:r>
              <a:rPr dirty="0" sz="1700" spc="-65">
                <a:latin typeface="Arial"/>
                <a:cs typeface="Arial"/>
              </a:rPr>
              <a:t>a</a:t>
            </a:r>
            <a:r>
              <a:rPr dirty="0" sz="1700" spc="-10">
                <a:latin typeface="Arial"/>
                <a:cs typeface="Arial"/>
              </a:rPr>
              <a:t>(</a:t>
            </a:r>
            <a:r>
              <a:rPr dirty="0" sz="1700" spc="25">
                <a:latin typeface="Arial"/>
                <a:cs typeface="Arial"/>
              </a:rPr>
              <a:t>&amp;</a:t>
            </a:r>
            <a:r>
              <a:rPr dirty="0" sz="1700" spc="35">
                <a:latin typeface="Arial"/>
                <a:cs typeface="Arial"/>
              </a:rPr>
              <a:t>Pilhau</a:t>
            </a:r>
            <a:r>
              <a:rPr dirty="0" sz="1700" spc="170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&amp;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putcha</a:t>
            </a:r>
            <a:r>
              <a:rPr dirty="0" sz="1700" spc="155">
                <a:latin typeface="Arial"/>
                <a:cs typeface="Arial"/>
              </a:rPr>
              <a:t>r</a:t>
            </a:r>
            <a:r>
              <a:rPr dirty="0" sz="1700" spc="130">
                <a:latin typeface="Arial"/>
                <a:cs typeface="Arial"/>
              </a:rPr>
              <a:t>(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9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2280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33679">
              <a:lnSpc>
                <a:spcPct val="100000"/>
              </a:lnSpc>
              <a:spcBef>
                <a:spcPts val="675"/>
              </a:spcBef>
            </a:pPr>
            <a:r>
              <a:rPr dirty="0" sz="1700" spc="25">
                <a:latin typeface="Arial"/>
                <a:cs typeface="Arial"/>
              </a:rPr>
              <a:t>putcha</a:t>
            </a:r>
            <a:r>
              <a:rPr dirty="0" sz="1700" spc="155">
                <a:latin typeface="Arial"/>
                <a:cs typeface="Arial"/>
              </a:rPr>
              <a:t>r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’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’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4278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670290" cy="60261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endParaRPr sz="2450">
              <a:latin typeface="Arial"/>
              <a:cs typeface="Arial"/>
            </a:endParaRPr>
          </a:p>
          <a:p>
            <a:pPr algn="just" marL="484505" marR="26543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9941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cio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vi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b="1">
                <a:latin typeface="Arial"/>
                <a:cs typeface="Arial"/>
              </a:rPr>
              <a:t>f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spc="-40" b="1">
                <a:latin typeface="Arial"/>
                <a:cs typeface="Arial"/>
              </a:rPr>
              <a:t>f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“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”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“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”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Exis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“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”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7592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“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”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Sis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4278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51215" cy="3653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-21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AD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Fil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dirty="0" sz="205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F</a:t>
            </a:r>
            <a:r>
              <a:rPr dirty="0" sz="2050" spc="-13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-10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fil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5">
                <a:latin typeface="Arial"/>
                <a:cs typeface="Arial"/>
              </a:rPr>
              <a:t>x,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5080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fil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cio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281940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dirty="0" sz="2050" spc="-13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35" i="1">
                <a:latin typeface="Arial"/>
                <a:cs typeface="Arial"/>
              </a:rPr>
              <a:t>r</a:t>
            </a:r>
            <a:r>
              <a:rPr dirty="0" sz="2050" i="1">
                <a:latin typeface="Arial"/>
                <a:cs typeface="Arial"/>
              </a:rPr>
              <a:t>u</a:t>
            </a:r>
            <a:r>
              <a:rPr dirty="0" sz="2050" spc="5" i="1">
                <a:latin typeface="Arial"/>
                <a:cs typeface="Arial"/>
              </a:rPr>
              <a:t>e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;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 i="1">
                <a:latin typeface="Arial"/>
                <a:cs typeface="Arial"/>
              </a:rPr>
              <a:t>f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ls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654415" cy="45726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Fil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fil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fil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609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fila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1272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limi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rr</a:t>
            </a:r>
            <a:r>
              <a:rPr dirty="0" sz="2050" spc="-4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y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77894" y="6789454"/>
            <a:ext cx="394335" cy="2565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600" spc="20">
                <a:latin typeface="Times New Roman"/>
                <a:cs typeface="Times New Roman"/>
              </a:rPr>
              <a:t>T</a:t>
            </a:r>
            <a:r>
              <a:rPr dirty="0" sz="1600" spc="-65">
                <a:latin typeface="Times New Roman"/>
                <a:cs typeface="Times New Roman"/>
              </a:rPr>
              <a:t>r</a:t>
            </a:r>
            <a:r>
              <a:rPr dirty="0" sz="1600" spc="-465">
                <a:latin typeface="Times New Roman"/>
                <a:cs typeface="Times New Roman"/>
              </a:rPr>
              <a:t>´</a:t>
            </a:r>
            <a:r>
              <a:rPr dirty="0" sz="1600" spc="10">
                <a:latin typeface="Times New Roman"/>
                <a:cs typeface="Times New Roman"/>
              </a:rPr>
              <a:t>as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42914" y="5743356"/>
            <a:ext cx="1254485" cy="12544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941707" y="6042990"/>
            <a:ext cx="129539" cy="6299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600" spc="15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dirty="0" sz="1600" spc="15"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55094" y="6789455"/>
            <a:ext cx="129539" cy="2565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600" spc="15"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08626" y="6976075"/>
            <a:ext cx="564515" cy="2565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447675" algn="l"/>
              </a:tabLst>
            </a:pPr>
            <a:r>
              <a:rPr dirty="0" sz="1600" spc="15">
                <a:latin typeface="Times New Roman"/>
                <a:cs typeface="Times New Roman"/>
              </a:rPr>
              <a:t>7</a:t>
            </a:r>
            <a:r>
              <a:rPr dirty="0" sz="1600" spc="15">
                <a:latin typeface="Times New Roman"/>
                <a:cs typeface="Times New Roman"/>
              </a:rPr>
              <a:t>	</a:t>
            </a:r>
            <a:r>
              <a:rPr dirty="0" sz="1600" spc="15">
                <a:latin typeface="Times New Roman"/>
                <a:cs typeface="Times New Roman"/>
              </a:rPr>
              <a:t>6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97590" y="6789455"/>
            <a:ext cx="129539" cy="2565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600" spc="15">
                <a:latin typeface="Times New Roman"/>
                <a:cs typeface="Times New Roman"/>
              </a:rPr>
              <a:t>8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968238" y="5810745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 h="0">
                <a:moveTo>
                  <a:pt x="483831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968238" y="5769267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41478"/>
                </a:moveTo>
                <a:lnTo>
                  <a:pt x="103682" y="82943"/>
                </a:lnTo>
                <a:lnTo>
                  <a:pt x="82943" y="41478"/>
                </a:lnTo>
                <a:lnTo>
                  <a:pt x="82943" y="8296"/>
                </a:lnTo>
                <a:lnTo>
                  <a:pt x="0" y="41478"/>
                </a:lnTo>
                <a:close/>
              </a:path>
              <a:path w="104139" h="83185">
                <a:moveTo>
                  <a:pt x="82943" y="8296"/>
                </a:moveTo>
                <a:lnTo>
                  <a:pt x="82943" y="41478"/>
                </a:lnTo>
                <a:lnTo>
                  <a:pt x="103682" y="0"/>
                </a:lnTo>
                <a:lnTo>
                  <a:pt x="82943" y="82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968238" y="5769267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103682" y="0"/>
                </a:moveTo>
                <a:lnTo>
                  <a:pt x="0" y="41478"/>
                </a:lnTo>
                <a:lnTo>
                  <a:pt x="103682" y="82943"/>
                </a:lnTo>
                <a:lnTo>
                  <a:pt x="82943" y="41478"/>
                </a:lnTo>
                <a:lnTo>
                  <a:pt x="103682" y="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088244" y="6930449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 h="0">
                <a:moveTo>
                  <a:pt x="483819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468393" y="6888981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4">
                <a:moveTo>
                  <a:pt x="0" y="82941"/>
                </a:moveTo>
                <a:lnTo>
                  <a:pt x="103670" y="41468"/>
                </a:lnTo>
                <a:lnTo>
                  <a:pt x="20726" y="8290"/>
                </a:lnTo>
                <a:lnTo>
                  <a:pt x="20726" y="41468"/>
                </a:lnTo>
                <a:lnTo>
                  <a:pt x="0" y="82941"/>
                </a:lnTo>
                <a:close/>
              </a:path>
              <a:path w="104139" h="83184">
                <a:moveTo>
                  <a:pt x="0" y="0"/>
                </a:moveTo>
                <a:lnTo>
                  <a:pt x="20726" y="41468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468393" y="6888981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4">
                <a:moveTo>
                  <a:pt x="0" y="82941"/>
                </a:moveTo>
                <a:lnTo>
                  <a:pt x="103670" y="41468"/>
                </a:lnTo>
                <a:lnTo>
                  <a:pt x="0" y="0"/>
                </a:lnTo>
                <a:lnTo>
                  <a:pt x="20726" y="41468"/>
                </a:lnTo>
                <a:lnTo>
                  <a:pt x="0" y="8294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946421" y="5483136"/>
            <a:ext cx="626745" cy="2565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509905" algn="l"/>
              </a:tabLst>
            </a:pPr>
            <a:r>
              <a:rPr dirty="0" sz="1600" spc="15">
                <a:latin typeface="Times New Roman"/>
                <a:cs typeface="Times New Roman"/>
              </a:rPr>
              <a:t>n</a:t>
            </a:r>
            <a:r>
              <a:rPr dirty="0" sz="1600" spc="15">
                <a:latin typeface="Times New Roman"/>
                <a:cs typeface="Times New Roman"/>
              </a:rPr>
              <a:t>	</a:t>
            </a:r>
            <a:r>
              <a:rPr dirty="0" sz="1600" spc="15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755094" y="5669750"/>
            <a:ext cx="1363980" cy="2565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821055" algn="l"/>
              </a:tabLst>
            </a:pPr>
            <a:r>
              <a:rPr dirty="0" sz="1600" spc="15">
                <a:latin typeface="Times New Roman"/>
                <a:cs typeface="Times New Roman"/>
              </a:rPr>
              <a:t>2</a:t>
            </a:r>
            <a:r>
              <a:rPr dirty="0" sz="1600" spc="15">
                <a:latin typeface="Times New Roman"/>
                <a:cs typeface="Times New Roman"/>
              </a:rPr>
              <a:t>	</a:t>
            </a:r>
            <a:r>
              <a:rPr dirty="0" sz="1600" spc="10">
                <a:latin typeface="Times New Roman"/>
                <a:cs typeface="Times New Roman"/>
              </a:rPr>
              <a:t>Frente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3776" y="6209293"/>
            <a:ext cx="233045" cy="18097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 sz="1600">
                <a:latin typeface="Times New Roman"/>
                <a:cs typeface="Times New Roman"/>
              </a:rPr>
              <a:t>...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6831330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Fil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577894" y="2776613"/>
            <a:ext cx="394335" cy="2565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600" spc="20">
                <a:latin typeface="Times New Roman"/>
                <a:cs typeface="Times New Roman"/>
              </a:rPr>
              <a:t>T</a:t>
            </a:r>
            <a:r>
              <a:rPr dirty="0" sz="1600" spc="-65">
                <a:latin typeface="Times New Roman"/>
                <a:cs typeface="Times New Roman"/>
              </a:rPr>
              <a:t>r</a:t>
            </a:r>
            <a:r>
              <a:rPr dirty="0" sz="1600" spc="-465">
                <a:latin typeface="Times New Roman"/>
                <a:cs typeface="Times New Roman"/>
              </a:rPr>
              <a:t>´</a:t>
            </a:r>
            <a:r>
              <a:rPr dirty="0" sz="1600" spc="10">
                <a:latin typeface="Times New Roman"/>
                <a:cs typeface="Times New Roman"/>
              </a:rPr>
              <a:t>as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42914" y="1730512"/>
            <a:ext cx="1254485" cy="12544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563766" y="1656918"/>
            <a:ext cx="555625" cy="2565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600" spc="10">
                <a:latin typeface="Times New Roman"/>
                <a:cs typeface="Times New Roman"/>
              </a:rPr>
              <a:t>Frente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41707" y="2030145"/>
            <a:ext cx="129539" cy="6299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600" spc="15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dirty="0" sz="1600" spc="15"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55094" y="2776613"/>
            <a:ext cx="129539" cy="2565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600" spc="15"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08626" y="2963240"/>
            <a:ext cx="564515" cy="2565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447675" algn="l"/>
              </a:tabLst>
            </a:pPr>
            <a:r>
              <a:rPr dirty="0" sz="1600" spc="15">
                <a:latin typeface="Times New Roman"/>
                <a:cs typeface="Times New Roman"/>
              </a:rPr>
              <a:t>7</a:t>
            </a:r>
            <a:r>
              <a:rPr dirty="0" sz="1600" spc="15">
                <a:latin typeface="Times New Roman"/>
                <a:cs typeface="Times New Roman"/>
              </a:rPr>
              <a:t>	</a:t>
            </a:r>
            <a:r>
              <a:rPr dirty="0" sz="1600" spc="15">
                <a:latin typeface="Times New Roman"/>
                <a:cs typeface="Times New Roman"/>
              </a:rPr>
              <a:t>6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97590" y="2776613"/>
            <a:ext cx="129539" cy="2565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600" spc="15">
                <a:latin typeface="Times New Roman"/>
                <a:cs typeface="Times New Roman"/>
              </a:rPr>
              <a:t>8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968238" y="1797900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 h="0">
                <a:moveTo>
                  <a:pt x="483831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968238" y="1756435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41465"/>
                </a:moveTo>
                <a:lnTo>
                  <a:pt x="103682" y="82931"/>
                </a:lnTo>
                <a:lnTo>
                  <a:pt x="82943" y="41465"/>
                </a:lnTo>
                <a:lnTo>
                  <a:pt x="82943" y="8294"/>
                </a:lnTo>
                <a:lnTo>
                  <a:pt x="0" y="41465"/>
                </a:lnTo>
                <a:close/>
              </a:path>
              <a:path w="104139" h="83185">
                <a:moveTo>
                  <a:pt x="82943" y="8294"/>
                </a:moveTo>
                <a:lnTo>
                  <a:pt x="82943" y="41465"/>
                </a:lnTo>
                <a:lnTo>
                  <a:pt x="103682" y="0"/>
                </a:lnTo>
                <a:lnTo>
                  <a:pt x="82943" y="82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968238" y="1756435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103682" y="0"/>
                </a:moveTo>
                <a:lnTo>
                  <a:pt x="0" y="41465"/>
                </a:lnTo>
                <a:lnTo>
                  <a:pt x="103682" y="82931"/>
                </a:lnTo>
                <a:lnTo>
                  <a:pt x="82943" y="41465"/>
                </a:lnTo>
                <a:lnTo>
                  <a:pt x="103682" y="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088244" y="2917609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 h="0">
                <a:moveTo>
                  <a:pt x="483819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468393" y="2876143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70" y="41465"/>
                </a:lnTo>
                <a:lnTo>
                  <a:pt x="20726" y="8290"/>
                </a:lnTo>
                <a:lnTo>
                  <a:pt x="20726" y="41465"/>
                </a:lnTo>
                <a:lnTo>
                  <a:pt x="0" y="82931"/>
                </a:lnTo>
                <a:close/>
              </a:path>
              <a:path w="104139" h="83185">
                <a:moveTo>
                  <a:pt x="0" y="0"/>
                </a:moveTo>
                <a:lnTo>
                  <a:pt x="20726" y="41465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468393" y="2876143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70" y="41465"/>
                </a:lnTo>
                <a:lnTo>
                  <a:pt x="0" y="0"/>
                </a:lnTo>
                <a:lnTo>
                  <a:pt x="20726" y="41465"/>
                </a:lnTo>
                <a:lnTo>
                  <a:pt x="0" y="8293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946421" y="1470291"/>
            <a:ext cx="626745" cy="2565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509905" algn="l"/>
              </a:tabLst>
            </a:pPr>
            <a:r>
              <a:rPr dirty="0" sz="1600" spc="15">
                <a:latin typeface="Times New Roman"/>
                <a:cs typeface="Times New Roman"/>
              </a:rPr>
              <a:t>n</a:t>
            </a:r>
            <a:r>
              <a:rPr dirty="0" sz="1600" spc="15">
                <a:latin typeface="Times New Roman"/>
                <a:cs typeface="Times New Roman"/>
              </a:rPr>
              <a:t>	</a:t>
            </a:r>
            <a:r>
              <a:rPr dirty="0" sz="1600" spc="15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55094" y="1656918"/>
            <a:ext cx="129539" cy="2565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600" spc="15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3776" y="2196449"/>
            <a:ext cx="233045" cy="18097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 sz="1600">
                <a:latin typeface="Times New Roman"/>
                <a:cs typeface="Times New Roman"/>
              </a:rPr>
              <a:t>...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21295" y="3397615"/>
            <a:ext cx="8354059" cy="2611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marR="38481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fila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limi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9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fil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24765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fil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9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4112" y="851928"/>
            <a:ext cx="8391525" cy="5773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9685">
              <a:lnSpc>
                <a:spcPct val="100000"/>
              </a:lnSpc>
            </a:pP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njo</a:t>
            </a:r>
            <a:endParaRPr sz="2450">
              <a:latin typeface="Arial"/>
              <a:cs typeface="Arial"/>
            </a:endParaRPr>
          </a:p>
          <a:p>
            <a:pPr marL="49212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rr</a:t>
            </a:r>
            <a:r>
              <a:rPr dirty="0" sz="2050" spc="-4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y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49212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Pil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"/>
              </a:spcBef>
            </a:pPr>
            <a:endParaRPr sz="1550">
              <a:latin typeface="Times New Roman"/>
              <a:cs typeface="Times New Roman"/>
            </a:endParaRPr>
          </a:p>
          <a:p>
            <a:pPr marL="15875" marR="5601335" indent="-3810">
              <a:lnSpc>
                <a:spcPct val="129700"/>
              </a:lnSpc>
              <a:tabLst>
                <a:tab pos="1988185" algn="l"/>
              </a:tabLst>
            </a:pPr>
            <a:r>
              <a:rPr dirty="0" sz="1700" spc="-50" b="1">
                <a:latin typeface="Arial"/>
                <a:cs typeface="Arial"/>
              </a:rPr>
              <a:t>#</a:t>
            </a:r>
            <a:r>
              <a:rPr dirty="0" sz="1700" spc="5" b="1">
                <a:latin typeface="Arial"/>
                <a:cs typeface="Arial"/>
              </a:rPr>
              <a:t>defin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05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AX</a:t>
            </a:r>
            <a:r>
              <a:rPr dirty="0" sz="1700" spc="-200">
                <a:latin typeface="Arial"/>
                <a:cs typeface="Arial"/>
              </a:rPr>
              <a:t>T</a:t>
            </a:r>
            <a:r>
              <a:rPr dirty="0" sz="1700" spc="15">
                <a:latin typeface="Arial"/>
                <a:cs typeface="Arial"/>
              </a:rPr>
              <a:t>AM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85">
                <a:latin typeface="Arial"/>
                <a:cs typeface="Arial"/>
              </a:rPr>
              <a:t>100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5" b="1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160">
                <a:latin typeface="Arial"/>
                <a:cs typeface="Arial"/>
              </a:rPr>
              <a:t>r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5" b="1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70" b="1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1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4790">
              <a:lnSpc>
                <a:spcPct val="100000"/>
              </a:lnSpc>
              <a:spcBef>
                <a:spcPts val="605"/>
              </a:spcBef>
            </a:pP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6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  <a:spcBef>
                <a:spcPts val="605"/>
              </a:spcBef>
            </a:pP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495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80">
                <a:latin typeface="Lucida Sans Unicode"/>
                <a:cs typeface="Lucida Sans Unicode"/>
              </a:rPr>
              <a:t> </a:t>
            </a:r>
            <a:r>
              <a:rPr dirty="0" sz="1700" spc="50" i="1">
                <a:latin typeface="Arial"/>
                <a:cs typeface="Arial"/>
              </a:rPr>
              <a:t>ou</a:t>
            </a:r>
            <a:r>
              <a:rPr dirty="0" sz="1700" spc="40" i="1">
                <a:latin typeface="Arial"/>
                <a:cs typeface="Arial"/>
              </a:rPr>
              <a:t>tr</a:t>
            </a:r>
            <a:r>
              <a:rPr dirty="0" sz="1700" spc="50" i="1">
                <a:latin typeface="Arial"/>
                <a:cs typeface="Arial"/>
              </a:rPr>
              <a:t>o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55" i="1">
                <a:latin typeface="Arial"/>
                <a:cs typeface="Arial"/>
              </a:rPr>
              <a:t> </a:t>
            </a:r>
            <a:r>
              <a:rPr dirty="0" sz="1700" spc="-80" i="1">
                <a:latin typeface="Arial"/>
                <a:cs typeface="Arial"/>
              </a:rPr>
              <a:t>componente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75" i="1">
                <a:latin typeface="Arial"/>
                <a:cs typeface="Arial"/>
              </a:rPr>
              <a:t> </a:t>
            </a:r>
            <a:r>
              <a:rPr dirty="0" sz="1700" spc="-380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20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605"/>
              </a:spcBef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31140" marR="5279390" indent="3175">
              <a:lnSpc>
                <a:spcPct val="129700"/>
              </a:lnSpc>
            </a:pP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20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AX</a:t>
            </a:r>
            <a:r>
              <a:rPr dirty="0" sz="1700" spc="-200">
                <a:latin typeface="Arial"/>
                <a:cs typeface="Arial"/>
              </a:rPr>
              <a:t>T</a:t>
            </a:r>
            <a:r>
              <a:rPr dirty="0" sz="1700" spc="15">
                <a:latin typeface="Arial"/>
                <a:cs typeface="Arial"/>
              </a:rPr>
              <a:t>AM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Frent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Tra</a:t>
            </a:r>
            <a:r>
              <a:rPr dirty="0" sz="1700" spc="17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TipoFil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223884" cy="5526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Fil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16891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9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sma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ix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rr</a:t>
            </a:r>
            <a:r>
              <a:rPr dirty="0" sz="2050" spc="-4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y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9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2"/>
              </a:spcBef>
            </a:pPr>
            <a:endParaRPr sz="1950">
              <a:latin typeface="Times New Roman"/>
              <a:cs typeface="Times New Roman"/>
            </a:endParaRPr>
          </a:p>
          <a:p>
            <a:pPr marL="480695">
              <a:lnSpc>
                <a:spcPct val="100000"/>
              </a:lnSpc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00" b="1">
                <a:latin typeface="Arial"/>
                <a:cs typeface="Arial"/>
              </a:rPr>
              <a:t> </a:t>
            </a:r>
            <a:r>
              <a:rPr dirty="0" sz="1700" spc="-55">
                <a:latin typeface="Arial"/>
                <a:cs typeface="Arial"/>
              </a:rPr>
              <a:t>FFVazi</a:t>
            </a:r>
            <a:r>
              <a:rPr dirty="0" sz="1700" spc="7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TipoFil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-495">
                <a:latin typeface="Lucida Sans Unicode"/>
                <a:cs typeface="Lucida Sans Unicode"/>
              </a:rPr>
              <a:t>∗</a:t>
            </a:r>
            <a:r>
              <a:rPr dirty="0" sz="1700" spc="-305">
                <a:latin typeface="Lucida Sans Unicode"/>
                <a:cs typeface="Lucida Sans Unicode"/>
              </a:rPr>
              <a:t> </a:t>
            </a:r>
            <a:r>
              <a:rPr dirty="0" sz="1700" spc="125">
                <a:latin typeface="Arial"/>
                <a:cs typeface="Arial"/>
              </a:rPr>
              <a:t>Fil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711835" marR="4754245" indent="-200660">
              <a:lnSpc>
                <a:spcPct val="133100"/>
              </a:lnSpc>
              <a:tabLst>
                <a:tab pos="71183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05">
                <a:latin typeface="Arial"/>
                <a:cs typeface="Arial"/>
              </a:rPr>
              <a:t>Fil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45">
                <a:latin typeface="Arial"/>
                <a:cs typeface="Arial"/>
              </a:rPr>
              <a:t>&gt;</a:t>
            </a:r>
            <a:r>
              <a:rPr dirty="0" sz="1700" spc="20">
                <a:latin typeface="Arial"/>
                <a:cs typeface="Arial"/>
              </a:rPr>
              <a:t>Frent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5">
                <a:latin typeface="Arial"/>
                <a:cs typeface="Arial"/>
              </a:rPr>
              <a:t>Fil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70">
                <a:latin typeface="Arial"/>
                <a:cs typeface="Arial"/>
              </a:rPr>
              <a:t>&gt;</a:t>
            </a:r>
            <a:r>
              <a:rPr dirty="0" sz="1700" spc="-5">
                <a:latin typeface="Arial"/>
                <a:cs typeface="Arial"/>
              </a:rPr>
              <a:t>Tra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 </a:t>
            </a:r>
            <a:r>
              <a:rPr dirty="0" sz="1700" spc="105">
                <a:latin typeface="Arial"/>
                <a:cs typeface="Arial"/>
              </a:rPr>
              <a:t>Fil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45">
                <a:latin typeface="Arial"/>
                <a:cs typeface="Arial"/>
              </a:rPr>
              <a:t>&gt;</a:t>
            </a:r>
            <a:r>
              <a:rPr dirty="0" sz="1700" spc="20">
                <a:latin typeface="Arial"/>
                <a:cs typeface="Arial"/>
              </a:rPr>
              <a:t>Frent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-28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498475">
              <a:lnSpc>
                <a:spcPct val="100000"/>
              </a:lnSpc>
              <a:spcBef>
                <a:spcPts val="1435"/>
              </a:spcBef>
              <a:tabLst>
                <a:tab pos="2535555" algn="l"/>
              </a:tabLst>
            </a:pP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5" b="1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Vazi</a:t>
            </a:r>
            <a:r>
              <a:rPr dirty="0" sz="1700" spc="12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TipoFil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25">
                <a:latin typeface="Arial"/>
                <a:cs typeface="Arial"/>
              </a:rPr>
              <a:t>Fil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511809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3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125">
                <a:latin typeface="Arial"/>
                <a:cs typeface="Arial"/>
              </a:rPr>
              <a:t>Fil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Frent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75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125">
                <a:latin typeface="Arial"/>
                <a:cs typeface="Arial"/>
              </a:rPr>
              <a:t>Fil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Tra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792084" cy="62547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Fil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iliza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fil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fil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d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"/>
              </a:spcBef>
            </a:pPr>
            <a:endParaRPr sz="1900">
              <a:latin typeface="Times New Roman"/>
              <a:cs typeface="Times New Roman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 </a:t>
            </a:r>
            <a:r>
              <a:rPr dirty="0" sz="1700" spc="140">
                <a:latin typeface="Arial"/>
                <a:cs typeface="Arial"/>
              </a:rPr>
              <a:t>Enfileir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04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(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70">
                <a:latin typeface="Arial"/>
                <a:cs typeface="Arial"/>
              </a:rPr>
              <a:t>TipoFil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-495">
                <a:latin typeface="Lucida Sans Unicode"/>
                <a:cs typeface="Lucida Sans Unicode"/>
              </a:rPr>
              <a:t>∗</a:t>
            </a:r>
            <a:r>
              <a:rPr dirty="0" sz="1700" spc="-305">
                <a:latin typeface="Lucida Sans Unicode"/>
                <a:cs typeface="Lucida Sans Unicode"/>
              </a:rPr>
              <a:t> </a:t>
            </a:r>
            <a:r>
              <a:rPr dirty="0" sz="1700" spc="125">
                <a:latin typeface="Arial"/>
                <a:cs typeface="Arial"/>
              </a:rPr>
              <a:t>Fil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	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105">
                <a:latin typeface="Arial"/>
                <a:cs typeface="Arial"/>
              </a:rPr>
              <a:t>Fil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70">
                <a:latin typeface="Arial"/>
                <a:cs typeface="Arial"/>
              </a:rPr>
              <a:t>&gt;</a:t>
            </a:r>
            <a:r>
              <a:rPr dirty="0" sz="1700" spc="-5">
                <a:latin typeface="Arial"/>
                <a:cs typeface="Arial"/>
              </a:rPr>
              <a:t>Tra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%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AX</a:t>
            </a:r>
            <a:r>
              <a:rPr dirty="0" sz="1700" spc="-200">
                <a:latin typeface="Arial"/>
                <a:cs typeface="Arial"/>
              </a:rPr>
              <a:t>T</a:t>
            </a:r>
            <a:r>
              <a:rPr dirty="0" sz="1700" spc="15">
                <a:latin typeface="Arial"/>
                <a:cs typeface="Arial"/>
              </a:rPr>
              <a:t>AM</a:t>
            </a:r>
            <a:r>
              <a:rPr dirty="0" sz="1700" spc="1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+</a:t>
            </a:r>
            <a:r>
              <a:rPr dirty="0" sz="1700" spc="1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195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105">
                <a:latin typeface="Arial"/>
                <a:cs typeface="Arial"/>
              </a:rPr>
              <a:t>Fil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45">
                <a:latin typeface="Arial"/>
                <a:cs typeface="Arial"/>
              </a:rPr>
              <a:t>&gt;</a:t>
            </a:r>
            <a:r>
              <a:rPr dirty="0" sz="1700" spc="20">
                <a:latin typeface="Arial"/>
                <a:cs typeface="Arial"/>
              </a:rPr>
              <a:t>Frent</a:t>
            </a:r>
            <a:r>
              <a:rPr dirty="0" sz="1700" spc="15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Err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65">
                <a:latin typeface="Arial"/>
                <a:cs typeface="Arial"/>
              </a:rPr>
              <a:t>es</a:t>
            </a:r>
            <a:r>
              <a:rPr dirty="0" sz="1700" spc="5">
                <a:latin typeface="Arial"/>
                <a:cs typeface="Arial"/>
              </a:rPr>
              <a:t>t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20">
                <a:latin typeface="Arial"/>
                <a:cs typeface="Arial"/>
              </a:rPr>
              <a:t>chei</a:t>
            </a:r>
            <a:r>
              <a:rPr dirty="0" sz="1700" spc="200">
                <a:latin typeface="Arial"/>
                <a:cs typeface="Arial"/>
              </a:rPr>
              <a:t>a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461770" marR="2121535" indent="-762635">
              <a:lnSpc>
                <a:spcPct val="129700"/>
              </a:lnSpc>
              <a:tabLst>
                <a:tab pos="1461770" algn="l"/>
              </a:tabLst>
            </a:pPr>
            <a:r>
              <a:rPr dirty="0" sz="1700" spc="15" b="1">
                <a:latin typeface="Arial"/>
                <a:cs typeface="Arial"/>
              </a:rPr>
              <a:t>e</a:t>
            </a:r>
            <a:r>
              <a:rPr dirty="0" sz="1700" spc="5" b="1">
                <a:latin typeface="Arial"/>
                <a:cs typeface="Arial"/>
              </a:rPr>
              <a:t>l</a:t>
            </a:r>
            <a:r>
              <a:rPr dirty="0" sz="1700" spc="15" b="1">
                <a:latin typeface="Arial"/>
                <a:cs typeface="Arial"/>
              </a:rPr>
              <a:t>s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3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5">
                <a:latin typeface="Arial"/>
                <a:cs typeface="Arial"/>
              </a:rPr>
              <a:t>Fil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50">
                <a:latin typeface="Arial"/>
                <a:cs typeface="Arial"/>
              </a:rPr>
              <a:t>&gt;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105">
                <a:latin typeface="Arial"/>
                <a:cs typeface="Arial"/>
              </a:rPr>
              <a:t>Fil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70">
                <a:latin typeface="Arial"/>
                <a:cs typeface="Arial"/>
              </a:rPr>
              <a:t>&gt;</a:t>
            </a:r>
            <a:r>
              <a:rPr dirty="0" sz="1700" spc="-5">
                <a:latin typeface="Arial"/>
                <a:cs typeface="Arial"/>
              </a:rPr>
              <a:t>Tra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70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150">
                <a:latin typeface="Lucida Sans Unicode"/>
                <a:cs typeface="Lucida Sans Unicode"/>
              </a:rPr>
              <a:t> </a:t>
            </a:r>
            <a:r>
              <a:rPr dirty="0" sz="1700" spc="114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04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5">
                <a:latin typeface="Arial"/>
                <a:cs typeface="Arial"/>
              </a:rPr>
              <a:t>Fil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70">
                <a:latin typeface="Arial"/>
                <a:cs typeface="Arial"/>
              </a:rPr>
              <a:t>&gt;</a:t>
            </a:r>
            <a:r>
              <a:rPr dirty="0" sz="1700" spc="-5">
                <a:latin typeface="Arial"/>
                <a:cs typeface="Arial"/>
              </a:rPr>
              <a:t>Tra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 </a:t>
            </a:r>
            <a:r>
              <a:rPr dirty="0" sz="1700" spc="105">
                <a:latin typeface="Arial"/>
                <a:cs typeface="Arial"/>
              </a:rPr>
              <a:t>Fil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70">
                <a:latin typeface="Arial"/>
                <a:cs typeface="Arial"/>
              </a:rPr>
              <a:t>&gt;</a:t>
            </a:r>
            <a:r>
              <a:rPr dirty="0" sz="1700" spc="-5">
                <a:latin typeface="Arial"/>
                <a:cs typeface="Arial"/>
              </a:rPr>
              <a:t>Tra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%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AX</a:t>
            </a:r>
            <a:r>
              <a:rPr dirty="0" sz="1700" spc="-200">
                <a:latin typeface="Arial"/>
                <a:cs typeface="Arial"/>
              </a:rPr>
              <a:t>T</a:t>
            </a:r>
            <a:r>
              <a:rPr dirty="0" sz="1700" spc="15">
                <a:latin typeface="Arial"/>
                <a:cs typeface="Arial"/>
              </a:rPr>
              <a:t>AM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+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5158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spcBef>
                <a:spcPts val="605"/>
              </a:spcBef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55" b="1">
                <a:latin typeface="Arial"/>
                <a:cs typeface="Arial"/>
              </a:rPr>
              <a:t> </a:t>
            </a:r>
            <a:r>
              <a:rPr dirty="0" sz="1700" spc="80">
                <a:latin typeface="Arial"/>
                <a:cs typeface="Arial"/>
              </a:rPr>
              <a:t>Desenfileir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TipoFil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70">
                <a:latin typeface="Arial"/>
                <a:cs typeface="Arial"/>
              </a:rPr>
              <a:t> </a:t>
            </a:r>
            <a:r>
              <a:rPr dirty="0" sz="1700" spc="-495">
                <a:latin typeface="Lucida Sans Unicode"/>
                <a:cs typeface="Lucida Sans Unicode"/>
              </a:rPr>
              <a:t>∗</a:t>
            </a:r>
            <a:r>
              <a:rPr dirty="0" sz="1700" spc="-325">
                <a:latin typeface="Lucida Sans Unicode"/>
                <a:cs typeface="Lucida Sans Unicode"/>
              </a:rPr>
              <a:t> </a:t>
            </a:r>
            <a:r>
              <a:rPr dirty="0" sz="1700" spc="105">
                <a:latin typeface="Arial"/>
                <a:cs typeface="Arial"/>
              </a:rPr>
              <a:t>Fil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-375">
                <a:latin typeface="Lucida Sans Unicode"/>
                <a:cs typeface="Lucida Sans Unicode"/>
              </a:rPr>
              <a:t>∗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15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511809">
              <a:lnSpc>
                <a:spcPct val="100000"/>
              </a:lnSpc>
              <a:spcBef>
                <a:spcPts val="605"/>
              </a:spcBef>
              <a:tabLst>
                <a:tab pos="725805" algn="l"/>
                <a:tab pos="102806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Vazi</a:t>
            </a:r>
            <a:r>
              <a:rPr dirty="0" sz="1700" spc="75">
                <a:latin typeface="Arial"/>
                <a:cs typeface="Arial"/>
              </a:rPr>
              <a:t>a</a:t>
            </a:r>
            <a:r>
              <a:rPr dirty="0" sz="1700" spc="85">
                <a:latin typeface="Arial"/>
                <a:cs typeface="Arial"/>
              </a:rPr>
              <a:t>(</a:t>
            </a:r>
            <a:r>
              <a:rPr dirty="0" sz="1700" spc="-295">
                <a:latin typeface="Lucida Sans Unicode"/>
                <a:cs typeface="Lucida Sans Unicode"/>
              </a:rPr>
              <a:t>∗</a:t>
            </a:r>
            <a:r>
              <a:rPr dirty="0" sz="1700" spc="125">
                <a:latin typeface="Arial"/>
                <a:cs typeface="Arial"/>
              </a:rPr>
              <a:t>Fil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721360">
              <a:lnSpc>
                <a:spcPct val="100000"/>
              </a:lnSpc>
              <a:spcBef>
                <a:spcPts val="605"/>
              </a:spcBef>
              <a:tabLst>
                <a:tab pos="2121535" algn="l"/>
                <a:tab pos="2630170" algn="l"/>
              </a:tabLst>
            </a:pP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"</a:t>
            </a:r>
            <a:r>
              <a:rPr dirty="0" sz="1700" spc="25">
                <a:latin typeface="Arial"/>
                <a:cs typeface="Arial"/>
              </a:rPr>
              <a:t>Err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25">
                <a:latin typeface="Arial"/>
                <a:cs typeface="Arial"/>
              </a:rPr>
              <a:t>est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vazi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461770" marR="1692910" indent="-762635">
              <a:lnSpc>
                <a:spcPct val="129700"/>
              </a:lnSpc>
            </a:pPr>
            <a:r>
              <a:rPr dirty="0" sz="1700" spc="15" b="1">
                <a:latin typeface="Arial"/>
                <a:cs typeface="Arial"/>
              </a:rPr>
              <a:t>e</a:t>
            </a:r>
            <a:r>
              <a:rPr dirty="0" sz="1700" spc="5" b="1">
                <a:latin typeface="Arial"/>
                <a:cs typeface="Arial"/>
              </a:rPr>
              <a:t>l</a:t>
            </a:r>
            <a:r>
              <a:rPr dirty="0" sz="1700" spc="15" b="1">
                <a:latin typeface="Arial"/>
                <a:cs typeface="Arial"/>
              </a:rPr>
              <a:t>s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7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-295">
                <a:latin typeface="Lucida Sans Unicode"/>
                <a:cs typeface="Lucida Sans Unicode"/>
              </a:rPr>
              <a:t>∗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 </a:t>
            </a:r>
            <a:r>
              <a:rPr dirty="0" sz="1700" spc="105">
                <a:latin typeface="Arial"/>
                <a:cs typeface="Arial"/>
              </a:rPr>
              <a:t>Fil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50">
                <a:latin typeface="Arial"/>
                <a:cs typeface="Arial"/>
              </a:rPr>
              <a:t>&gt;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105">
                <a:latin typeface="Arial"/>
                <a:cs typeface="Arial"/>
              </a:rPr>
              <a:t>Fil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45">
                <a:latin typeface="Arial"/>
                <a:cs typeface="Arial"/>
              </a:rPr>
              <a:t>&gt;</a:t>
            </a:r>
            <a:r>
              <a:rPr dirty="0" sz="1700" spc="20">
                <a:latin typeface="Arial"/>
                <a:cs typeface="Arial"/>
              </a:rPr>
              <a:t>Frent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155">
                <a:latin typeface="Lucida Sans Unicode"/>
                <a:cs typeface="Lucida Sans Unicode"/>
              </a:rPr>
              <a:t> </a:t>
            </a:r>
            <a:r>
              <a:rPr dirty="0" sz="1700" spc="110">
                <a:latin typeface="Arial"/>
                <a:cs typeface="Arial"/>
              </a:rPr>
              <a:t>1]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5">
                <a:latin typeface="Arial"/>
                <a:cs typeface="Arial"/>
              </a:rPr>
              <a:t>Fil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45">
                <a:latin typeface="Arial"/>
                <a:cs typeface="Arial"/>
              </a:rPr>
              <a:t>&gt;</a:t>
            </a:r>
            <a:r>
              <a:rPr dirty="0" sz="1700" spc="20">
                <a:latin typeface="Arial"/>
                <a:cs typeface="Arial"/>
              </a:rPr>
              <a:t>Frent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 </a:t>
            </a:r>
            <a:r>
              <a:rPr dirty="0" sz="1700" spc="105">
                <a:latin typeface="Arial"/>
                <a:cs typeface="Arial"/>
              </a:rPr>
              <a:t>Fil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45">
                <a:latin typeface="Arial"/>
                <a:cs typeface="Arial"/>
              </a:rPr>
              <a:t>&gt;</a:t>
            </a:r>
            <a:r>
              <a:rPr dirty="0" sz="1700" spc="20">
                <a:latin typeface="Arial"/>
                <a:cs typeface="Arial"/>
              </a:rPr>
              <a:t>Frent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3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%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AX</a:t>
            </a:r>
            <a:r>
              <a:rPr dirty="0" sz="1700" spc="-200">
                <a:latin typeface="Arial"/>
                <a:cs typeface="Arial"/>
              </a:rPr>
              <a:t>T</a:t>
            </a:r>
            <a:r>
              <a:rPr dirty="0" sz="1700" spc="15">
                <a:latin typeface="Arial"/>
                <a:cs typeface="Arial"/>
              </a:rPr>
              <a:t>AM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+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5158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42195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Fil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7747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cili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fil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fil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fila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-9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5557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fil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m,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 i="1">
                <a:latin typeface="Verdana"/>
                <a:cs typeface="Verdana"/>
              </a:rPr>
              <a:t>x</a:t>
            </a:r>
            <a:r>
              <a:rPr dirty="0" baseline="-12345" sz="2025" spc="44" i="1">
                <a:latin typeface="Verdana"/>
                <a:cs typeface="Verdana"/>
              </a:rPr>
              <a:t>n</a:t>
            </a:r>
            <a:r>
              <a:rPr dirty="0" baseline="-12345" sz="2025" spc="277" i="1">
                <a:latin typeface="Verdana"/>
                <a:cs typeface="Verdana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484505" marR="7747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fil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 i="1">
                <a:latin typeface="Verdana"/>
                <a:cs typeface="Verdana"/>
              </a:rPr>
              <a:t>x</a:t>
            </a:r>
            <a:r>
              <a:rPr dirty="0" baseline="-12345" sz="2025" spc="112">
                <a:latin typeface="Tahoma"/>
                <a:cs typeface="Tahoma"/>
              </a:rPr>
              <a:t>1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sli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 i="1">
                <a:latin typeface="Verdana"/>
                <a:cs typeface="Verdana"/>
              </a:rPr>
              <a:t>x</a:t>
            </a:r>
            <a:r>
              <a:rPr dirty="0" baseline="-12345" sz="2025" spc="-15">
                <a:latin typeface="Tahoma"/>
                <a:cs typeface="Tahoma"/>
              </a:rPr>
              <a:t>1</a:t>
            </a:r>
            <a:r>
              <a:rPr dirty="0" baseline="-12345" sz="2025">
                <a:latin typeface="Tahoma"/>
                <a:cs typeface="Tahoma"/>
              </a:rPr>
              <a:t> </a:t>
            </a:r>
            <a:r>
              <a:rPr dirty="0" baseline="-12345" sz="2025" spc="-277">
                <a:latin typeface="Tahoma"/>
                <a:cs typeface="Tahoma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93359" y="5496014"/>
            <a:ext cx="304800" cy="2901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-650">
                <a:latin typeface="Lucida Sans Unicode"/>
                <a:cs typeface="Lucida Sans Unicode"/>
              </a:rPr>
              <a:t>·</a:t>
            </a:r>
            <a:r>
              <a:rPr dirty="0" sz="1850" spc="-270">
                <a:latin typeface="Lucida Sans Unicode"/>
                <a:cs typeface="Lucida Sans Unicode"/>
              </a:rPr>
              <a:t> </a:t>
            </a:r>
            <a:r>
              <a:rPr dirty="0" sz="1850" spc="-650">
                <a:latin typeface="Lucida Sans Unicode"/>
                <a:cs typeface="Lucida Sans Unicode"/>
              </a:rPr>
              <a:t>·</a:t>
            </a:r>
            <a:r>
              <a:rPr dirty="0" sz="1850" spc="-270">
                <a:latin typeface="Lucida Sans Unicode"/>
                <a:cs typeface="Lucida Sans Unicode"/>
              </a:rPr>
              <a:t> </a:t>
            </a:r>
            <a:r>
              <a:rPr dirty="0" sz="1850" spc="-650">
                <a:latin typeface="Lucida Sans Unicode"/>
                <a:cs typeface="Lucida Sans Unicode"/>
              </a:rPr>
              <a:t>·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13183" y="5464657"/>
            <a:ext cx="585470" cy="271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353695" algn="l"/>
              </a:tabLst>
            </a:pPr>
            <a:r>
              <a:rPr dirty="0" sz="1700" spc="5" u="sng">
                <a:latin typeface="Times New Roman"/>
                <a:cs typeface="Times New Roman"/>
              </a:rPr>
              <a:t> </a:t>
            </a:r>
            <a:r>
              <a:rPr dirty="0" sz="1700" spc="5" u="sng">
                <a:latin typeface="Times New Roman"/>
                <a:cs typeface="Times New Roman"/>
              </a:rPr>
              <a:t>	</a:t>
            </a:r>
            <a:r>
              <a:rPr dirty="0" sz="1700" spc="210" u="sng">
                <a:latin typeface="Meiryo UI"/>
                <a:cs typeface="Meiryo UI"/>
              </a:rPr>
              <a:t>✲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12760" y="5501614"/>
            <a:ext cx="278765" cy="2946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5">
                <a:latin typeface="Times New Roman"/>
                <a:cs typeface="Times New Roman"/>
              </a:rPr>
              <a:t>ni</a:t>
            </a:r>
            <a:r>
              <a:rPr dirty="0" sz="1850" spc="5">
                <a:latin typeface="Times New Roman"/>
                <a:cs typeface="Times New Roman"/>
              </a:rPr>
              <a:t>l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886595" y="5904357"/>
            <a:ext cx="0" cy="280035"/>
          </a:xfrm>
          <a:custGeom>
            <a:avLst/>
            <a:gdLst/>
            <a:ahLst/>
            <a:cxnLst/>
            <a:rect l="l" t="t" r="r" b="b"/>
            <a:pathLst>
              <a:path w="0" h="280035">
                <a:moveTo>
                  <a:pt x="0" y="280035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873959" y="5907227"/>
            <a:ext cx="244475" cy="257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20"/>
              </a:lnSpc>
            </a:pPr>
            <a:r>
              <a:rPr dirty="0" sz="1700" spc="210">
                <a:latin typeface="Meiryo UI"/>
                <a:cs typeface="Meiryo UI"/>
              </a:rPr>
              <a:t>✻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33941" y="6145466"/>
            <a:ext cx="637540" cy="2946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15">
                <a:latin typeface="Times New Roman"/>
                <a:cs typeface="Times New Roman"/>
              </a:rPr>
              <a:t>F</a:t>
            </a:r>
            <a:r>
              <a:rPr dirty="0" sz="1850" spc="5">
                <a:latin typeface="Times New Roman"/>
                <a:cs typeface="Times New Roman"/>
              </a:rPr>
              <a:t>r</a:t>
            </a:r>
            <a:r>
              <a:rPr dirty="0" sz="1850" spc="15">
                <a:latin typeface="Times New Roman"/>
                <a:cs typeface="Times New Roman"/>
              </a:rPr>
              <a:t>e</a:t>
            </a:r>
            <a:r>
              <a:rPr dirty="0" sz="1850" spc="5">
                <a:latin typeface="Times New Roman"/>
                <a:cs typeface="Times New Roman"/>
              </a:rPr>
              <a:t>nt</a:t>
            </a:r>
            <a:r>
              <a:rPr dirty="0" sz="1850" spc="15">
                <a:latin typeface="Times New Roman"/>
                <a:cs typeface="Times New Roman"/>
              </a:rPr>
              <a:t>e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805726" y="5904357"/>
            <a:ext cx="0" cy="280035"/>
          </a:xfrm>
          <a:custGeom>
            <a:avLst/>
            <a:gdLst/>
            <a:ahLst/>
            <a:cxnLst/>
            <a:rect l="l" t="t" r="r" b="b"/>
            <a:pathLst>
              <a:path w="0" h="280035">
                <a:moveTo>
                  <a:pt x="0" y="280035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792963" y="5907227"/>
            <a:ext cx="244475" cy="257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20"/>
              </a:lnSpc>
            </a:pPr>
            <a:r>
              <a:rPr dirty="0" sz="1700" spc="210">
                <a:latin typeface="Meiryo UI"/>
                <a:cs typeface="Meiryo UI"/>
              </a:rPr>
              <a:t>✻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08952" y="6145466"/>
            <a:ext cx="442595" cy="2946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-50">
                <a:latin typeface="Times New Roman"/>
                <a:cs typeface="Times New Roman"/>
              </a:rPr>
              <a:t>T</a:t>
            </a:r>
            <a:r>
              <a:rPr dirty="0" sz="1850" spc="5">
                <a:latin typeface="Times New Roman"/>
                <a:cs typeface="Times New Roman"/>
              </a:rPr>
              <a:t>r</a:t>
            </a:r>
            <a:r>
              <a:rPr dirty="0" sz="1850" spc="10">
                <a:latin typeface="Times New Roman"/>
                <a:cs typeface="Times New Roman"/>
              </a:rPr>
              <a:t>ás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465806" y="5470525"/>
            <a:ext cx="5761990" cy="0"/>
          </a:xfrm>
          <a:custGeom>
            <a:avLst/>
            <a:gdLst/>
            <a:ahLst/>
            <a:cxnLst/>
            <a:rect l="l" t="t" r="r" b="b"/>
            <a:pathLst>
              <a:path w="5761990" h="0">
                <a:moveTo>
                  <a:pt x="0" y="0"/>
                </a:moveTo>
                <a:lnTo>
                  <a:pt x="576186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470200" y="5470588"/>
            <a:ext cx="0" cy="979805"/>
          </a:xfrm>
          <a:custGeom>
            <a:avLst/>
            <a:gdLst/>
            <a:ahLst/>
            <a:cxnLst/>
            <a:rect l="l" t="t" r="r" b="b"/>
            <a:pathLst>
              <a:path w="0" h="979804">
                <a:moveTo>
                  <a:pt x="0" y="979780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223275" y="5470588"/>
            <a:ext cx="0" cy="979805"/>
          </a:xfrm>
          <a:custGeom>
            <a:avLst/>
            <a:gdLst/>
            <a:ahLst/>
            <a:cxnLst/>
            <a:rect l="l" t="t" r="r" b="b"/>
            <a:pathLst>
              <a:path w="0" h="979804">
                <a:moveTo>
                  <a:pt x="0" y="979780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465806" y="6450309"/>
            <a:ext cx="5761990" cy="0"/>
          </a:xfrm>
          <a:custGeom>
            <a:avLst/>
            <a:gdLst/>
            <a:ahLst/>
            <a:cxnLst/>
            <a:rect l="l" t="t" r="r" b="b"/>
            <a:pathLst>
              <a:path w="5761990" h="0">
                <a:moveTo>
                  <a:pt x="0" y="0"/>
                </a:moveTo>
                <a:lnTo>
                  <a:pt x="576186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597943" y="5531732"/>
          <a:ext cx="1268730" cy="297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4172"/>
                <a:gridCol w="139966"/>
                <a:gridCol w="144424"/>
                <a:gridCol w="415531"/>
              </a:tblGrid>
              <a:tr h="144373">
                <a:tc rowSpan="2">
                  <a:txBody>
                    <a:bodyPr/>
                    <a:lstStyle/>
                    <a:p>
                      <a:pPr>
                        <a:lnSpc>
                          <a:spcPts val="1975"/>
                        </a:lnSpc>
                      </a:pPr>
                      <a:r>
                        <a:rPr dirty="0" baseline="-17973" sz="2550" spc="-1725">
                          <a:latin typeface="Meiryo UI"/>
                          <a:cs typeface="Meiryo UI"/>
                        </a:rPr>
                        <a:t>/</a:t>
                      </a:r>
                      <a:r>
                        <a:rPr dirty="0" sz="1700" spc="-1325">
                          <a:latin typeface="Meiryo UI"/>
                          <a:cs typeface="Meiryo UI"/>
                        </a:rPr>
                        <a:t>/</a:t>
                      </a:r>
                      <a:r>
                        <a:rPr dirty="0" baseline="-17973" sz="2550" spc="-1732">
                          <a:latin typeface="Meiryo UI"/>
                          <a:cs typeface="Meiryo UI"/>
                        </a:rPr>
                        <a:t>/</a:t>
                      </a:r>
                      <a:r>
                        <a:rPr dirty="0" sz="1700" spc="-1325">
                          <a:latin typeface="Meiryo UI"/>
                          <a:cs typeface="Meiryo UI"/>
                        </a:rPr>
                        <a:t>/</a:t>
                      </a:r>
                      <a:r>
                        <a:rPr dirty="0" baseline="-17973" sz="2550" spc="-1732">
                          <a:latin typeface="Meiryo UI"/>
                          <a:cs typeface="Meiryo UI"/>
                        </a:rPr>
                        <a:t>/</a:t>
                      </a:r>
                      <a:r>
                        <a:rPr dirty="0" sz="1700">
                          <a:latin typeface="Meiryo UI"/>
                          <a:cs typeface="Meiryo UI"/>
                        </a:rPr>
                        <a:t>/</a:t>
                      </a:r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/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B="0" marT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2405">
                        <a:lnSpc>
                          <a:spcPts val="1335"/>
                        </a:lnSpc>
                      </a:pPr>
                      <a:r>
                        <a:rPr dirty="0" sz="1700">
                          <a:latin typeface="Meiryo UI"/>
                          <a:cs typeface="Meiryo UI"/>
                        </a:rPr>
                        <a:t>✲</a:t>
                      </a:r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4348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B="0" marT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997661" y="5531732"/>
          <a:ext cx="1268730" cy="297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4172"/>
                <a:gridCol w="139966"/>
                <a:gridCol w="144297"/>
                <a:gridCol w="415658"/>
              </a:tblGrid>
              <a:tr h="144373">
                <a:tc rowSpan="2">
                  <a:txBody>
                    <a:bodyPr/>
                    <a:lstStyle/>
                    <a:p>
                      <a:pPr marL="248285">
                        <a:lnSpc>
                          <a:spcPts val="1735"/>
                        </a:lnSpc>
                      </a:pPr>
                      <a:r>
                        <a:rPr dirty="0" sz="1850">
                          <a:latin typeface="Verdana"/>
                          <a:cs typeface="Verdana"/>
                        </a:rPr>
                        <a:t>x</a:t>
                      </a:r>
                      <a:r>
                        <a:rPr dirty="0" baseline="-12345" sz="2025">
                          <a:latin typeface="Tahoma"/>
                          <a:cs typeface="Tahoma"/>
                        </a:rPr>
                        <a:t>1</a:t>
                      </a:r>
                      <a:endParaRPr baseline="-12345" sz="2025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/>
                      <a:endParaRPr baseline="-12345" sz="2025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baseline="-12345" sz="2025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2405">
                        <a:lnSpc>
                          <a:spcPts val="1335"/>
                        </a:lnSpc>
                      </a:pPr>
                      <a:r>
                        <a:rPr dirty="0" sz="1700">
                          <a:latin typeface="Meiryo UI"/>
                          <a:cs typeface="Meiryo UI"/>
                        </a:rPr>
                        <a:t>✲</a:t>
                      </a:r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4348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B="0" marT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517049" y="5531732"/>
          <a:ext cx="1268730" cy="297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4197"/>
                <a:gridCol w="139954"/>
                <a:gridCol w="144297"/>
                <a:gridCol w="415658"/>
              </a:tblGrid>
              <a:tr h="144373">
                <a:tc rowSpan="2">
                  <a:txBody>
                    <a:bodyPr/>
                    <a:lstStyle/>
                    <a:p>
                      <a:pPr marL="248285">
                        <a:lnSpc>
                          <a:spcPts val="1735"/>
                        </a:lnSpc>
                      </a:pPr>
                      <a:r>
                        <a:rPr dirty="0" sz="1850">
                          <a:latin typeface="Verdana"/>
                          <a:cs typeface="Verdana"/>
                        </a:rPr>
                        <a:t>x</a:t>
                      </a:r>
                      <a:r>
                        <a:rPr dirty="0" baseline="-12345" sz="2025" i="1">
                          <a:latin typeface="Verdana"/>
                          <a:cs typeface="Verdana"/>
                        </a:rPr>
                        <a:t>n</a:t>
                      </a:r>
                      <a:endParaRPr baseline="-12345" sz="2025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/>
                      <a:endParaRPr baseline="-12345" sz="2025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baseline="-12345" sz="2025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2405">
                        <a:lnSpc>
                          <a:spcPts val="1335"/>
                        </a:lnSpc>
                      </a:pPr>
                      <a:r>
                        <a:rPr dirty="0" sz="1700">
                          <a:latin typeface="Meiryo UI"/>
                          <a:cs typeface="Meiryo UI"/>
                        </a:rPr>
                        <a:t>✲</a:t>
                      </a:r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4348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B="0" marT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5781040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21295" y="1703232"/>
            <a:ext cx="3237230" cy="4345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fila</a:t>
            </a:r>
            <a:r>
              <a:rPr dirty="0" sz="2050" spc="-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-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algn="just" marL="274955" marR="5080" indent="-262255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10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10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fila</a:t>
            </a:r>
            <a:r>
              <a:rPr dirty="0" sz="2050" spc="10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10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10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algn="just" marL="274955" marR="5080" indent="-262255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F</a:t>
            </a:r>
            <a:r>
              <a:rPr dirty="0" sz="2050" spc="5">
                <a:latin typeface="Arial"/>
                <a:cs typeface="Arial"/>
              </a:rPr>
              <a:t>ila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a</a:t>
            </a:r>
            <a:r>
              <a:rPr dirty="0" sz="2050">
                <a:latin typeface="Arial"/>
                <a:cs typeface="Arial"/>
              </a:rPr>
              <a:t>  </a:t>
            </a:r>
            <a:r>
              <a:rPr dirty="0" sz="2050" spc="-27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 </a:t>
            </a:r>
            <a:r>
              <a:rPr dirty="0" sz="2050" spc="-27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 </a:t>
            </a:r>
            <a:r>
              <a:rPr dirty="0" sz="2050" spc="-27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fila</a:t>
            </a:r>
            <a:r>
              <a:rPr dirty="0" sz="2050">
                <a:latin typeface="Arial"/>
                <a:cs typeface="Arial"/>
              </a:rPr>
              <a:t>  </a:t>
            </a:r>
            <a:r>
              <a:rPr dirty="0" sz="2050" spc="-27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)</a:t>
            </a:r>
            <a:r>
              <a:rPr dirty="0" sz="2050" spc="28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28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28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14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14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14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14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14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fil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14440" y="1803743"/>
            <a:ext cx="4398645" cy="44107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45" b="1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TipoCelul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-405">
                <a:latin typeface="Lucida Sans Unicode"/>
                <a:cs typeface="Lucida Sans Unicode"/>
              </a:rPr>
              <a:t>∗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160">
                <a:latin typeface="Arial"/>
                <a:cs typeface="Arial"/>
              </a:rPr>
              <a:t>r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5" b="1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70" b="1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14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0979" marR="1722755" indent="-208915">
              <a:lnSpc>
                <a:spcPct val="133100"/>
              </a:lnSpc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55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6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4475">
              <a:lnSpc>
                <a:spcPct val="100000"/>
              </a:lnSpc>
              <a:spcBef>
                <a:spcPts val="675"/>
              </a:spcBef>
            </a:pP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495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80">
                <a:latin typeface="Lucida Sans Unicode"/>
                <a:cs typeface="Lucida Sans Unicode"/>
              </a:rPr>
              <a:t> </a:t>
            </a:r>
            <a:r>
              <a:rPr dirty="0" sz="1700" spc="50" i="1">
                <a:latin typeface="Arial"/>
                <a:cs typeface="Arial"/>
              </a:rPr>
              <a:t>ou</a:t>
            </a:r>
            <a:r>
              <a:rPr dirty="0" sz="1700" spc="40" i="1">
                <a:latin typeface="Arial"/>
                <a:cs typeface="Arial"/>
              </a:rPr>
              <a:t>tr</a:t>
            </a:r>
            <a:r>
              <a:rPr dirty="0" sz="1700" spc="50" i="1">
                <a:latin typeface="Arial"/>
                <a:cs typeface="Arial"/>
              </a:rPr>
              <a:t>o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55" i="1">
                <a:latin typeface="Arial"/>
                <a:cs typeface="Arial"/>
              </a:rPr>
              <a:t> </a:t>
            </a:r>
            <a:r>
              <a:rPr dirty="0" sz="1700" spc="-80" i="1">
                <a:latin typeface="Arial"/>
                <a:cs typeface="Arial"/>
              </a:rPr>
              <a:t>componente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75" i="1">
                <a:latin typeface="Arial"/>
                <a:cs typeface="Arial"/>
              </a:rPr>
              <a:t> </a:t>
            </a:r>
            <a:r>
              <a:rPr dirty="0" sz="1700" spc="-380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20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508125" indent="-215265">
              <a:lnSpc>
                <a:spcPct val="133100"/>
              </a:lnSpc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45" b="1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TipoCelul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20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-25">
                <a:latin typeface="Arial"/>
                <a:cs typeface="Arial"/>
              </a:rPr>
              <a:t>Pro</a:t>
            </a:r>
            <a:r>
              <a:rPr dirty="0" sz="1700" spc="150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TipoCelul</a:t>
            </a:r>
            <a:r>
              <a:rPr dirty="0" sz="1700" spc="20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290320" indent="-215265">
              <a:lnSpc>
                <a:spcPts val="2720"/>
              </a:lnSpc>
              <a:spcBef>
                <a:spcPts val="200"/>
              </a:spcBef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TipoFil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Frent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Tra</a:t>
            </a:r>
            <a:r>
              <a:rPr dirty="0" sz="1700" spc="17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TipoFil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6858000" cy="57257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Fil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00" b="1">
                <a:latin typeface="Arial"/>
                <a:cs typeface="Arial"/>
              </a:rPr>
              <a:t> </a:t>
            </a:r>
            <a:r>
              <a:rPr dirty="0" sz="1700" spc="-55">
                <a:latin typeface="Arial"/>
                <a:cs typeface="Arial"/>
              </a:rPr>
              <a:t>FFVazi</a:t>
            </a:r>
            <a:r>
              <a:rPr dirty="0" sz="1700" spc="7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TipoFil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70">
                <a:latin typeface="Arial"/>
                <a:cs typeface="Arial"/>
              </a:rPr>
              <a:t> </a:t>
            </a:r>
            <a:r>
              <a:rPr dirty="0" sz="1700" spc="-495">
                <a:latin typeface="Lucida Sans Unicode"/>
                <a:cs typeface="Lucida Sans Unicode"/>
              </a:rPr>
              <a:t>∗</a:t>
            </a:r>
            <a:r>
              <a:rPr dirty="0" sz="1700" spc="-305">
                <a:latin typeface="Lucida Sans Unicode"/>
                <a:cs typeface="Lucida Sans Unicode"/>
              </a:rPr>
              <a:t> </a:t>
            </a:r>
            <a:r>
              <a:rPr dirty="0" sz="1700" spc="125">
                <a:latin typeface="Arial"/>
                <a:cs typeface="Arial"/>
              </a:rPr>
              <a:t>Fil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3204" marR="433070" indent="-200660">
              <a:lnSpc>
                <a:spcPct val="129700"/>
              </a:lnSpc>
              <a:tabLst>
                <a:tab pos="243204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05">
                <a:latin typeface="Arial"/>
                <a:cs typeface="Arial"/>
              </a:rPr>
              <a:t>Fil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45">
                <a:latin typeface="Arial"/>
                <a:cs typeface="Arial"/>
              </a:rPr>
              <a:t>&gt;</a:t>
            </a:r>
            <a:r>
              <a:rPr dirty="0" sz="1700" spc="20">
                <a:latin typeface="Arial"/>
                <a:cs typeface="Arial"/>
              </a:rPr>
              <a:t>Frent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150">
                <a:latin typeface="Arial"/>
                <a:cs typeface="Arial"/>
              </a:rPr>
              <a:t>(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190">
                <a:latin typeface="Arial"/>
                <a:cs typeface="Arial"/>
              </a:rPr>
              <a:t>r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mallo</a:t>
            </a:r>
            <a:r>
              <a:rPr dirty="0" sz="1700" spc="150">
                <a:latin typeface="Arial"/>
                <a:cs typeface="Arial"/>
              </a:rPr>
              <a:t>c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15">
                <a:latin typeface="Arial"/>
                <a:cs typeface="Arial"/>
              </a:rPr>
              <a:t> </a:t>
            </a:r>
            <a:r>
              <a:rPr dirty="0" sz="1700" spc="35" b="1">
                <a:latin typeface="Arial"/>
                <a:cs typeface="Arial"/>
              </a:rPr>
              <a:t>sizeo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spc="-3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TipoCelul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5">
                <a:latin typeface="Arial"/>
                <a:cs typeface="Arial"/>
              </a:rPr>
              <a:t>Fil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70">
                <a:latin typeface="Arial"/>
                <a:cs typeface="Arial"/>
              </a:rPr>
              <a:t>&gt;</a:t>
            </a:r>
            <a:r>
              <a:rPr dirty="0" sz="1700" spc="-5">
                <a:latin typeface="Arial"/>
                <a:cs typeface="Arial"/>
              </a:rPr>
              <a:t>Tra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 </a:t>
            </a:r>
            <a:r>
              <a:rPr dirty="0" sz="1700" spc="105">
                <a:latin typeface="Arial"/>
                <a:cs typeface="Arial"/>
              </a:rPr>
              <a:t>Fil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45">
                <a:latin typeface="Arial"/>
                <a:cs typeface="Arial"/>
              </a:rPr>
              <a:t>&gt;</a:t>
            </a:r>
            <a:r>
              <a:rPr dirty="0" sz="1700" spc="20">
                <a:latin typeface="Arial"/>
                <a:cs typeface="Arial"/>
              </a:rPr>
              <a:t>Frent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-28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3204">
              <a:lnSpc>
                <a:spcPct val="100000"/>
              </a:lnSpc>
              <a:spcBef>
                <a:spcPts val="605"/>
              </a:spcBef>
            </a:pPr>
            <a:r>
              <a:rPr dirty="0" sz="1700" spc="105">
                <a:latin typeface="Arial"/>
                <a:cs typeface="Arial"/>
              </a:rPr>
              <a:t>Fil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45">
                <a:latin typeface="Arial"/>
                <a:cs typeface="Arial"/>
              </a:rPr>
              <a:t>&gt;</a:t>
            </a:r>
            <a:r>
              <a:rPr dirty="0" sz="1700" spc="20">
                <a:latin typeface="Arial"/>
                <a:cs typeface="Arial"/>
              </a:rPr>
              <a:t>Frent</a:t>
            </a:r>
            <a:r>
              <a:rPr dirty="0" sz="1700" spc="-135">
                <a:latin typeface="Arial"/>
                <a:cs typeface="Arial"/>
              </a:rPr>
              <a:t>e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90">
                <a:latin typeface="Arial"/>
                <a:cs typeface="Arial"/>
              </a:rPr>
              <a:t>&gt;</a:t>
            </a:r>
            <a:r>
              <a:rPr dirty="0" sz="1700" spc="-25">
                <a:latin typeface="Arial"/>
                <a:cs typeface="Arial"/>
              </a:rPr>
              <a:t>Pro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NUL</a:t>
            </a:r>
            <a:r>
              <a:rPr dirty="0" sz="1700" spc="190">
                <a:latin typeface="Arial"/>
                <a:cs typeface="Arial"/>
              </a:rPr>
              <a:t>L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1295"/>
              </a:spcBef>
              <a:tabLst>
                <a:tab pos="2066925" algn="l"/>
              </a:tabLst>
            </a:pP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5" b="1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Vazi</a:t>
            </a:r>
            <a:r>
              <a:rPr dirty="0" sz="1700" spc="12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TipoFil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25">
                <a:latin typeface="Arial"/>
                <a:cs typeface="Arial"/>
              </a:rPr>
              <a:t>Fil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3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125">
                <a:latin typeface="Arial"/>
                <a:cs typeface="Arial"/>
              </a:rPr>
              <a:t>Fil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Frent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75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125">
                <a:latin typeface="Arial"/>
                <a:cs typeface="Arial"/>
              </a:rPr>
              <a:t>Fil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Tra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  <a:tabLst>
                <a:tab pos="2917825" algn="l"/>
              </a:tabLst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 </a:t>
            </a:r>
            <a:r>
              <a:rPr dirty="0" sz="1700" spc="140">
                <a:latin typeface="Arial"/>
                <a:cs typeface="Arial"/>
              </a:rPr>
              <a:t>Enfileir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04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(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70">
                <a:latin typeface="Arial"/>
                <a:cs typeface="Arial"/>
              </a:rPr>
              <a:t>TipoFil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70">
                <a:latin typeface="Arial"/>
                <a:cs typeface="Arial"/>
              </a:rPr>
              <a:t> </a:t>
            </a:r>
            <a:r>
              <a:rPr dirty="0" sz="1700" spc="-495">
                <a:latin typeface="Lucida Sans Unicode"/>
                <a:cs typeface="Lucida Sans Unicode"/>
              </a:rPr>
              <a:t>∗</a:t>
            </a:r>
            <a:r>
              <a:rPr dirty="0" sz="1700" spc="-305">
                <a:latin typeface="Lucida Sans Unicode"/>
                <a:cs typeface="Lucida Sans Unicode"/>
              </a:rPr>
              <a:t> </a:t>
            </a:r>
            <a:r>
              <a:rPr dirty="0" sz="1700" spc="125">
                <a:latin typeface="Arial"/>
                <a:cs typeface="Arial"/>
              </a:rPr>
              <a:t>Fil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3204" marR="5080" indent="-200660">
              <a:lnSpc>
                <a:spcPct val="129700"/>
              </a:lnSpc>
              <a:tabLst>
                <a:tab pos="243204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05">
                <a:latin typeface="Arial"/>
                <a:cs typeface="Arial"/>
              </a:rPr>
              <a:t>Fil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70">
                <a:latin typeface="Arial"/>
                <a:cs typeface="Arial"/>
              </a:rPr>
              <a:t>&gt;</a:t>
            </a:r>
            <a:r>
              <a:rPr dirty="0" sz="1700" spc="-5">
                <a:latin typeface="Arial"/>
                <a:cs typeface="Arial"/>
              </a:rPr>
              <a:t>Tra</a:t>
            </a:r>
            <a:r>
              <a:rPr dirty="0" sz="1700" spc="-180">
                <a:latin typeface="Arial"/>
                <a:cs typeface="Arial"/>
              </a:rPr>
              <a:t>s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90">
                <a:latin typeface="Arial"/>
                <a:cs typeface="Arial"/>
              </a:rPr>
              <a:t>&gt;</a:t>
            </a:r>
            <a:r>
              <a:rPr dirty="0" sz="1700" spc="-25">
                <a:latin typeface="Arial"/>
                <a:cs typeface="Arial"/>
              </a:rPr>
              <a:t>Pro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(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190">
                <a:latin typeface="Arial"/>
                <a:cs typeface="Arial"/>
              </a:rPr>
              <a:t>r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mallo</a:t>
            </a:r>
            <a:r>
              <a:rPr dirty="0" sz="1700" spc="150">
                <a:latin typeface="Arial"/>
                <a:cs typeface="Arial"/>
              </a:rPr>
              <a:t>c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15">
                <a:latin typeface="Arial"/>
                <a:cs typeface="Arial"/>
              </a:rPr>
              <a:t> </a:t>
            </a:r>
            <a:r>
              <a:rPr dirty="0" sz="1700" spc="35" b="1">
                <a:latin typeface="Arial"/>
                <a:cs typeface="Arial"/>
              </a:rPr>
              <a:t>sizeo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spc="-3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TipoCelul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5">
                <a:latin typeface="Arial"/>
                <a:cs typeface="Arial"/>
              </a:rPr>
              <a:t>Fil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70">
                <a:latin typeface="Arial"/>
                <a:cs typeface="Arial"/>
              </a:rPr>
              <a:t>&gt;</a:t>
            </a:r>
            <a:r>
              <a:rPr dirty="0" sz="1700" spc="-5">
                <a:latin typeface="Arial"/>
                <a:cs typeface="Arial"/>
              </a:rPr>
              <a:t>Tra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 </a:t>
            </a:r>
            <a:r>
              <a:rPr dirty="0" sz="1700" spc="105">
                <a:latin typeface="Arial"/>
                <a:cs typeface="Arial"/>
              </a:rPr>
              <a:t>Fil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70">
                <a:latin typeface="Arial"/>
                <a:cs typeface="Arial"/>
              </a:rPr>
              <a:t>&gt;</a:t>
            </a:r>
            <a:r>
              <a:rPr dirty="0" sz="1700" spc="-5">
                <a:latin typeface="Arial"/>
                <a:cs typeface="Arial"/>
              </a:rPr>
              <a:t>Tra</a:t>
            </a:r>
            <a:r>
              <a:rPr dirty="0" sz="1700" spc="-180">
                <a:latin typeface="Arial"/>
                <a:cs typeface="Arial"/>
              </a:rPr>
              <a:t>s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90">
                <a:latin typeface="Arial"/>
                <a:cs typeface="Arial"/>
              </a:rPr>
              <a:t>&gt;</a:t>
            </a:r>
            <a:r>
              <a:rPr dirty="0" sz="1700" spc="-25">
                <a:latin typeface="Arial"/>
                <a:cs typeface="Arial"/>
              </a:rPr>
              <a:t>Pro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3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3204" marR="3940175">
              <a:lnSpc>
                <a:spcPct val="129700"/>
              </a:lnSpc>
            </a:pPr>
            <a:r>
              <a:rPr dirty="0" sz="1700" spc="105">
                <a:latin typeface="Arial"/>
                <a:cs typeface="Arial"/>
              </a:rPr>
              <a:t>Fil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70">
                <a:latin typeface="Arial"/>
                <a:cs typeface="Arial"/>
              </a:rPr>
              <a:t>&gt;</a:t>
            </a:r>
            <a:r>
              <a:rPr dirty="0" sz="1700" spc="-5">
                <a:latin typeface="Arial"/>
                <a:cs typeface="Arial"/>
              </a:rPr>
              <a:t>Tra</a:t>
            </a:r>
            <a:r>
              <a:rPr dirty="0" sz="1700" spc="-180">
                <a:latin typeface="Arial"/>
                <a:cs typeface="Arial"/>
              </a:rPr>
              <a:t>s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50">
                <a:latin typeface="Arial"/>
                <a:cs typeface="Arial"/>
              </a:rPr>
              <a:t>&gt;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5">
                <a:latin typeface="Arial"/>
                <a:cs typeface="Arial"/>
              </a:rPr>
              <a:t>Fil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70">
                <a:latin typeface="Arial"/>
                <a:cs typeface="Arial"/>
              </a:rPr>
              <a:t>&gt;</a:t>
            </a:r>
            <a:r>
              <a:rPr dirty="0" sz="1700" spc="-5">
                <a:latin typeface="Arial"/>
                <a:cs typeface="Arial"/>
              </a:rPr>
              <a:t>Tra</a:t>
            </a:r>
            <a:r>
              <a:rPr dirty="0" sz="1700" spc="-180">
                <a:latin typeface="Arial"/>
                <a:cs typeface="Arial"/>
              </a:rPr>
              <a:t>s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90">
                <a:latin typeface="Arial"/>
                <a:cs typeface="Arial"/>
              </a:rPr>
              <a:t>&gt;</a:t>
            </a:r>
            <a:r>
              <a:rPr dirty="0" sz="1700" spc="-25">
                <a:latin typeface="Arial"/>
                <a:cs typeface="Arial"/>
              </a:rPr>
              <a:t>Pro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NUL</a:t>
            </a:r>
            <a:r>
              <a:rPr dirty="0" sz="1700" spc="190">
                <a:latin typeface="Arial"/>
                <a:cs typeface="Arial"/>
              </a:rPr>
              <a:t>L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54215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utu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ado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ica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6961505" cy="34651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Fil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spc="80">
                <a:latin typeface="Arial"/>
                <a:cs typeface="Arial"/>
              </a:rPr>
              <a:t>Desenfileir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TipoFil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70">
                <a:latin typeface="Arial"/>
                <a:cs typeface="Arial"/>
              </a:rPr>
              <a:t> </a:t>
            </a:r>
            <a:r>
              <a:rPr dirty="0" sz="1700" spc="-495">
                <a:latin typeface="Lucida Sans Unicode"/>
                <a:cs typeface="Lucida Sans Unicode"/>
              </a:rPr>
              <a:t>∗</a:t>
            </a:r>
            <a:r>
              <a:rPr dirty="0" sz="1700" spc="-325">
                <a:latin typeface="Lucida Sans Unicode"/>
                <a:cs typeface="Lucida Sans Unicode"/>
              </a:rPr>
              <a:t> </a:t>
            </a:r>
            <a:r>
              <a:rPr dirty="0" sz="1700" spc="105">
                <a:latin typeface="Arial"/>
                <a:cs typeface="Arial"/>
              </a:rPr>
              <a:t>Fil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-375">
                <a:latin typeface="Lucida Sans Unicode"/>
                <a:cs typeface="Lucida Sans Unicode"/>
              </a:rPr>
              <a:t>∗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15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3520" marR="5080" indent="33655">
              <a:lnSpc>
                <a:spcPts val="2720"/>
              </a:lnSpc>
              <a:spcBef>
                <a:spcPts val="200"/>
              </a:spcBef>
              <a:tabLst>
                <a:tab pos="559435" algn="l"/>
                <a:tab pos="2395855" algn="l"/>
                <a:tab pos="3796029" algn="l"/>
                <a:tab pos="4304665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Vazi</a:t>
            </a:r>
            <a:r>
              <a:rPr dirty="0" sz="1700" spc="75">
                <a:latin typeface="Arial"/>
                <a:cs typeface="Arial"/>
              </a:rPr>
              <a:t>a</a:t>
            </a:r>
            <a:r>
              <a:rPr dirty="0" sz="1700" spc="85">
                <a:latin typeface="Arial"/>
                <a:cs typeface="Arial"/>
              </a:rPr>
              <a:t>(</a:t>
            </a:r>
            <a:r>
              <a:rPr dirty="0" sz="1700" spc="-295">
                <a:latin typeface="Lucida Sans Unicode"/>
                <a:cs typeface="Lucida Sans Unicode"/>
              </a:rPr>
              <a:t>∗</a:t>
            </a:r>
            <a:r>
              <a:rPr dirty="0" sz="1700" spc="125">
                <a:latin typeface="Arial"/>
                <a:cs typeface="Arial"/>
              </a:rPr>
              <a:t>Fil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"</a:t>
            </a:r>
            <a:r>
              <a:rPr dirty="0" sz="1700" spc="25">
                <a:latin typeface="Arial"/>
                <a:cs typeface="Arial"/>
              </a:rPr>
              <a:t>Err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25">
                <a:latin typeface="Arial"/>
                <a:cs typeface="Arial"/>
              </a:rPr>
              <a:t>est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vazi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spc="-2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q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 </a:t>
            </a:r>
            <a:r>
              <a:rPr dirty="0" sz="1700" spc="105">
                <a:latin typeface="Arial"/>
                <a:cs typeface="Arial"/>
              </a:rPr>
              <a:t>Fil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45">
                <a:latin typeface="Arial"/>
                <a:cs typeface="Arial"/>
              </a:rPr>
              <a:t>&gt;</a:t>
            </a:r>
            <a:r>
              <a:rPr dirty="0" sz="1700" spc="20">
                <a:latin typeface="Arial"/>
                <a:cs typeface="Arial"/>
              </a:rPr>
              <a:t>Frent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-28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3204">
              <a:lnSpc>
                <a:spcPct val="100000"/>
              </a:lnSpc>
              <a:spcBef>
                <a:spcPts val="470"/>
              </a:spcBef>
            </a:pPr>
            <a:r>
              <a:rPr dirty="0" sz="1700" spc="105">
                <a:latin typeface="Arial"/>
                <a:cs typeface="Arial"/>
              </a:rPr>
              <a:t>Fil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45">
                <a:latin typeface="Arial"/>
                <a:cs typeface="Arial"/>
              </a:rPr>
              <a:t>&gt;</a:t>
            </a:r>
            <a:r>
              <a:rPr dirty="0" sz="1700" spc="20">
                <a:latin typeface="Arial"/>
                <a:cs typeface="Arial"/>
              </a:rPr>
              <a:t>Frent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 </a:t>
            </a:r>
            <a:r>
              <a:rPr dirty="0" sz="1700" spc="105">
                <a:latin typeface="Arial"/>
                <a:cs typeface="Arial"/>
              </a:rPr>
              <a:t>Fil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45">
                <a:latin typeface="Arial"/>
                <a:cs typeface="Arial"/>
              </a:rPr>
              <a:t>&gt;</a:t>
            </a:r>
            <a:r>
              <a:rPr dirty="0" sz="1700" spc="20">
                <a:latin typeface="Arial"/>
                <a:cs typeface="Arial"/>
              </a:rPr>
              <a:t>Frent</a:t>
            </a:r>
            <a:r>
              <a:rPr dirty="0" sz="1700" spc="-135">
                <a:latin typeface="Arial"/>
                <a:cs typeface="Arial"/>
              </a:rPr>
              <a:t>e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90">
                <a:latin typeface="Arial"/>
                <a:cs typeface="Arial"/>
              </a:rPr>
              <a:t>&gt;</a:t>
            </a:r>
            <a:r>
              <a:rPr dirty="0" sz="1700" spc="-25">
                <a:latin typeface="Arial"/>
                <a:cs typeface="Arial"/>
              </a:rPr>
              <a:t>Pro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3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1300" marR="3853179" indent="-12065">
              <a:lnSpc>
                <a:spcPct val="133100"/>
              </a:lnSpc>
            </a:pPr>
            <a:r>
              <a:rPr dirty="0" sz="1700" spc="-500">
                <a:latin typeface="Lucida Sans Unicode"/>
                <a:cs typeface="Lucida Sans Unicode"/>
              </a:rPr>
              <a:t>∗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 </a:t>
            </a:r>
            <a:r>
              <a:rPr dirty="0" sz="1700" spc="105">
                <a:latin typeface="Arial"/>
                <a:cs typeface="Arial"/>
              </a:rPr>
              <a:t>Fil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45">
                <a:latin typeface="Arial"/>
                <a:cs typeface="Arial"/>
              </a:rPr>
              <a:t>&gt;</a:t>
            </a:r>
            <a:r>
              <a:rPr dirty="0" sz="1700" spc="20">
                <a:latin typeface="Arial"/>
                <a:cs typeface="Arial"/>
              </a:rPr>
              <a:t>Frent</a:t>
            </a:r>
            <a:r>
              <a:rPr dirty="0" sz="1700" spc="-135">
                <a:latin typeface="Arial"/>
                <a:cs typeface="Arial"/>
              </a:rPr>
              <a:t>e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50">
                <a:latin typeface="Arial"/>
                <a:cs typeface="Arial"/>
              </a:rPr>
              <a:t>&gt;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fre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80">
                <a:latin typeface="Arial"/>
                <a:cs typeface="Arial"/>
              </a:rPr>
              <a:t>(</a:t>
            </a:r>
            <a:r>
              <a:rPr dirty="0" sz="1700" spc="165">
                <a:latin typeface="Arial"/>
                <a:cs typeface="Arial"/>
              </a:rPr>
              <a:t>q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transp-cap3.dvi</dc:title>
  <dcterms:created xsi:type="dcterms:W3CDTF">2015-06-18T03:37:37Z</dcterms:created>
  <dcterms:modified xsi:type="dcterms:W3CDTF">2015-06-18T03:37:37Z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2010-09-16T00:00:00Z</vt:filetime>
  </property>
  <property fmtid="{D5CDD505-2E9C-101B-9397-08002B2CF9AE}" pid="3" name="Creator">
    <vt:lpwstr>dvips(k) 5.98 Copyright 2009 Radical Eye Software</vt:lpwstr>
  </property>
  <property fmtid="{D5CDD505-2E9C-101B-9397-08002B2CF9AE}" pid="4" name="LastSaved">
    <vt:filetime>2015-06-18T00:00:00Z</vt:filetime>
  </property>
</Properties>
</file>