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png" ContentType="image/pn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</p:sldIdLst>
  <p:sldSz cx="10693400" cy="7556500"/>
  <p:notesSz cx="106934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180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3720" y="2615806"/>
            <a:ext cx="7845958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95"/>
              <a:t>P</a:t>
            </a:r>
            <a:r>
              <a:rPr dirty="0" spc="15"/>
              <a:t>esquisa</a:t>
            </a:r>
            <a:r>
              <a:rPr dirty="0" spc="5"/>
              <a:t> </a:t>
            </a:r>
            <a:r>
              <a:rPr dirty="0" spc="20"/>
              <a:t>em</a:t>
            </a:r>
            <a:r>
              <a:rPr dirty="0" spc="5"/>
              <a:t> </a:t>
            </a:r>
            <a:r>
              <a:rPr dirty="0" spc="20"/>
              <a:t>M</a:t>
            </a:r>
            <a:r>
              <a:rPr dirty="0" spc="15"/>
              <a:t>e</a:t>
            </a:r>
            <a:r>
              <a:rPr dirty="0" spc="20"/>
              <a:t>m</a:t>
            </a:r>
            <a:r>
              <a:rPr dirty="0" spc="15"/>
              <a:t>ó</a:t>
            </a:r>
            <a:r>
              <a:rPr dirty="0" spc="70"/>
              <a:t>r</a:t>
            </a:r>
            <a:r>
              <a:rPr dirty="0" spc="10"/>
              <a:t>ia</a:t>
            </a:r>
            <a:r>
              <a:rPr dirty="0" spc="10"/>
              <a:t> </a:t>
            </a:r>
            <a:r>
              <a:rPr dirty="0" spc="15"/>
              <a:t>P</a:t>
            </a:r>
            <a:r>
              <a:rPr dirty="0" spc="70"/>
              <a:t>r</a:t>
            </a:r>
            <a:r>
              <a:rPr dirty="0" spc="5"/>
              <a:t>i</a:t>
            </a:r>
            <a:r>
              <a:rPr dirty="0" spc="20"/>
              <a:t>m</a:t>
            </a:r>
            <a:r>
              <a:rPr dirty="0" spc="15"/>
              <a:t>á</a:t>
            </a:r>
            <a:r>
              <a:rPr dirty="0" spc="70"/>
              <a:t>r</a:t>
            </a:r>
            <a:r>
              <a:rPr dirty="0" spc="5"/>
              <a:t>i</a:t>
            </a:r>
            <a:r>
              <a:rPr dirty="0" spc="10"/>
              <a:t>a</a:t>
            </a:r>
            <a:r>
              <a:rPr dirty="0" baseline="24256" sz="5325" spc="-156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baseline="24256" sz="5325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35388" y="5228285"/>
            <a:ext cx="402399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Últi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alte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ç</a:t>
            </a:r>
            <a:r>
              <a:rPr dirty="0" sz="1700" spc="10">
                <a:latin typeface="Arial"/>
                <a:cs typeface="Arial"/>
              </a:rPr>
              <a:t>ão: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7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Sete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bro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 h="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575691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27777" sz="1500" spc="-82">
                <a:latin typeface="Lucida Sans Unicode"/>
                <a:cs typeface="Lucida Sans Unicode"/>
              </a:rPr>
              <a:t>∗</a:t>
            </a:r>
            <a:r>
              <a:rPr dirty="0" sz="1350" spc="-35">
                <a:latin typeface="Times New Roman"/>
                <a:cs typeface="Times New Roman"/>
              </a:rPr>
              <a:t>T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anspa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ência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elabo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ada</a:t>
            </a:r>
            <a:r>
              <a:rPr dirty="0" sz="1350" spc="10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po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-10">
                <a:latin typeface="Times New Roman"/>
                <a:cs typeface="Times New Roman"/>
              </a:rPr>
              <a:t>F</a:t>
            </a:r>
            <a:r>
              <a:rPr dirty="0" sz="1350" spc="5">
                <a:latin typeface="Times New Roman"/>
                <a:cs typeface="Times New Roman"/>
              </a:rPr>
              <a:t>abian</a:t>
            </a:r>
            <a:r>
              <a:rPr dirty="0" sz="1350" spc="10">
                <a:latin typeface="Times New Roman"/>
                <a:cs typeface="Times New Roman"/>
              </a:rPr>
              <a:t>o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C.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B</a:t>
            </a:r>
            <a:r>
              <a:rPr dirty="0" sz="1350" spc="5">
                <a:latin typeface="Times New Roman"/>
                <a:cs typeface="Times New Roman"/>
              </a:rPr>
              <a:t>otelho</a:t>
            </a:r>
            <a:r>
              <a:rPr dirty="0" sz="1350" spc="5">
                <a:latin typeface="Times New Roman"/>
                <a:cs typeface="Times New Roman"/>
              </a:rPr>
              <a:t>,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5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s</a:t>
            </a:r>
            <a:r>
              <a:rPr dirty="0" sz="1350" spc="5">
                <a:latin typeface="Times New Roman"/>
                <a:cs typeface="Times New Roman"/>
              </a:rPr>
              <a:t>r</a:t>
            </a:r>
            <a:r>
              <a:rPr dirty="0" sz="1350" spc="5">
                <a:latin typeface="Times New Roman"/>
                <a:cs typeface="Times New Roman"/>
              </a:rPr>
              <a:t>ae</a:t>
            </a:r>
            <a:r>
              <a:rPr dirty="0" sz="1350" spc="5">
                <a:latin typeface="Times New Roman"/>
                <a:cs typeface="Times New Roman"/>
              </a:rPr>
              <a:t>l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G</a:t>
            </a:r>
            <a:r>
              <a:rPr dirty="0" sz="1350" spc="5">
                <a:latin typeface="Times New Roman"/>
                <a:cs typeface="Times New Roman"/>
              </a:rPr>
              <a:t>ue</a:t>
            </a:r>
            <a:r>
              <a:rPr dirty="0" sz="1350" spc="10">
                <a:latin typeface="Times New Roman"/>
                <a:cs typeface="Times New Roman"/>
              </a:rPr>
              <a:t>rra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e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N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</a:t>
            </a:r>
            <a:r>
              <a:rPr dirty="0" sz="1350" spc="10">
                <a:latin typeface="Times New Roman"/>
                <a:cs typeface="Times New Roman"/>
              </a:rPr>
              <a:t>o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Z</a:t>
            </a:r>
            <a:r>
              <a:rPr dirty="0" sz="1350" spc="-30">
                <a:latin typeface="Times New Roman"/>
                <a:cs typeface="Times New Roman"/>
              </a:rPr>
              <a:t>i</a:t>
            </a:r>
            <a:r>
              <a:rPr dirty="0" sz="1350" spc="5">
                <a:latin typeface="Times New Roman"/>
                <a:cs typeface="Times New Roman"/>
              </a:rPr>
              <a:t>vian</a:t>
            </a:r>
            <a:r>
              <a:rPr dirty="0" sz="1350" spc="5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83857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467042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mó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295" y="1453654"/>
            <a:ext cx="4170679" cy="4502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sic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endParaRPr sz="2050">
              <a:latin typeface="Arial"/>
              <a:cs typeface="Arial"/>
            </a:endParaRPr>
          </a:p>
          <a:p>
            <a:pPr lvl="1" marL="641985" marR="5080" indent="-262255">
              <a:lnSpc>
                <a:spcPct val="119700"/>
              </a:lnSpc>
              <a:spcBef>
                <a:spcPts val="43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1" marL="641985" marR="5080" indent="-262255">
              <a:lnSpc>
                <a:spcPct val="119700"/>
              </a:lnSpc>
              <a:spcBef>
                <a:spcPts val="43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15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2" marL="904240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904875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SBB</a:t>
            </a:r>
            <a:endParaRPr sz="2050">
              <a:latin typeface="Arial"/>
              <a:cs typeface="Arial"/>
            </a:endParaRPr>
          </a:p>
          <a:p>
            <a:pPr lvl="2" marL="904240" marR="5080" indent="-262255">
              <a:lnSpc>
                <a:spcPct val="119700"/>
              </a:lnSpc>
              <a:buFont typeface="Lucida Sans Unicode"/>
              <a:buChar char="·"/>
              <a:tabLst>
                <a:tab pos="904875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SBB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9536" y="1475714"/>
            <a:ext cx="3859529" cy="4932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1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ie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1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icia</a:t>
            </a:r>
            <a:endParaRPr sz="2050">
              <a:latin typeface="Arial"/>
              <a:cs typeface="Arial"/>
            </a:endParaRPr>
          </a:p>
          <a:p>
            <a:pPr marL="274955" marR="66421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1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1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15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1" marL="641985" marR="5080" indent="-262255">
              <a:lnSpc>
                <a:spcPct val="119700"/>
              </a:lnSpc>
              <a:spcBef>
                <a:spcPts val="430"/>
              </a:spcBef>
              <a:buFont typeface="Times New Roman"/>
              <a:buChar char="–"/>
              <a:tabLst>
                <a:tab pos="642620" algn="l"/>
                <a:tab pos="1784985" algn="l"/>
                <a:tab pos="2848610" algn="l"/>
                <a:tab pos="3525520" algn="l"/>
              </a:tabLst>
            </a:pPr>
            <a:r>
              <a:rPr dirty="0" sz="2050" spc="5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	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lvl="1" marL="641985" marR="5080" indent="-262255">
              <a:lnSpc>
                <a:spcPct val="119700"/>
              </a:lnSpc>
              <a:spcBef>
                <a:spcPts val="430"/>
              </a:spcBef>
              <a:buFont typeface="Times New Roman"/>
              <a:buChar char="–"/>
              <a:tabLst>
                <a:tab pos="642620" algn="l"/>
                <a:tab pos="1831339" algn="l"/>
                <a:tab pos="2941955" algn="l"/>
              </a:tabLst>
            </a:pPr>
            <a:r>
              <a:rPr dirty="0" sz="2050" spc="5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	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Es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83857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765" cy="4843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spc="-5" b="1">
                <a:latin typeface="Arial"/>
                <a:cs typeface="Arial"/>
              </a:rPr>
              <a:t>j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1025"/>
              </a:spcBef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orrên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tro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gua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5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5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83857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9315" cy="5228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65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61009">
              <a:lnSpc>
                <a:spcPct val="119700"/>
              </a:lnSpc>
              <a:spcBef>
                <a:spcPts val="540"/>
              </a:spcBef>
            </a:pP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dade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  <a:spcBef>
                <a:spcPts val="540"/>
              </a:spcBef>
            </a:pPr>
            <a:r>
              <a:rPr dirty="0" sz="2050">
                <a:latin typeface="Arial"/>
                <a:cs typeface="Arial"/>
              </a:rPr>
              <a:t>ge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dade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onga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enada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937760" indent="-262255">
              <a:lnSpc>
                <a:spcPct val="141700"/>
              </a:lnSpc>
              <a:spcBef>
                <a:spcPts val="8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é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í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1025"/>
              </a:spcBef>
            </a:pP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qui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tabe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fun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83857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66302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03920" cy="3883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25146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olha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D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Apli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750">
              <a:latin typeface="Times New Roman"/>
              <a:cs typeface="Times New Roman"/>
            </a:endParaRPr>
          </a:p>
          <a:p>
            <a:pPr marL="852169" marR="5080">
              <a:lnSpc>
                <a:spcPct val="119700"/>
              </a:lnSpc>
            </a:pPr>
            <a:r>
              <a:rPr dirty="0" sz="2050" spc="5" i="1">
                <a:latin typeface="Arial"/>
                <a:cs typeface="Arial"/>
              </a:rPr>
              <a:t>Se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onteúd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arqu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é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tá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é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im</a:t>
            </a:r>
            <a:r>
              <a:rPr dirty="0" sz="2050" i="1">
                <a:latin typeface="Arial"/>
                <a:cs typeface="Arial"/>
              </a:rPr>
              <a:t>po</a:t>
            </a:r>
            <a:r>
              <a:rPr dirty="0" sz="2050" spc="8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tant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mi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imiz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te</a:t>
            </a:r>
            <a:r>
              <a:rPr dirty="0" sz="2050" spc="10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pe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qu</a:t>
            </a:r>
            <a:r>
              <a:rPr dirty="0" sz="2050" spc="5" i="1">
                <a:latin typeface="Arial"/>
                <a:cs typeface="Arial"/>
              </a:rPr>
              <a:t>is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,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10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preo</a:t>
            </a:r>
            <a:r>
              <a:rPr dirty="0" sz="2050" spc="5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upa</a:t>
            </a:r>
            <a:r>
              <a:rPr dirty="0" sz="2050" spc="5" i="1">
                <a:latin typeface="Arial"/>
                <a:cs typeface="Arial"/>
              </a:rPr>
              <a:t>ç</a:t>
            </a:r>
            <a:r>
              <a:rPr dirty="0" sz="2050" i="1">
                <a:latin typeface="Arial"/>
                <a:cs typeface="Arial"/>
              </a:rPr>
              <a:t>ã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spc="10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te</a:t>
            </a:r>
            <a:r>
              <a:rPr dirty="0" sz="2050" spc="10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ne</a:t>
            </a:r>
            <a:r>
              <a:rPr dirty="0" sz="2050" spc="5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ss</a:t>
            </a:r>
            <a:r>
              <a:rPr dirty="0" sz="2050" i="1">
                <a:latin typeface="Arial"/>
                <a:cs typeface="Arial"/>
              </a:rPr>
              <a:t>á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spc="5" i="1">
                <a:latin typeface="Arial"/>
                <a:cs typeface="Arial"/>
              </a:rPr>
              <a:t>io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pa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spc="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utu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arqu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sz="2050" spc="5" i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83857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172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0272"/>
            <a:ext cx="8737600" cy="5801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75">
                <a:solidFill>
                  <a:srgbClr val="007F7A"/>
                </a:solidFill>
                <a:latin typeface="Lucida Sans Unicode"/>
                <a:cs typeface="Lucida Sans Unicode"/>
              </a:rPr>
              <a:t>⇒</a:t>
            </a:r>
            <a:r>
              <a:rPr dirty="0" sz="2450" spc="-90">
                <a:solidFill>
                  <a:srgbClr val="007F7A"/>
                </a:solidFill>
                <a:latin typeface="Lucida Sans Unicode"/>
                <a:cs typeface="Lucida Sans Unicode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9000"/>
              </a:lnSpc>
              <a:spcBef>
                <a:spcPts val="22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-1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35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3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30"/>
              </a:spcBef>
              <a:buAutoNum type="arabicPeriod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3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3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22605" indent="-349885">
              <a:lnSpc>
                <a:spcPct val="119000"/>
              </a:lnSpc>
              <a:spcBef>
                <a:spcPts val="66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3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83857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324215" cy="6432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  <a:tab pos="1913255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liza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Lucida Sans Unicode"/>
                <a:cs typeface="Lucida Sans Unicode"/>
              </a:rPr>
              <a:t>⇐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Lucida Sans Unicode"/>
                <a:cs typeface="Lucida Sans Unicode"/>
              </a:rPr>
              <a:t>⇐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1114425" indent="-262255">
              <a:lnSpc>
                <a:spcPct val="100000"/>
              </a:lnSpc>
              <a:spcBef>
                <a:spcPts val="61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endParaRPr sz="2050">
              <a:latin typeface="Arial"/>
              <a:cs typeface="Arial"/>
            </a:endParaRPr>
          </a:p>
          <a:p>
            <a:pPr lvl="1" marL="1114425" indent="-262255">
              <a:lnSpc>
                <a:spcPct val="100000"/>
              </a:lnSpc>
              <a:spcBef>
                <a:spcPts val="40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1" marL="1114425" indent="-262255">
              <a:lnSpc>
                <a:spcPct val="100000"/>
              </a:lnSpc>
              <a:spcBef>
                <a:spcPts val="40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1" marL="1114425" indent="-262255">
              <a:lnSpc>
                <a:spcPct val="100000"/>
              </a:lnSpc>
              <a:spcBef>
                <a:spcPts val="40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253730" cy="6282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é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6896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284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1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AXN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1</a:t>
            </a:r>
            <a:r>
              <a:rPr dirty="0" sz="1700" spc="1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481330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lon</a:t>
            </a:r>
            <a:r>
              <a:rPr dirty="0" sz="1700" spc="10" b="1">
                <a:latin typeface="Arial"/>
                <a:cs typeface="Arial"/>
              </a:rPr>
              <a:t>g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89610" marR="4680585" indent="-208915">
              <a:lnSpc>
                <a:spcPct val="1319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13740">
              <a:lnSpc>
                <a:spcPct val="100000"/>
              </a:lnSpc>
              <a:spcBef>
                <a:spcPts val="650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2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1330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45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02310" marR="4364990" indent="-221615">
              <a:lnSpc>
                <a:spcPct val="1319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80" b="1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TipoTabel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TipoTabel</a:t>
            </a:r>
            <a:r>
              <a:rPr dirty="0" sz="1700" spc="17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047615" cy="5725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0" b="1">
                <a:latin typeface="Arial"/>
                <a:cs typeface="Arial"/>
              </a:rPr>
              <a:t> </a:t>
            </a:r>
            <a:r>
              <a:rPr dirty="0" sz="1700" spc="170">
                <a:latin typeface="Arial"/>
                <a:cs typeface="Arial"/>
              </a:rPr>
              <a:t>Inicializ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10">
                <a:latin typeface="Arial"/>
                <a:cs typeface="Arial"/>
              </a:rPr>
              <a:t>TipoTabel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2225">
              <a:lnSpc>
                <a:spcPct val="100000"/>
              </a:lnSpc>
              <a:spcBef>
                <a:spcPts val="1180"/>
              </a:spcBef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-10">
                <a:latin typeface="Arial"/>
                <a:cs typeface="Arial"/>
              </a:rPr>
              <a:t>TipoTabel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  <a:tab pos="68834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2250">
              <a:lnSpc>
                <a:spcPct val="100000"/>
              </a:lnSpc>
              <a:spcBef>
                <a:spcPts val="605"/>
              </a:spcBef>
              <a:tabLst>
                <a:tab pos="2724150" algn="l"/>
              </a:tabLst>
            </a:pP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  <a:tabLst>
                <a:tab pos="1407160" algn="l"/>
              </a:tabLst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−−</a:t>
            </a:r>
            <a:r>
              <a:rPr dirty="0" sz="1700" spc="5">
                <a:latin typeface="Arial"/>
                <a:cs typeface="Arial"/>
              </a:rPr>
              <a:t>;}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210">
                <a:latin typeface="Arial"/>
                <a:cs typeface="Arial"/>
              </a:rPr>
              <a:t>x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2410">
              <a:lnSpc>
                <a:spcPct val="100000"/>
              </a:lnSpc>
              <a:spcBef>
                <a:spcPts val="605"/>
              </a:spcBef>
              <a:tabLst>
                <a:tab pos="1009650" algn="l"/>
              </a:tabLst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R</a:t>
            </a:r>
            <a:r>
              <a:rPr dirty="0" sz="1700" spc="-114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-10">
                <a:latin typeface="Arial"/>
                <a:cs typeface="Arial"/>
              </a:rPr>
              <a:t>TipoTabel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1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  <a:tabLst>
                <a:tab pos="1646555" algn="l"/>
                <a:tab pos="1844675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5">
                <a:latin typeface="Arial"/>
                <a:cs typeface="Arial"/>
              </a:rPr>
              <a:t>tabel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chei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9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14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100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9" y="339966"/>
            <a:ext cx="1022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15680" cy="3832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1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19770" cy="4631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marR="131445">
              <a:lnSpc>
                <a:spcPct val="119700"/>
              </a:lnSpc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índ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reto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nad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 startAt="2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algn="just" lvl="2" marL="1114425" marR="5080" indent="-262255">
              <a:lnSpc>
                <a:spcPct val="119700"/>
              </a:lnSpc>
              <a:spcBef>
                <a:spcPts val="270"/>
              </a:spcBef>
              <a:buFont typeface="Times New Roman"/>
              <a:buChar char="–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2" marL="1114425" marR="74295" indent="-262255">
              <a:lnSpc>
                <a:spcPct val="119700"/>
              </a:lnSpc>
              <a:buFont typeface="Times New Roman"/>
              <a:buChar char="–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481195" cy="1068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85844" y="2107854"/>
            <a:ext cx="1341755" cy="1373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75">
                <a:latin typeface="Georgia"/>
                <a:cs typeface="Georgia"/>
              </a:rPr>
              <a:t>h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-50">
                <a:latin typeface="Georgia"/>
                <a:cs typeface="Georgia"/>
              </a:rPr>
              <a:t>p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45">
                <a:latin typeface="Georgia"/>
                <a:cs typeface="Georgia"/>
              </a:rPr>
              <a:t> 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s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80">
                <a:latin typeface="Georgia"/>
                <a:cs typeface="Georgia"/>
              </a:rPr>
              <a:t>m</a:t>
            </a:r>
            <a:r>
              <a:rPr dirty="0" sz="2050" spc="-969">
                <a:latin typeface="Georgia"/>
                <a:cs typeface="Georgia"/>
              </a:rPr>
              <a:t>´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95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0432" y="2244381"/>
            <a:ext cx="2125980" cy="12369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815321"/>
            <a:ext cx="7711440" cy="1678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3578225">
              <a:lnSpc>
                <a:spcPct val="100000"/>
              </a:lnSpc>
              <a:spcBef>
                <a:spcPts val="700"/>
              </a:spcBef>
            </a:pP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baseline="34979" sz="2025" spc="60">
                <a:latin typeface="Lucida Sans Unicode"/>
                <a:cs typeface="Lucida Sans Unicode"/>
              </a:rPr>
              <a:t>′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62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2</a:t>
            </a:r>
            <a:r>
              <a:rPr dirty="0" sz="2050" spc="5" b="1">
                <a:latin typeface="Arial"/>
                <a:cs typeface="Arial"/>
              </a:rPr>
              <a:t>5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15680" cy="5702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5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 b="1">
                <a:latin typeface="Arial"/>
                <a:cs typeface="Arial"/>
              </a:rPr>
              <a:t>Se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5" b="1">
                <a:latin typeface="Arial"/>
                <a:cs typeface="Arial"/>
              </a:rPr>
              <a:t> 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endParaRPr sz="2050">
              <a:latin typeface="Arial"/>
              <a:cs typeface="Arial"/>
            </a:endParaRPr>
          </a:p>
          <a:p>
            <a:pPr lvl="1" marL="852169" marR="169545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00660" indent="-349885">
              <a:lnSpc>
                <a:spcPct val="119700"/>
              </a:lnSpc>
              <a:spcBef>
                <a:spcPts val="700"/>
              </a:spcBef>
              <a:buFont typeface="Arial"/>
              <a:buAutoNum type="arabicPeriod"/>
              <a:tabLst>
                <a:tab pos="852805" algn="l"/>
                <a:tab pos="3333750" algn="l"/>
              </a:tabLst>
            </a:pPr>
            <a:r>
              <a:rPr dirty="0" sz="2050" spc="5" b="1">
                <a:latin typeface="Arial"/>
                <a:cs typeface="Arial"/>
              </a:rPr>
              <a:t>Se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endParaRPr sz="2050">
              <a:latin typeface="Arial"/>
              <a:cs typeface="Arial"/>
            </a:endParaRPr>
          </a:p>
          <a:p>
            <a:pPr lvl="1" marL="852169" marR="303530" indent="-349885">
              <a:lnSpc>
                <a:spcPct val="119700"/>
              </a:lnSpc>
              <a:spcBef>
                <a:spcPts val="700"/>
              </a:spcBef>
              <a:buFont typeface="Arial"/>
              <a:buAutoNum type="arabicPeriod"/>
              <a:tabLst>
                <a:tab pos="852805" algn="l"/>
              </a:tabLst>
            </a:pPr>
            <a:r>
              <a:rPr dirty="0" sz="2050" spc="5" b="1">
                <a:latin typeface="Arial"/>
                <a:cs typeface="Arial"/>
              </a:rPr>
              <a:t>Se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696595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936490" cy="20853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Binari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-10">
                <a:latin typeface="Arial"/>
                <a:cs typeface="Arial"/>
              </a:rPr>
              <a:t>TipoTabel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  <a:tabLst>
                <a:tab pos="1424940" algn="l"/>
                <a:tab pos="227266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  <a:tabLst>
                <a:tab pos="55562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6210" y="3022409"/>
            <a:ext cx="3329304" cy="2698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endParaRPr sz="17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6854">
              <a:lnSpc>
                <a:spcPct val="100000"/>
              </a:lnSpc>
              <a:spcBef>
                <a:spcPts val="675"/>
              </a:spcBef>
            </a:pP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8279">
              <a:lnSpc>
                <a:spcPct val="100000"/>
              </a:lnSpc>
              <a:spcBef>
                <a:spcPts val="675"/>
              </a:spcBef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algn="ctr" marR="85090">
              <a:lnSpc>
                <a:spcPct val="100000"/>
              </a:lnSpc>
              <a:spcBef>
                <a:spcPts val="675"/>
              </a:spcBef>
              <a:tabLst>
                <a:tab pos="216535" algn="l"/>
                <a:tab pos="39751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40715" marR="5080" indent="40640">
              <a:lnSpc>
                <a:spcPts val="2720"/>
              </a:lnSpc>
              <a:spcBef>
                <a:spcPts val="200"/>
              </a:spcBef>
              <a:tabLst>
                <a:tab pos="98361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470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8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496" y="5782411"/>
            <a:ext cx="5881370" cy="1305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323215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L="438150">
              <a:lnSpc>
                <a:spcPct val="100000"/>
              </a:lnSpc>
              <a:spcBef>
                <a:spcPts val="675"/>
              </a:spcBef>
              <a:tabLst>
                <a:tab pos="739775" algn="l"/>
                <a:tab pos="408305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95">
                <a:latin typeface="Arial"/>
                <a:cs typeface="Arial"/>
              </a:rPr>
              <a:t> </a:t>
            </a:r>
            <a:r>
              <a:rPr dirty="0" sz="1700" spc="-295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85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90170" y="3112147"/>
            <a:ext cx="301688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G: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31330" y="3645801"/>
            <a:ext cx="3028315" cy="1386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29209">
              <a:lnSpc>
                <a:spcPct val="100000"/>
              </a:lnSpc>
              <a:tabLst>
                <a:tab pos="395605" algn="l"/>
                <a:tab pos="797560" algn="l"/>
                <a:tab pos="1212215" algn="l"/>
                <a:tab pos="1619885" algn="l"/>
                <a:tab pos="2016125" algn="l"/>
                <a:tab pos="2430145" algn="l"/>
                <a:tab pos="2856230" algn="l"/>
              </a:tabLst>
            </a:pPr>
            <a:r>
              <a:rPr dirty="0" sz="1700" spc="10">
                <a:latin typeface="Times New Roman"/>
                <a:cs typeface="Times New Roman"/>
              </a:rPr>
              <a:t>1</a:t>
            </a:r>
            <a:r>
              <a:rPr dirty="0" sz="1700" spc="10">
                <a:latin typeface="Times New Roman"/>
                <a:cs typeface="Times New Roman"/>
              </a:rPr>
              <a:t>	</a:t>
            </a:r>
            <a:r>
              <a:rPr dirty="0" sz="1700" spc="10">
                <a:latin typeface="Times New Roman"/>
                <a:cs typeface="Times New Roman"/>
              </a:rPr>
              <a:t>2</a:t>
            </a:r>
            <a:r>
              <a:rPr dirty="0" sz="1700" spc="10">
                <a:latin typeface="Times New Roman"/>
                <a:cs typeface="Times New Roman"/>
              </a:rPr>
              <a:t>	</a:t>
            </a:r>
            <a:r>
              <a:rPr dirty="0" sz="1700" spc="10">
                <a:latin typeface="Times New Roman"/>
                <a:cs typeface="Times New Roman"/>
              </a:rPr>
              <a:t>3</a:t>
            </a:r>
            <a:r>
              <a:rPr dirty="0" sz="1700" spc="10">
                <a:latin typeface="Times New Roman"/>
                <a:cs typeface="Times New Roman"/>
              </a:rPr>
              <a:t>	</a:t>
            </a:r>
            <a:r>
              <a:rPr dirty="0" sz="1700" spc="10">
                <a:latin typeface="Times New Roman"/>
                <a:cs typeface="Times New Roman"/>
              </a:rPr>
              <a:t>4</a:t>
            </a:r>
            <a:r>
              <a:rPr dirty="0" sz="1700" spc="10">
                <a:latin typeface="Times New Roman"/>
                <a:cs typeface="Times New Roman"/>
              </a:rPr>
              <a:t>	</a:t>
            </a:r>
            <a:r>
              <a:rPr dirty="0" sz="1700" spc="10">
                <a:latin typeface="Times New Roman"/>
                <a:cs typeface="Times New Roman"/>
              </a:rPr>
              <a:t>5</a:t>
            </a:r>
            <a:r>
              <a:rPr dirty="0" sz="1700" spc="10">
                <a:latin typeface="Times New Roman"/>
                <a:cs typeface="Times New Roman"/>
              </a:rPr>
              <a:t>	</a:t>
            </a:r>
            <a:r>
              <a:rPr dirty="0" sz="1700" spc="10">
                <a:latin typeface="Times New Roman"/>
                <a:cs typeface="Times New Roman"/>
              </a:rPr>
              <a:t>6</a:t>
            </a:r>
            <a:r>
              <a:rPr dirty="0" sz="1700" spc="10">
                <a:latin typeface="Times New Roman"/>
                <a:cs typeface="Times New Roman"/>
              </a:rPr>
              <a:t>	</a:t>
            </a:r>
            <a:r>
              <a:rPr dirty="0" sz="1700" spc="10">
                <a:latin typeface="Times New Roman"/>
                <a:cs typeface="Times New Roman"/>
              </a:rPr>
              <a:t>7</a:t>
            </a:r>
            <a:r>
              <a:rPr dirty="0" sz="1700" spc="10">
                <a:latin typeface="Times New Roman"/>
                <a:cs typeface="Times New Roman"/>
              </a:rPr>
              <a:t>	</a:t>
            </a:r>
            <a:r>
              <a:rPr dirty="0" sz="1700" spc="10"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885"/>
              </a:spcBef>
              <a:tabLst>
                <a:tab pos="395605" algn="l"/>
                <a:tab pos="791210" algn="l"/>
                <a:tab pos="1199515" algn="l"/>
                <a:tab pos="1619885" algn="l"/>
                <a:tab pos="2016125" algn="l"/>
                <a:tab pos="2418080" algn="l"/>
                <a:tab pos="2844165" algn="l"/>
              </a:tabLst>
            </a:pP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spc="10" i="1">
                <a:latin typeface="Times New Roman"/>
                <a:cs typeface="Times New Roman"/>
              </a:rPr>
              <a:t>	</a:t>
            </a:r>
            <a:r>
              <a:rPr dirty="0" sz="1700" spc="10" i="1">
                <a:latin typeface="Times New Roman"/>
                <a:cs typeface="Times New Roman"/>
              </a:rPr>
              <a:t>B</a:t>
            </a:r>
            <a:r>
              <a:rPr dirty="0" sz="1700" spc="10" i="1">
                <a:latin typeface="Times New Roman"/>
                <a:cs typeface="Times New Roman"/>
              </a:rPr>
              <a:t>	</a:t>
            </a:r>
            <a:r>
              <a:rPr dirty="0" sz="1700" spc="10" i="1">
                <a:latin typeface="Times New Roman"/>
                <a:cs typeface="Times New Roman"/>
              </a:rPr>
              <a:t>C</a:t>
            </a:r>
            <a:r>
              <a:rPr dirty="0" sz="1700" spc="10" i="1">
                <a:latin typeface="Times New Roman"/>
                <a:cs typeface="Times New Roman"/>
              </a:rPr>
              <a:t>	</a:t>
            </a:r>
            <a:r>
              <a:rPr dirty="0" sz="1700" spc="15" b="1" i="1">
                <a:latin typeface="Arial"/>
                <a:cs typeface="Arial"/>
              </a:rPr>
              <a:t>D</a:t>
            </a:r>
            <a:r>
              <a:rPr dirty="0" sz="1700" spc="15" b="1" i="1">
                <a:latin typeface="Arial"/>
                <a:cs typeface="Arial"/>
              </a:rPr>
              <a:t>	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10" i="1">
                <a:latin typeface="Times New Roman"/>
                <a:cs typeface="Times New Roman"/>
              </a:rPr>
              <a:t>	</a:t>
            </a:r>
            <a:r>
              <a:rPr dirty="0" sz="1700" spc="10" i="1">
                <a:latin typeface="Times New Roman"/>
                <a:cs typeface="Times New Roman"/>
              </a:rPr>
              <a:t>F</a:t>
            </a:r>
            <a:r>
              <a:rPr dirty="0" sz="1700" spc="10" i="1">
                <a:latin typeface="Times New Roman"/>
                <a:cs typeface="Times New Roman"/>
              </a:rPr>
              <a:t>	</a:t>
            </a:r>
            <a:r>
              <a:rPr dirty="0" sz="1700" spc="15" i="1">
                <a:latin typeface="Times New Roman"/>
                <a:cs typeface="Times New Roman"/>
              </a:rPr>
              <a:t>G</a:t>
            </a:r>
            <a:r>
              <a:rPr dirty="0" sz="1700" spc="15" i="1">
                <a:latin typeface="Times New Roman"/>
                <a:cs typeface="Times New Roman"/>
              </a:rPr>
              <a:t>	</a:t>
            </a:r>
            <a:r>
              <a:rPr dirty="0" sz="1700" spc="15" i="1">
                <a:latin typeface="Times New Roman"/>
                <a:cs typeface="Times New Roman"/>
              </a:rPr>
              <a:t>H</a:t>
            </a:r>
            <a:endParaRPr sz="17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885"/>
              </a:spcBef>
              <a:tabLst>
                <a:tab pos="395605" algn="l"/>
                <a:tab pos="797560" algn="l"/>
                <a:tab pos="1224280" algn="l"/>
              </a:tabLst>
            </a:pP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10" i="1">
                <a:latin typeface="Times New Roman"/>
                <a:cs typeface="Times New Roman"/>
              </a:rPr>
              <a:t>	</a:t>
            </a:r>
            <a:r>
              <a:rPr dirty="0" sz="1700" spc="10" b="1" i="1">
                <a:latin typeface="Arial"/>
                <a:cs typeface="Arial"/>
              </a:rPr>
              <a:t>F</a:t>
            </a:r>
            <a:r>
              <a:rPr dirty="0" sz="1700" spc="10" b="1" i="1">
                <a:latin typeface="Arial"/>
                <a:cs typeface="Arial"/>
              </a:rPr>
              <a:t>	</a:t>
            </a:r>
            <a:r>
              <a:rPr dirty="0" sz="1700" spc="15" i="1">
                <a:latin typeface="Times New Roman"/>
                <a:cs typeface="Times New Roman"/>
              </a:rPr>
              <a:t>G</a:t>
            </a:r>
            <a:r>
              <a:rPr dirty="0" sz="1700" spc="15" i="1">
                <a:latin typeface="Times New Roman"/>
                <a:cs typeface="Times New Roman"/>
              </a:rPr>
              <a:t>	</a:t>
            </a:r>
            <a:r>
              <a:rPr dirty="0" sz="1700" spc="15" i="1">
                <a:latin typeface="Times New Roman"/>
                <a:cs typeface="Times New Roman"/>
              </a:rPr>
              <a:t>H</a:t>
            </a:r>
            <a:endParaRPr sz="17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885"/>
              </a:spcBef>
              <a:tabLst>
                <a:tab pos="432434" algn="l"/>
              </a:tabLst>
            </a:pPr>
            <a:r>
              <a:rPr dirty="0" sz="1700" spc="15" b="1" i="1">
                <a:latin typeface="Arial"/>
                <a:cs typeface="Arial"/>
              </a:rPr>
              <a:t>G</a:t>
            </a:r>
            <a:r>
              <a:rPr dirty="0" sz="1700" spc="15" b="1" i="1">
                <a:latin typeface="Arial"/>
                <a:cs typeface="Arial"/>
              </a:rPr>
              <a:t>	</a:t>
            </a:r>
            <a:r>
              <a:rPr dirty="0" sz="1700" spc="15" i="1">
                <a:latin typeface="Times New Roman"/>
                <a:cs typeface="Times New Roman"/>
              </a:rPr>
              <a:t>H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98880" y="862672"/>
            <a:ext cx="8649970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396875" indent="-262255">
              <a:lnSpc>
                <a:spcPct val="100000"/>
              </a:lnSpc>
              <a:buFont typeface="Lucida Sans Unicode"/>
              <a:buChar char="•"/>
              <a:tabLst>
                <a:tab pos="39751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39687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3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39687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397510" algn="l"/>
              </a:tabLst>
            </a:pP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396875" marR="240665">
              <a:lnSpc>
                <a:spcPct val="119700"/>
              </a:lnSpc>
            </a:pP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tabe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sl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tro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egu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396875" marR="8794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39751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â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5505" cy="420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14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Ac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cili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38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4328"/>
            <a:ext cx="7586345" cy="10109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38178" y="2124252"/>
            <a:ext cx="379095" cy="351790"/>
          </a:xfrm>
          <a:custGeom>
            <a:avLst/>
            <a:gdLst/>
            <a:ahLst/>
            <a:cxnLst/>
            <a:rect l="l" t="t" r="r" b="b"/>
            <a:pathLst>
              <a:path w="379095" h="351789">
                <a:moveTo>
                  <a:pt x="378574" y="175768"/>
                </a:moveTo>
                <a:lnTo>
                  <a:pt x="373414" y="134842"/>
                </a:lnTo>
                <a:lnTo>
                  <a:pt x="358732" y="97346"/>
                </a:lnTo>
                <a:lnTo>
                  <a:pt x="335718" y="64387"/>
                </a:lnTo>
                <a:lnTo>
                  <a:pt x="305566" y="37071"/>
                </a:lnTo>
                <a:lnTo>
                  <a:pt x="269468" y="16507"/>
                </a:lnTo>
                <a:lnTo>
                  <a:pt x="228618" y="3801"/>
                </a:lnTo>
                <a:lnTo>
                  <a:pt x="189280" y="0"/>
                </a:lnTo>
                <a:lnTo>
                  <a:pt x="184238" y="61"/>
                </a:lnTo>
                <a:lnTo>
                  <a:pt x="145207" y="4790"/>
                </a:lnTo>
                <a:lnTo>
                  <a:pt x="104828" y="18424"/>
                </a:lnTo>
                <a:lnTo>
                  <a:pt x="69334" y="39793"/>
                </a:lnTo>
                <a:lnTo>
                  <a:pt x="39919" y="67790"/>
                </a:lnTo>
                <a:lnTo>
                  <a:pt x="17775" y="101309"/>
                </a:lnTo>
                <a:lnTo>
                  <a:pt x="4093" y="139240"/>
                </a:lnTo>
                <a:lnTo>
                  <a:pt x="0" y="175768"/>
                </a:lnTo>
                <a:lnTo>
                  <a:pt x="65" y="180450"/>
                </a:lnTo>
                <a:lnTo>
                  <a:pt x="6341" y="221049"/>
                </a:lnTo>
                <a:lnTo>
                  <a:pt x="22006" y="258095"/>
                </a:lnTo>
                <a:lnTo>
                  <a:pt x="45870" y="290482"/>
                </a:lnTo>
                <a:lnTo>
                  <a:pt x="76738" y="317103"/>
                </a:lnTo>
                <a:lnTo>
                  <a:pt x="113421" y="336848"/>
                </a:lnTo>
                <a:lnTo>
                  <a:pt x="149943" y="347734"/>
                </a:lnTo>
                <a:lnTo>
                  <a:pt x="189280" y="351536"/>
                </a:lnTo>
                <a:lnTo>
                  <a:pt x="194323" y="351474"/>
                </a:lnTo>
                <a:lnTo>
                  <a:pt x="233354" y="346745"/>
                </a:lnTo>
                <a:lnTo>
                  <a:pt x="273735" y="333111"/>
                </a:lnTo>
                <a:lnTo>
                  <a:pt x="309231" y="311742"/>
                </a:lnTo>
                <a:lnTo>
                  <a:pt x="338649" y="283745"/>
                </a:lnTo>
                <a:lnTo>
                  <a:pt x="360796" y="250226"/>
                </a:lnTo>
                <a:lnTo>
                  <a:pt x="374480" y="212295"/>
                </a:lnTo>
                <a:lnTo>
                  <a:pt x="378574" y="17576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75417" y="3057156"/>
            <a:ext cx="392430" cy="419734"/>
          </a:xfrm>
          <a:custGeom>
            <a:avLst/>
            <a:gdLst/>
            <a:ahLst/>
            <a:cxnLst/>
            <a:rect l="l" t="t" r="r" b="b"/>
            <a:pathLst>
              <a:path w="392429" h="419735">
                <a:moveTo>
                  <a:pt x="392099" y="0"/>
                </a:moveTo>
                <a:lnTo>
                  <a:pt x="0" y="41913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75417" y="3476294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 h="0">
                <a:moveTo>
                  <a:pt x="0" y="0"/>
                </a:moveTo>
                <a:lnTo>
                  <a:pt x="824750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67517" y="3057156"/>
            <a:ext cx="419734" cy="405765"/>
          </a:xfrm>
          <a:custGeom>
            <a:avLst/>
            <a:gdLst/>
            <a:ahLst/>
            <a:cxnLst/>
            <a:rect l="l" t="t" r="r" b="b"/>
            <a:pathLst>
              <a:path w="419735" h="405764">
                <a:moveTo>
                  <a:pt x="0" y="0"/>
                </a:moveTo>
                <a:lnTo>
                  <a:pt x="419125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16993" y="3057156"/>
            <a:ext cx="500380" cy="405765"/>
          </a:xfrm>
          <a:custGeom>
            <a:avLst/>
            <a:gdLst/>
            <a:ahLst/>
            <a:cxnLst/>
            <a:rect l="l" t="t" r="r" b="b"/>
            <a:pathLst>
              <a:path w="500379" h="405764">
                <a:moveTo>
                  <a:pt x="500265" y="0"/>
                </a:moveTo>
                <a:lnTo>
                  <a:pt x="0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16993" y="3462769"/>
            <a:ext cx="960119" cy="0"/>
          </a:xfrm>
          <a:custGeom>
            <a:avLst/>
            <a:gdLst/>
            <a:ahLst/>
            <a:cxnLst/>
            <a:rect l="l" t="t" r="r" b="b"/>
            <a:pathLst>
              <a:path w="960120" h="0">
                <a:moveTo>
                  <a:pt x="0" y="0"/>
                </a:moveTo>
                <a:lnTo>
                  <a:pt x="959954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17259" y="3057156"/>
            <a:ext cx="473709" cy="405765"/>
          </a:xfrm>
          <a:custGeom>
            <a:avLst/>
            <a:gdLst/>
            <a:ahLst/>
            <a:cxnLst/>
            <a:rect l="l" t="t" r="r" b="b"/>
            <a:pathLst>
              <a:path w="473709" h="405764">
                <a:moveTo>
                  <a:pt x="0" y="0"/>
                </a:moveTo>
                <a:lnTo>
                  <a:pt x="473214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187721" y="2146046"/>
            <a:ext cx="162560" cy="239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10" b="1">
                <a:latin typeface="Arial"/>
                <a:cs typeface="Arial"/>
              </a:rPr>
              <a:t>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4253" y="3146564"/>
            <a:ext cx="151765" cy="239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10" b="1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526" y="3146564"/>
            <a:ext cx="162560" cy="239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00" spc="-10" b="1"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7517" y="2475788"/>
            <a:ext cx="906144" cy="581660"/>
          </a:xfrm>
          <a:custGeom>
            <a:avLst/>
            <a:gdLst/>
            <a:ahLst/>
            <a:cxnLst/>
            <a:rect l="l" t="t" r="r" b="b"/>
            <a:pathLst>
              <a:path w="906145" h="581660">
                <a:moveTo>
                  <a:pt x="905865" y="0"/>
                </a:moveTo>
                <a:lnTo>
                  <a:pt x="0" y="581367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67517" y="2975991"/>
            <a:ext cx="106045" cy="81280"/>
          </a:xfrm>
          <a:custGeom>
            <a:avLst/>
            <a:gdLst/>
            <a:ahLst/>
            <a:cxnLst/>
            <a:rect l="l" t="t" r="r" b="b"/>
            <a:pathLst>
              <a:path w="106045" h="81280">
                <a:moveTo>
                  <a:pt x="0" y="81165"/>
                </a:moveTo>
                <a:lnTo>
                  <a:pt x="105625" y="45504"/>
                </a:lnTo>
                <a:lnTo>
                  <a:pt x="76415" y="0"/>
                </a:lnTo>
                <a:lnTo>
                  <a:pt x="0" y="81165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68023" y="2475788"/>
            <a:ext cx="1136015" cy="554355"/>
          </a:xfrm>
          <a:custGeom>
            <a:avLst/>
            <a:gdLst/>
            <a:ahLst/>
            <a:cxnLst/>
            <a:rect l="l" t="t" r="r" b="b"/>
            <a:pathLst>
              <a:path w="1136014" h="554355">
                <a:moveTo>
                  <a:pt x="0" y="0"/>
                </a:moveTo>
                <a:lnTo>
                  <a:pt x="1135710" y="554329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94666" y="2958376"/>
            <a:ext cx="109220" cy="71755"/>
          </a:xfrm>
          <a:custGeom>
            <a:avLst/>
            <a:gdLst/>
            <a:ahLst/>
            <a:cxnLst/>
            <a:rect l="l" t="t" r="r" b="b"/>
            <a:pathLst>
              <a:path w="109220" h="71755">
                <a:moveTo>
                  <a:pt x="109067" y="71742"/>
                </a:moveTo>
                <a:lnTo>
                  <a:pt x="23723" y="0"/>
                </a:lnTo>
                <a:lnTo>
                  <a:pt x="0" y="48602"/>
                </a:lnTo>
                <a:lnTo>
                  <a:pt x="109067" y="71742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83613" y="3842067"/>
            <a:ext cx="315023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ant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42551" y="4484992"/>
            <a:ext cx="368935" cy="394335"/>
          </a:xfrm>
          <a:custGeom>
            <a:avLst/>
            <a:gdLst/>
            <a:ahLst/>
            <a:cxnLst/>
            <a:rect l="l" t="t" r="r" b="b"/>
            <a:pathLst>
              <a:path w="368935" h="394335">
                <a:moveTo>
                  <a:pt x="368757" y="0"/>
                </a:moveTo>
                <a:lnTo>
                  <a:pt x="0" y="394195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17126" y="4891900"/>
            <a:ext cx="941069" cy="0"/>
          </a:xfrm>
          <a:custGeom>
            <a:avLst/>
            <a:gdLst/>
            <a:ahLst/>
            <a:cxnLst/>
            <a:rect l="l" t="t" r="r" b="b"/>
            <a:pathLst>
              <a:path w="941070" h="0">
                <a:moveTo>
                  <a:pt x="0" y="0"/>
                </a:moveTo>
                <a:lnTo>
                  <a:pt x="940968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336747" y="4472279"/>
            <a:ext cx="521970" cy="407034"/>
          </a:xfrm>
          <a:custGeom>
            <a:avLst/>
            <a:gdLst/>
            <a:ahLst/>
            <a:cxnLst/>
            <a:rect l="l" t="t" r="r" b="b"/>
            <a:pathLst>
              <a:path w="521970" h="407035">
                <a:moveTo>
                  <a:pt x="0" y="0"/>
                </a:moveTo>
                <a:lnTo>
                  <a:pt x="521347" y="40690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66729" y="4535855"/>
            <a:ext cx="203835" cy="165735"/>
          </a:xfrm>
          <a:custGeom>
            <a:avLst/>
            <a:gdLst/>
            <a:ahLst/>
            <a:cxnLst/>
            <a:rect l="l" t="t" r="r" b="b"/>
            <a:pathLst>
              <a:path w="203835" h="165735">
                <a:moveTo>
                  <a:pt x="203454" y="0"/>
                </a:moveTo>
                <a:lnTo>
                  <a:pt x="0" y="165303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366729" y="4701158"/>
            <a:ext cx="216535" cy="114935"/>
          </a:xfrm>
          <a:custGeom>
            <a:avLst/>
            <a:gdLst/>
            <a:ahLst/>
            <a:cxnLst/>
            <a:rect l="l" t="t" r="r" b="b"/>
            <a:pathLst>
              <a:path w="216535" h="114935">
                <a:moveTo>
                  <a:pt x="0" y="0"/>
                </a:moveTo>
                <a:lnTo>
                  <a:pt x="216166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97803" y="4510430"/>
            <a:ext cx="229235" cy="191135"/>
          </a:xfrm>
          <a:custGeom>
            <a:avLst/>
            <a:gdLst/>
            <a:ahLst/>
            <a:cxnLst/>
            <a:rect l="l" t="t" r="r" b="b"/>
            <a:pathLst>
              <a:path w="229235" h="191135">
                <a:moveTo>
                  <a:pt x="228879" y="0"/>
                </a:moveTo>
                <a:lnTo>
                  <a:pt x="0" y="19072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97803" y="4701158"/>
            <a:ext cx="267335" cy="114935"/>
          </a:xfrm>
          <a:custGeom>
            <a:avLst/>
            <a:gdLst/>
            <a:ahLst/>
            <a:cxnLst/>
            <a:rect l="l" t="t" r="r" b="b"/>
            <a:pathLst>
              <a:path w="267335" h="114935">
                <a:moveTo>
                  <a:pt x="0" y="0"/>
                </a:moveTo>
                <a:lnTo>
                  <a:pt x="267030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75195" y="4421416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4" h="356235">
                <a:moveTo>
                  <a:pt x="356044" y="0"/>
                </a:moveTo>
                <a:lnTo>
                  <a:pt x="0" y="356044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75195" y="4777460"/>
            <a:ext cx="763270" cy="0"/>
          </a:xfrm>
          <a:custGeom>
            <a:avLst/>
            <a:gdLst/>
            <a:ahLst/>
            <a:cxnLst/>
            <a:rect l="l" t="t" r="r" b="b"/>
            <a:pathLst>
              <a:path w="763270" h="0">
                <a:moveTo>
                  <a:pt x="0" y="0"/>
                </a:moveTo>
                <a:lnTo>
                  <a:pt x="762952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431240" y="4408703"/>
            <a:ext cx="419734" cy="368935"/>
          </a:xfrm>
          <a:custGeom>
            <a:avLst/>
            <a:gdLst/>
            <a:ahLst/>
            <a:cxnLst/>
            <a:rect l="l" t="t" r="r" b="b"/>
            <a:pathLst>
              <a:path w="419734" h="368935">
                <a:moveTo>
                  <a:pt x="0" y="0"/>
                </a:moveTo>
                <a:lnTo>
                  <a:pt x="419620" y="368757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67820" y="4408703"/>
            <a:ext cx="407034" cy="432434"/>
          </a:xfrm>
          <a:custGeom>
            <a:avLst/>
            <a:gdLst/>
            <a:ahLst/>
            <a:cxnLst/>
            <a:rect l="l" t="t" r="r" b="b"/>
            <a:pathLst>
              <a:path w="407035" h="432435">
                <a:moveTo>
                  <a:pt x="406908" y="216166"/>
                </a:moveTo>
                <a:lnTo>
                  <a:pt x="403629" y="177308"/>
                </a:lnTo>
                <a:lnTo>
                  <a:pt x="392591" y="136355"/>
                </a:lnTo>
                <a:lnTo>
                  <a:pt x="374559" y="99165"/>
                </a:lnTo>
                <a:lnTo>
                  <a:pt x="350350" y="66605"/>
                </a:lnTo>
                <a:lnTo>
                  <a:pt x="320784" y="39545"/>
                </a:lnTo>
                <a:lnTo>
                  <a:pt x="286678" y="18854"/>
                </a:lnTo>
                <a:lnTo>
                  <a:pt x="248851" y="5401"/>
                </a:lnTo>
                <a:lnTo>
                  <a:pt x="208123" y="55"/>
                </a:lnTo>
                <a:lnTo>
                  <a:pt x="203454" y="0"/>
                </a:lnTo>
                <a:lnTo>
                  <a:pt x="198784" y="55"/>
                </a:lnTo>
                <a:lnTo>
                  <a:pt x="158056" y="5401"/>
                </a:lnTo>
                <a:lnTo>
                  <a:pt x="120229" y="18854"/>
                </a:lnTo>
                <a:lnTo>
                  <a:pt x="86123" y="39545"/>
                </a:lnTo>
                <a:lnTo>
                  <a:pt x="56557" y="66605"/>
                </a:lnTo>
                <a:lnTo>
                  <a:pt x="32348" y="99165"/>
                </a:lnTo>
                <a:lnTo>
                  <a:pt x="14316" y="136355"/>
                </a:lnTo>
                <a:lnTo>
                  <a:pt x="3278" y="177308"/>
                </a:lnTo>
                <a:lnTo>
                  <a:pt x="0" y="216166"/>
                </a:lnTo>
                <a:lnTo>
                  <a:pt x="52" y="221127"/>
                </a:lnTo>
                <a:lnTo>
                  <a:pt x="4133" y="259730"/>
                </a:lnTo>
                <a:lnTo>
                  <a:pt x="15989" y="300306"/>
                </a:lnTo>
                <a:lnTo>
                  <a:pt x="34748" y="337025"/>
                </a:lnTo>
                <a:lnTo>
                  <a:pt x="59593" y="369017"/>
                </a:lnTo>
                <a:lnTo>
                  <a:pt x="89704" y="395414"/>
                </a:lnTo>
                <a:lnTo>
                  <a:pt x="124263" y="415345"/>
                </a:lnTo>
                <a:lnTo>
                  <a:pt x="162453" y="427941"/>
                </a:lnTo>
                <a:lnTo>
                  <a:pt x="203454" y="432333"/>
                </a:lnTo>
                <a:lnTo>
                  <a:pt x="208123" y="432277"/>
                </a:lnTo>
                <a:lnTo>
                  <a:pt x="248851" y="426931"/>
                </a:lnTo>
                <a:lnTo>
                  <a:pt x="286678" y="413476"/>
                </a:lnTo>
                <a:lnTo>
                  <a:pt x="320784" y="392784"/>
                </a:lnTo>
                <a:lnTo>
                  <a:pt x="350350" y="365723"/>
                </a:lnTo>
                <a:lnTo>
                  <a:pt x="374559" y="333162"/>
                </a:lnTo>
                <a:lnTo>
                  <a:pt x="392591" y="295972"/>
                </a:lnTo>
                <a:lnTo>
                  <a:pt x="403629" y="255021"/>
                </a:lnTo>
                <a:lnTo>
                  <a:pt x="406908" y="216166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260458" y="4570438"/>
            <a:ext cx="144145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20423" y="4494148"/>
            <a:ext cx="154305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3101" y="4481423"/>
            <a:ext cx="154305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00987" y="5174417"/>
            <a:ext cx="7595234" cy="1546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62585" marR="5080" indent="-349885">
              <a:lnSpc>
                <a:spcPct val="117100"/>
              </a:lnSpc>
              <a:buAutoNum type="arabicPeriod"/>
              <a:tabLst>
                <a:tab pos="36322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362585" marR="92075" indent="-349885">
              <a:lnSpc>
                <a:spcPct val="117000"/>
              </a:lnSpc>
              <a:spcBef>
                <a:spcPts val="575"/>
              </a:spcBef>
              <a:buAutoNum type="arabicPeriod"/>
              <a:tabLst>
                <a:tab pos="36322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4557"/>
            <a:ext cx="758634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646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59961" y="1597459"/>
            <a:ext cx="3437391" cy="21267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34142" y="2586139"/>
            <a:ext cx="12446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77053" y="2583510"/>
            <a:ext cx="12446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4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25197" y="2586139"/>
            <a:ext cx="12446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6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06912" y="2113369"/>
            <a:ext cx="12446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3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97967" y="2113369"/>
            <a:ext cx="12446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7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52440" y="1640611"/>
            <a:ext cx="12446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5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7769" y="3058909"/>
            <a:ext cx="12446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295" y="4126217"/>
            <a:ext cx="8297545" cy="2610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248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	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í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92735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5" b="1">
                <a:latin typeface="Arial"/>
                <a:cs typeface="Arial"/>
              </a:rPr>
              <a:t>ra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5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69320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897" y="832055"/>
            <a:ext cx="8568690" cy="49644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 marR="5080">
              <a:lnSpc>
                <a:spcPct val="1082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395"/>
              </a:spcBef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utu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dado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lon</a:t>
            </a:r>
            <a:r>
              <a:rPr dirty="0" sz="1700" spc="10" b="1">
                <a:latin typeface="Arial"/>
                <a:cs typeface="Arial"/>
              </a:rPr>
              <a:t>g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5464175" indent="-208915">
              <a:lnSpc>
                <a:spcPts val="2720"/>
              </a:lnSpc>
              <a:spcBef>
                <a:spcPts val="20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2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65">
                <a:latin typeface="Lucida Sans Unicode"/>
                <a:cs typeface="Lucida Sans Unicode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5888990" indent="-215265">
              <a:lnSpc>
                <a:spcPts val="2720"/>
              </a:lnSpc>
              <a:spcBef>
                <a:spcPts val="200"/>
              </a:spcBef>
              <a:tabLst>
                <a:tab pos="2276475" algn="l"/>
              </a:tabLst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2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14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541385" cy="6311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0" i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endParaRPr sz="245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950" marR="2673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16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25781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467359" algn="l"/>
                <a:tab pos="19494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present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arvor</a:t>
            </a:r>
            <a:r>
              <a:rPr dirty="0" sz="1700" spc="21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x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85">
                <a:latin typeface="Arial"/>
                <a:cs typeface="Arial"/>
              </a:rPr>
              <a:t>&gt;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1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3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x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85">
                <a:latin typeface="Arial"/>
                <a:cs typeface="Arial"/>
              </a:rPr>
              <a:t>&gt;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1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3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50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16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19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2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606790" cy="6110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ser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488950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6405" marR="2559050" indent="-196850">
              <a:lnSpc>
                <a:spcPts val="2650"/>
              </a:lnSpc>
              <a:spcBef>
                <a:spcPts val="18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10">
                <a:latin typeface="Arial"/>
                <a:cs typeface="Arial"/>
              </a:rPr>
              <a:t>r</a:t>
            </a:r>
            <a:r>
              <a:rPr dirty="0" sz="1700" spc="150">
                <a:latin typeface="Arial"/>
                <a:cs typeface="Arial"/>
              </a:rPr>
              <a:t>)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(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6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24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13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20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13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9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1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2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5585" marR="4756785" indent="21590">
              <a:lnSpc>
                <a:spcPct val="129700"/>
              </a:lnSpc>
              <a:tabLst>
                <a:tab pos="53784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1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2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788670" algn="l"/>
                <a:tab pos="2182495" algn="l"/>
                <a:tab pos="2378075" algn="l"/>
                <a:tab pos="3669029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j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exist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arvor</a:t>
            </a:r>
            <a:r>
              <a:rPr dirty="0" sz="1700" spc="21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0582" y="851928"/>
            <a:ext cx="7022465" cy="5725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za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0" b="1">
                <a:latin typeface="Arial"/>
                <a:cs typeface="Arial"/>
              </a:rPr>
              <a:t> </a:t>
            </a:r>
            <a:r>
              <a:rPr dirty="0" sz="1700" spc="170">
                <a:latin typeface="Arial"/>
                <a:cs typeface="Arial"/>
              </a:rPr>
              <a:t>Inicializ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85">
                <a:latin typeface="Lucida Sans Unicode"/>
                <a:cs typeface="Lucida Sans Unicode"/>
              </a:rPr>
              <a:t>∗</a:t>
            </a:r>
            <a:r>
              <a:rPr dirty="0" sz="1700" spc="75">
                <a:latin typeface="Arial"/>
                <a:cs typeface="Arial"/>
              </a:rPr>
              <a:t>Dicionari</a:t>
            </a:r>
            <a:r>
              <a:rPr dirty="0" sz="1700" spc="21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15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en</a:t>
            </a:r>
            <a:r>
              <a:rPr dirty="0" sz="1700" spc="195">
                <a:latin typeface="Arial"/>
                <a:cs typeface="Arial"/>
              </a:rPr>
              <a:t>d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70">
                <a:latin typeface="Arial"/>
                <a:cs typeface="Arial"/>
              </a:rPr>
              <a:t>Inicializ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1295"/>
              </a:spcBef>
            </a:pPr>
            <a:r>
              <a:rPr dirty="0" sz="1700" spc="-100">
                <a:latin typeface="Arial"/>
                <a:cs typeface="Arial"/>
              </a:rPr>
              <a:t>{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Lucida Sans Unicode"/>
                <a:cs typeface="Lucida Sans Unicode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t</a:t>
            </a:r>
            <a:r>
              <a:rPr dirty="0" sz="1700" spc="-25" i="1">
                <a:latin typeface="Times New Roman"/>
                <a:cs typeface="Times New Roman"/>
              </a:rPr>
              <a:t>r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aqu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a</a:t>
            </a:r>
            <a:r>
              <a:rPr dirty="0" sz="1700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de</a:t>
            </a:r>
            <a:r>
              <a:rPr dirty="0" sz="1700" spc="-45" i="1">
                <a:latin typeface="Times New Roman"/>
                <a:cs typeface="Times New Roman"/>
              </a:rPr>
              <a:t>f</a:t>
            </a:r>
            <a:r>
              <a:rPr dirty="0" sz="1700" spc="-50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çã</a:t>
            </a:r>
            <a:r>
              <a:rPr dirty="0" sz="1700" spc="10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do</a:t>
            </a:r>
            <a:r>
              <a:rPr dirty="0" sz="1700" spc="5" i="1">
                <a:latin typeface="Times New Roman"/>
                <a:cs typeface="Times New Roman"/>
              </a:rPr>
              <a:t>s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ti</a:t>
            </a:r>
            <a:r>
              <a:rPr dirty="0" sz="1700" spc="5" i="1">
                <a:latin typeface="Times New Roman"/>
                <a:cs typeface="Times New Roman"/>
              </a:rPr>
              <a:t>po</a:t>
            </a:r>
            <a:r>
              <a:rPr dirty="0" sz="1700" spc="5" i="1">
                <a:latin typeface="Times New Roman"/>
                <a:cs typeface="Times New Roman"/>
              </a:rPr>
              <a:t>s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15" i="1">
                <a:latin typeface="Times New Roman"/>
                <a:cs typeface="Times New Roman"/>
              </a:rPr>
              <a:t>m</a:t>
            </a:r>
            <a:r>
              <a:rPr dirty="0" sz="1700" spc="5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st</a:t>
            </a:r>
            <a:r>
              <a:rPr dirty="0" sz="1700" spc="-25" i="1">
                <a:latin typeface="Times New Roman"/>
                <a:cs typeface="Times New Roman"/>
              </a:rPr>
              <a:t>r</a:t>
            </a:r>
            <a:r>
              <a:rPr dirty="0" sz="1700" spc="5" i="1">
                <a:latin typeface="Times New Roman"/>
                <a:cs typeface="Times New Roman"/>
              </a:rPr>
              <a:t>ado</a:t>
            </a:r>
            <a:r>
              <a:rPr dirty="0" sz="1700" spc="5" i="1">
                <a:latin typeface="Times New Roman"/>
                <a:cs typeface="Times New Roman"/>
              </a:rPr>
              <a:t>s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n</a:t>
            </a:r>
            <a:r>
              <a:rPr dirty="0" sz="1700" spc="10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sli</a:t>
            </a:r>
            <a:r>
              <a:rPr dirty="0" sz="1700" spc="5" i="1">
                <a:latin typeface="Times New Roman"/>
                <a:cs typeface="Times New Roman"/>
              </a:rPr>
              <a:t>d</a:t>
            </a:r>
            <a:r>
              <a:rPr dirty="0" sz="1700" spc="5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1</a:t>
            </a:r>
            <a:r>
              <a:rPr dirty="0" sz="1700" spc="10" i="1">
                <a:latin typeface="Times New Roman"/>
                <a:cs typeface="Times New Roman"/>
              </a:rPr>
              <a:t>8</a:t>
            </a:r>
            <a:r>
              <a:rPr dirty="0" sz="1700" spc="-100" i="1">
                <a:latin typeface="Times New Roman"/>
                <a:cs typeface="Times New Roman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05"/>
              </a:spcBef>
            </a:pPr>
            <a:r>
              <a:rPr dirty="0" sz="1700" spc="-100">
                <a:latin typeface="Arial"/>
                <a:cs typeface="Arial"/>
              </a:rPr>
              <a:t>{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Lucida Sans Unicode"/>
                <a:cs typeface="Lucida Sans Unicode"/>
              </a:rPr>
              <a:t> </a:t>
            </a:r>
            <a:r>
              <a:rPr dirty="0" sz="1700" spc="10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t</a:t>
            </a:r>
            <a:r>
              <a:rPr dirty="0" sz="1700" spc="-25" i="1">
                <a:latin typeface="Times New Roman"/>
                <a:cs typeface="Times New Roman"/>
              </a:rPr>
              <a:t>r</a:t>
            </a:r>
            <a:r>
              <a:rPr dirty="0" sz="1700" spc="5" i="1">
                <a:latin typeface="Times New Roman"/>
                <a:cs typeface="Times New Roman"/>
              </a:rPr>
              <a:t>a</a:t>
            </a:r>
            <a:r>
              <a:rPr dirty="0" sz="1700" spc="15" i="1">
                <a:latin typeface="Times New Roman"/>
                <a:cs typeface="Times New Roman"/>
              </a:rPr>
              <a:t>m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aqu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s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p</a:t>
            </a:r>
            <a:r>
              <a:rPr dirty="0" sz="1700" spc="-75" i="1">
                <a:latin typeface="Times New Roman"/>
                <a:cs typeface="Times New Roman"/>
              </a:rPr>
              <a:t>r</a:t>
            </a:r>
            <a:r>
              <a:rPr dirty="0" sz="1700" spc="5" i="1">
                <a:latin typeface="Times New Roman"/>
                <a:cs typeface="Times New Roman"/>
              </a:rPr>
              <a:t>oced</a:t>
            </a:r>
            <a:r>
              <a:rPr dirty="0" sz="1700" spc="10" i="1">
                <a:latin typeface="Times New Roman"/>
                <a:cs typeface="Times New Roman"/>
              </a:rPr>
              <a:t>im</a:t>
            </a:r>
            <a:r>
              <a:rPr dirty="0" sz="1700" spc="5" i="1">
                <a:latin typeface="Times New Roman"/>
                <a:cs typeface="Times New Roman"/>
              </a:rPr>
              <a:t>en</a:t>
            </a:r>
            <a:r>
              <a:rPr dirty="0" sz="1700" spc="5" i="1">
                <a:latin typeface="Times New Roman"/>
                <a:cs typeface="Times New Roman"/>
              </a:rPr>
              <a:t>t</a:t>
            </a:r>
            <a:r>
              <a:rPr dirty="0" sz="1700" spc="5" i="1">
                <a:latin typeface="Times New Roman"/>
                <a:cs typeface="Times New Roman"/>
              </a:rPr>
              <a:t>o</a:t>
            </a:r>
            <a:r>
              <a:rPr dirty="0" sz="1700" spc="5" i="1">
                <a:latin typeface="Times New Roman"/>
                <a:cs typeface="Times New Roman"/>
              </a:rPr>
              <a:t>s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s</a:t>
            </a:r>
            <a:r>
              <a:rPr dirty="0" sz="1700" i="1">
                <a:latin typeface="Times New Roman"/>
                <a:cs typeface="Times New Roman"/>
              </a:rPr>
              <a:t>e</a:t>
            </a:r>
            <a:r>
              <a:rPr dirty="0" sz="1700" spc="-60" i="1">
                <a:latin typeface="Times New Roman"/>
                <a:cs typeface="Times New Roman"/>
              </a:rPr>
              <a:t>r</a:t>
            </a:r>
            <a:r>
              <a:rPr dirty="0" sz="1700" spc="5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e</a:t>
            </a:r>
            <a:r>
              <a:rPr dirty="0" sz="1700" spc="5" i="1">
                <a:latin typeface="Times New Roman"/>
                <a:cs typeface="Times New Roman"/>
              </a:rPr>
              <a:t> 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n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i="1">
                <a:latin typeface="Times New Roman"/>
                <a:cs typeface="Times New Roman"/>
              </a:rPr>
              <a:t>c</a:t>
            </a:r>
            <a:r>
              <a:rPr dirty="0" sz="1700" spc="5" i="1">
                <a:latin typeface="Times New Roman"/>
                <a:cs typeface="Times New Roman"/>
              </a:rPr>
              <a:t>i</a:t>
            </a:r>
            <a:r>
              <a:rPr dirty="0" sz="1700" spc="5" i="1">
                <a:latin typeface="Times New Roman"/>
                <a:cs typeface="Times New Roman"/>
              </a:rPr>
              <a:t>a</a:t>
            </a:r>
            <a:r>
              <a:rPr dirty="0" sz="1700" spc="5" i="1">
                <a:latin typeface="Times New Roman"/>
                <a:cs typeface="Times New Roman"/>
              </a:rPr>
              <a:t>liza</a:t>
            </a:r>
            <a:r>
              <a:rPr dirty="0" sz="1700" spc="-100" i="1">
                <a:latin typeface="Times New Roman"/>
                <a:cs typeface="Times New Roman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mai</a:t>
            </a:r>
            <a:r>
              <a:rPr dirty="0" sz="1700" spc="7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g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spc="180" b="1">
                <a:latin typeface="Arial"/>
                <a:cs typeface="Arial"/>
              </a:rPr>
              <a:t> </a:t>
            </a:r>
            <a:r>
              <a:rPr dirty="0" sz="1700" spc="-150">
                <a:latin typeface="Lucida Sans Unicode"/>
                <a:cs typeface="Lucida Sans Unicode"/>
              </a:rPr>
              <a:t>∗</a:t>
            </a:r>
            <a:r>
              <a:rPr dirty="0" sz="1700" spc="15">
                <a:latin typeface="Arial"/>
                <a:cs typeface="Arial"/>
              </a:rPr>
              <a:t>arg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8445" marR="2300605" indent="-208915">
              <a:lnSpc>
                <a:spcPct val="1297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70">
                <a:latin typeface="Arial"/>
                <a:cs typeface="Arial"/>
              </a:rPr>
              <a:t>Inicializ</a:t>
            </a:r>
            <a:r>
              <a:rPr dirty="0" sz="1700" spc="165">
                <a:latin typeface="Arial"/>
                <a:cs typeface="Arial"/>
              </a:rPr>
              <a:t>a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70">
                <a:latin typeface="Arial"/>
                <a:cs typeface="Arial"/>
              </a:rPr>
              <a:t>&amp;</a:t>
            </a:r>
            <a:r>
              <a:rPr dirty="0" sz="1700" spc="75">
                <a:latin typeface="Arial"/>
                <a:cs typeface="Arial"/>
              </a:rPr>
              <a:t>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3456940">
              <a:lnSpc>
                <a:spcPct val="100000"/>
              </a:lnSpc>
              <a:spcBef>
                <a:spcPts val="605"/>
              </a:spcBef>
            </a:pP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-40">
                <a:latin typeface="Arial"/>
                <a:cs typeface="Arial"/>
              </a:rPr>
              <a:t>d</a:t>
            </a:r>
            <a:r>
              <a:rPr dirty="0" sz="1700" spc="20">
                <a:latin typeface="Arial"/>
                <a:cs typeface="Arial"/>
              </a:rPr>
              <a:t>%</a:t>
            </a:r>
            <a:r>
              <a:rPr dirty="0" sz="1700" spc="-265">
                <a:latin typeface="Lucida Sans Unicode"/>
                <a:cs typeface="Lucida Sans Unicode"/>
              </a:rPr>
              <a:t>∗</a:t>
            </a:r>
            <a:r>
              <a:rPr dirty="0" sz="1700" spc="15">
                <a:latin typeface="Arial"/>
                <a:cs typeface="Arial"/>
              </a:rPr>
              <a:t>[</a:t>
            </a:r>
            <a:r>
              <a:rPr dirty="0" sz="1700" spc="15">
                <a:latin typeface="Arial"/>
                <a:cs typeface="Arial"/>
              </a:rPr>
              <a:t>^</a:t>
            </a:r>
            <a:r>
              <a:rPr dirty="0" sz="1700" spc="-40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&amp;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25" b="1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algn="ctr" marR="35394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5">
                <a:latin typeface="Arial"/>
                <a:cs typeface="Arial"/>
              </a:rPr>
              <a:t>x</a:t>
            </a:r>
            <a:r>
              <a:rPr dirty="0" sz="1700" spc="25">
                <a:latin typeface="Arial"/>
                <a:cs typeface="Arial"/>
              </a:rPr>
              <a:t>,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75">
                <a:latin typeface="Arial"/>
                <a:cs typeface="Arial"/>
              </a:rPr>
              <a:t>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2599690">
              <a:lnSpc>
                <a:spcPct val="100000"/>
              </a:lnSpc>
              <a:spcBef>
                <a:spcPts val="605"/>
              </a:spcBef>
            </a:pP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90">
                <a:latin typeface="Arial"/>
                <a:cs typeface="Arial"/>
              </a:rPr>
              <a:t>%</a:t>
            </a:r>
            <a:r>
              <a:rPr dirty="0" sz="1700" spc="-40">
                <a:latin typeface="Arial"/>
                <a:cs typeface="Arial"/>
              </a:rPr>
              <a:t>d</a:t>
            </a:r>
            <a:r>
              <a:rPr dirty="0" sz="1700" spc="20">
                <a:latin typeface="Arial"/>
                <a:cs typeface="Arial"/>
              </a:rPr>
              <a:t>%</a:t>
            </a:r>
            <a:r>
              <a:rPr dirty="0" sz="1700" spc="-265">
                <a:latin typeface="Lucida Sans Unicode"/>
                <a:cs typeface="Lucida Sans Unicode"/>
              </a:rPr>
              <a:t>∗</a:t>
            </a:r>
            <a:r>
              <a:rPr dirty="0" sz="1700" spc="15">
                <a:latin typeface="Arial"/>
                <a:cs typeface="Arial"/>
              </a:rPr>
              <a:t>[</a:t>
            </a:r>
            <a:r>
              <a:rPr dirty="0" sz="1700" spc="15">
                <a:latin typeface="Arial"/>
                <a:cs typeface="Arial"/>
              </a:rPr>
              <a:t>^</a:t>
            </a:r>
            <a:r>
              <a:rPr dirty="0" sz="1700" spc="-40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&amp;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125" cy="3974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0" i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222885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755"/>
              </a:spcBef>
              <a:buFont typeface="Times New Roman"/>
              <a:buChar char="–"/>
              <a:tabLst>
                <a:tab pos="1115060" algn="l"/>
              </a:tabLst>
            </a:pP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2" marL="1114425" indent="-262255">
              <a:lnSpc>
                <a:spcPct val="100000"/>
              </a:lnSpc>
              <a:spcBef>
                <a:spcPts val="484"/>
              </a:spcBef>
              <a:buFont typeface="Times New Roman"/>
              <a:buChar char="–"/>
              <a:tabLst>
                <a:tab pos="1115060" algn="l"/>
              </a:tabLst>
            </a:pP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605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gi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50516" y="1662374"/>
            <a:ext cx="3256472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9064" y="260135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344" y="2598864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0590" y="260135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6955" y="215346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8481" y="215346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2711" y="1705584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5125" y="3049231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1326" y="4048325"/>
            <a:ext cx="8737600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 b="1">
                <a:latin typeface="Arial"/>
                <a:cs typeface="Arial"/>
              </a:rPr>
              <a:t>Assi</a:t>
            </a:r>
            <a:r>
              <a:rPr dirty="0" sz="2050" spc="5" b="1">
                <a:latin typeface="Arial"/>
                <a:cs typeface="Arial"/>
              </a:rPr>
              <a:t>m: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tro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á-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ebe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5791200" cy="4155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0" i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5" b="1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Antecesso</a:t>
            </a:r>
            <a:r>
              <a:rPr dirty="0" sz="1700" spc="125">
                <a:latin typeface="Arial"/>
                <a:cs typeface="Arial"/>
              </a:rPr>
              <a:t>r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90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57810" algn="l"/>
                <a:tab pos="55118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Antecesso</a:t>
            </a:r>
            <a:r>
              <a:rPr dirty="0" sz="1700" spc="125">
                <a:latin typeface="Arial"/>
                <a:cs typeface="Arial"/>
              </a:rPr>
              <a:t>r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9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7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 marR="3539490" indent="1905">
              <a:lnSpc>
                <a:spcPct val="133100"/>
              </a:lnSpc>
            </a:pPr>
            <a:r>
              <a:rPr dirty="0" sz="1700" spc="-229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3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7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q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95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967479" indent="-12065">
              <a:lnSpc>
                <a:spcPts val="2720"/>
              </a:lnSpc>
              <a:spcBef>
                <a:spcPts val="200"/>
              </a:spcBef>
            </a:pPr>
            <a:r>
              <a:rPr dirty="0" sz="1700" spc="-145">
                <a:latin typeface="Lucida Sans Unicode"/>
                <a:cs typeface="Lucida Sans Unicode"/>
              </a:rPr>
              <a:t>∗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65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fre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65">
                <a:latin typeface="Arial"/>
                <a:cs typeface="Arial"/>
              </a:rPr>
              <a:t>q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791200" cy="1355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0" i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0237" y="2196797"/>
            <a:ext cx="4684395" cy="1032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1915" marR="5080" indent="-69850">
              <a:lnSpc>
                <a:spcPct val="129700"/>
              </a:lnSpc>
              <a:tabLst>
                <a:tab pos="208279" algn="l"/>
              </a:tabLst>
            </a:pP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arvor</a:t>
            </a:r>
            <a:r>
              <a:rPr dirty="0" sz="1700" spc="21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605"/>
              </a:spcBef>
            </a:pP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486" y="2196797"/>
            <a:ext cx="3409315" cy="1369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-409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1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2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-409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1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2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15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46" y="3541422"/>
            <a:ext cx="8555990" cy="3786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4340" marR="5361305" indent="-198120">
              <a:lnSpc>
                <a:spcPct val="129700"/>
              </a:lnSpc>
              <a:tabLst>
                <a:tab pos="160083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220">
                <a:latin typeface="Lucida Sans Unicode"/>
                <a:cs typeface="Lucida Sans Unicode"/>
              </a:rPr>
              <a:t>∗</a:t>
            </a:r>
            <a:r>
              <a:rPr dirty="0" sz="1700" spc="19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34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19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fre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5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95580" marR="1597025" indent="40640">
              <a:lnSpc>
                <a:spcPts val="2650"/>
              </a:lnSpc>
              <a:spcBef>
                <a:spcPts val="185"/>
              </a:spcBef>
              <a:tabLst>
                <a:tab pos="529590" algn="l"/>
                <a:tab pos="138684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150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Antecesso</a:t>
            </a:r>
            <a:r>
              <a:rPr dirty="0" sz="1700" spc="70">
                <a:latin typeface="Arial"/>
                <a:cs typeface="Arial"/>
              </a:rPr>
              <a:t>r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225">
                <a:latin typeface="Lucida Sans Unicode"/>
                <a:cs typeface="Lucida Sans Unicode"/>
              </a:rPr>
              <a:t>∗</a:t>
            </a:r>
            <a:r>
              <a:rPr dirty="0" sz="1700" spc="4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220">
                <a:latin typeface="Lucida Sans Unicode"/>
                <a:cs typeface="Lucida Sans Unicode"/>
              </a:rPr>
              <a:t>∗</a:t>
            </a:r>
            <a:r>
              <a:rPr dirty="0" sz="1700" spc="19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340">
                <a:latin typeface="Lucida Sans Unicode"/>
                <a:cs typeface="Lucida Sans Unicode"/>
              </a:rPr>
              <a:t>∗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195">
                <a:latin typeface="Lucida Sans Unicode"/>
                <a:cs typeface="Lucida Sans Unicode"/>
              </a:rPr>
              <a:t>∗</a:t>
            </a:r>
            <a:r>
              <a:rPr dirty="0" sz="1700" spc="-114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dirty="0" sz="1700" spc="85">
                <a:latin typeface="Arial"/>
                <a:cs typeface="Arial"/>
              </a:rPr>
              <a:t>fre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Au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>
              <a:latin typeface="Times New Roman"/>
              <a:cs typeface="Times New Roman"/>
            </a:endParaRPr>
          </a:p>
          <a:p>
            <a:pPr marL="467359" marR="5080" indent="-262255">
              <a:lnSpc>
                <a:spcPct val="1163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5" b="1">
                <a:latin typeface="Arial"/>
                <a:cs typeface="Arial"/>
              </a:rPr>
              <a:t>.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Wi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03745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Nó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25480" y="1594771"/>
            <a:ext cx="3747382" cy="1633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15384" y="3620383"/>
            <a:ext cx="2519341" cy="17217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824068" y="5835886"/>
            <a:ext cx="1810383" cy="1367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15673" y="5886520"/>
            <a:ext cx="1835700" cy="14305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50647" y="189899"/>
                </a:lnTo>
                <a:lnTo>
                  <a:pt x="164592" y="101282"/>
                </a:lnTo>
                <a:lnTo>
                  <a:pt x="151930" y="886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151930" y="88621"/>
                </a:lnTo>
                <a:lnTo>
                  <a:pt x="164592" y="101282"/>
                </a:lnTo>
                <a:lnTo>
                  <a:pt x="50647" y="189899"/>
                </a:lnTo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159806" y="1645945"/>
            <a:ext cx="27051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bye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303" y="2127034"/>
            <a:ext cx="2794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5324" y="2494165"/>
            <a:ext cx="19494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1227" y="2115426"/>
            <a:ext cx="390525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b="1">
                <a:latin typeface="Courier New"/>
                <a:cs typeface="Courier New"/>
              </a:rPr>
              <a:t>easy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8067" y="2481503"/>
            <a:ext cx="1524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6250" y="4203268"/>
            <a:ext cx="2794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96634" y="4165295"/>
            <a:ext cx="1524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5311" y="4646371"/>
            <a:ext cx="19494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09008" y="6431433"/>
            <a:ext cx="1524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6112" y="5888113"/>
            <a:ext cx="208279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b="1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80995" y="6483136"/>
            <a:ext cx="299085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b="1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6882" y="5951410"/>
            <a:ext cx="208279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b="1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5255" y="6609739"/>
            <a:ext cx="299085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b="1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90523" y="6584418"/>
            <a:ext cx="208279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b="1">
                <a:latin typeface="Courier New"/>
                <a:cs typeface="Courier New"/>
              </a:rPr>
              <a:t>to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1076" y="3659949"/>
            <a:ext cx="299085" cy="205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b="1">
                <a:latin typeface="Courier New"/>
                <a:cs typeface="Courier New"/>
              </a:rPr>
              <a:t>bye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222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981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-1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l;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visi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iz;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  <a:p>
            <a:pPr marL="484505" marR="1460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47154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311975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Centra</a:t>
            </a:r>
            <a:r>
              <a:rPr dirty="0" sz="1700" spc="175">
                <a:latin typeface="Arial"/>
                <a:cs typeface="Arial"/>
              </a:rPr>
              <a:t>l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86" y="2029653"/>
            <a:ext cx="3400425" cy="140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5740" marR="727710" indent="-193675">
              <a:lnSpc>
                <a:spcPct val="133200"/>
              </a:lnSpc>
              <a:tabLst>
                <a:tab pos="226695" algn="l"/>
                <a:tab pos="52832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 </a:t>
            </a:r>
            <a:r>
              <a:rPr dirty="0" sz="1700" spc="50">
                <a:latin typeface="Arial"/>
                <a:cs typeface="Arial"/>
              </a:rPr>
              <a:t>Centra</a:t>
            </a:r>
            <a:r>
              <a:rPr dirty="0" sz="1700" spc="175">
                <a:latin typeface="Arial"/>
                <a:cs typeface="Arial"/>
              </a:rPr>
              <a:t>l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1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5740" marR="5080" indent="16510">
              <a:lnSpc>
                <a:spcPts val="2720"/>
              </a:lnSpc>
              <a:spcBef>
                <a:spcPts val="200"/>
              </a:spcBef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"%</a:t>
            </a:r>
            <a:r>
              <a:rPr dirty="0" sz="1700" spc="114">
                <a:latin typeface="Arial"/>
                <a:cs typeface="Arial"/>
              </a:rPr>
              <a:t>l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3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3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Centra</a:t>
            </a:r>
            <a:r>
              <a:rPr dirty="0" sz="1700" spc="175">
                <a:latin typeface="Arial"/>
                <a:cs typeface="Arial"/>
              </a:rPr>
              <a:t>l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3495725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715" y="1636252"/>
            <a:ext cx="3797300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5835" y="3176163"/>
            <a:ext cx="3256477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64388" y="411514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7668" y="411265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5913" y="411514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2266" y="3667264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03805" y="3667264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8035" y="321937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0449" y="4563021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94270" cy="1552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1141095" marR="5080" indent="-918844">
              <a:lnSpc>
                <a:spcPct val="154900"/>
              </a:lnSpc>
              <a:spcBef>
                <a:spcPts val="14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0038" y="2388460"/>
            <a:ext cx="1367155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éd</a:t>
            </a:r>
            <a:r>
              <a:rPr dirty="0" sz="2050" spc="5">
                <a:latin typeface="Arial"/>
                <a:cs typeface="Arial"/>
              </a:rPr>
              <a:t>io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41823" y="2450007"/>
            <a:ext cx="2022475" cy="713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82" y="3314977"/>
            <a:ext cx="7526020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78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5700"/>
            <a:ext cx="8737600" cy="5863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484505" marR="55880" indent="-349885">
              <a:lnSpc>
                <a:spcPct val="117500"/>
              </a:lnSpc>
              <a:spcBef>
                <a:spcPts val="1995"/>
              </a:spcBef>
              <a:buAutoNum type="arabicPeriod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51180" indent="-349885">
              <a:lnSpc>
                <a:spcPct val="117500"/>
              </a:lnSpc>
              <a:spcBef>
                <a:spcPts val="1190"/>
              </a:spcBef>
              <a:buAutoNum type="arabicPeriod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ô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apena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39</a:t>
            </a:r>
            <a:r>
              <a:rPr dirty="0" sz="2050" spc="10">
                <a:latin typeface="Arial"/>
                <a:cs typeface="Arial"/>
              </a:rPr>
              <a:t>%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eta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eada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500"/>
              </a:lnSpc>
              <a:spcBef>
                <a:spcPts val="11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3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i="1">
                <a:latin typeface="Arial"/>
                <a:cs typeface="Arial"/>
              </a:rPr>
              <a:t>ô</a:t>
            </a:r>
            <a:r>
              <a:rPr dirty="0" sz="2050" spc="5" i="1">
                <a:latin typeface="Arial"/>
                <a:cs typeface="Arial"/>
              </a:rPr>
              <a:t>mica</a:t>
            </a:r>
            <a:r>
              <a:rPr dirty="0" sz="2050" spc="-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1970" indent="-262255">
              <a:lnSpc>
                <a:spcPct val="117500"/>
              </a:lnSpc>
              <a:spcBef>
                <a:spcPts val="11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á</a:t>
            </a:r>
            <a:r>
              <a:rPr dirty="0" sz="2050" spc="65" i="1">
                <a:latin typeface="Arial"/>
                <a:cs typeface="Arial"/>
              </a:rPr>
              <a:t>r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sz="2050" i="1">
                <a:latin typeface="Arial"/>
                <a:cs typeface="Arial"/>
              </a:rPr>
              <a:t>o</a:t>
            </a:r>
            <a:r>
              <a:rPr dirty="0" sz="2050" i="1">
                <a:latin typeface="Arial"/>
                <a:cs typeface="Arial"/>
              </a:rPr>
              <a:t>r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p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q</a:t>
            </a:r>
            <a:r>
              <a:rPr dirty="0" sz="2050" i="1">
                <a:latin typeface="Arial"/>
                <a:cs typeface="Arial"/>
              </a:rPr>
              <a:t>u</a:t>
            </a:r>
            <a:r>
              <a:rPr dirty="0" sz="2050" spc="5" i="1">
                <a:latin typeface="Arial"/>
                <a:cs typeface="Arial"/>
              </a:rPr>
              <a:t>isa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i="1">
                <a:latin typeface="Arial"/>
                <a:cs typeface="Arial"/>
              </a:rPr>
              <a:t>ô</a:t>
            </a:r>
            <a:r>
              <a:rPr dirty="0" sz="2050" spc="5" i="1">
                <a:latin typeface="Arial"/>
                <a:cs typeface="Arial"/>
              </a:rPr>
              <a:t>mica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42976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224154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447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7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8452" y="5617294"/>
            <a:ext cx="2024805" cy="1566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49921" y="5617294"/>
            <a:ext cx="2528668" cy="1566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47085" y="655627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4449" y="6553790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6793" y="655627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10440" y="655627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0294" y="655627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30148" y="655627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90003" y="655627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7018" y="610839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02708" y="610839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86872" y="5660517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0361" y="610839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10069" y="610839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0228" y="5660517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16645" cy="1706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</a:pPr>
            <a:r>
              <a:rPr dirty="0" sz="2050">
                <a:latin typeface="Arial"/>
                <a:cs typeface="Arial"/>
              </a:rPr>
              <a:t>“qua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e-ba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eada”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tenta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ante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eta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eada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295" y="2735414"/>
            <a:ext cx="141732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spc="-5" b="1">
                <a:latin typeface="Arial"/>
                <a:cs typeface="Arial"/>
              </a:rPr>
              <a:t>j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3263" y="2735414"/>
            <a:ext cx="633730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obte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bon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pró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047850"/>
            <a:ext cx="8522335" cy="3763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363855">
              <a:lnSpc>
                <a:spcPct val="116300"/>
              </a:lnSpc>
            </a:pP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ót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eta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eada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paga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ret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 b="1">
                <a:latin typeface="Arial"/>
                <a:cs typeface="Arial"/>
              </a:rPr>
              <a:t>H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í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80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5" b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lvl="1" marL="641985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642620" algn="l"/>
              </a:tabLst>
            </a:pP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05155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1295" y="1591957"/>
            <a:ext cx="458787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4173" y="1591957"/>
            <a:ext cx="291274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orre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pond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1904514"/>
            <a:ext cx="8484235" cy="17011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173355">
              <a:lnSpc>
                <a:spcPct val="119700"/>
              </a:lnSpc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ento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nho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53045" cy="36525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3304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 spc="-60">
                <a:latin typeface="Arial"/>
                <a:cs typeface="Arial"/>
              </a:rPr>
              <a:t>a</a:t>
            </a:r>
            <a:r>
              <a:rPr dirty="0" sz="2050" spc="-40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Mc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Á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2</a:t>
            </a:r>
            <a:r>
              <a:rPr dirty="0" sz="2050" b="1">
                <a:latin typeface="Arial"/>
                <a:cs typeface="Arial"/>
              </a:rPr>
              <a:t>-</a:t>
            </a:r>
            <a:r>
              <a:rPr dirty="0" sz="2050" spc="5" b="1">
                <a:latin typeface="Arial"/>
                <a:cs typeface="Arial"/>
              </a:rPr>
              <a:t>3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5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94139" y="4806486"/>
            <a:ext cx="3292756" cy="15919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58953" y="4797633"/>
            <a:ext cx="2894649" cy="16007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99703" y="5831039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7111" y="5831039"/>
            <a:ext cx="23304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3,4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4049" y="5831039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6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4258" y="5838774"/>
            <a:ext cx="23304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8,9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0290" y="5842101"/>
            <a:ext cx="19177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58385" y="5346662"/>
            <a:ext cx="19177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43796" y="5341137"/>
            <a:ext cx="23304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2,5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0856" y="4843488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7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92851" y="583877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90501" y="583877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8150" y="583877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85800" y="583877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6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88150" y="5341137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90501" y="5341137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83436" y="583877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8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81086" y="583877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9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37816" y="5838774"/>
            <a:ext cx="19177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40167" y="5341137"/>
            <a:ext cx="19177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5800" y="4843488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7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33460" cy="4366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  <a:spcBef>
                <a:spcPts val="540"/>
              </a:spcBef>
            </a:pPr>
            <a:r>
              <a:rPr dirty="0" sz="2050" spc="5">
                <a:latin typeface="Arial"/>
                <a:cs typeface="Arial"/>
              </a:rPr>
              <a:t>Elimi</a:t>
            </a:r>
            <a:r>
              <a:rPr dirty="0" sz="2050">
                <a:latin typeface="Arial"/>
                <a:cs typeface="Arial"/>
              </a:rPr>
              <a:t>na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et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sim</a:t>
            </a:r>
            <a:r>
              <a:rPr dirty="0" sz="2050">
                <a:latin typeface="Arial"/>
                <a:cs typeface="Arial"/>
              </a:rPr>
              <a:t>ét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 i="1">
                <a:latin typeface="Arial"/>
                <a:cs typeface="Arial"/>
              </a:rPr>
              <a:t>Symm</a:t>
            </a:r>
            <a:r>
              <a:rPr dirty="0" sz="2050" i="1">
                <a:latin typeface="Arial"/>
                <a:cs typeface="Arial"/>
              </a:rPr>
              <a:t>et</a:t>
            </a:r>
            <a:r>
              <a:rPr dirty="0" sz="2050" spc="35" i="1">
                <a:latin typeface="Arial"/>
                <a:cs typeface="Arial"/>
              </a:rPr>
              <a:t>r</a:t>
            </a:r>
            <a:r>
              <a:rPr dirty="0" sz="2050" spc="5" i="1">
                <a:latin typeface="Arial"/>
                <a:cs typeface="Arial"/>
              </a:rPr>
              <a:t>ic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Bi</a:t>
            </a:r>
            <a:r>
              <a:rPr dirty="0" sz="2050" i="1">
                <a:latin typeface="Arial"/>
                <a:cs typeface="Arial"/>
              </a:rPr>
              <a:t>na</a:t>
            </a:r>
            <a:r>
              <a:rPr dirty="0" sz="2050" spc="65" i="1">
                <a:latin typeface="Arial"/>
                <a:cs typeface="Arial"/>
              </a:rPr>
              <a:t>r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-tree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–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SBB)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Á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B</a:t>
            </a:r>
            <a:r>
              <a:rPr dirty="0" sz="2050" spc="10" b="1">
                <a:latin typeface="Arial"/>
                <a:cs typeface="Arial"/>
              </a:rPr>
              <a:t>B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48260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64270" y="5479283"/>
            <a:ext cx="3816326" cy="1464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08588" y="631624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8442" y="631624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8296" y="631624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8150" y="631624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01967" y="6316245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8150" y="5756389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9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72673" y="5756389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36758" y="631624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76904" y="631624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0405" y="5756389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3070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  <a:p>
            <a:pPr marL="484505" marR="19685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SBB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508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82248" y="4170764"/>
            <a:ext cx="1338055" cy="1173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91051" y="4567326"/>
            <a:ext cx="435609" cy="0"/>
          </a:xfrm>
          <a:custGeom>
            <a:avLst/>
            <a:gdLst/>
            <a:ahLst/>
            <a:cxnLst/>
            <a:rect l="l" t="t" r="r" b="b"/>
            <a:pathLst>
              <a:path w="435610" h="0">
                <a:moveTo>
                  <a:pt x="0" y="0"/>
                </a:moveTo>
                <a:lnTo>
                  <a:pt x="435444" y="0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33189" y="4530001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18656" y="7463"/>
                </a:lnTo>
                <a:lnTo>
                  <a:pt x="18656" y="37325"/>
                </a:lnTo>
                <a:lnTo>
                  <a:pt x="0" y="74650"/>
                </a:lnTo>
                <a:close/>
              </a:path>
              <a:path w="93345" h="74929">
                <a:moveTo>
                  <a:pt x="0" y="0"/>
                </a:moveTo>
                <a:lnTo>
                  <a:pt x="18656" y="37325"/>
                </a:lnTo>
                <a:lnTo>
                  <a:pt x="18656" y="7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33189" y="4530001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0" y="0"/>
                </a:lnTo>
                <a:lnTo>
                  <a:pt x="18656" y="37325"/>
                </a:lnTo>
                <a:lnTo>
                  <a:pt x="0" y="74650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09688" y="4404660"/>
            <a:ext cx="1059366" cy="4920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50533" y="4175429"/>
            <a:ext cx="0" cy="118745"/>
          </a:xfrm>
          <a:custGeom>
            <a:avLst/>
            <a:gdLst/>
            <a:ahLst/>
            <a:cxnLst/>
            <a:rect l="l" t="t" r="r" b="b"/>
            <a:pathLst>
              <a:path w="0" h="118745">
                <a:moveTo>
                  <a:pt x="0" y="0"/>
                </a:moveTo>
                <a:lnTo>
                  <a:pt x="0" y="118198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50533" y="4293628"/>
            <a:ext cx="0" cy="93345"/>
          </a:xfrm>
          <a:custGeom>
            <a:avLst/>
            <a:gdLst/>
            <a:ahLst/>
            <a:cxnLst/>
            <a:rect l="l" t="t" r="r" b="b"/>
            <a:pathLst>
              <a:path w="0" h="93345">
                <a:moveTo>
                  <a:pt x="0" y="0"/>
                </a:moveTo>
                <a:lnTo>
                  <a:pt x="0" y="93306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013221" y="4293628"/>
            <a:ext cx="74930" cy="93345"/>
          </a:xfrm>
          <a:custGeom>
            <a:avLst/>
            <a:gdLst/>
            <a:ahLst/>
            <a:cxnLst/>
            <a:rect l="l" t="t" r="r" b="b"/>
            <a:pathLst>
              <a:path w="74929" h="93345">
                <a:moveTo>
                  <a:pt x="0" y="0"/>
                </a:moveTo>
                <a:lnTo>
                  <a:pt x="37312" y="93306"/>
                </a:lnTo>
                <a:lnTo>
                  <a:pt x="74637" y="0"/>
                </a:lnTo>
                <a:lnTo>
                  <a:pt x="37312" y="186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13221" y="4293628"/>
            <a:ext cx="74930" cy="93345"/>
          </a:xfrm>
          <a:custGeom>
            <a:avLst/>
            <a:gdLst/>
            <a:ahLst/>
            <a:cxnLst/>
            <a:rect l="l" t="t" r="r" b="b"/>
            <a:pathLst>
              <a:path w="74929" h="93345">
                <a:moveTo>
                  <a:pt x="0" y="0"/>
                </a:moveTo>
                <a:lnTo>
                  <a:pt x="37312" y="93306"/>
                </a:lnTo>
                <a:lnTo>
                  <a:pt x="74637" y="0"/>
                </a:lnTo>
                <a:lnTo>
                  <a:pt x="37312" y="18656"/>
                </a:lnTo>
                <a:lnTo>
                  <a:pt x="0" y="0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50533" y="4567326"/>
            <a:ext cx="178435" cy="267970"/>
          </a:xfrm>
          <a:custGeom>
            <a:avLst/>
            <a:gdLst/>
            <a:ahLst/>
            <a:cxnLst/>
            <a:rect l="l" t="t" r="r" b="b"/>
            <a:pathLst>
              <a:path w="178435" h="267970">
                <a:moveTo>
                  <a:pt x="0" y="0"/>
                </a:moveTo>
                <a:lnTo>
                  <a:pt x="178331" y="267487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28865" y="4834813"/>
            <a:ext cx="38735" cy="57785"/>
          </a:xfrm>
          <a:custGeom>
            <a:avLst/>
            <a:gdLst/>
            <a:ahLst/>
            <a:cxnLst/>
            <a:rect l="l" t="t" r="r" b="b"/>
            <a:pathLst>
              <a:path w="38735" h="57785">
                <a:moveTo>
                  <a:pt x="0" y="0"/>
                </a:moveTo>
                <a:lnTo>
                  <a:pt x="38151" y="57225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83655" y="4792522"/>
            <a:ext cx="83820" cy="99695"/>
          </a:xfrm>
          <a:custGeom>
            <a:avLst/>
            <a:gdLst/>
            <a:ahLst/>
            <a:cxnLst/>
            <a:rect l="l" t="t" r="r" b="b"/>
            <a:pathLst>
              <a:path w="83820" h="99695">
                <a:moveTo>
                  <a:pt x="0" y="42291"/>
                </a:moveTo>
                <a:lnTo>
                  <a:pt x="83362" y="99517"/>
                </a:lnTo>
                <a:lnTo>
                  <a:pt x="62204" y="0"/>
                </a:lnTo>
                <a:lnTo>
                  <a:pt x="41059" y="37312"/>
                </a:lnTo>
                <a:lnTo>
                  <a:pt x="0" y="42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83655" y="4792522"/>
            <a:ext cx="83820" cy="99695"/>
          </a:xfrm>
          <a:custGeom>
            <a:avLst/>
            <a:gdLst/>
            <a:ahLst/>
            <a:cxnLst/>
            <a:rect l="l" t="t" r="r" b="b"/>
            <a:pathLst>
              <a:path w="83820" h="99695">
                <a:moveTo>
                  <a:pt x="0" y="42291"/>
                </a:moveTo>
                <a:lnTo>
                  <a:pt x="83362" y="99517"/>
                </a:lnTo>
                <a:lnTo>
                  <a:pt x="62204" y="0"/>
                </a:lnTo>
                <a:lnTo>
                  <a:pt x="41059" y="37312"/>
                </a:lnTo>
                <a:lnTo>
                  <a:pt x="0" y="4229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42443" y="4567326"/>
            <a:ext cx="435609" cy="0"/>
          </a:xfrm>
          <a:custGeom>
            <a:avLst/>
            <a:gdLst/>
            <a:ahLst/>
            <a:cxnLst/>
            <a:rect l="l" t="t" r="r" b="b"/>
            <a:pathLst>
              <a:path w="435609" h="0">
                <a:moveTo>
                  <a:pt x="0" y="0"/>
                </a:moveTo>
                <a:lnTo>
                  <a:pt x="435432" y="0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84568" y="4530001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18669" y="7468"/>
                </a:lnTo>
                <a:lnTo>
                  <a:pt x="18669" y="37325"/>
                </a:lnTo>
                <a:lnTo>
                  <a:pt x="0" y="74650"/>
                </a:lnTo>
                <a:close/>
              </a:path>
              <a:path w="93345" h="74929">
                <a:moveTo>
                  <a:pt x="0" y="0"/>
                </a:moveTo>
                <a:lnTo>
                  <a:pt x="18669" y="37325"/>
                </a:lnTo>
                <a:lnTo>
                  <a:pt x="18669" y="74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84568" y="4530001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0" y="0"/>
                </a:lnTo>
                <a:lnTo>
                  <a:pt x="18669" y="37325"/>
                </a:lnTo>
                <a:lnTo>
                  <a:pt x="0" y="74650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61068" y="4170764"/>
            <a:ext cx="1114116" cy="11738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23093" y="6246888"/>
            <a:ext cx="435609" cy="0"/>
          </a:xfrm>
          <a:custGeom>
            <a:avLst/>
            <a:gdLst/>
            <a:ahLst/>
            <a:cxnLst/>
            <a:rect l="l" t="t" r="r" b="b"/>
            <a:pathLst>
              <a:path w="435610" h="0">
                <a:moveTo>
                  <a:pt x="0" y="0"/>
                </a:moveTo>
                <a:lnTo>
                  <a:pt x="435444" y="0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65231" y="6209563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18656" y="7463"/>
                </a:lnTo>
                <a:lnTo>
                  <a:pt x="18656" y="37325"/>
                </a:lnTo>
                <a:lnTo>
                  <a:pt x="0" y="74650"/>
                </a:lnTo>
                <a:close/>
              </a:path>
              <a:path w="93345" h="74929">
                <a:moveTo>
                  <a:pt x="0" y="0"/>
                </a:moveTo>
                <a:lnTo>
                  <a:pt x="18656" y="37325"/>
                </a:lnTo>
                <a:lnTo>
                  <a:pt x="18656" y="7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265231" y="6209563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0" y="0"/>
                </a:lnTo>
                <a:lnTo>
                  <a:pt x="18656" y="37325"/>
                </a:lnTo>
                <a:lnTo>
                  <a:pt x="0" y="74650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274485" y="6246888"/>
            <a:ext cx="435609" cy="0"/>
          </a:xfrm>
          <a:custGeom>
            <a:avLst/>
            <a:gdLst/>
            <a:ahLst/>
            <a:cxnLst/>
            <a:rect l="l" t="t" r="r" b="b"/>
            <a:pathLst>
              <a:path w="435609" h="0">
                <a:moveTo>
                  <a:pt x="0" y="0"/>
                </a:moveTo>
                <a:lnTo>
                  <a:pt x="435432" y="0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16610" y="6209563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18656" y="7463"/>
                </a:lnTo>
                <a:lnTo>
                  <a:pt x="18656" y="37325"/>
                </a:lnTo>
                <a:lnTo>
                  <a:pt x="0" y="74650"/>
                </a:lnTo>
                <a:close/>
              </a:path>
              <a:path w="93345" h="74929">
                <a:moveTo>
                  <a:pt x="0" y="0"/>
                </a:moveTo>
                <a:lnTo>
                  <a:pt x="18656" y="37325"/>
                </a:lnTo>
                <a:lnTo>
                  <a:pt x="18656" y="7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616610" y="6209563"/>
            <a:ext cx="93345" cy="74930"/>
          </a:xfrm>
          <a:custGeom>
            <a:avLst/>
            <a:gdLst/>
            <a:ahLst/>
            <a:cxnLst/>
            <a:rect l="l" t="t" r="r" b="b"/>
            <a:pathLst>
              <a:path w="93345" h="74929">
                <a:moveTo>
                  <a:pt x="0" y="74650"/>
                </a:moveTo>
                <a:lnTo>
                  <a:pt x="93306" y="37325"/>
                </a:lnTo>
                <a:lnTo>
                  <a:pt x="0" y="0"/>
                </a:lnTo>
                <a:lnTo>
                  <a:pt x="18656" y="37325"/>
                </a:lnTo>
                <a:lnTo>
                  <a:pt x="0" y="74650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750205" y="5850326"/>
            <a:ext cx="1002140" cy="11738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41731" y="5850326"/>
            <a:ext cx="1561994" cy="7259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893123" y="5850326"/>
            <a:ext cx="1114103" cy="11738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02290" y="5334927"/>
            <a:ext cx="214122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(a)</a:t>
            </a:r>
            <a:r>
              <a:rPr dirty="0" sz="1450" spc="5">
                <a:latin typeface="Times New Roman"/>
                <a:cs typeface="Times New Roman"/>
              </a:rPr>
              <a:t> </a:t>
            </a:r>
            <a:r>
              <a:rPr dirty="0" sz="1450" spc="5">
                <a:latin typeface="Times New Roman"/>
                <a:cs typeface="Times New Roman"/>
              </a:rPr>
              <a:t>Esquerda−esquerda</a:t>
            </a:r>
            <a:r>
              <a:rPr dirty="0" sz="1450" spc="5">
                <a:latin typeface="Times New Roman"/>
                <a:cs typeface="Times New Roman"/>
              </a:rPr>
              <a:t> </a:t>
            </a:r>
            <a:r>
              <a:rPr dirty="0" sz="1450" spc="5">
                <a:latin typeface="Times New Roman"/>
                <a:cs typeface="Times New Roman"/>
              </a:rPr>
              <a:t>(EE)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02290" y="7014476"/>
            <a:ext cx="198628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(b)</a:t>
            </a:r>
            <a:r>
              <a:rPr dirty="0" sz="1450" spc="5">
                <a:latin typeface="Times New Roman"/>
                <a:cs typeface="Times New Roman"/>
              </a:rPr>
              <a:t> </a:t>
            </a:r>
            <a:r>
              <a:rPr dirty="0" sz="1450" spc="5">
                <a:latin typeface="Times New Roman"/>
                <a:cs typeface="Times New Roman"/>
              </a:rPr>
              <a:t>Esquerda−direita</a:t>
            </a:r>
            <a:r>
              <a:rPr dirty="0" sz="1450" spc="5">
                <a:latin typeface="Times New Roman"/>
                <a:cs typeface="Times New Roman"/>
              </a:rPr>
              <a:t> </a:t>
            </a:r>
            <a:r>
              <a:rPr dirty="0" sz="1450" spc="5">
                <a:latin typeface="Times New Roman"/>
                <a:cs typeface="Times New Roman"/>
              </a:rPr>
              <a:t>(ED)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79330" y="444788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39184" y="444788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43415" y="4895761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70856" y="444788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30710" y="444788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892533" y="4409325"/>
            <a:ext cx="316230" cy="316230"/>
          </a:xfrm>
          <a:custGeom>
            <a:avLst/>
            <a:gdLst/>
            <a:ahLst/>
            <a:cxnLst/>
            <a:rect l="l" t="t" r="r" b="b"/>
            <a:pathLst>
              <a:path w="316229" h="316229">
                <a:moveTo>
                  <a:pt x="0" y="158000"/>
                </a:moveTo>
                <a:lnTo>
                  <a:pt x="5644" y="200003"/>
                </a:lnTo>
                <a:lnTo>
                  <a:pt x="21574" y="237746"/>
                </a:lnTo>
                <a:lnTo>
                  <a:pt x="46281" y="269724"/>
                </a:lnTo>
                <a:lnTo>
                  <a:pt x="78260" y="294429"/>
                </a:lnTo>
                <a:lnTo>
                  <a:pt x="116002" y="310357"/>
                </a:lnTo>
                <a:lnTo>
                  <a:pt x="158000" y="316001"/>
                </a:lnTo>
                <a:lnTo>
                  <a:pt x="162831" y="315928"/>
                </a:lnTo>
                <a:lnTo>
                  <a:pt x="204436" y="309068"/>
                </a:lnTo>
                <a:lnTo>
                  <a:pt x="241615" y="292090"/>
                </a:lnTo>
                <a:lnTo>
                  <a:pt x="272862" y="266502"/>
                </a:lnTo>
                <a:lnTo>
                  <a:pt x="296670" y="233810"/>
                </a:lnTo>
                <a:lnTo>
                  <a:pt x="311531" y="195519"/>
                </a:lnTo>
                <a:lnTo>
                  <a:pt x="316014" y="158000"/>
                </a:lnTo>
                <a:lnTo>
                  <a:pt x="315941" y="153170"/>
                </a:lnTo>
                <a:lnTo>
                  <a:pt x="309079" y="111570"/>
                </a:lnTo>
                <a:lnTo>
                  <a:pt x="292099" y="74394"/>
                </a:lnTo>
                <a:lnTo>
                  <a:pt x="266508" y="43150"/>
                </a:lnTo>
                <a:lnTo>
                  <a:pt x="233813" y="19343"/>
                </a:lnTo>
                <a:lnTo>
                  <a:pt x="195520" y="4482"/>
                </a:lnTo>
                <a:lnTo>
                  <a:pt x="158000" y="0"/>
                </a:lnTo>
                <a:lnTo>
                  <a:pt x="153170" y="72"/>
                </a:lnTo>
                <a:lnTo>
                  <a:pt x="111570" y="6934"/>
                </a:lnTo>
                <a:lnTo>
                  <a:pt x="74394" y="23913"/>
                </a:lnTo>
                <a:lnTo>
                  <a:pt x="43150" y="49503"/>
                </a:lnTo>
                <a:lnTo>
                  <a:pt x="19343" y="82196"/>
                </a:lnTo>
                <a:lnTo>
                  <a:pt x="4482" y="120486"/>
                </a:lnTo>
                <a:lnTo>
                  <a:pt x="0" y="1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92533" y="4409325"/>
            <a:ext cx="316230" cy="316230"/>
          </a:xfrm>
          <a:custGeom>
            <a:avLst/>
            <a:gdLst/>
            <a:ahLst/>
            <a:cxnLst/>
            <a:rect l="l" t="t" r="r" b="b"/>
            <a:pathLst>
              <a:path w="316229" h="316229">
                <a:moveTo>
                  <a:pt x="316014" y="158000"/>
                </a:moveTo>
                <a:lnTo>
                  <a:pt x="310369" y="200003"/>
                </a:lnTo>
                <a:lnTo>
                  <a:pt x="294439" y="237746"/>
                </a:lnTo>
                <a:lnTo>
                  <a:pt x="269730" y="269724"/>
                </a:lnTo>
                <a:lnTo>
                  <a:pt x="237750" y="294429"/>
                </a:lnTo>
                <a:lnTo>
                  <a:pt x="200004" y="310357"/>
                </a:lnTo>
                <a:lnTo>
                  <a:pt x="158000" y="316001"/>
                </a:lnTo>
                <a:lnTo>
                  <a:pt x="153170" y="315928"/>
                </a:lnTo>
                <a:lnTo>
                  <a:pt x="111570" y="309068"/>
                </a:lnTo>
                <a:lnTo>
                  <a:pt x="74394" y="292090"/>
                </a:lnTo>
                <a:lnTo>
                  <a:pt x="43150" y="266502"/>
                </a:lnTo>
                <a:lnTo>
                  <a:pt x="19343" y="233810"/>
                </a:lnTo>
                <a:lnTo>
                  <a:pt x="4482" y="195519"/>
                </a:lnTo>
                <a:lnTo>
                  <a:pt x="0" y="158000"/>
                </a:lnTo>
                <a:lnTo>
                  <a:pt x="72" y="153170"/>
                </a:lnTo>
                <a:lnTo>
                  <a:pt x="6934" y="111570"/>
                </a:lnTo>
                <a:lnTo>
                  <a:pt x="23913" y="74394"/>
                </a:lnTo>
                <a:lnTo>
                  <a:pt x="49503" y="43150"/>
                </a:lnTo>
                <a:lnTo>
                  <a:pt x="82196" y="19343"/>
                </a:lnTo>
                <a:lnTo>
                  <a:pt x="120486" y="4482"/>
                </a:lnTo>
                <a:lnTo>
                  <a:pt x="158000" y="0"/>
                </a:lnTo>
                <a:lnTo>
                  <a:pt x="162831" y="72"/>
                </a:lnTo>
                <a:lnTo>
                  <a:pt x="204436" y="6934"/>
                </a:lnTo>
                <a:lnTo>
                  <a:pt x="241615" y="23913"/>
                </a:lnTo>
                <a:lnTo>
                  <a:pt x="272862" y="49503"/>
                </a:lnTo>
                <a:lnTo>
                  <a:pt x="296670" y="82196"/>
                </a:lnTo>
                <a:lnTo>
                  <a:pt x="311531" y="120486"/>
                </a:lnTo>
                <a:lnTo>
                  <a:pt x="316014" y="158000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990564" y="444788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22235" y="4895761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58151" y="444788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894066" y="4895761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47288" y="657531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471227" y="612743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11373" y="612743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22606" y="612743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262753" y="612743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02898" y="612743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90193" y="612743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054278" y="657531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26108" y="657531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62016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897" y="872502"/>
            <a:ext cx="8525510" cy="5732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 marR="5080">
              <a:lnSpc>
                <a:spcPts val="286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 Ab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0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05"/>
              </a:spcBef>
            </a:pP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2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6151880" indent="-231140">
              <a:lnSpc>
                <a:spcPct val="129700"/>
              </a:lnSpc>
              <a:tabLst>
                <a:tab pos="1309370" algn="l"/>
              </a:tabLst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95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enu</a:t>
            </a:r>
            <a:r>
              <a:rPr dirty="0" sz="1700" spc="15" b="1">
                <a:latin typeface="Arial"/>
                <a:cs typeface="Arial"/>
              </a:rPr>
              <a:t>m</a:t>
            </a:r>
            <a:r>
              <a:rPr dirty="0" sz="1700" spc="1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TipoInclinaca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50">
                <a:latin typeface="Arial"/>
                <a:cs typeface="Arial"/>
              </a:rPr>
              <a:t>o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5524500" indent="-215265">
              <a:lnSpc>
                <a:spcPct val="129700"/>
              </a:lnSpc>
              <a:tabLst>
                <a:tab pos="2276475" algn="l"/>
              </a:tabLst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2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TipoInclinaca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220">
                <a:latin typeface="Arial"/>
                <a:cs typeface="Arial"/>
              </a:rPr>
              <a:t>D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14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656705" cy="4845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E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6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 marR="440690" indent="-3810">
              <a:lnSpc>
                <a:spcPts val="2720"/>
              </a:lnSpc>
              <a:spcBef>
                <a:spcPts val="200"/>
              </a:spcBef>
            </a:pP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9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14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5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50">
                <a:latin typeface="Arial"/>
                <a:cs typeface="Arial"/>
              </a:rPr>
              <a:t>D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3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50">
                <a:latin typeface="Arial"/>
                <a:cs typeface="Arial"/>
              </a:rPr>
              <a:t>2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12065" indent="-27940">
              <a:lnSpc>
                <a:spcPct val="133200"/>
              </a:lnSpc>
            </a:pP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4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0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4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5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4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60">
                <a:latin typeface="Arial"/>
                <a:cs typeface="Arial"/>
              </a:rPr>
              <a:t>2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198" y="862672"/>
            <a:ext cx="6656705" cy="4845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150">
                <a:latin typeface="Arial"/>
                <a:cs typeface="Arial"/>
              </a:rPr>
              <a:t>D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6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 marR="440690" indent="-3810">
              <a:lnSpc>
                <a:spcPts val="2720"/>
              </a:lnSpc>
              <a:spcBef>
                <a:spcPts val="200"/>
              </a:spcBef>
            </a:pP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4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0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5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145">
                <a:latin typeface="Arial"/>
                <a:cs typeface="Arial"/>
              </a:rPr>
              <a:t>E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3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50">
                <a:latin typeface="Arial"/>
                <a:cs typeface="Arial"/>
              </a:rPr>
              <a:t>2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12065" indent="-27940">
              <a:lnSpc>
                <a:spcPct val="133200"/>
              </a:lnSpc>
            </a:pP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4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14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1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5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4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Ap</a:t>
            </a:r>
            <a:r>
              <a:rPr dirty="0" sz="1700" spc="-370">
                <a:latin typeface="Arial"/>
                <a:cs typeface="Arial"/>
              </a:rPr>
              <a:t>2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4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Ap</a:t>
            </a:r>
            <a:r>
              <a:rPr dirty="0" sz="1700" spc="60">
                <a:latin typeface="Arial"/>
                <a:cs typeface="Arial"/>
              </a:rPr>
              <a:t>2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7586980" cy="648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ser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  <a:p>
            <a:pPr marL="1415415" marR="2549525" indent="-1403350">
              <a:lnSpc>
                <a:spcPct val="129700"/>
              </a:lnSpc>
              <a:spcBef>
                <a:spcPts val="39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5" b="1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IIn</a:t>
            </a:r>
            <a:r>
              <a:rPr dirty="0" sz="1700" spc="85">
                <a:latin typeface="Arial"/>
                <a:cs typeface="Arial"/>
              </a:rPr>
              <a:t>s</a:t>
            </a:r>
            <a:r>
              <a:rPr dirty="0" sz="1700" spc="85">
                <a:latin typeface="Arial"/>
                <a:cs typeface="Arial"/>
              </a:rPr>
              <a:t>er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-95">
                <a:latin typeface="Arial"/>
                <a:cs typeface="Arial"/>
              </a:rPr>
              <a:t>A</a:t>
            </a:r>
            <a:r>
              <a:rPr dirty="0" sz="1700" spc="-2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TipoInclinaca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165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220" b="1">
                <a:latin typeface="Arial"/>
                <a:cs typeface="Arial"/>
              </a:rPr>
              <a:t> </a:t>
            </a:r>
            <a:r>
              <a:rPr dirty="0" sz="1700" spc="-24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6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019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10">
                <a:latin typeface="Arial"/>
                <a:cs typeface="Arial"/>
              </a:rPr>
              <a:t>r</a:t>
            </a:r>
            <a:r>
              <a:rPr dirty="0" sz="1700" spc="150">
                <a:latin typeface="Arial"/>
                <a:cs typeface="Arial"/>
              </a:rPr>
              <a:t>)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(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6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3865">
              <a:lnSpc>
                <a:spcPct val="100000"/>
              </a:lnSpc>
              <a:spcBef>
                <a:spcPts val="605"/>
              </a:spcBef>
              <a:tabLst>
                <a:tab pos="2598420" algn="l"/>
              </a:tabLst>
            </a:pP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5930" marR="1292225">
              <a:lnSpc>
                <a:spcPct val="129700"/>
              </a:lnSpc>
              <a:tabLst>
                <a:tab pos="3134360" algn="l"/>
              </a:tabLst>
            </a:pP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Vertica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20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8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18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ALSE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3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IIn</a:t>
            </a:r>
            <a:r>
              <a:rPr dirty="0" sz="1700" spc="85">
                <a:latin typeface="Arial"/>
                <a:cs typeface="Arial"/>
              </a:rPr>
              <a:t>s</a:t>
            </a:r>
            <a:r>
              <a:rPr dirty="0" sz="1700" spc="85">
                <a:latin typeface="Arial"/>
                <a:cs typeface="Arial"/>
              </a:rPr>
              <a:t>er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-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40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4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04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76517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-15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76517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-330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14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 spc="19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(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90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76517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45">
                <a:latin typeface="Arial"/>
                <a:cs typeface="Arial"/>
              </a:rPr>
              <a:t>&gt;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-330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5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(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90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24270" cy="2713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ser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tabLst>
                <a:tab pos="55562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2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33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35">
                <a:latin typeface="Arial"/>
                <a:cs typeface="Arial"/>
              </a:rPr>
              <a:t>g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  <a:tabLst>
                <a:tab pos="46291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j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arvor</a:t>
            </a:r>
            <a:r>
              <a:rPr dirty="0" sz="1700" spc="21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055">
              <a:lnSpc>
                <a:spcPct val="100000"/>
              </a:lnSpc>
              <a:spcBef>
                <a:spcPts val="605"/>
              </a:spcBef>
            </a:pP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259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6854">
              <a:lnSpc>
                <a:spcPct val="100000"/>
              </a:lnSpc>
              <a:spcBef>
                <a:spcPts val="605"/>
              </a:spcBef>
            </a:pPr>
            <a:r>
              <a:rPr dirty="0" sz="1700" spc="85">
                <a:latin typeface="Arial"/>
                <a:cs typeface="Arial"/>
              </a:rPr>
              <a:t>IIn</a:t>
            </a:r>
            <a:r>
              <a:rPr dirty="0" sz="1700" spc="85">
                <a:latin typeface="Arial"/>
                <a:cs typeface="Arial"/>
              </a:rPr>
              <a:t>s</a:t>
            </a:r>
            <a:r>
              <a:rPr dirty="0" sz="1700" spc="85">
                <a:latin typeface="Arial"/>
                <a:cs typeface="Arial"/>
              </a:rPr>
              <a:t>er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1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300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4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319" y="3954526"/>
            <a:ext cx="95631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486" y="3618369"/>
            <a:ext cx="4962525" cy="955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04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5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35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-15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5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-30">
                <a:latin typeface="Arial"/>
                <a:cs typeface="Arial"/>
              </a:rPr>
              <a:t>r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30">
                <a:latin typeface="Arial"/>
                <a:cs typeface="Arial"/>
              </a:rPr>
              <a:t>&gt;</a:t>
            </a:r>
            <a:r>
              <a:rPr dirty="0" sz="1700" spc="25">
                <a:latin typeface="Arial"/>
                <a:cs typeface="Arial"/>
              </a:rPr>
              <a:t>Bit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 spc="19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198" y="4626838"/>
            <a:ext cx="7372350" cy="2623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781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15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(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90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118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3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-195">
                <a:latin typeface="Arial"/>
                <a:cs typeface="Arial"/>
              </a:rPr>
              <a:t>p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-30">
                <a:latin typeface="Arial"/>
                <a:cs typeface="Arial"/>
              </a:rPr>
              <a:t>r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14">
                <a:latin typeface="Arial"/>
                <a:cs typeface="Arial"/>
              </a:rPr>
              <a:t>&gt;</a:t>
            </a:r>
            <a:r>
              <a:rPr dirty="0" sz="1700" spc="45">
                <a:latin typeface="Arial"/>
                <a:cs typeface="Arial"/>
              </a:rPr>
              <a:t>Bit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145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(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90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Horizonta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TipoRegistr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3835400" indent="-198120">
              <a:lnSpc>
                <a:spcPts val="2650"/>
              </a:lnSpc>
              <a:spcBef>
                <a:spcPts val="185"/>
              </a:spcBef>
              <a:tabLst>
                <a:tab pos="152209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4" b="1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7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TipoInclinaca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IIn</a:t>
            </a:r>
            <a:r>
              <a:rPr dirty="0" sz="1700" spc="85">
                <a:latin typeface="Arial"/>
                <a:cs typeface="Arial"/>
              </a:rPr>
              <a:t>s</a:t>
            </a:r>
            <a:r>
              <a:rPr dirty="0" sz="1700" spc="85">
                <a:latin typeface="Arial"/>
                <a:cs typeface="Arial"/>
              </a:rPr>
              <a:t>er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Ap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-5">
                <a:latin typeface="Arial"/>
                <a:cs typeface="Arial"/>
              </a:rPr>
              <a:t>IA</a:t>
            </a:r>
            <a:r>
              <a:rPr dirty="0" sz="1700" spc="9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&amp;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4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82660" cy="3070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050">
                <a:latin typeface="Arial"/>
                <a:cs typeface="Arial"/>
              </a:rPr>
              <a:t>In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equên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SBB:</a:t>
            </a:r>
            <a:endParaRPr sz="2050">
              <a:latin typeface="Arial"/>
              <a:cs typeface="Arial"/>
            </a:endParaRPr>
          </a:p>
          <a:p>
            <a:pPr marL="484505" indent="-349885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349885">
              <a:lnSpc>
                <a:spcPct val="116300"/>
              </a:lnSpc>
              <a:spcBef>
                <a:spcPts val="1080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349885">
              <a:lnSpc>
                <a:spcPct val="116300"/>
              </a:lnSpc>
              <a:spcBef>
                <a:spcPts val="1080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66507" y="4210729"/>
            <a:ext cx="2496525" cy="1302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84848" y="4708378"/>
            <a:ext cx="1302184" cy="8045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76857" y="4210729"/>
            <a:ext cx="1799821" cy="13021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07211" y="5984722"/>
            <a:ext cx="4512310" cy="619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0" b="1">
                <a:latin typeface="Arial"/>
                <a:cs typeface="Arial"/>
              </a:rPr>
              <a:t> </a:t>
            </a:r>
            <a:r>
              <a:rPr dirty="0" sz="1700" spc="170">
                <a:latin typeface="Arial"/>
                <a:cs typeface="Arial"/>
              </a:rPr>
              <a:t>Inicializ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85">
                <a:latin typeface="Lucida Sans Unicode"/>
                <a:cs typeface="Lucida Sans Unicode"/>
              </a:rPr>
              <a:t>∗</a:t>
            </a:r>
            <a:r>
              <a:rPr dirty="0" sz="1700" spc="75">
                <a:latin typeface="Arial"/>
                <a:cs typeface="Arial"/>
              </a:rPr>
              <a:t>Dicionari</a:t>
            </a:r>
            <a:r>
              <a:rPr dirty="0" sz="1700" spc="21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15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274049" y="4423761"/>
          <a:ext cx="6240780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513"/>
                <a:gridCol w="477189"/>
                <a:gridCol w="638649"/>
                <a:gridCol w="576162"/>
                <a:gridCol w="497649"/>
                <a:gridCol w="477189"/>
                <a:gridCol w="638643"/>
                <a:gridCol w="476632"/>
                <a:gridCol w="298589"/>
                <a:gridCol w="398119"/>
                <a:gridCol w="497649"/>
                <a:gridCol w="398119"/>
                <a:gridCol w="278129"/>
                <a:gridCol w="275471"/>
              </a:tblGrid>
              <a:tr h="395259">
                <a:tc gridSpan="4">
                  <a:txBody>
                    <a:bodyPr/>
                    <a:lstStyle/>
                    <a:p>
                      <a:pPr/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95259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810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6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7755" cy="402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34290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27634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011" y="1459229"/>
            <a:ext cx="6200775" cy="4204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EsqCurt</a:t>
            </a:r>
            <a:r>
              <a:rPr dirty="0" sz="1350" spc="75">
                <a:latin typeface="Arial"/>
                <a:cs typeface="Arial"/>
              </a:rPr>
              <a:t>o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10">
                <a:latin typeface="Arial"/>
                <a:cs typeface="Arial"/>
              </a:rPr>
              <a:t>TipoApontado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350">
                <a:latin typeface="Lucida Sans Unicode"/>
                <a:cs typeface="Lucida Sans Unicode"/>
              </a:rPr>
              <a:t>∗</a:t>
            </a:r>
            <a:r>
              <a:rPr dirty="0" sz="1350" spc="-70">
                <a:latin typeface="Arial"/>
                <a:cs typeface="Arial"/>
              </a:rPr>
              <a:t>A</a:t>
            </a:r>
            <a:r>
              <a:rPr dirty="0" sz="1350" spc="4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shor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spc="150" b="1">
                <a:latin typeface="Arial"/>
                <a:cs typeface="Arial"/>
              </a:rPr>
              <a:t> </a:t>
            </a:r>
            <a:r>
              <a:rPr dirty="0" sz="1350" spc="-33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5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 </a:t>
            </a: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>
                <a:latin typeface="Lucida Sans Unicode"/>
                <a:cs typeface="Lucida Sans Unicode"/>
              </a:rPr>
              <a:t> </a:t>
            </a:r>
            <a:r>
              <a:rPr dirty="0" sz="1350" spc="-114">
                <a:latin typeface="Lucida Sans Unicode"/>
                <a:cs typeface="Lucida Sans Unicode"/>
              </a:rPr>
              <a:t> </a:t>
            </a:r>
            <a:r>
              <a:rPr dirty="0" sz="1350" spc="-5" i="1">
                <a:latin typeface="Arial"/>
                <a:cs typeface="Arial"/>
              </a:rPr>
              <a:t>Folh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30" i="1">
                <a:latin typeface="Arial"/>
                <a:cs typeface="Arial"/>
              </a:rPr>
              <a:t> </a:t>
            </a:r>
            <a:r>
              <a:rPr dirty="0" sz="1350" spc="-30" i="1">
                <a:latin typeface="Arial"/>
                <a:cs typeface="Arial"/>
              </a:rPr>
              <a:t>esquerd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40" i="1">
                <a:latin typeface="Arial"/>
                <a:cs typeface="Arial"/>
              </a:rPr>
              <a:t> </a:t>
            </a:r>
            <a:r>
              <a:rPr dirty="0" sz="1350" spc="90" i="1">
                <a:latin typeface="Arial"/>
                <a:cs typeface="Arial"/>
              </a:rPr>
              <a:t>retirad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80" i="1">
                <a:latin typeface="Arial"/>
                <a:cs typeface="Arial"/>
              </a:rPr>
              <a:t> </a:t>
            </a:r>
            <a:r>
              <a:rPr dirty="0" sz="1350" spc="120" i="1">
                <a:latin typeface="Arial"/>
                <a:cs typeface="Arial"/>
              </a:rPr>
              <a:t>=</a:t>
            </a:r>
            <a:r>
              <a:rPr dirty="0" sz="1350" spc="15" i="1">
                <a:latin typeface="Arial"/>
                <a:cs typeface="Arial"/>
              </a:rPr>
              <a:t>&gt;</a:t>
            </a:r>
            <a:r>
              <a:rPr dirty="0" sz="1350" spc="135" i="1">
                <a:latin typeface="Arial"/>
                <a:cs typeface="Arial"/>
              </a:rPr>
              <a:t> </a:t>
            </a:r>
            <a:r>
              <a:rPr dirty="0" sz="1350" spc="25" i="1">
                <a:latin typeface="Arial"/>
                <a:cs typeface="Arial"/>
              </a:rPr>
              <a:t>arvor</a:t>
            </a:r>
            <a:r>
              <a:rPr dirty="0" sz="1350" spc="15" i="1">
                <a:latin typeface="Arial"/>
                <a:cs typeface="Arial"/>
              </a:rPr>
              <a:t>e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5" i="1">
                <a:latin typeface="Arial"/>
                <a:cs typeface="Arial"/>
              </a:rPr>
              <a:t> </a:t>
            </a:r>
            <a:r>
              <a:rPr dirty="0" sz="1350" spc="60" i="1">
                <a:latin typeface="Arial"/>
                <a:cs typeface="Arial"/>
              </a:rPr>
              <a:t>curt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85" i="1">
                <a:latin typeface="Arial"/>
                <a:cs typeface="Arial"/>
              </a:rPr>
              <a:t> </a:t>
            </a:r>
            <a:r>
              <a:rPr dirty="0" sz="1350" spc="-50" i="1">
                <a:latin typeface="Arial"/>
                <a:cs typeface="Arial"/>
              </a:rPr>
              <a:t>n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55" i="1">
                <a:latin typeface="Arial"/>
                <a:cs typeface="Arial"/>
              </a:rPr>
              <a:t> </a:t>
            </a:r>
            <a:r>
              <a:rPr dirty="0" sz="1350" spc="95" i="1">
                <a:latin typeface="Arial"/>
                <a:cs typeface="Arial"/>
              </a:rPr>
              <a:t>altur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30" i="1">
                <a:latin typeface="Arial"/>
                <a:cs typeface="Arial"/>
              </a:rPr>
              <a:t> </a:t>
            </a:r>
            <a:r>
              <a:rPr dirty="0" sz="1350" spc="-30" i="1">
                <a:latin typeface="Arial"/>
                <a:cs typeface="Arial"/>
              </a:rPr>
              <a:t>esquerd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40" i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  <a:spcBef>
                <a:spcPts val="340"/>
              </a:spcBef>
            </a:pPr>
            <a:r>
              <a:rPr dirty="0" sz="1350" spc="-10">
                <a:latin typeface="Arial"/>
                <a:cs typeface="Arial"/>
              </a:rPr>
              <a:t>TipoApontado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Ap</a:t>
            </a:r>
            <a:r>
              <a:rPr dirty="0" sz="1350" spc="5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5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03835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0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5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1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Ver</a:t>
            </a:r>
            <a:r>
              <a:rPr dirty="0" sz="1350" spc="90">
                <a:latin typeface="Arial"/>
                <a:cs typeface="Arial"/>
              </a:rPr>
              <a:t>t</a:t>
            </a:r>
            <a:r>
              <a:rPr dirty="0" sz="1350" spc="95">
                <a:latin typeface="Arial"/>
                <a:cs typeface="Arial"/>
              </a:rPr>
              <a:t>i</a:t>
            </a:r>
            <a:r>
              <a:rPr dirty="0" sz="1350" spc="95">
                <a:latin typeface="Arial"/>
                <a:cs typeface="Arial"/>
              </a:rPr>
              <a:t>c</a:t>
            </a:r>
            <a:r>
              <a:rPr dirty="0" sz="1350" spc="10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6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5">
                <a:latin typeface="Arial"/>
                <a:cs typeface="Arial"/>
              </a:rPr>
              <a:t> </a:t>
            </a:r>
            <a:r>
              <a:rPr dirty="0" sz="1350" spc="-280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30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Ap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(</a:t>
            </a:r>
            <a:r>
              <a:rPr dirty="0" sz="1350" spc="-35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15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-31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15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Ap</a:t>
            </a:r>
            <a:r>
              <a:rPr dirty="0" sz="1350" spc="-305">
                <a:latin typeface="Arial"/>
                <a:cs typeface="Arial"/>
              </a:rPr>
              <a:t>1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225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120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Ap</a:t>
            </a:r>
            <a:r>
              <a:rPr dirty="0" sz="1350" spc="-305">
                <a:latin typeface="Arial"/>
                <a:cs typeface="Arial"/>
              </a:rPr>
              <a:t>1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225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15">
                <a:latin typeface="Arial"/>
                <a:cs typeface="Arial"/>
              </a:rPr>
              <a:t>q</a:t>
            </a:r>
            <a:r>
              <a:rPr dirty="0" sz="1350" spc="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38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3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25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Ap</a:t>
            </a:r>
            <a:r>
              <a:rPr dirty="0" sz="1350" spc="5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20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-275">
                <a:latin typeface="Arial"/>
                <a:cs typeface="Arial"/>
              </a:rPr>
              <a:t>q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85">
                <a:latin typeface="Arial"/>
                <a:cs typeface="Arial"/>
              </a:rPr>
              <a:t>&gt;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00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9730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35">
                <a:latin typeface="Arial"/>
                <a:cs typeface="Arial"/>
              </a:rPr>
              <a:t>E(&amp;(</a:t>
            </a:r>
            <a:r>
              <a:rPr dirty="0" sz="1350" spc="-434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40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80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5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1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dirty="0" sz="1350" spc="10" b="1">
                <a:latin typeface="Arial"/>
                <a:cs typeface="Arial"/>
              </a:rPr>
              <a:t>else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20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-275">
                <a:latin typeface="Arial"/>
                <a:cs typeface="Arial"/>
              </a:rPr>
              <a:t>q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85">
                <a:latin typeface="Arial"/>
                <a:cs typeface="Arial"/>
              </a:rPr>
              <a:t>&gt;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14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algn="ctr" marR="598170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35">
                <a:latin typeface="Arial"/>
                <a:cs typeface="Arial"/>
              </a:rPr>
              <a:t>D(&amp;(</a:t>
            </a:r>
            <a:r>
              <a:rPr dirty="0" sz="1350" spc="-43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40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80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5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1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340"/>
              </a:spcBef>
              <a:tabLst>
                <a:tab pos="1685925" algn="l"/>
              </a:tabLst>
            </a:pPr>
            <a:r>
              <a:rPr dirty="0" sz="1350" spc="-440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0660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340"/>
              </a:spcBef>
            </a:pP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40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30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>
                <a:latin typeface="Arial"/>
                <a:cs typeface="Arial"/>
              </a:rPr>
              <a:t>&gt;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00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20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(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5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16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>
                <a:latin typeface="Arial"/>
                <a:cs typeface="Arial"/>
              </a:rPr>
              <a:t>&gt;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14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20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(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5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09559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–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Cu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011" y="1583702"/>
            <a:ext cx="6200775" cy="4204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40">
                <a:latin typeface="Arial"/>
                <a:cs typeface="Arial"/>
              </a:rPr>
              <a:t>DirCurt</a:t>
            </a:r>
            <a:r>
              <a:rPr dirty="0" sz="1350" spc="150">
                <a:latin typeface="Arial"/>
                <a:cs typeface="Arial"/>
              </a:rPr>
              <a:t>o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10">
                <a:latin typeface="Arial"/>
                <a:cs typeface="Arial"/>
              </a:rPr>
              <a:t>TipoApontado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350">
                <a:latin typeface="Lucida Sans Unicode"/>
                <a:cs typeface="Lucida Sans Unicode"/>
              </a:rPr>
              <a:t>∗</a:t>
            </a:r>
            <a:r>
              <a:rPr dirty="0" sz="1350" spc="-70">
                <a:latin typeface="Arial"/>
                <a:cs typeface="Arial"/>
              </a:rPr>
              <a:t>A</a:t>
            </a:r>
            <a:r>
              <a:rPr dirty="0" sz="1350" spc="4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shor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spc="150" b="1">
                <a:latin typeface="Arial"/>
                <a:cs typeface="Arial"/>
              </a:rPr>
              <a:t> </a:t>
            </a:r>
            <a:r>
              <a:rPr dirty="0" sz="1350" spc="-33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5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45">
                <a:latin typeface="Arial"/>
                <a:cs typeface="Arial"/>
              </a:rPr>
              <a:t> </a:t>
            </a: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>
                <a:latin typeface="Lucida Sans Unicode"/>
                <a:cs typeface="Lucida Sans Unicode"/>
              </a:rPr>
              <a:t> </a:t>
            </a:r>
            <a:r>
              <a:rPr dirty="0" sz="1350" spc="-114">
                <a:latin typeface="Lucida Sans Unicode"/>
                <a:cs typeface="Lucida Sans Unicode"/>
              </a:rPr>
              <a:t> </a:t>
            </a:r>
            <a:r>
              <a:rPr dirty="0" sz="1350" spc="-5" i="1">
                <a:latin typeface="Arial"/>
                <a:cs typeface="Arial"/>
              </a:rPr>
              <a:t>Folh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30" i="1">
                <a:latin typeface="Arial"/>
                <a:cs typeface="Arial"/>
              </a:rPr>
              <a:t> </a:t>
            </a:r>
            <a:r>
              <a:rPr dirty="0" sz="1350" spc="125" i="1">
                <a:latin typeface="Arial"/>
                <a:cs typeface="Arial"/>
              </a:rPr>
              <a:t>direit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125" i="1">
                <a:latin typeface="Arial"/>
                <a:cs typeface="Arial"/>
              </a:rPr>
              <a:t> </a:t>
            </a:r>
            <a:r>
              <a:rPr dirty="0" sz="1350" spc="90" i="1">
                <a:latin typeface="Arial"/>
                <a:cs typeface="Arial"/>
              </a:rPr>
              <a:t>retirad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80" i="1">
                <a:latin typeface="Arial"/>
                <a:cs typeface="Arial"/>
              </a:rPr>
              <a:t> </a:t>
            </a:r>
            <a:r>
              <a:rPr dirty="0" sz="1350" spc="120" i="1">
                <a:latin typeface="Arial"/>
                <a:cs typeface="Arial"/>
              </a:rPr>
              <a:t>=</a:t>
            </a:r>
            <a:r>
              <a:rPr dirty="0" sz="1350" spc="15" i="1">
                <a:latin typeface="Arial"/>
                <a:cs typeface="Arial"/>
              </a:rPr>
              <a:t>&gt;</a:t>
            </a:r>
            <a:r>
              <a:rPr dirty="0" sz="1350" spc="135" i="1">
                <a:latin typeface="Arial"/>
                <a:cs typeface="Arial"/>
              </a:rPr>
              <a:t> </a:t>
            </a:r>
            <a:r>
              <a:rPr dirty="0" sz="1350" spc="25" i="1">
                <a:latin typeface="Arial"/>
                <a:cs typeface="Arial"/>
              </a:rPr>
              <a:t>arvor</a:t>
            </a:r>
            <a:r>
              <a:rPr dirty="0" sz="1350" spc="15" i="1">
                <a:latin typeface="Arial"/>
                <a:cs typeface="Arial"/>
              </a:rPr>
              <a:t>e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5" i="1">
                <a:latin typeface="Arial"/>
                <a:cs typeface="Arial"/>
              </a:rPr>
              <a:t> </a:t>
            </a:r>
            <a:r>
              <a:rPr dirty="0" sz="1350" spc="60" i="1">
                <a:latin typeface="Arial"/>
                <a:cs typeface="Arial"/>
              </a:rPr>
              <a:t>curt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85" i="1">
                <a:latin typeface="Arial"/>
                <a:cs typeface="Arial"/>
              </a:rPr>
              <a:t> </a:t>
            </a:r>
            <a:r>
              <a:rPr dirty="0" sz="1350" spc="-50" i="1">
                <a:latin typeface="Arial"/>
                <a:cs typeface="Arial"/>
              </a:rPr>
              <a:t>n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55" i="1">
                <a:latin typeface="Arial"/>
                <a:cs typeface="Arial"/>
              </a:rPr>
              <a:t> </a:t>
            </a:r>
            <a:r>
              <a:rPr dirty="0" sz="1350" spc="95" i="1">
                <a:latin typeface="Arial"/>
                <a:cs typeface="Arial"/>
              </a:rPr>
              <a:t>altur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130" i="1">
                <a:latin typeface="Arial"/>
                <a:cs typeface="Arial"/>
              </a:rPr>
              <a:t> </a:t>
            </a:r>
            <a:r>
              <a:rPr dirty="0" sz="1350" spc="125" i="1">
                <a:latin typeface="Arial"/>
                <a:cs typeface="Arial"/>
              </a:rPr>
              <a:t>direit</a:t>
            </a:r>
            <a:r>
              <a:rPr dirty="0" sz="1350" spc="15" i="1">
                <a:latin typeface="Arial"/>
                <a:cs typeface="Arial"/>
              </a:rPr>
              <a:t>a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120" i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  <a:spcBef>
                <a:spcPts val="340"/>
              </a:spcBef>
            </a:pPr>
            <a:r>
              <a:rPr dirty="0" sz="1350" spc="-10">
                <a:latin typeface="Arial"/>
                <a:cs typeface="Arial"/>
              </a:rPr>
              <a:t>TipoApontado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Ap</a:t>
            </a:r>
            <a:r>
              <a:rPr dirty="0" sz="1350" spc="5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30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03835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0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30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Ver</a:t>
            </a:r>
            <a:r>
              <a:rPr dirty="0" sz="1350" spc="90">
                <a:latin typeface="Arial"/>
                <a:cs typeface="Arial"/>
              </a:rPr>
              <a:t>t</a:t>
            </a:r>
            <a:r>
              <a:rPr dirty="0" sz="1350" spc="95">
                <a:latin typeface="Arial"/>
                <a:cs typeface="Arial"/>
              </a:rPr>
              <a:t>i</a:t>
            </a:r>
            <a:r>
              <a:rPr dirty="0" sz="1350" spc="95">
                <a:latin typeface="Arial"/>
                <a:cs typeface="Arial"/>
              </a:rPr>
              <a:t>c</a:t>
            </a:r>
            <a:r>
              <a:rPr dirty="0" sz="1350" spc="100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6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5">
                <a:latin typeface="Arial"/>
                <a:cs typeface="Arial"/>
              </a:rPr>
              <a:t> </a:t>
            </a:r>
            <a:r>
              <a:rPr dirty="0" sz="1350" spc="-280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5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Ap</a:t>
            </a:r>
            <a:r>
              <a:rPr dirty="0" sz="1350" spc="15">
                <a:latin typeface="Arial"/>
                <a:cs typeface="Arial"/>
              </a:rPr>
              <a:t>1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(</a:t>
            </a:r>
            <a:r>
              <a:rPr dirty="0" sz="1350" spc="-35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40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75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-31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40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15">
                <a:latin typeface="Arial"/>
                <a:cs typeface="Arial"/>
              </a:rPr>
              <a:t>q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Ap</a:t>
            </a:r>
            <a:r>
              <a:rPr dirty="0" sz="1350" spc="-305">
                <a:latin typeface="Arial"/>
                <a:cs typeface="Arial"/>
              </a:rPr>
              <a:t>1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70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Ap</a:t>
            </a:r>
            <a:r>
              <a:rPr dirty="0" sz="1350" spc="-305">
                <a:latin typeface="Arial"/>
                <a:cs typeface="Arial"/>
              </a:rPr>
              <a:t>1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70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38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3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0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25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Ap</a:t>
            </a:r>
            <a:r>
              <a:rPr dirty="0" sz="1350" spc="50">
                <a:latin typeface="Arial"/>
                <a:cs typeface="Arial"/>
              </a:rPr>
              <a:t>1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38036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>
                <a:latin typeface="Arial"/>
                <a:cs typeface="Arial"/>
              </a:rPr>
              <a:t>&gt;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204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-275">
                <a:latin typeface="Arial"/>
                <a:cs typeface="Arial"/>
              </a:rPr>
              <a:t>q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14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9730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35">
                <a:latin typeface="Arial"/>
                <a:cs typeface="Arial"/>
              </a:rPr>
              <a:t>D(&amp;(</a:t>
            </a:r>
            <a:r>
              <a:rPr dirty="0" sz="1350" spc="-434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15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1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30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358775">
              <a:lnSpc>
                <a:spcPct val="100000"/>
              </a:lnSpc>
              <a:spcBef>
                <a:spcPts val="340"/>
              </a:spcBef>
            </a:pPr>
            <a:r>
              <a:rPr dirty="0" sz="1350" spc="10" b="1">
                <a:latin typeface="Arial"/>
                <a:cs typeface="Arial"/>
              </a:rPr>
              <a:t>else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>
                <a:latin typeface="Arial"/>
                <a:cs typeface="Arial"/>
              </a:rPr>
              <a:t>&gt;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204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-275">
                <a:latin typeface="Arial"/>
                <a:cs typeface="Arial"/>
              </a:rPr>
              <a:t>q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00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15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algn="ctr" marR="699135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35">
                <a:latin typeface="Arial"/>
                <a:cs typeface="Arial"/>
              </a:rPr>
              <a:t>E(&amp;(</a:t>
            </a:r>
            <a:r>
              <a:rPr dirty="0" sz="1350" spc="-434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15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1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30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6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340"/>
              </a:spcBef>
              <a:tabLst>
                <a:tab pos="1685925" algn="l"/>
              </a:tabLst>
            </a:pPr>
            <a:r>
              <a:rPr dirty="0" sz="1350" spc="-440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0660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93675">
              <a:lnSpc>
                <a:spcPct val="100000"/>
              </a:lnSpc>
              <a:spcBef>
                <a:spcPts val="340"/>
              </a:spcBef>
            </a:pPr>
            <a:r>
              <a:rPr dirty="0" sz="1350" spc="55">
                <a:latin typeface="Arial"/>
                <a:cs typeface="Arial"/>
              </a:rPr>
              <a:t>(</a:t>
            </a:r>
            <a:r>
              <a:rPr dirty="0" sz="1350" spc="-40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20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1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20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-275">
                <a:latin typeface="Arial"/>
                <a:cs typeface="Arial"/>
              </a:rPr>
              <a:t>q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14">
                <a:latin typeface="Arial"/>
                <a:cs typeface="Arial"/>
              </a:rPr>
              <a:t>&gt;</a:t>
            </a:r>
            <a:r>
              <a:rPr dirty="0" sz="1350" spc="25">
                <a:latin typeface="Arial"/>
                <a:cs typeface="Arial"/>
              </a:rPr>
              <a:t>Bi</a:t>
            </a:r>
            <a:r>
              <a:rPr dirty="0" sz="1350" spc="20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D</a:t>
            </a:r>
            <a:r>
              <a:rPr dirty="0" sz="1350" spc="15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20">
                <a:latin typeface="Arial"/>
                <a:cs typeface="Arial"/>
              </a:rPr>
              <a:t>D</a:t>
            </a:r>
            <a:r>
              <a:rPr dirty="0" sz="1350">
                <a:latin typeface="Arial"/>
                <a:cs typeface="Arial"/>
              </a:rPr>
              <a:t>(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5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16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65" b="1">
                <a:latin typeface="Arial"/>
                <a:cs typeface="Arial"/>
              </a:rPr>
              <a:t> </a:t>
            </a:r>
            <a:r>
              <a:rPr dirty="0" sz="1350" spc="135">
                <a:latin typeface="Arial"/>
                <a:cs typeface="Arial"/>
              </a:rPr>
              <a:t>(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-32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20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-275">
                <a:latin typeface="Arial"/>
                <a:cs typeface="Arial"/>
              </a:rPr>
              <a:t>q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100">
                <a:latin typeface="Arial"/>
                <a:cs typeface="Arial"/>
              </a:rPr>
              <a:t>&gt;</a:t>
            </a:r>
            <a:r>
              <a:rPr dirty="0" sz="1350" spc="45">
                <a:latin typeface="Arial"/>
                <a:cs typeface="Arial"/>
              </a:rPr>
              <a:t>Bi</a:t>
            </a:r>
            <a:r>
              <a:rPr dirty="0" sz="1350" spc="35">
                <a:latin typeface="Arial"/>
                <a:cs typeface="Arial"/>
              </a:rPr>
              <a:t>t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85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Horizonta</a:t>
            </a:r>
            <a:r>
              <a:rPr dirty="0" sz="1350" spc="5">
                <a:latin typeface="Arial"/>
                <a:cs typeface="Arial"/>
              </a:rPr>
              <a:t>l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20">
                <a:latin typeface="Arial"/>
                <a:cs typeface="Arial"/>
              </a:rPr>
              <a:t>E</a:t>
            </a:r>
            <a:r>
              <a:rPr dirty="0" sz="1350">
                <a:latin typeface="Arial"/>
                <a:cs typeface="Arial"/>
              </a:rPr>
              <a:t>(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5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340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45170" cy="1753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–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tecess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or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5" b="1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Antecesso</a:t>
            </a:r>
            <a:r>
              <a:rPr dirty="0" sz="1700" spc="125">
                <a:latin typeface="Arial"/>
                <a:cs typeface="Arial"/>
              </a:rPr>
              <a:t>r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65">
                <a:latin typeface="Lucida Sans Unicode"/>
                <a:cs typeface="Lucida Sans Unicode"/>
              </a:rPr>
              <a:t>∗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220" b="1">
                <a:latin typeface="Arial"/>
                <a:cs typeface="Arial"/>
              </a:rPr>
              <a:t> </a:t>
            </a:r>
            <a:r>
              <a:rPr dirty="0" sz="1700" spc="-24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6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57810" algn="l"/>
                <a:tab pos="55118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2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4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Antecesso</a:t>
            </a:r>
            <a:r>
              <a:rPr dirty="0" sz="1700" spc="125">
                <a:latin typeface="Arial"/>
                <a:cs typeface="Arial"/>
              </a:rPr>
              <a:t>r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4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9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75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4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811" y="2677452"/>
            <a:ext cx="298132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1051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16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DirCurt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7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5439" y="2677452"/>
            <a:ext cx="75120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3022409"/>
            <a:ext cx="5767070" cy="1305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6695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04470">
              <a:lnSpc>
                <a:spcPct val="100000"/>
              </a:lnSpc>
              <a:spcBef>
                <a:spcPts val="675"/>
              </a:spcBef>
              <a:tabLst>
                <a:tab pos="4933950" algn="l"/>
              </a:tabLst>
            </a:pPr>
            <a:r>
              <a:rPr dirty="0" sz="1700" spc="-229">
                <a:latin typeface="Arial"/>
                <a:cs typeface="Arial"/>
              </a:rPr>
              <a:t>q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3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7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215">
                <a:latin typeface="Arial"/>
                <a:cs typeface="Arial"/>
              </a:rPr>
              <a:t>&gt;</a:t>
            </a:r>
            <a:r>
              <a:rPr dirty="0" sz="1700" spc="-150">
                <a:latin typeface="Arial"/>
                <a:cs typeface="Arial"/>
              </a:rPr>
              <a:t>Re</a:t>
            </a:r>
            <a:r>
              <a:rPr dirty="0" sz="1700" spc="9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95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25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7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r</a:t>
            </a:r>
            <a:r>
              <a:rPr dirty="0" sz="1700" spc="-125">
                <a:latin typeface="Arial"/>
                <a:cs typeface="Arial"/>
              </a:rPr>
              <a:t>)</a:t>
            </a:r>
            <a:r>
              <a:rPr dirty="0" sz="1700" spc="-145">
                <a:latin typeface="Lucida Sans Unicode"/>
                <a:cs typeface="Lucida Sans Unicode"/>
              </a:rPr>
              <a:t>−</a:t>
            </a:r>
            <a:r>
              <a:rPr dirty="0" sz="1700" spc="-165">
                <a:latin typeface="Arial"/>
                <a:cs typeface="Arial"/>
              </a:rPr>
              <a:t>&gt;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4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fre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65">
                <a:latin typeface="Arial"/>
                <a:cs typeface="Arial"/>
              </a:rPr>
              <a:t>q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675"/>
              </a:spcBef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50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</a:t>
            </a:r>
            <a:r>
              <a:rPr dirty="0" sz="1700" spc="16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204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Fi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27634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13942" y="2028558"/>
            <a:ext cx="770255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16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8011" y="1551584"/>
            <a:ext cx="6332220" cy="940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20" b="1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IRetir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1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4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x</a:t>
            </a:r>
            <a:r>
              <a:rPr dirty="0" sz="1350" spc="-1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 </a:t>
            </a:r>
            <a:r>
              <a:rPr dirty="0" sz="1350" spc="-10">
                <a:latin typeface="Arial"/>
                <a:cs typeface="Arial"/>
              </a:rPr>
              <a:t>TipoApontado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350">
                <a:latin typeface="Lucida Sans Unicode"/>
                <a:cs typeface="Lucida Sans Unicode"/>
              </a:rPr>
              <a:t>∗</a:t>
            </a:r>
            <a:r>
              <a:rPr dirty="0" sz="1350" spc="-70">
                <a:latin typeface="Arial"/>
                <a:cs typeface="Arial"/>
              </a:rPr>
              <a:t>A</a:t>
            </a:r>
            <a:r>
              <a:rPr dirty="0" sz="1350" spc="4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shor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spc="150" b="1">
                <a:latin typeface="Arial"/>
                <a:cs typeface="Arial"/>
              </a:rPr>
              <a:t> </a:t>
            </a:r>
            <a:r>
              <a:rPr dirty="0" sz="1350" spc="-33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55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254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TipoN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-355">
                <a:latin typeface="Lucida Sans Unicode"/>
                <a:cs typeface="Lucida Sans Unicode"/>
              </a:rPr>
              <a:t>∗</a:t>
            </a:r>
            <a:r>
              <a:rPr dirty="0" sz="1350" spc="-75">
                <a:latin typeface="Arial"/>
                <a:cs typeface="Arial"/>
              </a:rPr>
              <a:t>Au</a:t>
            </a:r>
            <a:r>
              <a:rPr dirty="0" sz="1350" spc="65">
                <a:latin typeface="Arial"/>
                <a:cs typeface="Arial"/>
              </a:rPr>
              <a:t>x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254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(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2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NULL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80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print</a:t>
            </a:r>
            <a:r>
              <a:rPr dirty="0" sz="1350" spc="5">
                <a:latin typeface="Arial"/>
                <a:cs typeface="Arial"/>
              </a:rPr>
              <a:t>f</a:t>
            </a:r>
            <a:r>
              <a:rPr dirty="0" sz="1350" spc="-1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-5">
                <a:latin typeface="Arial"/>
                <a:cs typeface="Arial"/>
              </a:rPr>
              <a:t>"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2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na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est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n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arvor</a:t>
            </a:r>
            <a:r>
              <a:rPr dirty="0" sz="1350" spc="175">
                <a:latin typeface="Arial"/>
                <a:cs typeface="Arial"/>
              </a:rPr>
              <a:t>e</a:t>
            </a:r>
            <a:r>
              <a:rPr dirty="0" sz="1350" spc="105">
                <a:latin typeface="Arial"/>
                <a:cs typeface="Arial"/>
              </a:rPr>
              <a:t>\</a:t>
            </a:r>
            <a:r>
              <a:rPr dirty="0" sz="1350" spc="55">
                <a:latin typeface="Arial"/>
                <a:cs typeface="Arial"/>
              </a:rPr>
              <a:t>n</a:t>
            </a:r>
            <a:r>
              <a:rPr dirty="0" sz="1350" spc="5">
                <a:latin typeface="Arial"/>
                <a:cs typeface="Arial"/>
              </a:rPr>
              <a:t>"</a:t>
            </a:r>
            <a:r>
              <a:rPr dirty="0" sz="1350" spc="-1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254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145">
                <a:latin typeface="Arial"/>
                <a:cs typeface="Arial"/>
              </a:rPr>
              <a:t>x</a:t>
            </a:r>
            <a:r>
              <a:rPr dirty="0" sz="1350" spc="50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&lt;</a:t>
            </a:r>
            <a:r>
              <a:rPr dirty="0" sz="1350" spc="180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37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75">
                <a:latin typeface="Arial"/>
                <a:cs typeface="Arial"/>
              </a:rPr>
              <a:t>&gt;</a:t>
            </a:r>
            <a:r>
              <a:rPr dirty="0" sz="1350" spc="-110">
                <a:latin typeface="Arial"/>
                <a:cs typeface="Arial"/>
              </a:rPr>
              <a:t>Re</a:t>
            </a:r>
            <a:r>
              <a:rPr dirty="0" sz="1350" spc="30">
                <a:latin typeface="Arial"/>
                <a:cs typeface="Arial"/>
              </a:rPr>
              <a:t>g</a:t>
            </a:r>
            <a:r>
              <a:rPr dirty="0" sz="1350" spc="50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2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83565" y="2505532"/>
            <a:ext cx="770255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16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9131" y="2505532"/>
            <a:ext cx="5243830" cy="2132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IRetir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(</a:t>
            </a:r>
            <a:r>
              <a:rPr dirty="0" sz="1350" spc="75">
                <a:latin typeface="Arial"/>
                <a:cs typeface="Arial"/>
              </a:rPr>
              <a:t>x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&amp;(</a:t>
            </a:r>
            <a:r>
              <a:rPr dirty="0" sz="1350" spc="-38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20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65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5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 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!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2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EsqCurt</a:t>
            </a:r>
            <a:r>
              <a:rPr dirty="0" sz="1350" spc="75">
                <a:latin typeface="Arial"/>
                <a:cs typeface="Arial"/>
              </a:rPr>
              <a:t>o</a:t>
            </a:r>
            <a:r>
              <a:rPr dirty="0" sz="1350" spc="25">
                <a:latin typeface="Arial"/>
                <a:cs typeface="Arial"/>
              </a:rPr>
              <a:t>(</a:t>
            </a:r>
            <a:r>
              <a:rPr dirty="0" sz="1350" spc="-70">
                <a:latin typeface="Arial"/>
                <a:cs typeface="Arial"/>
              </a:rPr>
              <a:t>A</a:t>
            </a:r>
            <a:r>
              <a:rPr dirty="0" sz="1350" spc="4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5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254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15">
                <a:latin typeface="Arial"/>
                <a:cs typeface="Arial"/>
              </a:rPr>
              <a:t> </a:t>
            </a:r>
            <a:r>
              <a:rPr dirty="0" sz="1350" spc="145">
                <a:latin typeface="Arial"/>
                <a:cs typeface="Arial"/>
              </a:rPr>
              <a:t>x</a:t>
            </a:r>
            <a:r>
              <a:rPr dirty="0" sz="1350" spc="50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&gt;</a:t>
            </a:r>
            <a:r>
              <a:rPr dirty="0" sz="1350" spc="180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(</a:t>
            </a:r>
            <a:r>
              <a:rPr dirty="0" sz="1350" spc="-37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 spc="-175">
                <a:latin typeface="Arial"/>
                <a:cs typeface="Arial"/>
              </a:rPr>
              <a:t>&gt;</a:t>
            </a:r>
            <a:r>
              <a:rPr dirty="0" sz="1350" spc="-110">
                <a:latin typeface="Arial"/>
                <a:cs typeface="Arial"/>
              </a:rPr>
              <a:t>Re</a:t>
            </a:r>
            <a:r>
              <a:rPr dirty="0" sz="1350" spc="30">
                <a:latin typeface="Arial"/>
                <a:cs typeface="Arial"/>
              </a:rPr>
              <a:t>g</a:t>
            </a:r>
            <a:r>
              <a:rPr dirty="0" sz="1350" spc="50">
                <a:latin typeface="Arial"/>
                <a:cs typeface="Arial"/>
              </a:rPr>
              <a:t>.</a:t>
            </a:r>
            <a:r>
              <a:rPr dirty="0" sz="1350" spc="-90">
                <a:latin typeface="Arial"/>
                <a:cs typeface="Arial"/>
              </a:rPr>
              <a:t>Chav</a:t>
            </a:r>
            <a:r>
              <a:rPr dirty="0" sz="1350" spc="20">
                <a:latin typeface="Arial"/>
                <a:cs typeface="Arial"/>
              </a:rPr>
              <a:t>e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254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50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IRetir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(</a:t>
            </a:r>
            <a:r>
              <a:rPr dirty="0" sz="1350" spc="75">
                <a:latin typeface="Arial"/>
                <a:cs typeface="Arial"/>
              </a:rPr>
              <a:t>x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0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&amp;(</a:t>
            </a:r>
            <a:r>
              <a:rPr dirty="0" sz="1350" spc="-38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120">
                <a:latin typeface="Arial"/>
                <a:cs typeface="Arial"/>
              </a:rPr>
              <a:t>)</a:t>
            </a:r>
            <a:r>
              <a:rPr dirty="0" sz="1350" spc="-65">
                <a:latin typeface="Lucida Sans Unicode"/>
                <a:cs typeface="Lucida Sans Unicode"/>
              </a:rPr>
              <a:t>−</a:t>
            </a:r>
            <a:r>
              <a:rPr dirty="0" sz="1350">
                <a:latin typeface="Arial"/>
                <a:cs typeface="Arial"/>
              </a:rPr>
              <a:t>&gt;</a:t>
            </a:r>
            <a:r>
              <a:rPr dirty="0" sz="1350" spc="60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2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254"/>
              </a:spcBef>
              <a:tabLst>
                <a:tab pos="2845435" algn="l"/>
              </a:tabLst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!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2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 </a:t>
            </a:r>
            <a:r>
              <a:rPr dirty="0" sz="1350" spc="40">
                <a:latin typeface="Arial"/>
                <a:cs typeface="Arial"/>
              </a:rPr>
              <a:t>DirCurt</a:t>
            </a:r>
            <a:r>
              <a:rPr dirty="0" sz="1350" spc="150">
                <a:latin typeface="Arial"/>
                <a:cs typeface="Arial"/>
              </a:rPr>
              <a:t>o</a:t>
            </a:r>
            <a:r>
              <a:rPr dirty="0" sz="1350" spc="25">
                <a:latin typeface="Arial"/>
                <a:cs typeface="Arial"/>
              </a:rPr>
              <a:t>(</a:t>
            </a:r>
            <a:r>
              <a:rPr dirty="0" sz="1350" spc="-70">
                <a:latin typeface="Arial"/>
                <a:cs typeface="Arial"/>
              </a:rPr>
              <a:t>A</a:t>
            </a:r>
            <a:r>
              <a:rPr dirty="0" sz="1350" spc="4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5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254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440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F</a:t>
            </a:r>
            <a:r>
              <a:rPr dirty="0" sz="1350" spc="15">
                <a:latin typeface="Arial"/>
                <a:cs typeface="Arial"/>
              </a:rPr>
              <a:t>ALSE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Au</a:t>
            </a:r>
            <a:r>
              <a:rPr dirty="0" sz="1350" spc="10">
                <a:latin typeface="Arial"/>
                <a:cs typeface="Arial"/>
              </a:rPr>
              <a:t>x</a:t>
            </a:r>
            <a:r>
              <a:rPr dirty="0" sz="1350" spc="8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38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45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254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(</a:t>
            </a:r>
            <a:r>
              <a:rPr dirty="0" sz="1350" spc="-55">
                <a:latin typeface="Arial"/>
                <a:cs typeface="Arial"/>
              </a:rPr>
              <a:t>Au</a:t>
            </a:r>
            <a:r>
              <a:rPr dirty="0" sz="1350" spc="-280">
                <a:latin typeface="Arial"/>
                <a:cs typeface="Arial"/>
              </a:rPr>
              <a:t>x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70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</a:t>
            </a:r>
            <a:r>
              <a:rPr dirty="0" sz="1350" spc="120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54"/>
              </a:spcBef>
              <a:tabLst>
                <a:tab pos="1652905" algn="l"/>
              </a:tabLst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Au</a:t>
            </a:r>
            <a:r>
              <a:rPr dirty="0" sz="1350" spc="-280">
                <a:latin typeface="Arial"/>
                <a:cs typeface="Arial"/>
              </a:rPr>
              <a:t>x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225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120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75">
                <a:latin typeface="Arial"/>
                <a:cs typeface="Arial"/>
              </a:rPr>
              <a:t>fre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(</a:t>
            </a:r>
            <a:r>
              <a:rPr dirty="0" sz="1350" spc="-75">
                <a:latin typeface="Arial"/>
                <a:cs typeface="Arial"/>
              </a:rPr>
              <a:t>Au</a:t>
            </a:r>
            <a:r>
              <a:rPr dirty="0" sz="1350" spc="90">
                <a:latin typeface="Arial"/>
                <a:cs typeface="Arial"/>
              </a:rPr>
              <a:t>x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254"/>
              </a:spcBef>
              <a:tabLst>
                <a:tab pos="3075940" algn="l"/>
              </a:tabLst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(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!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</a:t>
            </a:r>
            <a:r>
              <a:rPr dirty="0" sz="1350" spc="12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	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2930" y="5367375"/>
            <a:ext cx="605790" cy="217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20" b="1">
                <a:latin typeface="Arial"/>
                <a:cs typeface="Arial"/>
              </a:rPr>
              <a:t>etu</a:t>
            </a:r>
            <a:r>
              <a:rPr dirty="0" sz="1350" spc="15" b="1">
                <a:latin typeface="Arial"/>
                <a:cs typeface="Arial"/>
              </a:rPr>
              <a:t>r</a:t>
            </a:r>
            <a:r>
              <a:rPr dirty="0" sz="1350" spc="15" b="1">
                <a:latin typeface="Arial"/>
                <a:cs typeface="Arial"/>
              </a:rPr>
              <a:t>n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1176" y="4651971"/>
            <a:ext cx="2902585" cy="1417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305">
              <a:lnSpc>
                <a:spcPct val="100000"/>
              </a:lnSpc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54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140" b="1">
                <a:latin typeface="Arial"/>
                <a:cs typeface="Arial"/>
              </a:rPr>
              <a:t> </a:t>
            </a:r>
            <a:r>
              <a:rPr dirty="0" sz="1350" spc="100">
                <a:latin typeface="Arial"/>
                <a:cs typeface="Arial"/>
              </a:rPr>
              <a:t>(</a:t>
            </a:r>
            <a:r>
              <a:rPr dirty="0" sz="1350" spc="-55">
                <a:latin typeface="Arial"/>
                <a:cs typeface="Arial"/>
              </a:rPr>
              <a:t>Au</a:t>
            </a:r>
            <a:r>
              <a:rPr dirty="0" sz="1350" spc="-280">
                <a:latin typeface="Arial"/>
                <a:cs typeface="Arial"/>
              </a:rPr>
              <a:t>x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225">
                <a:latin typeface="Arial"/>
                <a:cs typeface="Arial"/>
              </a:rPr>
              <a:t>&gt;</a:t>
            </a:r>
            <a:r>
              <a:rPr dirty="0" sz="1350" spc="-75">
                <a:latin typeface="Arial"/>
                <a:cs typeface="Arial"/>
              </a:rPr>
              <a:t>Es</a:t>
            </a:r>
            <a:r>
              <a:rPr dirty="0" sz="1350" spc="15">
                <a:latin typeface="Arial"/>
                <a:cs typeface="Arial"/>
              </a:rPr>
              <a:t>q</a:t>
            </a:r>
            <a:r>
              <a:rPr dirty="0" sz="1350" spc="50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=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3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</a:t>
            </a:r>
            <a:r>
              <a:rPr dirty="0" sz="1350" spc="120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54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 spc="12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Au</a:t>
            </a:r>
            <a:r>
              <a:rPr dirty="0" sz="1350" spc="-280">
                <a:latin typeface="Arial"/>
                <a:cs typeface="Arial"/>
              </a:rPr>
              <a:t>x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70">
                <a:latin typeface="Arial"/>
                <a:cs typeface="Arial"/>
              </a:rPr>
              <a:t>&gt;</a:t>
            </a:r>
            <a:r>
              <a:rPr dirty="0" sz="1350" spc="75">
                <a:latin typeface="Arial"/>
                <a:cs typeface="Arial"/>
              </a:rPr>
              <a:t>Di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85">
                <a:latin typeface="Arial"/>
                <a:cs typeface="Arial"/>
              </a:rPr>
              <a:t> </a:t>
            </a:r>
            <a:r>
              <a:rPr dirty="0" sz="1350" spc="75">
                <a:latin typeface="Arial"/>
                <a:cs typeface="Arial"/>
              </a:rPr>
              <a:t>fre</a:t>
            </a:r>
            <a:r>
              <a:rPr dirty="0" sz="1350" spc="15">
                <a:latin typeface="Arial"/>
                <a:cs typeface="Arial"/>
              </a:rPr>
              <a:t>e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(</a:t>
            </a:r>
            <a:r>
              <a:rPr dirty="0" sz="1350" spc="-75">
                <a:latin typeface="Arial"/>
                <a:cs typeface="Arial"/>
              </a:rPr>
              <a:t>Au</a:t>
            </a:r>
            <a:r>
              <a:rPr dirty="0" sz="1350" spc="90">
                <a:latin typeface="Arial"/>
                <a:cs typeface="Arial"/>
              </a:rPr>
              <a:t>x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254"/>
              </a:spcBef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25" b="1">
                <a:latin typeface="Arial"/>
                <a:cs typeface="Arial"/>
              </a:rPr>
              <a:t> </a:t>
            </a:r>
            <a:r>
              <a:rPr dirty="0" sz="1350" spc="114">
                <a:latin typeface="Arial"/>
                <a:cs typeface="Arial"/>
              </a:rPr>
              <a:t>(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5">
                <a:latin typeface="Arial"/>
                <a:cs typeface="Arial"/>
              </a:rPr>
              <a:t>p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150">
                <a:latin typeface="Arial"/>
                <a:cs typeface="Arial"/>
              </a:rPr>
              <a:t>!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NUL</a:t>
            </a:r>
            <a:r>
              <a:rPr dirty="0" sz="1350" spc="125">
                <a:latin typeface="Arial"/>
                <a:cs typeface="Arial"/>
              </a:rPr>
              <a:t>L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-300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20">
                <a:latin typeface="Arial"/>
                <a:cs typeface="Arial"/>
              </a:rPr>
              <a:t>m</a:t>
            </a:r>
            <a:r>
              <a:rPr dirty="0" sz="1350" spc="16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=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145">
                <a:latin typeface="Arial"/>
                <a:cs typeface="Arial"/>
              </a:rPr>
              <a:t> </a:t>
            </a:r>
            <a:r>
              <a:rPr dirty="0" sz="1350" spc="15">
                <a:latin typeface="Arial"/>
                <a:cs typeface="Arial"/>
              </a:rPr>
              <a:t>T</a:t>
            </a:r>
            <a:r>
              <a:rPr dirty="0" sz="1350" spc="-40">
                <a:latin typeface="Arial"/>
                <a:cs typeface="Arial"/>
              </a:rPr>
              <a:t>R</a:t>
            </a:r>
            <a:r>
              <a:rPr dirty="0" sz="1350" spc="15">
                <a:latin typeface="Arial"/>
                <a:cs typeface="Arial"/>
              </a:rPr>
              <a:t>UE</a:t>
            </a:r>
            <a:r>
              <a:rPr dirty="0" sz="1350" spc="-18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254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5">
                <a:latin typeface="Arial"/>
                <a:cs typeface="Arial"/>
              </a:rPr>
              <a:t>Antecesso</a:t>
            </a:r>
            <a:r>
              <a:rPr dirty="0" sz="1350" spc="95">
                <a:latin typeface="Arial"/>
                <a:cs typeface="Arial"/>
              </a:rPr>
              <a:t>r</a:t>
            </a:r>
            <a:r>
              <a:rPr dirty="0" sz="1350" spc="40">
                <a:latin typeface="Arial"/>
                <a:cs typeface="Arial"/>
              </a:rPr>
              <a:t>(</a:t>
            </a:r>
            <a:r>
              <a:rPr dirty="0" sz="1350" spc="-55">
                <a:latin typeface="Arial"/>
                <a:cs typeface="Arial"/>
              </a:rPr>
              <a:t>Au</a:t>
            </a:r>
            <a:r>
              <a:rPr dirty="0" sz="1350" spc="-50">
                <a:latin typeface="Arial"/>
                <a:cs typeface="Arial"/>
              </a:rPr>
              <a:t>x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&amp;</a:t>
            </a:r>
            <a:r>
              <a:rPr dirty="0" sz="1350" spc="-55">
                <a:latin typeface="Arial"/>
                <a:cs typeface="Arial"/>
              </a:rPr>
              <a:t>Au</a:t>
            </a:r>
            <a:r>
              <a:rPr dirty="0" sz="1350" spc="-280">
                <a:latin typeface="Arial"/>
                <a:cs typeface="Arial"/>
              </a:rPr>
              <a:t>x</a:t>
            </a:r>
            <a:r>
              <a:rPr dirty="0" sz="1350" spc="-240">
                <a:latin typeface="Lucida Sans Unicode"/>
                <a:cs typeface="Lucida Sans Unicode"/>
              </a:rPr>
              <a:t>−</a:t>
            </a:r>
            <a:r>
              <a:rPr dirty="0" sz="1350" spc="-204">
                <a:latin typeface="Arial"/>
                <a:cs typeface="Arial"/>
              </a:rPr>
              <a:t>&gt;</a:t>
            </a:r>
            <a:r>
              <a:rPr dirty="0" sz="1350" spc="-55">
                <a:latin typeface="Arial"/>
                <a:cs typeface="Arial"/>
              </a:rPr>
              <a:t>Es</a:t>
            </a:r>
            <a:r>
              <a:rPr dirty="0" sz="1350" spc="65">
                <a:latin typeface="Arial"/>
                <a:cs typeface="Arial"/>
              </a:rPr>
              <a:t>q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2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endParaRPr sz="13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8011" y="6082893"/>
            <a:ext cx="4561205" cy="932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8915">
              <a:lnSpc>
                <a:spcPct val="100000"/>
              </a:lnSpc>
            </a:pPr>
            <a:r>
              <a:rPr dirty="0" sz="1350" spc="5" b="1">
                <a:latin typeface="Arial"/>
                <a:cs typeface="Arial"/>
              </a:rPr>
              <a:t>i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5" b="1">
                <a:latin typeface="Arial"/>
                <a:cs typeface="Arial"/>
              </a:rPr>
              <a:t>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95" b="1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!</a:t>
            </a:r>
            <a:r>
              <a:rPr dirty="0" sz="1350" spc="-229">
                <a:latin typeface="Arial"/>
                <a:cs typeface="Arial"/>
              </a:rPr>
              <a:t> </a:t>
            </a:r>
            <a:r>
              <a:rPr dirty="0" sz="1350" spc="-265">
                <a:latin typeface="Lucida Sans Unicode"/>
                <a:cs typeface="Lucida Sans Unicode"/>
              </a:rPr>
              <a:t>∗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2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 </a:t>
            </a:r>
            <a:r>
              <a:rPr dirty="0" sz="1350" spc="-30">
                <a:latin typeface="Arial"/>
                <a:cs typeface="Arial"/>
              </a:rPr>
              <a:t>EsqCurt</a:t>
            </a:r>
            <a:r>
              <a:rPr dirty="0" sz="1350" spc="75">
                <a:latin typeface="Arial"/>
                <a:cs typeface="Arial"/>
              </a:rPr>
              <a:t>o</a:t>
            </a:r>
            <a:r>
              <a:rPr dirty="0" sz="1350" spc="25">
                <a:latin typeface="Arial"/>
                <a:cs typeface="Arial"/>
              </a:rPr>
              <a:t>(</a:t>
            </a:r>
            <a:r>
              <a:rPr dirty="0" sz="1350" spc="-70">
                <a:latin typeface="Arial"/>
                <a:cs typeface="Arial"/>
              </a:rPr>
              <a:t>A</a:t>
            </a:r>
            <a:r>
              <a:rPr dirty="0" sz="1350" spc="4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5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10">
                <a:latin typeface="Arial"/>
                <a:cs typeface="Arial"/>
              </a:rPr>
              <a:t> </a:t>
            </a:r>
            <a:r>
              <a:rPr dirty="0" sz="1350" spc="80" i="1">
                <a:latin typeface="Arial"/>
                <a:cs typeface="Arial"/>
              </a:rPr>
              <a:t>/</a:t>
            </a:r>
            <a:r>
              <a:rPr dirty="0" sz="1350" spc="-345">
                <a:latin typeface="Lucida Sans Unicode"/>
                <a:cs typeface="Lucida Sans Unicode"/>
              </a:rPr>
              <a:t>∗</a:t>
            </a:r>
            <a:r>
              <a:rPr dirty="0" sz="1350">
                <a:latin typeface="Lucida Sans Unicode"/>
                <a:cs typeface="Lucida Sans Unicode"/>
              </a:rPr>
              <a:t> </a:t>
            </a:r>
            <a:r>
              <a:rPr dirty="0" sz="1350" spc="-120">
                <a:latin typeface="Lucida Sans Unicode"/>
                <a:cs typeface="Lucida Sans Unicode"/>
              </a:rPr>
              <a:t> </a:t>
            </a:r>
            <a:r>
              <a:rPr dirty="0" sz="1350" spc="-15" i="1">
                <a:latin typeface="Arial"/>
                <a:cs typeface="Arial"/>
              </a:rPr>
              <a:t>Encontro</a:t>
            </a:r>
            <a:r>
              <a:rPr dirty="0" sz="1350" spc="15" i="1">
                <a:latin typeface="Arial"/>
                <a:cs typeface="Arial"/>
              </a:rPr>
              <a:t>u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145" i="1">
                <a:latin typeface="Arial"/>
                <a:cs typeface="Arial"/>
              </a:rPr>
              <a:t> </a:t>
            </a:r>
            <a:r>
              <a:rPr dirty="0" sz="1350" spc="-45" i="1">
                <a:latin typeface="Arial"/>
                <a:cs typeface="Arial"/>
              </a:rPr>
              <a:t>chav</a:t>
            </a:r>
            <a:r>
              <a:rPr dirty="0" sz="1350" spc="15" i="1">
                <a:latin typeface="Arial"/>
                <a:cs typeface="Arial"/>
              </a:rPr>
              <a:t>e</a:t>
            </a:r>
            <a:r>
              <a:rPr dirty="0" sz="1350" i="1">
                <a:latin typeface="Arial"/>
                <a:cs typeface="Arial"/>
              </a:rPr>
              <a:t> </a:t>
            </a:r>
            <a:r>
              <a:rPr dirty="0" sz="1350" spc="-50" i="1">
                <a:latin typeface="Arial"/>
                <a:cs typeface="Arial"/>
              </a:rPr>
              <a:t> </a:t>
            </a:r>
            <a:r>
              <a:rPr dirty="0" sz="1350" spc="-270">
                <a:latin typeface="Lucida Sans Unicode"/>
                <a:cs typeface="Lucida Sans Unicode"/>
              </a:rPr>
              <a:t>∗</a:t>
            </a:r>
            <a:r>
              <a:rPr dirty="0" sz="1350" spc="5" i="1">
                <a:latin typeface="Arial"/>
                <a:cs typeface="Arial"/>
              </a:rPr>
              <a:t>/</a:t>
            </a:r>
            <a:endParaRPr sz="13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254"/>
              </a:spcBef>
            </a:pP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350" spc="-20" b="1">
                <a:latin typeface="Arial"/>
                <a:cs typeface="Arial"/>
              </a:rPr>
              <a:t>voi</a:t>
            </a:r>
            <a:r>
              <a:rPr dirty="0" sz="1350" spc="15" b="1">
                <a:latin typeface="Arial"/>
                <a:cs typeface="Arial"/>
              </a:rPr>
              <a:t>d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50" b="1">
                <a:latin typeface="Arial"/>
                <a:cs typeface="Arial"/>
              </a:rPr>
              <a:t> </a:t>
            </a:r>
            <a:r>
              <a:rPr dirty="0" sz="1350" spc="60">
                <a:latin typeface="Arial"/>
                <a:cs typeface="Arial"/>
              </a:rPr>
              <a:t>Retir</a:t>
            </a:r>
            <a:r>
              <a:rPr dirty="0" sz="1350" spc="175">
                <a:latin typeface="Arial"/>
                <a:cs typeface="Arial"/>
              </a:rPr>
              <a:t>a</a:t>
            </a:r>
            <a:r>
              <a:rPr dirty="0" sz="1350" spc="5">
                <a:latin typeface="Arial"/>
                <a:cs typeface="Arial"/>
              </a:rPr>
              <a:t>(</a:t>
            </a:r>
            <a:r>
              <a:rPr dirty="0" sz="1350" spc="-250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TipoRegistr</a:t>
            </a:r>
            <a:r>
              <a:rPr dirty="0" sz="1350" spc="15">
                <a:latin typeface="Arial"/>
                <a:cs typeface="Arial"/>
              </a:rPr>
              <a:t>o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 </a:t>
            </a:r>
            <a:r>
              <a:rPr dirty="0" sz="1350" spc="10">
                <a:latin typeface="Arial"/>
                <a:cs typeface="Arial"/>
              </a:rPr>
              <a:t>x</a:t>
            </a:r>
            <a:r>
              <a:rPr dirty="0" sz="1350" spc="-1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 </a:t>
            </a:r>
            <a:r>
              <a:rPr dirty="0" sz="1350" spc="-10">
                <a:latin typeface="Arial"/>
                <a:cs typeface="Arial"/>
              </a:rPr>
              <a:t>TipoApontado</a:t>
            </a:r>
            <a:r>
              <a:rPr dirty="0" sz="1350" spc="5">
                <a:latin typeface="Arial"/>
                <a:cs typeface="Arial"/>
              </a:rPr>
              <a:t>r</a:t>
            </a:r>
            <a:r>
              <a:rPr dirty="0" sz="1350" spc="145">
                <a:latin typeface="Arial"/>
                <a:cs typeface="Arial"/>
              </a:rPr>
              <a:t> </a:t>
            </a:r>
            <a:r>
              <a:rPr dirty="0" sz="1350" spc="-380">
                <a:latin typeface="Lucida Sans Unicode"/>
                <a:cs typeface="Lucida Sans Unicode"/>
              </a:rPr>
              <a:t>∗</a:t>
            </a:r>
            <a:r>
              <a:rPr dirty="0" sz="1350" spc="-100">
                <a:latin typeface="Arial"/>
                <a:cs typeface="Arial"/>
              </a:rPr>
              <a:t>A</a:t>
            </a:r>
            <a:r>
              <a:rPr dirty="0" sz="1350" spc="10">
                <a:latin typeface="Arial"/>
                <a:cs typeface="Arial"/>
              </a:rPr>
              <a:t>p</a:t>
            </a:r>
            <a:r>
              <a:rPr dirty="0" sz="1350" spc="5">
                <a:latin typeface="Arial"/>
                <a:cs typeface="Arial"/>
              </a:rPr>
              <a:t>)</a:t>
            </a:r>
            <a:endParaRPr sz="13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254"/>
              </a:spcBef>
            </a:pPr>
            <a:r>
              <a:rPr dirty="0" sz="1350" spc="5">
                <a:latin typeface="Arial"/>
                <a:cs typeface="Arial"/>
              </a:rPr>
              <a:t>{</a:t>
            </a:r>
            <a:r>
              <a:rPr dirty="0" sz="1350" spc="5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shor</a:t>
            </a:r>
            <a:r>
              <a:rPr dirty="0" sz="1350" spc="5" b="1">
                <a:latin typeface="Arial"/>
                <a:cs typeface="Arial"/>
              </a:rPr>
              <a:t>t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55" b="1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45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 </a:t>
            </a:r>
            <a:r>
              <a:rPr dirty="0" sz="1350" spc="90">
                <a:latin typeface="Arial"/>
                <a:cs typeface="Arial"/>
              </a:rPr>
              <a:t>IRetir</a:t>
            </a:r>
            <a:r>
              <a:rPr dirty="0" sz="1350" spc="15">
                <a:latin typeface="Arial"/>
                <a:cs typeface="Arial"/>
              </a:rPr>
              <a:t>a</a:t>
            </a:r>
            <a:r>
              <a:rPr dirty="0" sz="1350" spc="-190">
                <a:latin typeface="Arial"/>
                <a:cs typeface="Arial"/>
              </a:rPr>
              <a:t> </a:t>
            </a:r>
            <a:r>
              <a:rPr dirty="0" sz="1350" spc="105">
                <a:latin typeface="Arial"/>
                <a:cs typeface="Arial"/>
              </a:rPr>
              <a:t>(</a:t>
            </a:r>
            <a:r>
              <a:rPr dirty="0" sz="1350" spc="10">
                <a:latin typeface="Arial"/>
                <a:cs typeface="Arial"/>
              </a:rPr>
              <a:t>x</a:t>
            </a:r>
            <a:r>
              <a:rPr dirty="0" sz="1350" spc="-190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Ap</a:t>
            </a:r>
            <a:r>
              <a:rPr dirty="0" sz="1350" spc="5">
                <a:latin typeface="Arial"/>
                <a:cs typeface="Arial"/>
              </a:rPr>
              <a:t>,</a:t>
            </a:r>
            <a:r>
              <a:rPr dirty="0" sz="1350" spc="175">
                <a:latin typeface="Arial"/>
                <a:cs typeface="Arial"/>
              </a:rPr>
              <a:t> </a:t>
            </a:r>
            <a:r>
              <a:rPr dirty="0" sz="1350" spc="25">
                <a:latin typeface="Arial"/>
                <a:cs typeface="Arial"/>
              </a:rPr>
              <a:t>&amp;</a:t>
            </a:r>
            <a:r>
              <a:rPr dirty="0" sz="1350" spc="-60">
                <a:latin typeface="Arial"/>
                <a:cs typeface="Arial"/>
              </a:rPr>
              <a:t>Fi</a:t>
            </a:r>
            <a:r>
              <a:rPr dirty="0" sz="1350" spc="150">
                <a:latin typeface="Arial"/>
                <a:cs typeface="Arial"/>
              </a:rPr>
              <a:t>m</a:t>
            </a:r>
            <a:r>
              <a:rPr dirty="0" sz="1350" spc="5">
                <a:latin typeface="Arial"/>
                <a:cs typeface="Arial"/>
              </a:rPr>
              <a:t>)</a:t>
            </a:r>
            <a:r>
              <a:rPr dirty="0" sz="1350" spc="-17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;</a:t>
            </a:r>
            <a:r>
              <a:rPr dirty="0" sz="1350">
                <a:latin typeface="Arial"/>
                <a:cs typeface="Arial"/>
              </a:rPr>
              <a:t> </a:t>
            </a:r>
            <a:r>
              <a:rPr dirty="0" sz="1350" spc="35">
                <a:latin typeface="Arial"/>
                <a:cs typeface="Arial"/>
              </a:rPr>
              <a:t> </a:t>
            </a:r>
            <a:r>
              <a:rPr dirty="0" sz="1350" spc="5">
                <a:latin typeface="Arial"/>
                <a:cs typeface="Arial"/>
              </a:rPr>
              <a:t>}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133477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66507" y="1588229"/>
            <a:ext cx="2496525" cy="13021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84848" y="2085879"/>
            <a:ext cx="1302184" cy="804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76857" y="1588229"/>
            <a:ext cx="1799821" cy="13021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21295" y="3217928"/>
            <a:ext cx="8047990" cy="2465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7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121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121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87630" y="5910331"/>
            <a:ext cx="1998880" cy="1302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29772" y="6760478"/>
            <a:ext cx="99695" cy="398145"/>
          </a:xfrm>
          <a:custGeom>
            <a:avLst/>
            <a:gdLst/>
            <a:ahLst/>
            <a:cxnLst/>
            <a:rect l="l" t="t" r="r" b="b"/>
            <a:pathLst>
              <a:path w="99695" h="398145">
                <a:moveTo>
                  <a:pt x="0" y="0"/>
                </a:moveTo>
                <a:lnTo>
                  <a:pt x="99529" y="398115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30242" y="6760478"/>
            <a:ext cx="99695" cy="398145"/>
          </a:xfrm>
          <a:custGeom>
            <a:avLst/>
            <a:gdLst/>
            <a:ahLst/>
            <a:cxnLst/>
            <a:rect l="l" t="t" r="r" b="b"/>
            <a:pathLst>
              <a:path w="99695" h="398145">
                <a:moveTo>
                  <a:pt x="99529" y="0"/>
                </a:moveTo>
                <a:lnTo>
                  <a:pt x="0" y="398115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82825" y="5910331"/>
            <a:ext cx="1392860" cy="13021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90122" y="6727299"/>
            <a:ext cx="83185" cy="66675"/>
          </a:xfrm>
          <a:custGeom>
            <a:avLst/>
            <a:gdLst/>
            <a:ahLst/>
            <a:cxnLst/>
            <a:rect l="l" t="t" r="r" b="b"/>
            <a:pathLst>
              <a:path w="83185" h="66675">
                <a:moveTo>
                  <a:pt x="0" y="33178"/>
                </a:moveTo>
                <a:lnTo>
                  <a:pt x="82943" y="66352"/>
                </a:lnTo>
                <a:lnTo>
                  <a:pt x="66357" y="33178"/>
                </a:lnTo>
                <a:lnTo>
                  <a:pt x="66357" y="6634"/>
                </a:lnTo>
                <a:lnTo>
                  <a:pt x="0" y="33178"/>
                </a:lnTo>
                <a:close/>
              </a:path>
              <a:path w="83185" h="66675">
                <a:moveTo>
                  <a:pt x="66357" y="6634"/>
                </a:moveTo>
                <a:lnTo>
                  <a:pt x="66357" y="33178"/>
                </a:lnTo>
                <a:lnTo>
                  <a:pt x="82943" y="0"/>
                </a:lnTo>
                <a:lnTo>
                  <a:pt x="66357" y="6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90122" y="6727299"/>
            <a:ext cx="83185" cy="66675"/>
          </a:xfrm>
          <a:custGeom>
            <a:avLst/>
            <a:gdLst/>
            <a:ahLst/>
            <a:cxnLst/>
            <a:rect l="l" t="t" r="r" b="b"/>
            <a:pathLst>
              <a:path w="83185" h="66675">
                <a:moveTo>
                  <a:pt x="82943" y="0"/>
                </a:moveTo>
                <a:lnTo>
                  <a:pt x="0" y="33178"/>
                </a:lnTo>
                <a:lnTo>
                  <a:pt x="82943" y="66352"/>
                </a:lnTo>
                <a:lnTo>
                  <a:pt x="66357" y="33178"/>
                </a:lnTo>
                <a:lnTo>
                  <a:pt x="82943" y="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65510" y="5910331"/>
            <a:ext cx="1899350" cy="1302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783522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81171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6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84932" y="6155233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86343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32353" y="6155233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79761" y="6155233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9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37432" y="6652884"/>
            <a:ext cx="19177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89335" y="6620028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0" y="140449"/>
                </a:moveTo>
                <a:lnTo>
                  <a:pt x="6313" y="182212"/>
                </a:lnTo>
                <a:lnTo>
                  <a:pt x="23984" y="218972"/>
                </a:lnTo>
                <a:lnTo>
                  <a:pt x="51106" y="248822"/>
                </a:lnTo>
                <a:lnTo>
                  <a:pt x="85773" y="269856"/>
                </a:lnTo>
                <a:lnTo>
                  <a:pt x="126078" y="280168"/>
                </a:lnTo>
                <a:lnTo>
                  <a:pt x="140436" y="280893"/>
                </a:lnTo>
                <a:lnTo>
                  <a:pt x="145265" y="280812"/>
                </a:lnTo>
                <a:lnTo>
                  <a:pt x="186569" y="273141"/>
                </a:lnTo>
                <a:lnTo>
                  <a:pt x="222657" y="254325"/>
                </a:lnTo>
                <a:lnTo>
                  <a:pt x="251622" y="226270"/>
                </a:lnTo>
                <a:lnTo>
                  <a:pt x="271559" y="190881"/>
                </a:lnTo>
                <a:lnTo>
                  <a:pt x="280561" y="150064"/>
                </a:lnTo>
                <a:lnTo>
                  <a:pt x="280885" y="140449"/>
                </a:lnTo>
                <a:lnTo>
                  <a:pt x="280804" y="135621"/>
                </a:lnTo>
                <a:lnTo>
                  <a:pt x="273134" y="94318"/>
                </a:lnTo>
                <a:lnTo>
                  <a:pt x="254318" y="58231"/>
                </a:lnTo>
                <a:lnTo>
                  <a:pt x="226262" y="29265"/>
                </a:lnTo>
                <a:lnTo>
                  <a:pt x="190872" y="9327"/>
                </a:lnTo>
                <a:lnTo>
                  <a:pt x="150053" y="324"/>
                </a:lnTo>
                <a:lnTo>
                  <a:pt x="140436" y="0"/>
                </a:lnTo>
                <a:lnTo>
                  <a:pt x="135608" y="81"/>
                </a:lnTo>
                <a:lnTo>
                  <a:pt x="94309" y="7752"/>
                </a:lnTo>
                <a:lnTo>
                  <a:pt x="58225" y="26569"/>
                </a:lnTo>
                <a:lnTo>
                  <a:pt x="29262" y="54626"/>
                </a:lnTo>
                <a:lnTo>
                  <a:pt x="9326" y="90016"/>
                </a:lnTo>
                <a:lnTo>
                  <a:pt x="324" y="130833"/>
                </a:lnTo>
                <a:lnTo>
                  <a:pt x="0" y="1404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489335" y="6620028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280885" y="140449"/>
                </a:moveTo>
                <a:lnTo>
                  <a:pt x="274571" y="182212"/>
                </a:lnTo>
                <a:lnTo>
                  <a:pt x="256900" y="218972"/>
                </a:lnTo>
                <a:lnTo>
                  <a:pt x="229776" y="248822"/>
                </a:lnTo>
                <a:lnTo>
                  <a:pt x="195107" y="269856"/>
                </a:lnTo>
                <a:lnTo>
                  <a:pt x="154797" y="280168"/>
                </a:lnTo>
                <a:lnTo>
                  <a:pt x="140436" y="280893"/>
                </a:lnTo>
                <a:lnTo>
                  <a:pt x="135608" y="280812"/>
                </a:lnTo>
                <a:lnTo>
                  <a:pt x="94309" y="273141"/>
                </a:lnTo>
                <a:lnTo>
                  <a:pt x="58225" y="254325"/>
                </a:lnTo>
                <a:lnTo>
                  <a:pt x="29262" y="226270"/>
                </a:lnTo>
                <a:lnTo>
                  <a:pt x="9326" y="190881"/>
                </a:lnTo>
                <a:lnTo>
                  <a:pt x="324" y="150064"/>
                </a:lnTo>
                <a:lnTo>
                  <a:pt x="0" y="140449"/>
                </a:lnTo>
                <a:lnTo>
                  <a:pt x="81" y="135621"/>
                </a:lnTo>
                <a:lnTo>
                  <a:pt x="7751" y="94318"/>
                </a:lnTo>
                <a:lnTo>
                  <a:pt x="26566" y="58231"/>
                </a:lnTo>
                <a:lnTo>
                  <a:pt x="54620" y="29265"/>
                </a:lnTo>
                <a:lnTo>
                  <a:pt x="90007" y="9327"/>
                </a:lnTo>
                <a:lnTo>
                  <a:pt x="130821" y="324"/>
                </a:lnTo>
                <a:lnTo>
                  <a:pt x="140436" y="0"/>
                </a:lnTo>
                <a:lnTo>
                  <a:pt x="145265" y="81"/>
                </a:lnTo>
                <a:lnTo>
                  <a:pt x="186569" y="7752"/>
                </a:lnTo>
                <a:lnTo>
                  <a:pt x="222657" y="26569"/>
                </a:lnTo>
                <a:lnTo>
                  <a:pt x="251622" y="54626"/>
                </a:lnTo>
                <a:lnTo>
                  <a:pt x="271559" y="90016"/>
                </a:lnTo>
                <a:lnTo>
                  <a:pt x="280561" y="130833"/>
                </a:lnTo>
                <a:lnTo>
                  <a:pt x="280885" y="140449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575047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72697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71287" y="6155233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70346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6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68936" y="6155233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9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26607" y="6652884"/>
            <a:ext cx="19177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64236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61872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60461" y="6155233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4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415781" y="6652884"/>
            <a:ext cx="19177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10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59052" y="6652884"/>
            <a:ext cx="108585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6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679546" y="7108829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5">
                <a:moveTo>
                  <a:pt x="99526" y="99531"/>
                </a:moveTo>
                <a:lnTo>
                  <a:pt x="99526" y="0"/>
                </a:lnTo>
                <a:lnTo>
                  <a:pt x="0" y="0"/>
                </a:lnTo>
                <a:lnTo>
                  <a:pt x="0" y="99531"/>
                </a:lnTo>
                <a:lnTo>
                  <a:pt x="99526" y="995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679546" y="7108829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5">
                <a:moveTo>
                  <a:pt x="99526" y="99531"/>
                </a:moveTo>
                <a:lnTo>
                  <a:pt x="99526" y="0"/>
                </a:lnTo>
                <a:lnTo>
                  <a:pt x="0" y="0"/>
                </a:lnTo>
                <a:lnTo>
                  <a:pt x="0" y="99531"/>
                </a:lnTo>
                <a:lnTo>
                  <a:pt x="99526" y="99531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480482" y="7108829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5">
                <a:moveTo>
                  <a:pt x="99531" y="99531"/>
                </a:moveTo>
                <a:lnTo>
                  <a:pt x="99531" y="0"/>
                </a:lnTo>
                <a:lnTo>
                  <a:pt x="0" y="0"/>
                </a:lnTo>
                <a:lnTo>
                  <a:pt x="0" y="99531"/>
                </a:lnTo>
                <a:lnTo>
                  <a:pt x="99531" y="995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480482" y="7108829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5">
                <a:moveTo>
                  <a:pt x="99531" y="99531"/>
                </a:moveTo>
                <a:lnTo>
                  <a:pt x="99531" y="0"/>
                </a:lnTo>
                <a:lnTo>
                  <a:pt x="0" y="0"/>
                </a:lnTo>
                <a:lnTo>
                  <a:pt x="0" y="99531"/>
                </a:lnTo>
                <a:lnTo>
                  <a:pt x="99531" y="99531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274049" y="1801249"/>
          <a:ext cx="6240780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513"/>
                <a:gridCol w="477189"/>
                <a:gridCol w="638649"/>
                <a:gridCol w="576162"/>
                <a:gridCol w="497649"/>
                <a:gridCol w="477189"/>
                <a:gridCol w="638643"/>
                <a:gridCol w="476632"/>
                <a:gridCol w="298589"/>
                <a:gridCol w="398119"/>
                <a:gridCol w="497649"/>
                <a:gridCol w="398119"/>
                <a:gridCol w="278129"/>
                <a:gridCol w="275471"/>
              </a:tblGrid>
              <a:tr h="395265">
                <a:tc gridSpan="4">
                  <a:txBody>
                    <a:bodyPr/>
                    <a:lstStyle/>
                    <a:p>
                      <a:pPr/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9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9526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810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4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6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7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300">
                          <a:latin typeface="Times New Roman"/>
                          <a:cs typeface="Times New Roman"/>
                        </a:rPr>
                        <a:t>10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2477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Nós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95308" y="1603832"/>
            <a:ext cx="686435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Caso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 spc="15" b="1">
                <a:latin typeface="Arial"/>
                <a:cs typeface="Arial"/>
              </a:rPr>
              <a:t>1: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66858" y="1626908"/>
            <a:ext cx="291465" cy="315595"/>
          </a:xfrm>
          <a:custGeom>
            <a:avLst/>
            <a:gdLst/>
            <a:ahLst/>
            <a:cxnLst/>
            <a:rect l="l" t="t" r="r" b="b"/>
            <a:pathLst>
              <a:path w="291464" h="315594">
                <a:moveTo>
                  <a:pt x="291287" y="157784"/>
                </a:moveTo>
                <a:lnTo>
                  <a:pt x="286838" y="118936"/>
                </a:lnTo>
                <a:lnTo>
                  <a:pt x="272123" y="79503"/>
                </a:lnTo>
                <a:lnTo>
                  <a:pt x="248624" y="46216"/>
                </a:lnTo>
                <a:lnTo>
                  <a:pt x="217896" y="20760"/>
                </a:lnTo>
                <a:lnTo>
                  <a:pt x="181494" y="4819"/>
                </a:lnTo>
                <a:lnTo>
                  <a:pt x="145630" y="0"/>
                </a:lnTo>
                <a:lnTo>
                  <a:pt x="141008" y="77"/>
                </a:lnTo>
                <a:lnTo>
                  <a:pt x="101274" y="7453"/>
                </a:lnTo>
                <a:lnTo>
                  <a:pt x="66004" y="25654"/>
                </a:lnTo>
                <a:lnTo>
                  <a:pt x="36754" y="52996"/>
                </a:lnTo>
                <a:lnTo>
                  <a:pt x="15076" y="87794"/>
                </a:lnTo>
                <a:lnTo>
                  <a:pt x="2527" y="128364"/>
                </a:lnTo>
                <a:lnTo>
                  <a:pt x="0" y="157784"/>
                </a:lnTo>
                <a:lnTo>
                  <a:pt x="71" y="162793"/>
                </a:lnTo>
                <a:lnTo>
                  <a:pt x="5600" y="201265"/>
                </a:lnTo>
                <a:lnTo>
                  <a:pt x="21365" y="240098"/>
                </a:lnTo>
                <a:lnTo>
                  <a:pt x="45739" y="272598"/>
                </a:lnTo>
                <a:lnTo>
                  <a:pt x="77169" y="297081"/>
                </a:lnTo>
                <a:lnTo>
                  <a:pt x="114099" y="311860"/>
                </a:lnTo>
                <a:lnTo>
                  <a:pt x="145630" y="315569"/>
                </a:lnTo>
                <a:lnTo>
                  <a:pt x="150254" y="315491"/>
                </a:lnTo>
                <a:lnTo>
                  <a:pt x="189994" y="308116"/>
                </a:lnTo>
                <a:lnTo>
                  <a:pt x="225270" y="289915"/>
                </a:lnTo>
                <a:lnTo>
                  <a:pt x="254526" y="262572"/>
                </a:lnTo>
                <a:lnTo>
                  <a:pt x="276207" y="227774"/>
                </a:lnTo>
                <a:lnTo>
                  <a:pt x="288759" y="187205"/>
                </a:lnTo>
                <a:lnTo>
                  <a:pt x="291287" y="15778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69221" y="1991029"/>
            <a:ext cx="315595" cy="315595"/>
          </a:xfrm>
          <a:custGeom>
            <a:avLst/>
            <a:gdLst/>
            <a:ahLst/>
            <a:cxnLst/>
            <a:rect l="l" t="t" r="r" b="b"/>
            <a:pathLst>
              <a:path w="315595" h="315594">
                <a:moveTo>
                  <a:pt x="315569" y="157784"/>
                </a:moveTo>
                <a:lnTo>
                  <a:pt x="309932" y="115837"/>
                </a:lnTo>
                <a:lnTo>
                  <a:pt x="294025" y="78145"/>
                </a:lnTo>
                <a:lnTo>
                  <a:pt x="269352" y="46212"/>
                </a:lnTo>
                <a:lnTo>
                  <a:pt x="237418" y="21541"/>
                </a:lnTo>
                <a:lnTo>
                  <a:pt x="199727" y="5635"/>
                </a:lnTo>
                <a:lnTo>
                  <a:pt x="157784" y="0"/>
                </a:lnTo>
                <a:lnTo>
                  <a:pt x="152961" y="72"/>
                </a:lnTo>
                <a:lnTo>
                  <a:pt x="111416" y="6923"/>
                </a:lnTo>
                <a:lnTo>
                  <a:pt x="74291" y="23876"/>
                </a:lnTo>
                <a:lnTo>
                  <a:pt x="43089" y="49429"/>
                </a:lnTo>
                <a:lnTo>
                  <a:pt x="19316" y="82076"/>
                </a:lnTo>
                <a:lnTo>
                  <a:pt x="4475" y="120315"/>
                </a:lnTo>
                <a:lnTo>
                  <a:pt x="0" y="157784"/>
                </a:lnTo>
                <a:lnTo>
                  <a:pt x="72" y="162608"/>
                </a:lnTo>
                <a:lnTo>
                  <a:pt x="6924" y="204151"/>
                </a:lnTo>
                <a:lnTo>
                  <a:pt x="23879" y="241274"/>
                </a:lnTo>
                <a:lnTo>
                  <a:pt x="49434" y="272473"/>
                </a:lnTo>
                <a:lnTo>
                  <a:pt x="82082" y="296243"/>
                </a:lnTo>
                <a:lnTo>
                  <a:pt x="120319" y="311081"/>
                </a:lnTo>
                <a:lnTo>
                  <a:pt x="157784" y="315556"/>
                </a:lnTo>
                <a:lnTo>
                  <a:pt x="162608" y="315484"/>
                </a:lnTo>
                <a:lnTo>
                  <a:pt x="204153" y="308633"/>
                </a:lnTo>
                <a:lnTo>
                  <a:pt x="241278" y="291680"/>
                </a:lnTo>
                <a:lnTo>
                  <a:pt x="272480" y="266129"/>
                </a:lnTo>
                <a:lnTo>
                  <a:pt x="296253" y="233484"/>
                </a:lnTo>
                <a:lnTo>
                  <a:pt x="311093" y="195249"/>
                </a:lnTo>
                <a:lnTo>
                  <a:pt x="315569" y="15778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40200" y="2003158"/>
            <a:ext cx="315595" cy="315595"/>
          </a:xfrm>
          <a:custGeom>
            <a:avLst/>
            <a:gdLst/>
            <a:ahLst/>
            <a:cxnLst/>
            <a:rect l="l" t="t" r="r" b="b"/>
            <a:pathLst>
              <a:path w="315595" h="315594">
                <a:moveTo>
                  <a:pt x="315569" y="157797"/>
                </a:moveTo>
                <a:lnTo>
                  <a:pt x="309933" y="115849"/>
                </a:lnTo>
                <a:lnTo>
                  <a:pt x="294028" y="78154"/>
                </a:lnTo>
                <a:lnTo>
                  <a:pt x="269357" y="46218"/>
                </a:lnTo>
                <a:lnTo>
                  <a:pt x="237424" y="21544"/>
                </a:lnTo>
                <a:lnTo>
                  <a:pt x="199732" y="5636"/>
                </a:lnTo>
                <a:lnTo>
                  <a:pt x="157784" y="0"/>
                </a:lnTo>
                <a:lnTo>
                  <a:pt x="152961" y="72"/>
                </a:lnTo>
                <a:lnTo>
                  <a:pt x="111416" y="6924"/>
                </a:lnTo>
                <a:lnTo>
                  <a:pt x="74291" y="23880"/>
                </a:lnTo>
                <a:lnTo>
                  <a:pt x="43089" y="49435"/>
                </a:lnTo>
                <a:lnTo>
                  <a:pt x="19316" y="82086"/>
                </a:lnTo>
                <a:lnTo>
                  <a:pt x="4475" y="120327"/>
                </a:lnTo>
                <a:lnTo>
                  <a:pt x="0" y="157797"/>
                </a:lnTo>
                <a:lnTo>
                  <a:pt x="72" y="162621"/>
                </a:lnTo>
                <a:lnTo>
                  <a:pt x="6924" y="204164"/>
                </a:lnTo>
                <a:lnTo>
                  <a:pt x="23879" y="241287"/>
                </a:lnTo>
                <a:lnTo>
                  <a:pt x="49434" y="272486"/>
                </a:lnTo>
                <a:lnTo>
                  <a:pt x="82082" y="296256"/>
                </a:lnTo>
                <a:lnTo>
                  <a:pt x="120319" y="311094"/>
                </a:lnTo>
                <a:lnTo>
                  <a:pt x="157784" y="315569"/>
                </a:lnTo>
                <a:lnTo>
                  <a:pt x="162608" y="315497"/>
                </a:lnTo>
                <a:lnTo>
                  <a:pt x="204157" y="308646"/>
                </a:lnTo>
                <a:lnTo>
                  <a:pt x="241284" y="291693"/>
                </a:lnTo>
                <a:lnTo>
                  <a:pt x="272484" y="266142"/>
                </a:lnTo>
                <a:lnTo>
                  <a:pt x="296256" y="233497"/>
                </a:lnTo>
                <a:lnTo>
                  <a:pt x="311094" y="195261"/>
                </a:lnTo>
                <a:lnTo>
                  <a:pt x="315569" y="157797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95867" y="2391562"/>
            <a:ext cx="315595" cy="291465"/>
          </a:xfrm>
          <a:custGeom>
            <a:avLst/>
            <a:gdLst/>
            <a:ahLst/>
            <a:cxnLst/>
            <a:rect l="l" t="t" r="r" b="b"/>
            <a:pathLst>
              <a:path w="315594" h="291464">
                <a:moveTo>
                  <a:pt x="315569" y="145643"/>
                </a:moveTo>
                <a:lnTo>
                  <a:pt x="309501" y="105504"/>
                </a:lnTo>
                <a:lnTo>
                  <a:pt x="292419" y="69658"/>
                </a:lnTo>
                <a:lnTo>
                  <a:pt x="266010" y="39660"/>
                </a:lnTo>
                <a:lnTo>
                  <a:pt x="231956" y="17063"/>
                </a:lnTo>
                <a:lnTo>
                  <a:pt x="191945" y="3422"/>
                </a:lnTo>
                <a:lnTo>
                  <a:pt x="157784" y="0"/>
                </a:lnTo>
                <a:lnTo>
                  <a:pt x="152776" y="71"/>
                </a:lnTo>
                <a:lnTo>
                  <a:pt x="114304" y="5600"/>
                </a:lnTo>
                <a:lnTo>
                  <a:pt x="75471" y="21365"/>
                </a:lnTo>
                <a:lnTo>
                  <a:pt x="42970" y="45741"/>
                </a:lnTo>
                <a:lnTo>
                  <a:pt x="18488" y="77173"/>
                </a:lnTo>
                <a:lnTo>
                  <a:pt x="3708" y="114107"/>
                </a:lnTo>
                <a:lnTo>
                  <a:pt x="0" y="145643"/>
                </a:lnTo>
                <a:lnTo>
                  <a:pt x="77" y="150266"/>
                </a:lnTo>
                <a:lnTo>
                  <a:pt x="7453" y="190001"/>
                </a:lnTo>
                <a:lnTo>
                  <a:pt x="25654" y="225273"/>
                </a:lnTo>
                <a:lnTo>
                  <a:pt x="52996" y="254527"/>
                </a:lnTo>
                <a:lnTo>
                  <a:pt x="87794" y="276207"/>
                </a:lnTo>
                <a:lnTo>
                  <a:pt x="128364" y="288759"/>
                </a:lnTo>
                <a:lnTo>
                  <a:pt x="157784" y="291287"/>
                </a:lnTo>
                <a:lnTo>
                  <a:pt x="162793" y="291215"/>
                </a:lnTo>
                <a:lnTo>
                  <a:pt x="201265" y="285685"/>
                </a:lnTo>
                <a:lnTo>
                  <a:pt x="240098" y="269918"/>
                </a:lnTo>
                <a:lnTo>
                  <a:pt x="272598" y="245540"/>
                </a:lnTo>
                <a:lnTo>
                  <a:pt x="297081" y="214108"/>
                </a:lnTo>
                <a:lnTo>
                  <a:pt x="311860" y="177175"/>
                </a:lnTo>
                <a:lnTo>
                  <a:pt x="315569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21201" y="2427973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291299" y="145643"/>
                </a:moveTo>
                <a:lnTo>
                  <a:pt x="285252" y="103977"/>
                </a:lnTo>
                <a:lnTo>
                  <a:pt x="268277" y="67022"/>
                </a:lnTo>
                <a:lnTo>
                  <a:pt x="242123" y="36527"/>
                </a:lnTo>
                <a:lnTo>
                  <a:pt x="208540" y="14238"/>
                </a:lnTo>
                <a:lnTo>
                  <a:pt x="169278" y="1906"/>
                </a:lnTo>
                <a:lnTo>
                  <a:pt x="145656" y="0"/>
                </a:lnTo>
                <a:lnTo>
                  <a:pt x="140848" y="77"/>
                </a:lnTo>
                <a:lnTo>
                  <a:pt x="99618" y="7424"/>
                </a:lnTo>
                <a:lnTo>
                  <a:pt x="63292" y="25503"/>
                </a:lnTo>
                <a:lnTo>
                  <a:pt x="33618" y="52567"/>
                </a:lnTo>
                <a:lnTo>
                  <a:pt x="12346" y="86867"/>
                </a:lnTo>
                <a:lnTo>
                  <a:pt x="1226" y="126655"/>
                </a:lnTo>
                <a:lnTo>
                  <a:pt x="0" y="145643"/>
                </a:lnTo>
                <a:lnTo>
                  <a:pt x="77" y="150450"/>
                </a:lnTo>
                <a:lnTo>
                  <a:pt x="7425" y="191675"/>
                </a:lnTo>
                <a:lnTo>
                  <a:pt x="25508" y="227998"/>
                </a:lnTo>
                <a:lnTo>
                  <a:pt x="52575" y="257669"/>
                </a:lnTo>
                <a:lnTo>
                  <a:pt x="86878" y="278940"/>
                </a:lnTo>
                <a:lnTo>
                  <a:pt x="126668" y="290060"/>
                </a:lnTo>
                <a:lnTo>
                  <a:pt x="145656" y="291287"/>
                </a:lnTo>
                <a:lnTo>
                  <a:pt x="150463" y="291209"/>
                </a:lnTo>
                <a:lnTo>
                  <a:pt x="191688" y="283861"/>
                </a:lnTo>
                <a:lnTo>
                  <a:pt x="228010" y="265779"/>
                </a:lnTo>
                <a:lnTo>
                  <a:pt x="257682" y="238714"/>
                </a:lnTo>
                <a:lnTo>
                  <a:pt x="278953" y="204413"/>
                </a:lnTo>
                <a:lnTo>
                  <a:pt x="290073" y="164628"/>
                </a:lnTo>
                <a:lnTo>
                  <a:pt x="291299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58145" y="2452242"/>
            <a:ext cx="291465" cy="267335"/>
          </a:xfrm>
          <a:custGeom>
            <a:avLst/>
            <a:gdLst/>
            <a:ahLst/>
            <a:cxnLst/>
            <a:rect l="l" t="t" r="r" b="b"/>
            <a:pathLst>
              <a:path w="291464" h="267335">
                <a:moveTo>
                  <a:pt x="291299" y="133515"/>
                </a:moveTo>
                <a:lnTo>
                  <a:pt x="284751" y="93812"/>
                </a:lnTo>
                <a:lnTo>
                  <a:pt x="266423" y="58866"/>
                </a:lnTo>
                <a:lnTo>
                  <a:pt x="238293" y="30489"/>
                </a:lnTo>
                <a:lnTo>
                  <a:pt x="202338" y="10492"/>
                </a:lnTo>
                <a:lnTo>
                  <a:pt x="160535" y="689"/>
                </a:lnTo>
                <a:lnTo>
                  <a:pt x="145643" y="0"/>
                </a:lnTo>
                <a:lnTo>
                  <a:pt x="140637" y="77"/>
                </a:lnTo>
                <a:lnTo>
                  <a:pt x="102336" y="6002"/>
                </a:lnTo>
                <a:lnTo>
                  <a:pt x="64216" y="22802"/>
                </a:lnTo>
                <a:lnTo>
                  <a:pt x="33260" y="48587"/>
                </a:lnTo>
                <a:lnTo>
                  <a:pt x="11446" y="81545"/>
                </a:lnTo>
                <a:lnTo>
                  <a:pt x="752" y="119864"/>
                </a:lnTo>
                <a:lnTo>
                  <a:pt x="0" y="133515"/>
                </a:lnTo>
                <a:lnTo>
                  <a:pt x="84" y="138105"/>
                </a:lnTo>
                <a:lnTo>
                  <a:pt x="8039" y="177367"/>
                </a:lnTo>
                <a:lnTo>
                  <a:pt x="27553" y="211669"/>
                </a:lnTo>
                <a:lnTo>
                  <a:pt x="56648" y="239202"/>
                </a:lnTo>
                <a:lnTo>
                  <a:pt x="93347" y="258152"/>
                </a:lnTo>
                <a:lnTo>
                  <a:pt x="130753" y="266328"/>
                </a:lnTo>
                <a:lnTo>
                  <a:pt x="145643" y="267017"/>
                </a:lnTo>
                <a:lnTo>
                  <a:pt x="150650" y="266940"/>
                </a:lnTo>
                <a:lnTo>
                  <a:pt x="188956" y="261015"/>
                </a:lnTo>
                <a:lnTo>
                  <a:pt x="227080" y="244218"/>
                </a:lnTo>
                <a:lnTo>
                  <a:pt x="258038" y="218437"/>
                </a:lnTo>
                <a:lnTo>
                  <a:pt x="279853" y="185482"/>
                </a:lnTo>
                <a:lnTo>
                  <a:pt x="290547" y="147165"/>
                </a:lnTo>
                <a:lnTo>
                  <a:pt x="291299" y="133515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55769" y="2403690"/>
            <a:ext cx="315595" cy="315595"/>
          </a:xfrm>
          <a:custGeom>
            <a:avLst/>
            <a:gdLst/>
            <a:ahLst/>
            <a:cxnLst/>
            <a:rect l="l" t="t" r="r" b="b"/>
            <a:pathLst>
              <a:path w="315595" h="315594">
                <a:moveTo>
                  <a:pt x="315569" y="157784"/>
                </a:moveTo>
                <a:lnTo>
                  <a:pt x="309933" y="115841"/>
                </a:lnTo>
                <a:lnTo>
                  <a:pt x="294028" y="78151"/>
                </a:lnTo>
                <a:lnTo>
                  <a:pt x="269357" y="46216"/>
                </a:lnTo>
                <a:lnTo>
                  <a:pt x="237424" y="21543"/>
                </a:lnTo>
                <a:lnTo>
                  <a:pt x="199732" y="5636"/>
                </a:lnTo>
                <a:lnTo>
                  <a:pt x="157784" y="0"/>
                </a:lnTo>
                <a:lnTo>
                  <a:pt x="152961" y="72"/>
                </a:lnTo>
                <a:lnTo>
                  <a:pt x="111416" y="6924"/>
                </a:lnTo>
                <a:lnTo>
                  <a:pt x="74291" y="23879"/>
                </a:lnTo>
                <a:lnTo>
                  <a:pt x="43089" y="49434"/>
                </a:lnTo>
                <a:lnTo>
                  <a:pt x="19316" y="82082"/>
                </a:lnTo>
                <a:lnTo>
                  <a:pt x="4475" y="120319"/>
                </a:lnTo>
                <a:lnTo>
                  <a:pt x="0" y="157784"/>
                </a:lnTo>
                <a:lnTo>
                  <a:pt x="72" y="162608"/>
                </a:lnTo>
                <a:lnTo>
                  <a:pt x="6924" y="204157"/>
                </a:lnTo>
                <a:lnTo>
                  <a:pt x="23879" y="241284"/>
                </a:lnTo>
                <a:lnTo>
                  <a:pt x="49434" y="272484"/>
                </a:lnTo>
                <a:lnTo>
                  <a:pt x="82082" y="296256"/>
                </a:lnTo>
                <a:lnTo>
                  <a:pt x="120319" y="311094"/>
                </a:lnTo>
                <a:lnTo>
                  <a:pt x="157784" y="315569"/>
                </a:lnTo>
                <a:lnTo>
                  <a:pt x="162608" y="315497"/>
                </a:lnTo>
                <a:lnTo>
                  <a:pt x="204157" y="308646"/>
                </a:lnTo>
                <a:lnTo>
                  <a:pt x="241284" y="291692"/>
                </a:lnTo>
                <a:lnTo>
                  <a:pt x="272484" y="266140"/>
                </a:lnTo>
                <a:lnTo>
                  <a:pt x="296256" y="233493"/>
                </a:lnTo>
                <a:lnTo>
                  <a:pt x="311094" y="195253"/>
                </a:lnTo>
                <a:lnTo>
                  <a:pt x="315569" y="15778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53939" y="1736140"/>
            <a:ext cx="315595" cy="291465"/>
          </a:xfrm>
          <a:custGeom>
            <a:avLst/>
            <a:gdLst/>
            <a:ahLst/>
            <a:cxnLst/>
            <a:rect l="l" t="t" r="r" b="b"/>
            <a:pathLst>
              <a:path w="315595" h="291464">
                <a:moveTo>
                  <a:pt x="315569" y="145643"/>
                </a:moveTo>
                <a:lnTo>
                  <a:pt x="309501" y="105508"/>
                </a:lnTo>
                <a:lnTo>
                  <a:pt x="292419" y="69664"/>
                </a:lnTo>
                <a:lnTo>
                  <a:pt x="266008" y="39664"/>
                </a:lnTo>
                <a:lnTo>
                  <a:pt x="231952" y="17065"/>
                </a:lnTo>
                <a:lnTo>
                  <a:pt x="191937" y="3423"/>
                </a:lnTo>
                <a:lnTo>
                  <a:pt x="157772" y="0"/>
                </a:lnTo>
                <a:lnTo>
                  <a:pt x="152763" y="71"/>
                </a:lnTo>
                <a:lnTo>
                  <a:pt x="114292" y="5601"/>
                </a:lnTo>
                <a:lnTo>
                  <a:pt x="75461" y="21368"/>
                </a:lnTo>
                <a:lnTo>
                  <a:pt x="42964" y="45746"/>
                </a:lnTo>
                <a:lnTo>
                  <a:pt x="18485" y="77179"/>
                </a:lnTo>
                <a:lnTo>
                  <a:pt x="3708" y="114111"/>
                </a:lnTo>
                <a:lnTo>
                  <a:pt x="0" y="145643"/>
                </a:lnTo>
                <a:lnTo>
                  <a:pt x="77" y="150267"/>
                </a:lnTo>
                <a:lnTo>
                  <a:pt x="7451" y="190007"/>
                </a:lnTo>
                <a:lnTo>
                  <a:pt x="25650" y="225282"/>
                </a:lnTo>
                <a:lnTo>
                  <a:pt x="52989" y="254538"/>
                </a:lnTo>
                <a:lnTo>
                  <a:pt x="87784" y="276220"/>
                </a:lnTo>
                <a:lnTo>
                  <a:pt x="128352" y="288771"/>
                </a:lnTo>
                <a:lnTo>
                  <a:pt x="157772" y="291299"/>
                </a:lnTo>
                <a:lnTo>
                  <a:pt x="162781" y="291227"/>
                </a:lnTo>
                <a:lnTo>
                  <a:pt x="201258" y="285698"/>
                </a:lnTo>
                <a:lnTo>
                  <a:pt x="240094" y="269930"/>
                </a:lnTo>
                <a:lnTo>
                  <a:pt x="272597" y="245551"/>
                </a:lnTo>
                <a:lnTo>
                  <a:pt x="297080" y="214116"/>
                </a:lnTo>
                <a:lnTo>
                  <a:pt x="311860" y="177179"/>
                </a:lnTo>
                <a:lnTo>
                  <a:pt x="315569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77676" y="2209495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291299" y="145656"/>
                </a:moveTo>
                <a:lnTo>
                  <a:pt x="285252" y="103989"/>
                </a:lnTo>
                <a:lnTo>
                  <a:pt x="268276" y="67031"/>
                </a:lnTo>
                <a:lnTo>
                  <a:pt x="242121" y="36532"/>
                </a:lnTo>
                <a:lnTo>
                  <a:pt x="208535" y="14241"/>
                </a:lnTo>
                <a:lnTo>
                  <a:pt x="169269" y="1906"/>
                </a:lnTo>
                <a:lnTo>
                  <a:pt x="145643" y="0"/>
                </a:lnTo>
                <a:lnTo>
                  <a:pt x="140836" y="77"/>
                </a:lnTo>
                <a:lnTo>
                  <a:pt x="99611" y="7425"/>
                </a:lnTo>
                <a:lnTo>
                  <a:pt x="63288" y="25508"/>
                </a:lnTo>
                <a:lnTo>
                  <a:pt x="33617" y="52575"/>
                </a:lnTo>
                <a:lnTo>
                  <a:pt x="12346" y="86878"/>
                </a:lnTo>
                <a:lnTo>
                  <a:pt x="1226" y="126668"/>
                </a:lnTo>
                <a:lnTo>
                  <a:pt x="0" y="145656"/>
                </a:lnTo>
                <a:lnTo>
                  <a:pt x="77" y="150463"/>
                </a:lnTo>
                <a:lnTo>
                  <a:pt x="7425" y="191688"/>
                </a:lnTo>
                <a:lnTo>
                  <a:pt x="25507" y="228010"/>
                </a:lnTo>
                <a:lnTo>
                  <a:pt x="52573" y="257682"/>
                </a:lnTo>
                <a:lnTo>
                  <a:pt x="86873" y="278953"/>
                </a:lnTo>
                <a:lnTo>
                  <a:pt x="126658" y="290073"/>
                </a:lnTo>
                <a:lnTo>
                  <a:pt x="145643" y="291299"/>
                </a:lnTo>
                <a:lnTo>
                  <a:pt x="150451" y="291222"/>
                </a:lnTo>
                <a:lnTo>
                  <a:pt x="191681" y="283874"/>
                </a:lnTo>
                <a:lnTo>
                  <a:pt x="228007" y="265792"/>
                </a:lnTo>
                <a:lnTo>
                  <a:pt x="257681" y="238726"/>
                </a:lnTo>
                <a:lnTo>
                  <a:pt x="278952" y="204426"/>
                </a:lnTo>
                <a:lnTo>
                  <a:pt x="290073" y="164641"/>
                </a:lnTo>
                <a:lnTo>
                  <a:pt x="291299" y="14565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05919" y="2221636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291287" y="145643"/>
                </a:moveTo>
                <a:lnTo>
                  <a:pt x="285239" y="103977"/>
                </a:lnTo>
                <a:lnTo>
                  <a:pt x="268264" y="67022"/>
                </a:lnTo>
                <a:lnTo>
                  <a:pt x="242110" y="36527"/>
                </a:lnTo>
                <a:lnTo>
                  <a:pt x="208527" y="14238"/>
                </a:lnTo>
                <a:lnTo>
                  <a:pt x="169265" y="1906"/>
                </a:lnTo>
                <a:lnTo>
                  <a:pt x="145643" y="0"/>
                </a:lnTo>
                <a:lnTo>
                  <a:pt x="140835" y="77"/>
                </a:lnTo>
                <a:lnTo>
                  <a:pt x="99607" y="7424"/>
                </a:lnTo>
                <a:lnTo>
                  <a:pt x="63283" y="25503"/>
                </a:lnTo>
                <a:lnTo>
                  <a:pt x="33613" y="52567"/>
                </a:lnTo>
                <a:lnTo>
                  <a:pt x="12344" y="86867"/>
                </a:lnTo>
                <a:lnTo>
                  <a:pt x="1226" y="126655"/>
                </a:lnTo>
                <a:lnTo>
                  <a:pt x="0" y="145643"/>
                </a:lnTo>
                <a:lnTo>
                  <a:pt x="77" y="150451"/>
                </a:lnTo>
                <a:lnTo>
                  <a:pt x="7424" y="191680"/>
                </a:lnTo>
                <a:lnTo>
                  <a:pt x="25503" y="228003"/>
                </a:lnTo>
                <a:lnTo>
                  <a:pt x="52567" y="257673"/>
                </a:lnTo>
                <a:lnTo>
                  <a:pt x="86867" y="278942"/>
                </a:lnTo>
                <a:lnTo>
                  <a:pt x="126655" y="290060"/>
                </a:lnTo>
                <a:lnTo>
                  <a:pt x="145643" y="291287"/>
                </a:lnTo>
                <a:lnTo>
                  <a:pt x="150450" y="291209"/>
                </a:lnTo>
                <a:lnTo>
                  <a:pt x="191675" y="283862"/>
                </a:lnTo>
                <a:lnTo>
                  <a:pt x="227998" y="265783"/>
                </a:lnTo>
                <a:lnTo>
                  <a:pt x="257669" y="238719"/>
                </a:lnTo>
                <a:lnTo>
                  <a:pt x="278940" y="204419"/>
                </a:lnTo>
                <a:lnTo>
                  <a:pt x="290060" y="164631"/>
                </a:lnTo>
                <a:lnTo>
                  <a:pt x="291287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18580" y="2221636"/>
            <a:ext cx="267335" cy="267335"/>
          </a:xfrm>
          <a:custGeom>
            <a:avLst/>
            <a:gdLst/>
            <a:ahLst/>
            <a:cxnLst/>
            <a:rect l="l" t="t" r="r" b="b"/>
            <a:pathLst>
              <a:path w="267335" h="267335">
                <a:moveTo>
                  <a:pt x="267030" y="133515"/>
                </a:moveTo>
                <a:lnTo>
                  <a:pt x="260507" y="92181"/>
                </a:lnTo>
                <a:lnTo>
                  <a:pt x="242312" y="56112"/>
                </a:lnTo>
                <a:lnTo>
                  <a:pt x="214505" y="27366"/>
                </a:lnTo>
                <a:lnTo>
                  <a:pt x="179149" y="8004"/>
                </a:lnTo>
                <a:lnTo>
                  <a:pt x="138302" y="84"/>
                </a:lnTo>
                <a:lnTo>
                  <a:pt x="133515" y="0"/>
                </a:lnTo>
                <a:lnTo>
                  <a:pt x="128726" y="84"/>
                </a:lnTo>
                <a:lnTo>
                  <a:pt x="87875" y="8004"/>
                </a:lnTo>
                <a:lnTo>
                  <a:pt x="52518" y="27366"/>
                </a:lnTo>
                <a:lnTo>
                  <a:pt x="24714" y="56112"/>
                </a:lnTo>
                <a:lnTo>
                  <a:pt x="6521" y="92181"/>
                </a:lnTo>
                <a:lnTo>
                  <a:pt x="0" y="133515"/>
                </a:lnTo>
                <a:lnTo>
                  <a:pt x="84" y="138302"/>
                </a:lnTo>
                <a:lnTo>
                  <a:pt x="8004" y="179147"/>
                </a:lnTo>
                <a:lnTo>
                  <a:pt x="27366" y="214501"/>
                </a:lnTo>
                <a:lnTo>
                  <a:pt x="56112" y="242303"/>
                </a:lnTo>
                <a:lnTo>
                  <a:pt x="92181" y="260495"/>
                </a:lnTo>
                <a:lnTo>
                  <a:pt x="133515" y="267017"/>
                </a:lnTo>
                <a:lnTo>
                  <a:pt x="138302" y="266933"/>
                </a:lnTo>
                <a:lnTo>
                  <a:pt x="179149" y="259013"/>
                </a:lnTo>
                <a:lnTo>
                  <a:pt x="214505" y="239651"/>
                </a:lnTo>
                <a:lnTo>
                  <a:pt x="242312" y="210908"/>
                </a:lnTo>
                <a:lnTo>
                  <a:pt x="260507" y="174842"/>
                </a:lnTo>
                <a:lnTo>
                  <a:pt x="267030" y="133515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47069" y="2767812"/>
            <a:ext cx="315595" cy="291465"/>
          </a:xfrm>
          <a:custGeom>
            <a:avLst/>
            <a:gdLst/>
            <a:ahLst/>
            <a:cxnLst/>
            <a:rect l="l" t="t" r="r" b="b"/>
            <a:pathLst>
              <a:path w="315595" h="291464">
                <a:moveTo>
                  <a:pt x="315569" y="145643"/>
                </a:moveTo>
                <a:lnTo>
                  <a:pt x="309501" y="105508"/>
                </a:lnTo>
                <a:lnTo>
                  <a:pt x="292419" y="69664"/>
                </a:lnTo>
                <a:lnTo>
                  <a:pt x="266010" y="39664"/>
                </a:lnTo>
                <a:lnTo>
                  <a:pt x="231956" y="17065"/>
                </a:lnTo>
                <a:lnTo>
                  <a:pt x="191945" y="3423"/>
                </a:lnTo>
                <a:lnTo>
                  <a:pt x="157784" y="0"/>
                </a:lnTo>
                <a:lnTo>
                  <a:pt x="152776" y="71"/>
                </a:lnTo>
                <a:lnTo>
                  <a:pt x="114304" y="5601"/>
                </a:lnTo>
                <a:lnTo>
                  <a:pt x="75471" y="21368"/>
                </a:lnTo>
                <a:lnTo>
                  <a:pt x="42970" y="45746"/>
                </a:lnTo>
                <a:lnTo>
                  <a:pt x="18488" y="77179"/>
                </a:lnTo>
                <a:lnTo>
                  <a:pt x="3708" y="114111"/>
                </a:lnTo>
                <a:lnTo>
                  <a:pt x="0" y="145643"/>
                </a:lnTo>
                <a:lnTo>
                  <a:pt x="77" y="150267"/>
                </a:lnTo>
                <a:lnTo>
                  <a:pt x="7453" y="190007"/>
                </a:lnTo>
                <a:lnTo>
                  <a:pt x="25654" y="225282"/>
                </a:lnTo>
                <a:lnTo>
                  <a:pt x="52996" y="254538"/>
                </a:lnTo>
                <a:lnTo>
                  <a:pt x="87794" y="276220"/>
                </a:lnTo>
                <a:lnTo>
                  <a:pt x="128364" y="288771"/>
                </a:lnTo>
                <a:lnTo>
                  <a:pt x="157784" y="291299"/>
                </a:lnTo>
                <a:lnTo>
                  <a:pt x="162793" y="291227"/>
                </a:lnTo>
                <a:lnTo>
                  <a:pt x="201265" y="285698"/>
                </a:lnTo>
                <a:lnTo>
                  <a:pt x="240098" y="269930"/>
                </a:lnTo>
                <a:lnTo>
                  <a:pt x="272598" y="245551"/>
                </a:lnTo>
                <a:lnTo>
                  <a:pt x="297081" y="214116"/>
                </a:lnTo>
                <a:lnTo>
                  <a:pt x="311860" y="177179"/>
                </a:lnTo>
                <a:lnTo>
                  <a:pt x="315569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56834" y="271926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4" h="291464">
                <a:moveTo>
                  <a:pt x="291299" y="145656"/>
                </a:moveTo>
                <a:lnTo>
                  <a:pt x="285252" y="103989"/>
                </a:lnTo>
                <a:lnTo>
                  <a:pt x="268276" y="67031"/>
                </a:lnTo>
                <a:lnTo>
                  <a:pt x="242121" y="36532"/>
                </a:lnTo>
                <a:lnTo>
                  <a:pt x="208535" y="14241"/>
                </a:lnTo>
                <a:lnTo>
                  <a:pt x="169269" y="1906"/>
                </a:lnTo>
                <a:lnTo>
                  <a:pt x="145643" y="0"/>
                </a:lnTo>
                <a:lnTo>
                  <a:pt x="140836" y="77"/>
                </a:lnTo>
                <a:lnTo>
                  <a:pt x="99611" y="7425"/>
                </a:lnTo>
                <a:lnTo>
                  <a:pt x="63288" y="25508"/>
                </a:lnTo>
                <a:lnTo>
                  <a:pt x="33617" y="52575"/>
                </a:lnTo>
                <a:lnTo>
                  <a:pt x="12346" y="86878"/>
                </a:lnTo>
                <a:lnTo>
                  <a:pt x="1226" y="126668"/>
                </a:lnTo>
                <a:lnTo>
                  <a:pt x="0" y="145656"/>
                </a:lnTo>
                <a:lnTo>
                  <a:pt x="77" y="150463"/>
                </a:lnTo>
                <a:lnTo>
                  <a:pt x="7425" y="191688"/>
                </a:lnTo>
                <a:lnTo>
                  <a:pt x="25507" y="228010"/>
                </a:lnTo>
                <a:lnTo>
                  <a:pt x="52573" y="257682"/>
                </a:lnTo>
                <a:lnTo>
                  <a:pt x="86873" y="278953"/>
                </a:lnTo>
                <a:lnTo>
                  <a:pt x="126658" y="290073"/>
                </a:lnTo>
                <a:lnTo>
                  <a:pt x="145643" y="291299"/>
                </a:lnTo>
                <a:lnTo>
                  <a:pt x="150451" y="291222"/>
                </a:lnTo>
                <a:lnTo>
                  <a:pt x="191681" y="283874"/>
                </a:lnTo>
                <a:lnTo>
                  <a:pt x="228007" y="265792"/>
                </a:lnTo>
                <a:lnTo>
                  <a:pt x="257681" y="238726"/>
                </a:lnTo>
                <a:lnTo>
                  <a:pt x="278952" y="204426"/>
                </a:lnTo>
                <a:lnTo>
                  <a:pt x="290073" y="164641"/>
                </a:lnTo>
                <a:lnTo>
                  <a:pt x="291299" y="14565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810412" y="1748281"/>
            <a:ext cx="315595" cy="291465"/>
          </a:xfrm>
          <a:custGeom>
            <a:avLst/>
            <a:gdLst/>
            <a:ahLst/>
            <a:cxnLst/>
            <a:rect l="l" t="t" r="r" b="b"/>
            <a:pathLst>
              <a:path w="315595" h="291464">
                <a:moveTo>
                  <a:pt x="315556" y="145643"/>
                </a:moveTo>
                <a:lnTo>
                  <a:pt x="309489" y="105508"/>
                </a:lnTo>
                <a:lnTo>
                  <a:pt x="292410" y="69664"/>
                </a:lnTo>
                <a:lnTo>
                  <a:pt x="266004" y="39664"/>
                </a:lnTo>
                <a:lnTo>
                  <a:pt x="231954" y="17065"/>
                </a:lnTo>
                <a:lnTo>
                  <a:pt x="191944" y="3423"/>
                </a:lnTo>
                <a:lnTo>
                  <a:pt x="157784" y="0"/>
                </a:lnTo>
                <a:lnTo>
                  <a:pt x="152775" y="71"/>
                </a:lnTo>
                <a:lnTo>
                  <a:pt x="114299" y="5601"/>
                </a:lnTo>
                <a:lnTo>
                  <a:pt x="75465" y="21368"/>
                </a:lnTo>
                <a:lnTo>
                  <a:pt x="42966" y="45746"/>
                </a:lnTo>
                <a:lnTo>
                  <a:pt x="18485" y="77179"/>
                </a:lnTo>
                <a:lnTo>
                  <a:pt x="3708" y="114111"/>
                </a:lnTo>
                <a:lnTo>
                  <a:pt x="0" y="145643"/>
                </a:lnTo>
                <a:lnTo>
                  <a:pt x="77" y="150267"/>
                </a:lnTo>
                <a:lnTo>
                  <a:pt x="7452" y="190006"/>
                </a:lnTo>
                <a:lnTo>
                  <a:pt x="25651" y="225279"/>
                </a:lnTo>
                <a:lnTo>
                  <a:pt x="52991" y="254531"/>
                </a:lnTo>
                <a:lnTo>
                  <a:pt x="87789" y="276210"/>
                </a:lnTo>
                <a:lnTo>
                  <a:pt x="128360" y="288759"/>
                </a:lnTo>
                <a:lnTo>
                  <a:pt x="157784" y="291287"/>
                </a:lnTo>
                <a:lnTo>
                  <a:pt x="162793" y="291215"/>
                </a:lnTo>
                <a:lnTo>
                  <a:pt x="201264" y="285686"/>
                </a:lnTo>
                <a:lnTo>
                  <a:pt x="240095" y="269921"/>
                </a:lnTo>
                <a:lnTo>
                  <a:pt x="272592" y="245545"/>
                </a:lnTo>
                <a:lnTo>
                  <a:pt x="297071" y="214113"/>
                </a:lnTo>
                <a:lnTo>
                  <a:pt x="311848" y="177179"/>
                </a:lnTo>
                <a:lnTo>
                  <a:pt x="315556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417269" y="1760423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4">
                <a:moveTo>
                  <a:pt x="291299" y="145643"/>
                </a:moveTo>
                <a:lnTo>
                  <a:pt x="285252" y="103977"/>
                </a:lnTo>
                <a:lnTo>
                  <a:pt x="268276" y="67022"/>
                </a:lnTo>
                <a:lnTo>
                  <a:pt x="242121" y="36527"/>
                </a:lnTo>
                <a:lnTo>
                  <a:pt x="208535" y="14238"/>
                </a:lnTo>
                <a:lnTo>
                  <a:pt x="169269" y="1906"/>
                </a:lnTo>
                <a:lnTo>
                  <a:pt x="145643" y="0"/>
                </a:lnTo>
                <a:lnTo>
                  <a:pt x="140836" y="77"/>
                </a:lnTo>
                <a:lnTo>
                  <a:pt x="99611" y="7424"/>
                </a:lnTo>
                <a:lnTo>
                  <a:pt x="63288" y="25503"/>
                </a:lnTo>
                <a:lnTo>
                  <a:pt x="33617" y="52567"/>
                </a:lnTo>
                <a:lnTo>
                  <a:pt x="12346" y="86867"/>
                </a:lnTo>
                <a:lnTo>
                  <a:pt x="1226" y="126655"/>
                </a:lnTo>
                <a:lnTo>
                  <a:pt x="0" y="145643"/>
                </a:lnTo>
                <a:lnTo>
                  <a:pt x="77" y="150451"/>
                </a:lnTo>
                <a:lnTo>
                  <a:pt x="7425" y="191680"/>
                </a:lnTo>
                <a:lnTo>
                  <a:pt x="25507" y="228003"/>
                </a:lnTo>
                <a:lnTo>
                  <a:pt x="52573" y="257673"/>
                </a:lnTo>
                <a:lnTo>
                  <a:pt x="86873" y="278942"/>
                </a:lnTo>
                <a:lnTo>
                  <a:pt x="126658" y="290060"/>
                </a:lnTo>
                <a:lnTo>
                  <a:pt x="145643" y="291287"/>
                </a:lnTo>
                <a:lnTo>
                  <a:pt x="150451" y="291209"/>
                </a:lnTo>
                <a:lnTo>
                  <a:pt x="191681" y="283862"/>
                </a:lnTo>
                <a:lnTo>
                  <a:pt x="228007" y="265783"/>
                </a:lnTo>
                <a:lnTo>
                  <a:pt x="257681" y="238719"/>
                </a:lnTo>
                <a:lnTo>
                  <a:pt x="278952" y="204419"/>
                </a:lnTo>
                <a:lnTo>
                  <a:pt x="290073" y="164631"/>
                </a:lnTo>
                <a:lnTo>
                  <a:pt x="291299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42072" y="2245905"/>
            <a:ext cx="291465" cy="315595"/>
          </a:xfrm>
          <a:custGeom>
            <a:avLst/>
            <a:gdLst/>
            <a:ahLst/>
            <a:cxnLst/>
            <a:rect l="l" t="t" r="r" b="b"/>
            <a:pathLst>
              <a:path w="291465" h="315594">
                <a:moveTo>
                  <a:pt x="291299" y="157784"/>
                </a:moveTo>
                <a:lnTo>
                  <a:pt x="286851" y="118936"/>
                </a:lnTo>
                <a:lnTo>
                  <a:pt x="272136" y="79503"/>
                </a:lnTo>
                <a:lnTo>
                  <a:pt x="248639" y="46216"/>
                </a:lnTo>
                <a:lnTo>
                  <a:pt x="217913" y="20760"/>
                </a:lnTo>
                <a:lnTo>
                  <a:pt x="181515" y="4819"/>
                </a:lnTo>
                <a:lnTo>
                  <a:pt x="145656" y="0"/>
                </a:lnTo>
                <a:lnTo>
                  <a:pt x="141032" y="77"/>
                </a:lnTo>
                <a:lnTo>
                  <a:pt x="101292" y="7453"/>
                </a:lnTo>
                <a:lnTo>
                  <a:pt x="66016" y="25654"/>
                </a:lnTo>
                <a:lnTo>
                  <a:pt x="36761" y="52996"/>
                </a:lnTo>
                <a:lnTo>
                  <a:pt x="15079" y="87794"/>
                </a:lnTo>
                <a:lnTo>
                  <a:pt x="2527" y="128364"/>
                </a:lnTo>
                <a:lnTo>
                  <a:pt x="0" y="157784"/>
                </a:lnTo>
                <a:lnTo>
                  <a:pt x="71" y="162793"/>
                </a:lnTo>
                <a:lnTo>
                  <a:pt x="5601" y="201270"/>
                </a:lnTo>
                <a:lnTo>
                  <a:pt x="21369" y="240104"/>
                </a:lnTo>
                <a:lnTo>
                  <a:pt x="45748" y="272603"/>
                </a:lnTo>
                <a:lnTo>
                  <a:pt x="77183" y="297083"/>
                </a:lnTo>
                <a:lnTo>
                  <a:pt x="114119" y="311861"/>
                </a:lnTo>
                <a:lnTo>
                  <a:pt x="145656" y="315569"/>
                </a:lnTo>
                <a:lnTo>
                  <a:pt x="150279" y="315491"/>
                </a:lnTo>
                <a:lnTo>
                  <a:pt x="190014" y="308117"/>
                </a:lnTo>
                <a:lnTo>
                  <a:pt x="225286" y="289918"/>
                </a:lnTo>
                <a:lnTo>
                  <a:pt x="254540" y="262578"/>
                </a:lnTo>
                <a:lnTo>
                  <a:pt x="276220" y="227780"/>
                </a:lnTo>
                <a:lnTo>
                  <a:pt x="288771" y="187208"/>
                </a:lnTo>
                <a:lnTo>
                  <a:pt x="291299" y="15778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32306" y="2245905"/>
            <a:ext cx="315595" cy="315595"/>
          </a:xfrm>
          <a:custGeom>
            <a:avLst/>
            <a:gdLst/>
            <a:ahLst/>
            <a:cxnLst/>
            <a:rect l="l" t="t" r="r" b="b"/>
            <a:pathLst>
              <a:path w="315595" h="315594">
                <a:moveTo>
                  <a:pt x="315569" y="157784"/>
                </a:moveTo>
                <a:lnTo>
                  <a:pt x="309933" y="115841"/>
                </a:lnTo>
                <a:lnTo>
                  <a:pt x="294028" y="78151"/>
                </a:lnTo>
                <a:lnTo>
                  <a:pt x="269357" y="46216"/>
                </a:lnTo>
                <a:lnTo>
                  <a:pt x="237424" y="21543"/>
                </a:lnTo>
                <a:lnTo>
                  <a:pt x="199732" y="5636"/>
                </a:lnTo>
                <a:lnTo>
                  <a:pt x="157784" y="0"/>
                </a:lnTo>
                <a:lnTo>
                  <a:pt x="152961" y="72"/>
                </a:lnTo>
                <a:lnTo>
                  <a:pt x="111416" y="6924"/>
                </a:lnTo>
                <a:lnTo>
                  <a:pt x="74291" y="23879"/>
                </a:lnTo>
                <a:lnTo>
                  <a:pt x="43089" y="49434"/>
                </a:lnTo>
                <a:lnTo>
                  <a:pt x="19316" y="82082"/>
                </a:lnTo>
                <a:lnTo>
                  <a:pt x="4475" y="120319"/>
                </a:lnTo>
                <a:lnTo>
                  <a:pt x="0" y="157784"/>
                </a:lnTo>
                <a:lnTo>
                  <a:pt x="72" y="162608"/>
                </a:lnTo>
                <a:lnTo>
                  <a:pt x="6924" y="204157"/>
                </a:lnTo>
                <a:lnTo>
                  <a:pt x="23879" y="241284"/>
                </a:lnTo>
                <a:lnTo>
                  <a:pt x="49434" y="272484"/>
                </a:lnTo>
                <a:lnTo>
                  <a:pt x="82082" y="296256"/>
                </a:lnTo>
                <a:lnTo>
                  <a:pt x="120319" y="311094"/>
                </a:lnTo>
                <a:lnTo>
                  <a:pt x="157784" y="315569"/>
                </a:lnTo>
                <a:lnTo>
                  <a:pt x="162608" y="315497"/>
                </a:lnTo>
                <a:lnTo>
                  <a:pt x="204157" y="308646"/>
                </a:lnTo>
                <a:lnTo>
                  <a:pt x="241284" y="291692"/>
                </a:lnTo>
                <a:lnTo>
                  <a:pt x="272484" y="266140"/>
                </a:lnTo>
                <a:lnTo>
                  <a:pt x="296256" y="233493"/>
                </a:lnTo>
                <a:lnTo>
                  <a:pt x="311094" y="195253"/>
                </a:lnTo>
                <a:lnTo>
                  <a:pt x="315569" y="15778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80326" y="2245905"/>
            <a:ext cx="267335" cy="291465"/>
          </a:xfrm>
          <a:custGeom>
            <a:avLst/>
            <a:gdLst/>
            <a:ahLst/>
            <a:cxnLst/>
            <a:rect l="l" t="t" r="r" b="b"/>
            <a:pathLst>
              <a:path w="267334" h="291464">
                <a:moveTo>
                  <a:pt x="267017" y="145656"/>
                </a:moveTo>
                <a:lnTo>
                  <a:pt x="262249" y="106935"/>
                </a:lnTo>
                <a:lnTo>
                  <a:pt x="246561" y="68137"/>
                </a:lnTo>
                <a:lnTo>
                  <a:pt x="221689" y="36285"/>
                </a:lnTo>
                <a:lnTo>
                  <a:pt x="189441" y="13357"/>
                </a:lnTo>
                <a:lnTo>
                  <a:pt x="151631" y="1329"/>
                </a:lnTo>
                <a:lnTo>
                  <a:pt x="133515" y="0"/>
                </a:lnTo>
                <a:lnTo>
                  <a:pt x="128925" y="84"/>
                </a:lnTo>
                <a:lnTo>
                  <a:pt x="89661" y="8039"/>
                </a:lnTo>
                <a:lnTo>
                  <a:pt x="55355" y="27553"/>
                </a:lnTo>
                <a:lnTo>
                  <a:pt x="27820" y="56650"/>
                </a:lnTo>
                <a:lnTo>
                  <a:pt x="8866" y="93353"/>
                </a:lnTo>
                <a:lnTo>
                  <a:pt x="689" y="130764"/>
                </a:lnTo>
                <a:lnTo>
                  <a:pt x="0" y="145656"/>
                </a:lnTo>
                <a:lnTo>
                  <a:pt x="77" y="150662"/>
                </a:lnTo>
                <a:lnTo>
                  <a:pt x="6002" y="188963"/>
                </a:lnTo>
                <a:lnTo>
                  <a:pt x="22802" y="227083"/>
                </a:lnTo>
                <a:lnTo>
                  <a:pt x="48587" y="258039"/>
                </a:lnTo>
                <a:lnTo>
                  <a:pt x="81545" y="279853"/>
                </a:lnTo>
                <a:lnTo>
                  <a:pt x="119864" y="290547"/>
                </a:lnTo>
                <a:lnTo>
                  <a:pt x="133515" y="291299"/>
                </a:lnTo>
                <a:lnTo>
                  <a:pt x="138105" y="291215"/>
                </a:lnTo>
                <a:lnTo>
                  <a:pt x="177367" y="283260"/>
                </a:lnTo>
                <a:lnTo>
                  <a:pt x="211669" y="263746"/>
                </a:lnTo>
                <a:lnTo>
                  <a:pt x="239202" y="234651"/>
                </a:lnTo>
                <a:lnTo>
                  <a:pt x="258152" y="197952"/>
                </a:lnTo>
                <a:lnTo>
                  <a:pt x="266328" y="160546"/>
                </a:lnTo>
                <a:lnTo>
                  <a:pt x="267017" y="14565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06971" y="2258047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4">
                <a:moveTo>
                  <a:pt x="291299" y="145643"/>
                </a:moveTo>
                <a:lnTo>
                  <a:pt x="285252" y="103982"/>
                </a:lnTo>
                <a:lnTo>
                  <a:pt x="268277" y="67028"/>
                </a:lnTo>
                <a:lnTo>
                  <a:pt x="242123" y="36531"/>
                </a:lnTo>
                <a:lnTo>
                  <a:pt x="208540" y="14240"/>
                </a:lnTo>
                <a:lnTo>
                  <a:pt x="169278" y="1906"/>
                </a:lnTo>
                <a:lnTo>
                  <a:pt x="145656" y="0"/>
                </a:lnTo>
                <a:lnTo>
                  <a:pt x="140848" y="77"/>
                </a:lnTo>
                <a:lnTo>
                  <a:pt x="99618" y="7425"/>
                </a:lnTo>
                <a:lnTo>
                  <a:pt x="63292" y="25507"/>
                </a:lnTo>
                <a:lnTo>
                  <a:pt x="33618" y="52573"/>
                </a:lnTo>
                <a:lnTo>
                  <a:pt x="12346" y="86873"/>
                </a:lnTo>
                <a:lnTo>
                  <a:pt x="1226" y="126658"/>
                </a:lnTo>
                <a:lnTo>
                  <a:pt x="0" y="145643"/>
                </a:lnTo>
                <a:lnTo>
                  <a:pt x="77" y="150451"/>
                </a:lnTo>
                <a:lnTo>
                  <a:pt x="7425" y="191681"/>
                </a:lnTo>
                <a:lnTo>
                  <a:pt x="25508" y="228007"/>
                </a:lnTo>
                <a:lnTo>
                  <a:pt x="52575" y="257681"/>
                </a:lnTo>
                <a:lnTo>
                  <a:pt x="86878" y="278952"/>
                </a:lnTo>
                <a:lnTo>
                  <a:pt x="126668" y="290073"/>
                </a:lnTo>
                <a:lnTo>
                  <a:pt x="145656" y="291299"/>
                </a:lnTo>
                <a:lnTo>
                  <a:pt x="150463" y="291222"/>
                </a:lnTo>
                <a:lnTo>
                  <a:pt x="191688" y="283874"/>
                </a:lnTo>
                <a:lnTo>
                  <a:pt x="228010" y="265791"/>
                </a:lnTo>
                <a:lnTo>
                  <a:pt x="257682" y="238724"/>
                </a:lnTo>
                <a:lnTo>
                  <a:pt x="278953" y="204421"/>
                </a:lnTo>
                <a:lnTo>
                  <a:pt x="290073" y="164631"/>
                </a:lnTo>
                <a:lnTo>
                  <a:pt x="291299" y="14564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122760" y="3157410"/>
            <a:ext cx="149860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chamada</a:t>
            </a:r>
            <a:r>
              <a:rPr dirty="0" sz="1300" spc="10" b="1">
                <a:latin typeface="Arial"/>
                <a:cs typeface="Arial"/>
              </a:rPr>
              <a:t> </a:t>
            </a:r>
            <a:r>
              <a:rPr dirty="0" sz="1300" spc="15" b="1">
                <a:latin typeface="Arial"/>
                <a:cs typeface="Arial"/>
              </a:rPr>
              <a:t>DirCurto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15645" y="2720479"/>
            <a:ext cx="217170" cy="2590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7094" sz="1950" spc="52" b="1">
                <a:latin typeface="Arial"/>
                <a:cs typeface="Arial"/>
              </a:rPr>
              <a:t>2</a:t>
            </a:r>
            <a:r>
              <a:rPr dirty="0" sz="1300" spc="20" b="1">
                <a:latin typeface="Arial"/>
                <a:cs typeface="Arial"/>
              </a:rPr>
              <a:t>a</a:t>
            </a:r>
            <a:endParaRPr sz="1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43356" y="2736527"/>
            <a:ext cx="908685" cy="4737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6375" marR="5080" indent="-194310">
              <a:lnSpc>
                <a:spcPct val="116399"/>
              </a:lnSpc>
            </a:pPr>
            <a:r>
              <a:rPr dirty="0" sz="1300" spc="20" b="1">
                <a:latin typeface="Arial"/>
                <a:cs typeface="Arial"/>
              </a:rPr>
              <a:t>chamada DirCurto</a:t>
            </a:r>
            <a:endParaRPr sz="13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41758" y="3557943"/>
            <a:ext cx="1734820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2</a:t>
            </a:r>
            <a:r>
              <a:rPr dirty="0" sz="1300" spc="10" b="1">
                <a:latin typeface="Arial"/>
                <a:cs typeface="Arial"/>
              </a:rPr>
              <a:t> </a:t>
            </a:r>
            <a:r>
              <a:rPr dirty="0" sz="1300" spc="20" b="1">
                <a:latin typeface="Arial"/>
                <a:cs typeface="Arial"/>
              </a:rPr>
              <a:t>chamadas</a:t>
            </a:r>
            <a:r>
              <a:rPr dirty="0" sz="1300" spc="10" b="1">
                <a:latin typeface="Arial"/>
                <a:cs typeface="Arial"/>
              </a:rPr>
              <a:t> </a:t>
            </a:r>
            <a:r>
              <a:rPr dirty="0" sz="1300" spc="15" b="1">
                <a:latin typeface="Arial"/>
                <a:cs typeface="Arial"/>
              </a:rPr>
              <a:t>DirCurto</a:t>
            </a:r>
            <a:endParaRPr sz="13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86388" y="3131934"/>
            <a:ext cx="0" cy="243204"/>
          </a:xfrm>
          <a:custGeom>
            <a:avLst/>
            <a:gdLst/>
            <a:ahLst/>
            <a:cxnLst/>
            <a:rect l="l" t="t" r="r" b="b"/>
            <a:pathLst>
              <a:path w="0" h="243204">
                <a:moveTo>
                  <a:pt x="0" y="0"/>
                </a:moveTo>
                <a:lnTo>
                  <a:pt x="0" y="242747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86388" y="3374681"/>
            <a:ext cx="3386454" cy="0"/>
          </a:xfrm>
          <a:custGeom>
            <a:avLst/>
            <a:gdLst/>
            <a:ahLst/>
            <a:cxnLst/>
            <a:rect l="l" t="t" r="r" b="b"/>
            <a:pathLst>
              <a:path w="3386454" h="0">
                <a:moveTo>
                  <a:pt x="0" y="0"/>
                </a:moveTo>
                <a:lnTo>
                  <a:pt x="3386302" y="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060550" y="3046971"/>
            <a:ext cx="12700" cy="328295"/>
          </a:xfrm>
          <a:custGeom>
            <a:avLst/>
            <a:gdLst/>
            <a:ahLst/>
            <a:cxnLst/>
            <a:rect l="l" t="t" r="r" b="b"/>
            <a:pathLst>
              <a:path w="12700" h="328295">
                <a:moveTo>
                  <a:pt x="12141" y="327710"/>
                </a:moveTo>
                <a:lnTo>
                  <a:pt x="0" y="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458432" y="3374681"/>
            <a:ext cx="0" cy="170180"/>
          </a:xfrm>
          <a:custGeom>
            <a:avLst/>
            <a:gdLst/>
            <a:ahLst/>
            <a:cxnLst/>
            <a:rect l="l" t="t" r="r" b="b"/>
            <a:pathLst>
              <a:path w="0" h="170179">
                <a:moveTo>
                  <a:pt x="0" y="0"/>
                </a:moveTo>
                <a:lnTo>
                  <a:pt x="0" y="16991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60521" y="1893925"/>
            <a:ext cx="243204" cy="158115"/>
          </a:xfrm>
          <a:custGeom>
            <a:avLst/>
            <a:gdLst/>
            <a:ahLst/>
            <a:cxnLst/>
            <a:rect l="l" t="t" r="r" b="b"/>
            <a:pathLst>
              <a:path w="243204" h="158114">
                <a:moveTo>
                  <a:pt x="242735" y="0"/>
                </a:moveTo>
                <a:lnTo>
                  <a:pt x="0" y="15778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33875" y="1869655"/>
            <a:ext cx="243204" cy="182245"/>
          </a:xfrm>
          <a:custGeom>
            <a:avLst/>
            <a:gdLst/>
            <a:ahLst/>
            <a:cxnLst/>
            <a:rect l="l" t="t" r="r" b="b"/>
            <a:pathLst>
              <a:path w="243204" h="182244">
                <a:moveTo>
                  <a:pt x="0" y="0"/>
                </a:moveTo>
                <a:lnTo>
                  <a:pt x="242747" y="18205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164482" y="2318727"/>
            <a:ext cx="85090" cy="133985"/>
          </a:xfrm>
          <a:custGeom>
            <a:avLst/>
            <a:gdLst/>
            <a:ahLst/>
            <a:cxnLst/>
            <a:rect l="l" t="t" r="r" b="b"/>
            <a:pathLst>
              <a:path w="85089" h="133985">
                <a:moveTo>
                  <a:pt x="84963" y="0"/>
                </a:moveTo>
                <a:lnTo>
                  <a:pt x="0" y="133515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70819" y="2282316"/>
            <a:ext cx="121920" cy="146050"/>
          </a:xfrm>
          <a:custGeom>
            <a:avLst/>
            <a:gdLst/>
            <a:ahLst/>
            <a:cxnLst/>
            <a:rect l="l" t="t" r="r" b="b"/>
            <a:pathLst>
              <a:path w="121920" h="146050">
                <a:moveTo>
                  <a:pt x="0" y="0"/>
                </a:moveTo>
                <a:lnTo>
                  <a:pt x="121373" y="14565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375558" y="2282316"/>
            <a:ext cx="158115" cy="182245"/>
          </a:xfrm>
          <a:custGeom>
            <a:avLst/>
            <a:gdLst/>
            <a:ahLst/>
            <a:cxnLst/>
            <a:rect l="l" t="t" r="r" b="b"/>
            <a:pathLst>
              <a:path w="158114" h="182244">
                <a:moveTo>
                  <a:pt x="0" y="0"/>
                </a:moveTo>
                <a:lnTo>
                  <a:pt x="157784" y="182067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987166" y="2233777"/>
            <a:ext cx="206375" cy="194310"/>
          </a:xfrm>
          <a:custGeom>
            <a:avLst/>
            <a:gdLst/>
            <a:ahLst/>
            <a:cxnLst/>
            <a:rect l="l" t="t" r="r" b="b"/>
            <a:pathLst>
              <a:path w="206375" h="194310">
                <a:moveTo>
                  <a:pt x="206324" y="0"/>
                </a:moveTo>
                <a:lnTo>
                  <a:pt x="0" y="194195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987166" y="2427973"/>
            <a:ext cx="12700" cy="0"/>
          </a:xfrm>
          <a:custGeom>
            <a:avLst/>
            <a:gdLst/>
            <a:ahLst/>
            <a:cxnLst/>
            <a:rect l="l" t="t" r="r" b="b"/>
            <a:pathLst>
              <a:path w="12700" h="0">
                <a:moveTo>
                  <a:pt x="0" y="0"/>
                </a:moveTo>
                <a:lnTo>
                  <a:pt x="12128" y="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725449" y="2015299"/>
            <a:ext cx="206375" cy="231140"/>
          </a:xfrm>
          <a:custGeom>
            <a:avLst/>
            <a:gdLst/>
            <a:ahLst/>
            <a:cxnLst/>
            <a:rect l="l" t="t" r="r" b="b"/>
            <a:pathLst>
              <a:path w="206375" h="231139">
                <a:moveTo>
                  <a:pt x="206324" y="0"/>
                </a:moveTo>
                <a:lnTo>
                  <a:pt x="0" y="23060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92467" y="2039569"/>
            <a:ext cx="85090" cy="206375"/>
          </a:xfrm>
          <a:custGeom>
            <a:avLst/>
            <a:gdLst/>
            <a:ahLst/>
            <a:cxnLst/>
            <a:rect l="l" t="t" r="r" b="b"/>
            <a:pathLst>
              <a:path w="85090" h="206375">
                <a:moveTo>
                  <a:pt x="0" y="0"/>
                </a:moveTo>
                <a:lnTo>
                  <a:pt x="84963" y="20633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29123" y="2500795"/>
            <a:ext cx="146050" cy="243204"/>
          </a:xfrm>
          <a:custGeom>
            <a:avLst/>
            <a:gdLst/>
            <a:ahLst/>
            <a:cxnLst/>
            <a:rect l="l" t="t" r="r" b="b"/>
            <a:pathLst>
              <a:path w="146050" h="243205">
                <a:moveTo>
                  <a:pt x="145656" y="0"/>
                </a:moveTo>
                <a:lnTo>
                  <a:pt x="0" y="242747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184013" y="2500795"/>
            <a:ext cx="170180" cy="231140"/>
          </a:xfrm>
          <a:custGeom>
            <a:avLst/>
            <a:gdLst/>
            <a:ahLst/>
            <a:cxnLst/>
            <a:rect l="l" t="t" r="r" b="b"/>
            <a:pathLst>
              <a:path w="170179" h="231139">
                <a:moveTo>
                  <a:pt x="0" y="0"/>
                </a:moveTo>
                <a:lnTo>
                  <a:pt x="169926" y="23060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341797" y="2719260"/>
            <a:ext cx="12700" cy="0"/>
          </a:xfrm>
          <a:custGeom>
            <a:avLst/>
            <a:gdLst/>
            <a:ahLst/>
            <a:cxnLst/>
            <a:rect l="l" t="t" r="r" b="b"/>
            <a:pathLst>
              <a:path w="12700" h="0">
                <a:moveTo>
                  <a:pt x="0" y="0"/>
                </a:moveTo>
                <a:lnTo>
                  <a:pt x="12141" y="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52873" y="2719260"/>
            <a:ext cx="0" cy="340360"/>
          </a:xfrm>
          <a:custGeom>
            <a:avLst/>
            <a:gdLst/>
            <a:ahLst/>
            <a:cxnLst/>
            <a:rect l="l" t="t" r="r" b="b"/>
            <a:pathLst>
              <a:path w="0" h="340360">
                <a:moveTo>
                  <a:pt x="0" y="0"/>
                </a:moveTo>
                <a:lnTo>
                  <a:pt x="0" y="339852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528591" y="2719260"/>
            <a:ext cx="48895" cy="97155"/>
          </a:xfrm>
          <a:custGeom>
            <a:avLst/>
            <a:gdLst/>
            <a:ahLst/>
            <a:cxnLst/>
            <a:rect l="l" t="t" r="r" b="b"/>
            <a:pathLst>
              <a:path w="48895" h="97155">
                <a:moveTo>
                  <a:pt x="24282" y="0"/>
                </a:moveTo>
                <a:lnTo>
                  <a:pt x="0" y="97104"/>
                </a:lnTo>
                <a:lnTo>
                  <a:pt x="48552" y="97104"/>
                </a:lnTo>
                <a:lnTo>
                  <a:pt x="24282" y="0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208282" y="1991029"/>
            <a:ext cx="206375" cy="219075"/>
          </a:xfrm>
          <a:custGeom>
            <a:avLst/>
            <a:gdLst/>
            <a:ahLst/>
            <a:cxnLst/>
            <a:rect l="l" t="t" r="r" b="b"/>
            <a:pathLst>
              <a:path w="206375" h="219075">
                <a:moveTo>
                  <a:pt x="206336" y="0"/>
                </a:moveTo>
                <a:lnTo>
                  <a:pt x="0" y="218465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208282" y="2122233"/>
            <a:ext cx="84455" cy="87630"/>
          </a:xfrm>
          <a:custGeom>
            <a:avLst/>
            <a:gdLst/>
            <a:ahLst/>
            <a:cxnLst/>
            <a:rect l="l" t="t" r="r" b="b"/>
            <a:pathLst>
              <a:path w="84454" h="87630">
                <a:moveTo>
                  <a:pt x="0" y="87261"/>
                </a:moveTo>
                <a:lnTo>
                  <a:pt x="84328" y="33337"/>
                </a:lnTo>
                <a:lnTo>
                  <a:pt x="49022" y="0"/>
                </a:lnTo>
                <a:lnTo>
                  <a:pt x="0" y="87261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681636" y="1893925"/>
            <a:ext cx="461645" cy="352425"/>
          </a:xfrm>
          <a:custGeom>
            <a:avLst/>
            <a:gdLst/>
            <a:ahLst/>
            <a:cxnLst/>
            <a:rect l="l" t="t" r="r" b="b"/>
            <a:pathLst>
              <a:path w="461645" h="352425">
                <a:moveTo>
                  <a:pt x="0" y="0"/>
                </a:moveTo>
                <a:lnTo>
                  <a:pt x="461213" y="35198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050940" y="2167712"/>
            <a:ext cx="92075" cy="78740"/>
          </a:xfrm>
          <a:custGeom>
            <a:avLst/>
            <a:gdLst/>
            <a:ahLst/>
            <a:cxnLst/>
            <a:rect l="l" t="t" r="r" b="b"/>
            <a:pathLst>
              <a:path w="92075" h="78739">
                <a:moveTo>
                  <a:pt x="91909" y="78193"/>
                </a:moveTo>
                <a:lnTo>
                  <a:pt x="29451" y="0"/>
                </a:lnTo>
                <a:lnTo>
                  <a:pt x="0" y="38582"/>
                </a:lnTo>
                <a:lnTo>
                  <a:pt x="91909" y="78193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997206" y="2367279"/>
            <a:ext cx="97155" cy="48895"/>
          </a:xfrm>
          <a:custGeom>
            <a:avLst/>
            <a:gdLst/>
            <a:ahLst/>
            <a:cxnLst/>
            <a:rect l="l" t="t" r="r" b="b"/>
            <a:pathLst>
              <a:path w="97154" h="48894">
                <a:moveTo>
                  <a:pt x="0" y="24282"/>
                </a:moveTo>
                <a:lnTo>
                  <a:pt x="97104" y="48552"/>
                </a:lnTo>
                <a:lnTo>
                  <a:pt x="97104" y="0"/>
                </a:lnTo>
                <a:lnTo>
                  <a:pt x="0" y="24282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38110" y="1881796"/>
            <a:ext cx="97155" cy="48895"/>
          </a:xfrm>
          <a:custGeom>
            <a:avLst/>
            <a:gdLst/>
            <a:ahLst/>
            <a:cxnLst/>
            <a:rect l="l" t="t" r="r" b="b"/>
            <a:pathLst>
              <a:path w="97154" h="48894">
                <a:moveTo>
                  <a:pt x="0" y="24269"/>
                </a:moveTo>
                <a:lnTo>
                  <a:pt x="97104" y="48539"/>
                </a:lnTo>
                <a:lnTo>
                  <a:pt x="97104" y="0"/>
                </a:lnTo>
                <a:lnTo>
                  <a:pt x="0" y="24269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647876" y="2003158"/>
            <a:ext cx="243204" cy="267335"/>
          </a:xfrm>
          <a:custGeom>
            <a:avLst/>
            <a:gdLst/>
            <a:ahLst/>
            <a:cxnLst/>
            <a:rect l="l" t="t" r="r" b="b"/>
            <a:pathLst>
              <a:path w="243204" h="267335">
                <a:moveTo>
                  <a:pt x="0" y="0"/>
                </a:moveTo>
                <a:lnTo>
                  <a:pt x="242747" y="26703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807350" y="2182012"/>
            <a:ext cx="83820" cy="88265"/>
          </a:xfrm>
          <a:custGeom>
            <a:avLst/>
            <a:gdLst/>
            <a:ahLst/>
            <a:cxnLst/>
            <a:rect l="l" t="t" r="r" b="b"/>
            <a:pathLst>
              <a:path w="83820" h="88264">
                <a:moveTo>
                  <a:pt x="83273" y="88176"/>
                </a:moveTo>
                <a:lnTo>
                  <a:pt x="35915" y="0"/>
                </a:lnTo>
                <a:lnTo>
                  <a:pt x="0" y="32651"/>
                </a:lnTo>
                <a:lnTo>
                  <a:pt x="83273" y="88176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660017" y="2415831"/>
            <a:ext cx="182245" cy="0"/>
          </a:xfrm>
          <a:custGeom>
            <a:avLst/>
            <a:gdLst/>
            <a:ahLst/>
            <a:cxnLst/>
            <a:rect l="l" t="t" r="r" b="b"/>
            <a:pathLst>
              <a:path w="182245" h="0">
                <a:moveTo>
                  <a:pt x="182054" y="0"/>
                </a:moveTo>
                <a:lnTo>
                  <a:pt x="0" y="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660017" y="2391562"/>
            <a:ext cx="97155" cy="48895"/>
          </a:xfrm>
          <a:custGeom>
            <a:avLst/>
            <a:gdLst/>
            <a:ahLst/>
            <a:cxnLst/>
            <a:rect l="l" t="t" r="r" b="b"/>
            <a:pathLst>
              <a:path w="97154" h="48894">
                <a:moveTo>
                  <a:pt x="0" y="24269"/>
                </a:moveTo>
                <a:lnTo>
                  <a:pt x="97091" y="48539"/>
                </a:lnTo>
                <a:lnTo>
                  <a:pt x="97091" y="0"/>
                </a:lnTo>
                <a:lnTo>
                  <a:pt x="0" y="24269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3751249" y="1640255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277895" y="2016518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792399" y="2404910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605606" y="2441321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054678" y="2465590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491621" y="2429179"/>
            <a:ext cx="214629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12</a:t>
            </a:r>
            <a:endParaRPr sz="13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212463" y="2028647"/>
            <a:ext cx="214629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450471" y="1749488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049939" y="2234984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782921" y="2793301"/>
            <a:ext cx="205104" cy="549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60325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dirty="0" baseline="-12820" sz="1950" spc="-82" b="1">
                <a:latin typeface="Arial"/>
                <a:cs typeface="Arial"/>
              </a:rPr>
              <a:t>1</a:t>
            </a:r>
            <a:r>
              <a:rPr dirty="0" sz="1300" spc="20" b="1">
                <a:latin typeface="Arial"/>
                <a:cs typeface="Arial"/>
              </a:rPr>
              <a:t>a</a:t>
            </a:r>
            <a:endParaRPr sz="13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341239" y="2744749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814593" y="2234984"/>
            <a:ext cx="554355" cy="622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545"/>
              </a:lnSpc>
            </a:pPr>
            <a:r>
              <a:rPr dirty="0" sz="1300" spc="20" b="1">
                <a:latin typeface="Arial"/>
                <a:cs typeface="Arial"/>
              </a:rPr>
              <a:t>6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 spc="-130" b="1">
                <a:latin typeface="Arial"/>
                <a:cs typeface="Arial"/>
              </a:rPr>
              <a:t> </a:t>
            </a:r>
            <a:r>
              <a:rPr dirty="0" sz="1300" spc="10" b="1" u="sng">
                <a:latin typeface="Arial"/>
                <a:cs typeface="Arial"/>
              </a:rPr>
              <a:t> </a:t>
            </a:r>
            <a:r>
              <a:rPr dirty="0" sz="1300" b="1" u="sng">
                <a:latin typeface="Arial"/>
                <a:cs typeface="Arial"/>
              </a:rPr>
              <a:t>  </a:t>
            </a:r>
            <a:r>
              <a:rPr dirty="0" sz="1300" spc="-160" b="1" u="sng">
                <a:latin typeface="Arial"/>
                <a:cs typeface="Arial"/>
              </a:rPr>
              <a:t> </a:t>
            </a:r>
            <a:r>
              <a:rPr dirty="0" sz="1300" spc="20" b="1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  <a:p>
            <a:pPr algn="ctr" marR="100330">
              <a:lnSpc>
                <a:spcPts val="1545"/>
              </a:lnSpc>
            </a:pPr>
            <a:r>
              <a:rPr dirty="0" sz="1300" spc="10" b="1">
                <a:latin typeface="Arial"/>
                <a:cs typeface="Arial"/>
              </a:rPr>
              <a:t>t</a:t>
            </a:r>
            <a:endParaRPr sz="1300">
              <a:latin typeface="Arial"/>
              <a:cs typeface="Arial"/>
            </a:endParaRPr>
          </a:p>
          <a:p>
            <a:pPr algn="ctr" marR="62230">
              <a:lnSpc>
                <a:spcPct val="100000"/>
              </a:lnSpc>
              <a:spcBef>
                <a:spcPts val="160"/>
              </a:spcBef>
            </a:pPr>
            <a:r>
              <a:rPr dirty="0" sz="1300" spc="20" b="1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511710" y="1602625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19">
                <a:moveTo>
                  <a:pt x="0" y="0"/>
                </a:moveTo>
                <a:lnTo>
                  <a:pt x="0" y="121373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487441" y="1602625"/>
            <a:ext cx="48895" cy="97155"/>
          </a:xfrm>
          <a:custGeom>
            <a:avLst/>
            <a:gdLst/>
            <a:ahLst/>
            <a:cxnLst/>
            <a:rect l="l" t="t" r="r" b="b"/>
            <a:pathLst>
              <a:path w="48895" h="97155">
                <a:moveTo>
                  <a:pt x="24269" y="0"/>
                </a:moveTo>
                <a:lnTo>
                  <a:pt x="0" y="97104"/>
                </a:lnTo>
                <a:lnTo>
                  <a:pt x="48552" y="97104"/>
                </a:lnTo>
                <a:lnTo>
                  <a:pt x="24269" y="0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562913" y="1602625"/>
            <a:ext cx="0" cy="146050"/>
          </a:xfrm>
          <a:custGeom>
            <a:avLst/>
            <a:gdLst/>
            <a:ahLst/>
            <a:cxnLst/>
            <a:rect l="l" t="t" r="r" b="b"/>
            <a:pathLst>
              <a:path w="0" h="146050">
                <a:moveTo>
                  <a:pt x="0" y="0"/>
                </a:moveTo>
                <a:lnTo>
                  <a:pt x="0" y="145656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538643" y="1651177"/>
            <a:ext cx="48895" cy="97155"/>
          </a:xfrm>
          <a:custGeom>
            <a:avLst/>
            <a:gdLst/>
            <a:ahLst/>
            <a:cxnLst/>
            <a:rect l="l" t="t" r="r" b="b"/>
            <a:pathLst>
              <a:path w="48895" h="97155">
                <a:moveTo>
                  <a:pt x="24269" y="97104"/>
                </a:moveTo>
                <a:lnTo>
                  <a:pt x="48552" y="0"/>
                </a:lnTo>
                <a:lnTo>
                  <a:pt x="0" y="0"/>
                </a:lnTo>
                <a:lnTo>
                  <a:pt x="24269" y="97104"/>
                </a:lnTo>
                <a:close/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142850" y="2500795"/>
            <a:ext cx="73025" cy="206375"/>
          </a:xfrm>
          <a:custGeom>
            <a:avLst/>
            <a:gdLst/>
            <a:ahLst/>
            <a:cxnLst/>
            <a:rect l="l" t="t" r="r" b="b"/>
            <a:pathLst>
              <a:path w="73025" h="206375">
                <a:moveTo>
                  <a:pt x="72834" y="0"/>
                </a:moveTo>
                <a:lnTo>
                  <a:pt x="0" y="206324"/>
                </a:lnTo>
              </a:path>
            </a:pathLst>
          </a:custGeom>
          <a:ln w="242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6603504" y="2283523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06945" y="1749488"/>
            <a:ext cx="702945" cy="732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  <a:tabLst>
                <a:tab pos="528955" algn="l"/>
              </a:tabLst>
            </a:pPr>
            <a:r>
              <a:rPr dirty="0" sz="1300" spc="20" b="1">
                <a:latin typeface="Arial"/>
                <a:cs typeface="Arial"/>
              </a:rPr>
              <a:t>2</a:t>
            </a:r>
            <a:r>
              <a:rPr dirty="0" sz="1300" spc="20" b="1">
                <a:latin typeface="Arial"/>
                <a:cs typeface="Arial"/>
              </a:rPr>
              <a:t>  </a:t>
            </a:r>
            <a:r>
              <a:rPr dirty="0" sz="1300" spc="-110" b="1">
                <a:latin typeface="Arial"/>
                <a:cs typeface="Arial"/>
              </a:rPr>
              <a:t> </a:t>
            </a:r>
            <a:r>
              <a:rPr dirty="0" sz="1300" spc="10" b="1" u="sng">
                <a:latin typeface="Arial"/>
                <a:cs typeface="Arial"/>
              </a:rPr>
              <a:t> </a:t>
            </a:r>
            <a:r>
              <a:rPr dirty="0" sz="1300" b="1" u="sng">
                <a:latin typeface="Arial"/>
                <a:cs typeface="Arial"/>
              </a:rPr>
              <a:t>	</a:t>
            </a:r>
            <a:r>
              <a:rPr dirty="0" sz="1300" spc="55" b="1">
                <a:latin typeface="Arial"/>
                <a:cs typeface="Arial"/>
              </a:rPr>
              <a:t> </a:t>
            </a:r>
            <a:r>
              <a:rPr dirty="0" baseline="-8547" sz="1950" spc="30" b="1">
                <a:latin typeface="Arial"/>
                <a:cs typeface="Arial"/>
              </a:rPr>
              <a:t>4</a:t>
            </a:r>
            <a:endParaRPr baseline="-8547"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2200">
              <a:latin typeface="Times New Roman"/>
              <a:cs typeface="Times New Roman"/>
            </a:endParaRPr>
          </a:p>
          <a:p>
            <a:pPr algn="ctr" marL="84455">
              <a:lnSpc>
                <a:spcPct val="100000"/>
              </a:lnSpc>
              <a:tabLst>
                <a:tab pos="436880" algn="l"/>
              </a:tabLst>
            </a:pPr>
            <a:r>
              <a:rPr dirty="0" baseline="4273" sz="1950" spc="30" b="1">
                <a:latin typeface="Arial"/>
                <a:cs typeface="Arial"/>
              </a:rPr>
              <a:t>3</a:t>
            </a:r>
            <a:r>
              <a:rPr dirty="0" baseline="4273" sz="1950" spc="30" b="1">
                <a:latin typeface="Arial"/>
                <a:cs typeface="Arial"/>
              </a:rPr>
              <a:t>	</a:t>
            </a:r>
            <a:r>
              <a:rPr dirty="0" sz="1300" spc="20" b="1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890064" y="2271395"/>
            <a:ext cx="214629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707436" y="4492510"/>
            <a:ext cx="686435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Caso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 spc="20" b="1">
                <a:latin typeface="Arial"/>
                <a:cs typeface="Arial"/>
              </a:rPr>
              <a:t> </a:t>
            </a:r>
            <a:r>
              <a:rPr dirty="0" sz="1300" spc="15" b="1">
                <a:latin typeface="Arial"/>
                <a:cs typeface="Arial"/>
              </a:rPr>
              <a:t>2:</a:t>
            </a:r>
            <a:endParaRPr sz="13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629117" y="4861498"/>
            <a:ext cx="1917683" cy="1480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777411" y="4897909"/>
            <a:ext cx="1893413" cy="12015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755792" y="4885768"/>
            <a:ext cx="1395789" cy="12865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3265754" y="4880902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889504" y="5293576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593465" y="5257165"/>
            <a:ext cx="214629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707436" y="5754789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120110" y="5779058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72091" y="5766930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909034" y="5742647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297426" y="5730506"/>
            <a:ext cx="214629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12</a:t>
            </a:r>
            <a:endParaRPr sz="13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583974" y="4917313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171313" y="5390667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867871" y="5851880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341226" y="5827610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433578" y="5366397"/>
            <a:ext cx="214629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571832" y="5402808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008776" y="5390667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647317" y="4905184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173963" y="5402808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834111" y="5900432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258925" y="5864021"/>
            <a:ext cx="447675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39725" algn="l"/>
              </a:tabLst>
            </a:pPr>
            <a:r>
              <a:rPr dirty="0" sz="1300" spc="20" b="1">
                <a:latin typeface="Arial"/>
                <a:cs typeface="Arial"/>
              </a:rPr>
              <a:t>3</a:t>
            </a:r>
            <a:r>
              <a:rPr dirty="0" sz="1300" spc="20" b="1">
                <a:latin typeface="Arial"/>
                <a:cs typeface="Arial"/>
              </a:rPr>
              <a:t>	</a:t>
            </a:r>
            <a:r>
              <a:rPr dirty="0" sz="1300" spc="20" b="1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914335" y="5888304"/>
            <a:ext cx="214629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817243" y="5390667"/>
            <a:ext cx="120014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00" spc="20" b="1"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4904854" y="6166256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604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904854" y="6396860"/>
            <a:ext cx="3143885" cy="0"/>
          </a:xfrm>
          <a:custGeom>
            <a:avLst/>
            <a:gdLst/>
            <a:ahLst/>
            <a:cxnLst/>
            <a:rect l="l" t="t" r="r" b="b"/>
            <a:pathLst>
              <a:path w="3143884" h="0">
                <a:moveTo>
                  <a:pt x="0" y="0"/>
                </a:moveTo>
                <a:lnTo>
                  <a:pt x="3143554" y="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8048408" y="6141973"/>
            <a:ext cx="0" cy="255270"/>
          </a:xfrm>
          <a:custGeom>
            <a:avLst/>
            <a:gdLst/>
            <a:ahLst/>
            <a:cxnLst/>
            <a:rect l="l" t="t" r="r" b="b"/>
            <a:pathLst>
              <a:path w="0" h="255270">
                <a:moveTo>
                  <a:pt x="0" y="254886"/>
                </a:moveTo>
                <a:lnTo>
                  <a:pt x="0" y="0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446291" y="6396860"/>
            <a:ext cx="0" cy="364490"/>
          </a:xfrm>
          <a:custGeom>
            <a:avLst/>
            <a:gdLst/>
            <a:ahLst/>
            <a:cxnLst/>
            <a:rect l="l" t="t" r="r" b="b"/>
            <a:pathLst>
              <a:path w="0" h="364490">
                <a:moveTo>
                  <a:pt x="0" y="0"/>
                </a:moveTo>
                <a:lnTo>
                  <a:pt x="0" y="364117"/>
                </a:lnTo>
              </a:path>
            </a:pathLst>
          </a:custGeom>
          <a:ln w="121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5256276" y="6859285"/>
            <a:ext cx="217170" cy="247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2820" sz="1950" spc="52" b="1">
                <a:latin typeface="Arial"/>
                <a:cs typeface="Arial"/>
              </a:rPr>
              <a:t>1</a:t>
            </a:r>
            <a:r>
              <a:rPr dirty="0" sz="1300" spc="20" b="1">
                <a:latin typeface="Arial"/>
                <a:cs typeface="Arial"/>
              </a:rPr>
              <a:t>a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729630" y="6907833"/>
            <a:ext cx="1593215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90905" algn="l"/>
              </a:tabLst>
            </a:pPr>
            <a:r>
              <a:rPr dirty="0" sz="1300" spc="20" b="1">
                <a:latin typeface="Arial"/>
                <a:cs typeface="Arial"/>
              </a:rPr>
              <a:t>chamada</a:t>
            </a:r>
            <a:r>
              <a:rPr dirty="0" sz="1300" spc="20" b="1">
                <a:latin typeface="Arial"/>
                <a:cs typeface="Arial"/>
              </a:rPr>
              <a:t>	</a:t>
            </a:r>
            <a:r>
              <a:rPr dirty="0" sz="1300" spc="15" b="1">
                <a:latin typeface="Arial"/>
                <a:cs typeface="Arial"/>
              </a:rPr>
              <a:t>DirCurto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2477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Nós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6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BB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63378" y="1451114"/>
            <a:ext cx="560070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Caso</a:t>
            </a:r>
            <a:r>
              <a:rPr dirty="0" sz="1050" spc="15" b="1">
                <a:latin typeface="Arial"/>
                <a:cs typeface="Arial"/>
              </a:rPr>
              <a:t> </a:t>
            </a:r>
            <a:r>
              <a:rPr dirty="0" sz="1050" spc="15" b="1">
                <a:latin typeface="Arial"/>
                <a:cs typeface="Arial"/>
              </a:rPr>
              <a:t> </a:t>
            </a:r>
            <a:r>
              <a:rPr dirty="0" sz="1050" spc="10" b="1">
                <a:latin typeface="Arial"/>
                <a:cs typeface="Arial"/>
              </a:rPr>
              <a:t>3: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23979" y="1621734"/>
            <a:ext cx="2119562" cy="991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90738" y="1523602"/>
            <a:ext cx="1776103" cy="10892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20688" y="2907216"/>
            <a:ext cx="2286376" cy="10303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345624" y="4355706"/>
            <a:ext cx="79692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Se</a:t>
            </a:r>
            <a:r>
              <a:rPr dirty="0" sz="1050" spc="15" b="1">
                <a:latin typeface="Arial"/>
                <a:cs typeface="Arial"/>
              </a:rPr>
              <a:t>  </a:t>
            </a:r>
            <a:r>
              <a:rPr dirty="0" sz="1050" spc="25" b="1">
                <a:latin typeface="Arial"/>
                <a:cs typeface="Arial"/>
              </a:rPr>
              <a:t> </a:t>
            </a:r>
            <a:r>
              <a:rPr dirty="0" sz="1050" spc="15" b="1">
                <a:latin typeface="Arial"/>
                <a:cs typeface="Arial"/>
              </a:rPr>
              <a:t>nodo</a:t>
            </a:r>
            <a:r>
              <a:rPr dirty="0" sz="1050" b="1">
                <a:latin typeface="Arial"/>
                <a:cs typeface="Arial"/>
              </a:rPr>
              <a:t> </a:t>
            </a:r>
            <a:r>
              <a:rPr dirty="0" sz="1050" spc="15" b="1">
                <a:latin typeface="Arial"/>
                <a:cs typeface="Arial"/>
              </a:rPr>
              <a:t> </a:t>
            </a:r>
            <a:r>
              <a:rPr dirty="0" sz="1050" spc="15" b="1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1303" y="4355706"/>
            <a:ext cx="720090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tem</a:t>
            </a:r>
            <a:r>
              <a:rPr dirty="0" sz="1050" spc="15" b="1">
                <a:latin typeface="Arial"/>
                <a:cs typeface="Arial"/>
              </a:rPr>
              <a:t>  </a:t>
            </a:r>
            <a:r>
              <a:rPr dirty="0" sz="1050" spc="25" b="1">
                <a:latin typeface="Arial"/>
                <a:cs typeface="Arial"/>
              </a:rPr>
              <a:t> </a:t>
            </a:r>
            <a:r>
              <a:rPr dirty="0" sz="1050" spc="10" b="1">
                <a:latin typeface="Arial"/>
                <a:cs typeface="Arial"/>
              </a:rPr>
              <a:t>filho: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35663" y="4516509"/>
            <a:ext cx="3267654" cy="12111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66145" y="1637563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26446" y="1961388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04489" y="2393150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95128" y="2363711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83899" y="2020265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6406" y="2000643"/>
            <a:ext cx="1784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8574" y="2363711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40910" y="235389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29669" y="2363711"/>
            <a:ext cx="1784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12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42709" y="155906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46000" y="1971205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44589" y="1990826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05777" y="1971205"/>
            <a:ext cx="1784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81052" y="2383332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83374" y="2383332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07198" y="2383332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9902" y="2344089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60975" y="292304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42777" y="3315550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69368" y="3295929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91381" y="371787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76406" y="3708069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67045" y="371787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81052" y="3727691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02997" y="3708069"/>
            <a:ext cx="1784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53992" y="4708969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22230" y="5062232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42308" y="5062232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75937" y="5042598"/>
            <a:ext cx="1784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35782" y="544493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69423" y="5435117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963809" y="544493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87634" y="5435117"/>
            <a:ext cx="35750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67335" algn="l"/>
              </a:tabLst>
            </a:pPr>
            <a:r>
              <a:rPr dirty="0" sz="1050" spc="15" b="1">
                <a:latin typeface="Arial"/>
                <a:cs typeface="Arial"/>
              </a:rPr>
              <a:t>8</a:t>
            </a:r>
            <a:r>
              <a:rPr dirty="0" sz="1050" spc="15" b="1">
                <a:latin typeface="Arial"/>
                <a:cs typeface="Arial"/>
              </a:rPr>
              <a:t>	</a:t>
            </a:r>
            <a:r>
              <a:rPr dirty="0" sz="1050" spc="15" b="1">
                <a:latin typeface="Arial"/>
                <a:cs typeface="Arial"/>
              </a:rPr>
              <a:t>9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61418" y="4679531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10035" y="508185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66589" y="5425300"/>
            <a:ext cx="37655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12</a:t>
            </a:r>
            <a:r>
              <a:rPr dirty="0" sz="1050" spc="15" b="1">
                <a:latin typeface="Arial"/>
                <a:cs typeface="Arial"/>
              </a:rPr>
              <a:t>  </a:t>
            </a:r>
            <a:r>
              <a:rPr dirty="0" sz="1050" spc="80" b="1">
                <a:latin typeface="Arial"/>
                <a:cs typeface="Arial"/>
              </a:rPr>
              <a:t> </a:t>
            </a:r>
            <a:r>
              <a:rPr dirty="0" sz="1050" spc="15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465165" y="5435117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26366" y="5062232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269814" y="5062232"/>
            <a:ext cx="1784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779173" y="5395861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34303" y="5386057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48323" y="5395861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9</a:t>
            </a:r>
            <a:endParaRPr sz="10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304345" y="5870672"/>
            <a:ext cx="1511181" cy="12658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659420" y="5841233"/>
            <a:ext cx="1157905" cy="9714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067550" y="6140526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215900" h="215900">
                <a:moveTo>
                  <a:pt x="215887" y="107937"/>
                </a:moveTo>
                <a:lnTo>
                  <a:pt x="207842" y="66977"/>
                </a:lnTo>
                <a:lnTo>
                  <a:pt x="185841" y="33218"/>
                </a:lnTo>
                <a:lnTo>
                  <a:pt x="153080" y="9860"/>
                </a:lnTo>
                <a:lnTo>
                  <a:pt x="112758" y="105"/>
                </a:lnTo>
                <a:lnTo>
                  <a:pt x="107950" y="0"/>
                </a:lnTo>
                <a:lnTo>
                  <a:pt x="103141" y="105"/>
                </a:lnTo>
                <a:lnTo>
                  <a:pt x="62817" y="9860"/>
                </a:lnTo>
                <a:lnTo>
                  <a:pt x="30052" y="33218"/>
                </a:lnTo>
                <a:lnTo>
                  <a:pt x="8046" y="66977"/>
                </a:lnTo>
                <a:lnTo>
                  <a:pt x="0" y="107937"/>
                </a:lnTo>
                <a:lnTo>
                  <a:pt x="105" y="112745"/>
                </a:lnTo>
                <a:lnTo>
                  <a:pt x="9860" y="153070"/>
                </a:lnTo>
                <a:lnTo>
                  <a:pt x="33220" y="185833"/>
                </a:lnTo>
                <a:lnTo>
                  <a:pt x="66983" y="207837"/>
                </a:lnTo>
                <a:lnTo>
                  <a:pt x="107950" y="215883"/>
                </a:lnTo>
                <a:lnTo>
                  <a:pt x="112758" y="215778"/>
                </a:lnTo>
                <a:lnTo>
                  <a:pt x="153080" y="206023"/>
                </a:lnTo>
                <a:lnTo>
                  <a:pt x="185841" y="182666"/>
                </a:lnTo>
                <a:lnTo>
                  <a:pt x="207842" y="148904"/>
                </a:lnTo>
                <a:lnTo>
                  <a:pt x="215887" y="107937"/>
                </a:lnTo>
              </a:path>
            </a:pathLst>
          </a:custGeom>
          <a:ln w="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753542" y="6562476"/>
            <a:ext cx="196850" cy="215900"/>
          </a:xfrm>
          <a:custGeom>
            <a:avLst/>
            <a:gdLst/>
            <a:ahLst/>
            <a:cxnLst/>
            <a:rect l="l" t="t" r="r" b="b"/>
            <a:pathLst>
              <a:path w="196850" h="215900">
                <a:moveTo>
                  <a:pt x="196265" y="107939"/>
                </a:moveTo>
                <a:lnTo>
                  <a:pt x="189780" y="69274"/>
                </a:lnTo>
                <a:lnTo>
                  <a:pt x="169026" y="33308"/>
                </a:lnTo>
                <a:lnTo>
                  <a:pt x="137331" y="8956"/>
                </a:lnTo>
                <a:lnTo>
                  <a:pt x="98132" y="0"/>
                </a:lnTo>
                <a:lnTo>
                  <a:pt x="93513" y="117"/>
                </a:lnTo>
                <a:lnTo>
                  <a:pt x="54979" y="10971"/>
                </a:lnTo>
                <a:lnTo>
                  <a:pt x="24330" y="36799"/>
                </a:lnTo>
                <a:lnTo>
                  <a:pt x="5003" y="73823"/>
                </a:lnTo>
                <a:lnTo>
                  <a:pt x="0" y="107939"/>
                </a:lnTo>
                <a:lnTo>
                  <a:pt x="106" y="113020"/>
                </a:lnTo>
                <a:lnTo>
                  <a:pt x="8143" y="151057"/>
                </a:lnTo>
                <a:lnTo>
                  <a:pt x="30283" y="185919"/>
                </a:lnTo>
                <a:lnTo>
                  <a:pt x="62982" y="208747"/>
                </a:lnTo>
                <a:lnTo>
                  <a:pt x="98132" y="215879"/>
                </a:lnTo>
                <a:lnTo>
                  <a:pt x="102751" y="215762"/>
                </a:lnTo>
                <a:lnTo>
                  <a:pt x="141286" y="204907"/>
                </a:lnTo>
                <a:lnTo>
                  <a:pt x="171935" y="179079"/>
                </a:lnTo>
                <a:lnTo>
                  <a:pt x="191262" y="142055"/>
                </a:lnTo>
                <a:lnTo>
                  <a:pt x="196265" y="107939"/>
                </a:lnTo>
              </a:path>
            </a:pathLst>
          </a:custGeom>
          <a:ln w="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303071" y="6533038"/>
            <a:ext cx="235585" cy="235585"/>
          </a:xfrm>
          <a:custGeom>
            <a:avLst/>
            <a:gdLst/>
            <a:ahLst/>
            <a:cxnLst/>
            <a:rect l="l" t="t" r="r" b="b"/>
            <a:pathLst>
              <a:path w="235584" h="235584">
                <a:moveTo>
                  <a:pt x="235496" y="117753"/>
                </a:moveTo>
                <a:lnTo>
                  <a:pt x="227949" y="76186"/>
                </a:lnTo>
                <a:lnTo>
                  <a:pt x="207151" y="41120"/>
                </a:lnTo>
                <a:lnTo>
                  <a:pt x="175862" y="15318"/>
                </a:lnTo>
                <a:lnTo>
                  <a:pt x="136842" y="1541"/>
                </a:lnTo>
                <a:lnTo>
                  <a:pt x="117741" y="0"/>
                </a:lnTo>
                <a:lnTo>
                  <a:pt x="112888" y="98"/>
                </a:lnTo>
                <a:lnTo>
                  <a:pt x="71912" y="9253"/>
                </a:lnTo>
                <a:lnTo>
                  <a:pt x="37743" y="31354"/>
                </a:lnTo>
                <a:lnTo>
                  <a:pt x="13142" y="63638"/>
                </a:lnTo>
                <a:lnTo>
                  <a:pt x="872" y="103345"/>
                </a:lnTo>
                <a:lnTo>
                  <a:pt x="0" y="117753"/>
                </a:lnTo>
                <a:lnTo>
                  <a:pt x="98" y="122606"/>
                </a:lnTo>
                <a:lnTo>
                  <a:pt x="9253" y="163587"/>
                </a:lnTo>
                <a:lnTo>
                  <a:pt x="31352" y="197759"/>
                </a:lnTo>
                <a:lnTo>
                  <a:pt x="63633" y="222361"/>
                </a:lnTo>
                <a:lnTo>
                  <a:pt x="103336" y="234632"/>
                </a:lnTo>
                <a:lnTo>
                  <a:pt x="117741" y="235504"/>
                </a:lnTo>
                <a:lnTo>
                  <a:pt x="122595" y="235406"/>
                </a:lnTo>
                <a:lnTo>
                  <a:pt x="163578" y="226251"/>
                </a:lnTo>
                <a:lnTo>
                  <a:pt x="197750" y="204151"/>
                </a:lnTo>
                <a:lnTo>
                  <a:pt x="222353" y="171867"/>
                </a:lnTo>
                <a:lnTo>
                  <a:pt x="234623" y="132160"/>
                </a:lnTo>
                <a:lnTo>
                  <a:pt x="235496" y="117753"/>
                </a:lnTo>
              </a:path>
            </a:pathLst>
          </a:custGeom>
          <a:ln w="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518046" y="5698947"/>
            <a:ext cx="0" cy="118110"/>
          </a:xfrm>
          <a:custGeom>
            <a:avLst/>
            <a:gdLst/>
            <a:ahLst/>
            <a:cxnLst/>
            <a:rect l="l" t="t" r="r" b="b"/>
            <a:pathLst>
              <a:path w="0" h="118110">
                <a:moveTo>
                  <a:pt x="0" y="0"/>
                </a:moveTo>
                <a:lnTo>
                  <a:pt x="0" y="117754"/>
                </a:lnTo>
              </a:path>
            </a:pathLst>
          </a:custGeom>
          <a:ln w="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822237" y="6268097"/>
            <a:ext cx="245745" cy="0"/>
          </a:xfrm>
          <a:custGeom>
            <a:avLst/>
            <a:gdLst/>
            <a:ahLst/>
            <a:cxnLst/>
            <a:rect l="l" t="t" r="r" b="b"/>
            <a:pathLst>
              <a:path w="245745" h="0">
                <a:moveTo>
                  <a:pt x="0" y="0"/>
                </a:moveTo>
                <a:lnTo>
                  <a:pt x="245313" y="0"/>
                </a:lnTo>
              </a:path>
            </a:pathLst>
          </a:custGeom>
          <a:ln w="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939991" y="6336784"/>
            <a:ext cx="215900" cy="245745"/>
          </a:xfrm>
          <a:custGeom>
            <a:avLst/>
            <a:gdLst/>
            <a:ahLst/>
            <a:cxnLst/>
            <a:rect l="l" t="t" r="r" b="b"/>
            <a:pathLst>
              <a:path w="215900" h="245745">
                <a:moveTo>
                  <a:pt x="215874" y="0"/>
                </a:moveTo>
                <a:lnTo>
                  <a:pt x="0" y="245318"/>
                </a:lnTo>
              </a:path>
            </a:pathLst>
          </a:custGeom>
          <a:ln w="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204938" y="6346596"/>
            <a:ext cx="137795" cy="206375"/>
          </a:xfrm>
          <a:custGeom>
            <a:avLst/>
            <a:gdLst/>
            <a:ahLst/>
            <a:cxnLst/>
            <a:rect l="l" t="t" r="r" b="b"/>
            <a:pathLst>
              <a:path w="137795" h="206375">
                <a:moveTo>
                  <a:pt x="0" y="0"/>
                </a:moveTo>
                <a:lnTo>
                  <a:pt x="137375" y="206067"/>
                </a:lnTo>
              </a:path>
            </a:pathLst>
          </a:custGeom>
          <a:ln w="98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3512439" y="6337889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218965" y="635751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375062" y="6671522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708704" y="6661710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012895" y="6681335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297464" y="6671522"/>
            <a:ext cx="511809" cy="437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594">
              <a:lnSpc>
                <a:spcPct val="100000"/>
              </a:lnSpc>
              <a:tabLst>
                <a:tab pos="346075" algn="l"/>
              </a:tabLst>
            </a:pPr>
            <a:r>
              <a:rPr dirty="0" baseline="5291" sz="1575" spc="22" b="1">
                <a:latin typeface="Arial"/>
                <a:cs typeface="Arial"/>
              </a:rPr>
              <a:t>8</a:t>
            </a:r>
            <a:r>
              <a:rPr dirty="0" baseline="5291" sz="1575" spc="22" b="1">
                <a:latin typeface="Arial"/>
                <a:cs typeface="Arial"/>
              </a:rPr>
              <a:t>	</a:t>
            </a:r>
            <a:r>
              <a:rPr dirty="0" sz="1050" spc="15" b="1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050" spc="15" b="1">
                <a:latin typeface="Arial"/>
                <a:cs typeface="Arial"/>
              </a:rPr>
              <a:t>9</a:t>
            </a:r>
            <a:endParaRPr sz="10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904957" y="5837440"/>
            <a:ext cx="2692400" cy="329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080">
              <a:lnSpc>
                <a:spcPts val="1250"/>
              </a:lnSpc>
            </a:pPr>
            <a:r>
              <a:rPr dirty="0" sz="1050" spc="15" b="1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250"/>
              </a:lnSpc>
            </a:pPr>
            <a:r>
              <a:rPr dirty="0" sz="1050" spc="15" b="1"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112827" y="6200505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652539" y="6180880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123556" y="6141631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9</a:t>
            </a:r>
            <a:endParaRPr sz="10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730138" y="6612645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201143" y="6593020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475907" y="6583207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819353" y="6573394"/>
            <a:ext cx="1022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359053" y="6553768"/>
            <a:ext cx="178435" cy="17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50" spc="15" b="1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57234" cy="5454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SBB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9700"/>
              </a:lnSpc>
              <a:spcBef>
                <a:spcPts val="700"/>
              </a:spcBef>
              <a:buFont typeface="Arial"/>
              <a:buAutoNum type="arabicPeriod"/>
              <a:tabLst>
                <a:tab pos="852805" algn="l"/>
              </a:tabLst>
            </a:pP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5" b="1">
                <a:latin typeface="Arial"/>
                <a:cs typeface="Arial"/>
              </a:rPr>
              <a:t>ra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314325" indent="-349885">
              <a:lnSpc>
                <a:spcPct val="119700"/>
              </a:lnSpc>
              <a:spcBef>
                <a:spcPts val="700"/>
              </a:spcBef>
              <a:buFont typeface="Arial"/>
              <a:buAutoNum type="arabicPeriod"/>
              <a:tabLst>
                <a:tab pos="852805" algn="l"/>
              </a:tabLst>
            </a:pP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5" b="1">
                <a:latin typeface="Arial"/>
                <a:cs typeface="Arial"/>
              </a:rPr>
              <a:t>ra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90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SBB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141095">
              <a:lnSpc>
                <a:spcPct val="100000"/>
              </a:lnSpc>
              <a:spcBef>
                <a:spcPts val="1350"/>
              </a:spcBef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29768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3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2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319770" cy="4115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 spc="-60">
                <a:latin typeface="Arial"/>
                <a:cs typeface="Arial"/>
              </a:rPr>
              <a:t>a</a:t>
            </a:r>
            <a:r>
              <a:rPr dirty="0" sz="2050" spc="-40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141095">
              <a:lnSpc>
                <a:spcPct val="100000"/>
              </a:lnSpc>
              <a:spcBef>
                <a:spcPts val="1050"/>
              </a:spcBef>
            </a:pP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10">
                <a:latin typeface="Georgia"/>
                <a:cs typeface="Georgia"/>
              </a:rPr>
              <a:t>g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10">
                <a:latin typeface="Georgia"/>
                <a:cs typeface="Georgia"/>
              </a:rPr>
              <a:t>g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SBB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  <a:tab pos="1393825" algn="l"/>
              </a:tabLst>
            </a:pP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b="1">
                <a:latin typeface="Arial"/>
                <a:cs typeface="Arial"/>
              </a:rPr>
              <a:t>	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41095" marR="844550" indent="-918844">
              <a:lnSpc>
                <a:spcPct val="142700"/>
              </a:lnSpc>
              <a:spcBef>
                <a:spcPts val="4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40038" y="4940551"/>
            <a:ext cx="1367155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éd</a:t>
            </a:r>
            <a:r>
              <a:rPr dirty="0" sz="2050" spc="5">
                <a:latin typeface="Arial"/>
                <a:cs typeface="Arial"/>
              </a:rPr>
              <a:t>io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41823" y="5002098"/>
            <a:ext cx="2022475" cy="713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5876836"/>
            <a:ext cx="142811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4121" y="5876836"/>
            <a:ext cx="6513830" cy="352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prát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éd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202" i="1">
                <a:latin typeface="Arial"/>
                <a:cs typeface="Arial"/>
              </a:rPr>
              <a:t>n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13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apena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10">
                <a:latin typeface="Arial"/>
                <a:cs typeface="Arial"/>
              </a:rPr>
              <a:t>%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3613" y="6189267"/>
            <a:ext cx="8102600" cy="737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</a:pP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5" i="1">
                <a:latin typeface="Arial"/>
                <a:cs typeface="Arial"/>
              </a:rPr>
              <a:t>C</a:t>
            </a:r>
            <a:r>
              <a:rPr dirty="0" baseline="-12345" sz="2025" spc="202" i="1">
                <a:latin typeface="Arial"/>
                <a:cs typeface="Arial"/>
              </a:rPr>
              <a:t>n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13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eta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eada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(1982)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956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628142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Digi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3213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99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mico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165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55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í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74735" cy="5702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841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13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-é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díg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ter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7415"/>
            <a:ext cx="133477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1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18529" y="4807136"/>
            <a:ext cx="2920564" cy="1688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925959" y="533758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3838" y="5113642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1795" y="533758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2312" y="533758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4434" y="556152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4434" y="600941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0269" y="5113642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98148" y="533758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02391" y="578545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0269" y="600941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62233" y="4889703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61861" y="4889703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52289" y="6259939"/>
            <a:ext cx="15049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66476" y="6259939"/>
            <a:ext cx="15049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91454" y="5588114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76671" y="5588114"/>
            <a:ext cx="9842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43814" y="5569445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11770" y="1534948"/>
          <a:ext cx="5248275" cy="2774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7172"/>
                <a:gridCol w="490279"/>
                <a:gridCol w="418384"/>
                <a:gridCol w="902284"/>
              </a:tblGrid>
              <a:tr h="1008802">
                <a:tc>
                  <a:txBody>
                    <a:bodyPr/>
                    <a:lstStyle/>
                    <a:p>
                      <a:pPr marL="284480" indent="-262255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050" spc="-4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050" spc="-55">
                          <a:latin typeface="Arial"/>
                          <a:cs typeface="Arial"/>
                        </a:rPr>
                        <a:t>v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20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0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s: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45415">
                        <a:lnSpc>
                          <a:spcPct val="100000"/>
                        </a:lnSpc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B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r" marR="14604">
                        <a:lnSpc>
                          <a:spcPct val="100000"/>
                        </a:lnSpc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48913">
                <a:tc>
                  <a:txBody>
                    <a:bodyPr/>
                    <a:lstStyle/>
                    <a:p>
                      <a:pPr/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C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11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48913">
                <a:tc>
                  <a:txBody>
                    <a:bodyPr/>
                    <a:lstStyle/>
                    <a:p>
                      <a:pPr/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H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000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48856">
                <a:tc>
                  <a:txBody>
                    <a:bodyPr/>
                    <a:lstStyle/>
                    <a:p>
                      <a:pPr/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J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0000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19109">
                <a:tc>
                  <a:txBody>
                    <a:bodyPr/>
                    <a:lstStyle/>
                    <a:p>
                      <a:pPr/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M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000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 u="heavy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 u="heavy">
                <a:solidFill>
                  <a:srgbClr val="007F7A"/>
                </a:solidFill>
                <a:latin typeface="Arial"/>
                <a:cs typeface="Arial"/>
              </a:rPr>
              <a:t>W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u="heavy">
                <a:solidFill>
                  <a:srgbClr val="007F7A"/>
                </a:solidFill>
                <a:latin typeface="Arial"/>
                <a:cs typeface="Arial"/>
              </a:rPr>
              <a:t>K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 u="heavy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ie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 u="heavy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dirty="0" sz="2450" spc="5" b="1" u="heavy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 u="heavy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dirty="0" sz="2450" b="1" u="heavy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15672" y="1514724"/>
            <a:ext cx="2920564" cy="16888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23102" y="204516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0980" y="182123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8938" y="204516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9454" y="204516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31576" y="226910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31576" y="271700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7412" y="182123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5290" y="204516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99534" y="2493048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7412" y="271700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9375" y="159729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9004" y="1597291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49431" y="2967520"/>
            <a:ext cx="15049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63619" y="2967520"/>
            <a:ext cx="15049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88597" y="2295702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73813" y="2295702"/>
            <a:ext cx="9842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40956" y="2277046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8468" y="3499703"/>
            <a:ext cx="8538210" cy="1825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20900"/>
              </a:lnSpc>
            </a:pPr>
            <a:r>
              <a:rPr dirty="0" sz="1850" spc="-7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z-s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á</a:t>
            </a:r>
            <a:r>
              <a:rPr dirty="0" sz="1850" spc="65">
                <a:latin typeface="Arial"/>
                <a:cs typeface="Arial"/>
              </a:rPr>
              <a:t>r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20">
                <a:latin typeface="Arial"/>
                <a:cs typeface="Arial"/>
              </a:rPr>
              <a:t>om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ida.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Se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nó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xt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em</a:t>
            </a:r>
            <a:r>
              <a:rPr dirty="0" sz="1850" spc="15">
                <a:latin typeface="Arial"/>
                <a:cs typeface="Arial"/>
              </a:rPr>
              <a:t> que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pe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qui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minar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55">
                <a:latin typeface="Arial"/>
                <a:cs typeface="Arial"/>
              </a:rPr>
              <a:t>f</a:t>
            </a:r>
            <a:r>
              <a:rPr dirty="0" sz="1850" spc="15">
                <a:latin typeface="Arial"/>
                <a:cs typeface="Arial"/>
              </a:rPr>
              <a:t>or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z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6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,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5">
                <a:latin typeface="Arial"/>
                <a:cs typeface="Arial"/>
              </a:rPr>
              <a:t>-s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-15">
                <a:latin typeface="Arial"/>
                <a:cs typeface="Arial"/>
              </a:rPr>
              <a:t>o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nó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xt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ne</a:t>
            </a:r>
            <a:r>
              <a:rPr dirty="0" sz="1850" spc="10">
                <a:latin typeface="Arial"/>
                <a:cs typeface="Arial"/>
              </a:rPr>
              <a:t>ss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pon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endo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-15">
                <a:latin typeface="Arial"/>
                <a:cs typeface="Arial"/>
              </a:rPr>
              <a:t>o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emplo: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rç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30">
                <a:latin typeface="Arial"/>
                <a:cs typeface="Arial"/>
              </a:rPr>
              <a:t>W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14">
                <a:latin typeface="Tahoma"/>
                <a:cs typeface="Tahoma"/>
              </a:rPr>
              <a:t>=</a:t>
            </a:r>
            <a:r>
              <a:rPr dirty="0" sz="1850" spc="-55">
                <a:latin typeface="Tahoma"/>
                <a:cs typeface="Tahoma"/>
              </a:rPr>
              <a:t> </a:t>
            </a:r>
            <a:r>
              <a:rPr dirty="0" sz="1850" spc="15">
                <a:latin typeface="Arial"/>
                <a:cs typeface="Arial"/>
              </a:rPr>
              <a:t>110110.</a:t>
            </a:r>
            <a:endParaRPr sz="1850">
              <a:latin typeface="Arial"/>
              <a:cs typeface="Arial"/>
            </a:endParaRPr>
          </a:p>
          <a:p>
            <a:pPr marL="12700" marR="71120">
              <a:lnSpc>
                <a:spcPct val="120900"/>
              </a:lnSpc>
              <a:spcBef>
                <a:spcPts val="860"/>
              </a:spcBef>
            </a:pPr>
            <a:r>
              <a:rPr dirty="0" sz="1850" spc="20">
                <a:latin typeface="Arial"/>
                <a:cs typeface="Arial"/>
              </a:rPr>
              <a:t>Se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nó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xt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er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35">
                <a:latin typeface="Arial"/>
                <a:cs typeface="Arial"/>
              </a:rPr>
              <a:t>r</a:t>
            </a:r>
            <a:r>
              <a:rPr dirty="0" sz="1850" spc="10">
                <a:latin typeface="Arial"/>
                <a:cs typeface="Arial"/>
              </a:rPr>
              <a:t>ia</a:t>
            </a:r>
            <a:r>
              <a:rPr dirty="0" sz="1850" spc="5">
                <a:latin typeface="Arial"/>
                <a:cs typeface="Arial"/>
              </a:rPr>
              <a:t>-s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um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ou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mais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nós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0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nos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ujos</a:t>
            </a:r>
            <a:r>
              <a:rPr dirty="0" sz="1850" spc="15">
                <a:latin typeface="Arial"/>
                <a:cs typeface="Arial"/>
              </a:rPr>
              <a:t> de</a:t>
            </a:r>
            <a:r>
              <a:rPr dirty="0" sz="1850" spc="10">
                <a:latin typeface="Arial"/>
                <a:cs typeface="Arial"/>
              </a:rPr>
              <a:t>sc</a:t>
            </a:r>
            <a:r>
              <a:rPr dirty="0" sz="1850" spc="15">
                <a:latin typeface="Arial"/>
                <a:cs typeface="Arial"/>
              </a:rPr>
              <a:t>enden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es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on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</a:t>
            </a:r>
            <a:r>
              <a:rPr dirty="0" sz="1850" spc="15">
                <a:latin typeface="Arial"/>
                <a:cs typeface="Arial"/>
              </a:rPr>
              <a:t>ão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1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já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-45">
                <a:latin typeface="Arial"/>
                <a:cs typeface="Arial"/>
              </a:rPr>
              <a:t>e</a:t>
            </a:r>
            <a:r>
              <a:rPr dirty="0" sz="1850" spc="10">
                <a:latin typeface="Arial"/>
                <a:cs typeface="Arial"/>
              </a:rPr>
              <a:t>x</a:t>
            </a:r>
            <a:r>
              <a:rPr dirty="0" sz="1850" spc="5">
                <a:latin typeface="Arial"/>
                <a:cs typeface="Arial"/>
              </a:rPr>
              <a:t>i</a:t>
            </a:r>
            <a:r>
              <a:rPr dirty="0" sz="1850" spc="5">
                <a:latin typeface="Arial"/>
                <a:cs typeface="Arial"/>
              </a:rPr>
              <a:t>st</a:t>
            </a:r>
            <a:r>
              <a:rPr dirty="0" sz="1850" spc="15">
                <a:latin typeface="Arial"/>
                <a:cs typeface="Arial"/>
              </a:rPr>
              <a:t>en</a:t>
            </a:r>
            <a:r>
              <a:rPr dirty="0" sz="1850">
                <a:latin typeface="Arial"/>
                <a:cs typeface="Arial"/>
              </a:rPr>
              <a:t>t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5">
                <a:latin typeface="Arial"/>
                <a:cs typeface="Arial"/>
              </a:rPr>
              <a:t>n</a:t>
            </a:r>
            <a:r>
              <a:rPr dirty="0" sz="1850" spc="-15">
                <a:latin typeface="Arial"/>
                <a:cs typeface="Arial"/>
              </a:rPr>
              <a:t>o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-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.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E</a:t>
            </a:r>
            <a:r>
              <a:rPr dirty="0" sz="1850" spc="-45">
                <a:latin typeface="Arial"/>
                <a:cs typeface="Arial"/>
              </a:rPr>
              <a:t>x</a:t>
            </a:r>
            <a:r>
              <a:rPr dirty="0" sz="1850" spc="15">
                <a:latin typeface="Arial"/>
                <a:cs typeface="Arial"/>
              </a:rPr>
              <a:t>emplo:</a:t>
            </a:r>
            <a:r>
              <a:rPr dirty="0" sz="1850" spc="130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in</a:t>
            </a:r>
            <a:r>
              <a:rPr dirty="0" sz="1850" spc="10">
                <a:latin typeface="Arial"/>
                <a:cs typeface="Arial"/>
              </a:rPr>
              <a:t>s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rç</a:t>
            </a:r>
            <a:r>
              <a:rPr dirty="0" sz="1850" spc="15">
                <a:latin typeface="Arial"/>
                <a:cs typeface="Arial"/>
              </a:rPr>
              <a:t>ão</a:t>
            </a:r>
            <a:endParaRPr sz="1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8481" y="5372570"/>
            <a:ext cx="2397760" cy="307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>
                <a:latin typeface="Arial"/>
                <a:cs typeface="Arial"/>
              </a:rPr>
              <a:t>da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0">
                <a:latin typeface="Arial"/>
                <a:cs typeface="Arial"/>
              </a:rPr>
              <a:t>c</a:t>
            </a:r>
            <a:r>
              <a:rPr dirty="0" sz="1850" spc="15">
                <a:latin typeface="Arial"/>
                <a:cs typeface="Arial"/>
              </a:rPr>
              <a:t>h</a:t>
            </a:r>
            <a:r>
              <a:rPr dirty="0" sz="1850" spc="-25">
                <a:latin typeface="Arial"/>
                <a:cs typeface="Arial"/>
              </a:rPr>
              <a:t>a</a:t>
            </a:r>
            <a:r>
              <a:rPr dirty="0" sz="1850" spc="-35">
                <a:latin typeface="Arial"/>
                <a:cs typeface="Arial"/>
              </a:rPr>
              <a:t>v</a:t>
            </a:r>
            <a:r>
              <a:rPr dirty="0" sz="1850" spc="15">
                <a:latin typeface="Arial"/>
                <a:cs typeface="Arial"/>
              </a:rPr>
              <a:t>e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20">
                <a:latin typeface="Arial"/>
                <a:cs typeface="Arial"/>
              </a:rPr>
              <a:t>K</a:t>
            </a:r>
            <a:r>
              <a:rPr dirty="0" sz="1850" spc="5">
                <a:latin typeface="Arial"/>
                <a:cs typeface="Arial"/>
              </a:rPr>
              <a:t> </a:t>
            </a:r>
            <a:r>
              <a:rPr dirty="0" sz="1850" spc="114">
                <a:latin typeface="Tahoma"/>
                <a:cs typeface="Tahoma"/>
              </a:rPr>
              <a:t>=</a:t>
            </a:r>
            <a:r>
              <a:rPr dirty="0" sz="1850" spc="-55">
                <a:latin typeface="Tahoma"/>
                <a:cs typeface="Tahoma"/>
              </a:rPr>
              <a:t> </a:t>
            </a:r>
            <a:r>
              <a:rPr dirty="0" sz="1850" spc="15">
                <a:latin typeface="Arial"/>
                <a:cs typeface="Arial"/>
              </a:rPr>
              <a:t>100010.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44159" y="5491564"/>
            <a:ext cx="4264211" cy="1688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595236" y="579807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07942" y="602200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60064" y="6245954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60064" y="6693832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99480" y="6245954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75900" y="579807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28021" y="646989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75900" y="6693832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51602" y="6469890"/>
            <a:ext cx="71628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628015" algn="l"/>
              </a:tabLst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r>
              <a:rPr dirty="0" sz="1150" spc="10">
                <a:latin typeface="Times New Roman"/>
                <a:cs typeface="Times New Roman"/>
              </a:rPr>
              <a:t>	</a:t>
            </a: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63194" y="6022009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11073" y="5798070"/>
            <a:ext cx="100330" cy="187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55820" y="5574131"/>
            <a:ext cx="2059939" cy="636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  <a:tabLst>
                <a:tab pos="1958975" algn="l"/>
              </a:tabLst>
            </a:pPr>
            <a:r>
              <a:rPr dirty="0" sz="1150" spc="10">
                <a:latin typeface="Times New Roman"/>
                <a:cs typeface="Times New Roman"/>
              </a:rPr>
              <a:t>0</a:t>
            </a:r>
            <a:r>
              <a:rPr dirty="0" sz="1150" spc="10">
                <a:latin typeface="Times New Roman"/>
                <a:cs typeface="Times New Roman"/>
              </a:rPr>
              <a:t>	</a:t>
            </a:r>
            <a:r>
              <a:rPr dirty="0" sz="1150" spc="1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  <a:tabLst>
                <a:tab pos="1623060" algn="l"/>
              </a:tabLst>
            </a:pPr>
            <a:r>
              <a:rPr dirty="0" sz="1150" spc="10">
                <a:latin typeface="Times New Roman"/>
                <a:cs typeface="Times New Roman"/>
              </a:rPr>
              <a:t>1</a:t>
            </a:r>
            <a:r>
              <a:rPr dirty="0" sz="1150" spc="10">
                <a:latin typeface="Times New Roman"/>
                <a:cs typeface="Times New Roman"/>
              </a:rPr>
              <a:t>	</a:t>
            </a:r>
            <a:r>
              <a:rPr dirty="0" sz="1150" spc="10">
                <a:latin typeface="Times New Roman"/>
                <a:cs typeface="Times New Roman"/>
              </a:rPr>
              <a:t>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77919" y="6944365"/>
            <a:ext cx="15049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92106" y="6944365"/>
            <a:ext cx="15049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17084" y="6272540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02301" y="6720423"/>
            <a:ext cx="9842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69444" y="6720423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65213" y="6253877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85723" y="6048603"/>
            <a:ext cx="20193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5">
                <a:latin typeface="Times New Roman"/>
                <a:cs typeface="Times New Roman"/>
              </a:rPr>
              <a:t>W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240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Impo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20" b="1">
                <a:latin typeface="Arial"/>
                <a:cs typeface="Arial"/>
              </a:rPr>
              <a:t>a</a:t>
            </a:r>
            <a:r>
              <a:rPr dirty="0" sz="2050" spc="25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m:</a:t>
            </a:r>
            <a:endParaRPr sz="2050">
              <a:latin typeface="Arial"/>
              <a:cs typeface="Arial"/>
            </a:endParaRPr>
          </a:p>
          <a:p>
            <a:pPr lvl="1" marL="852169" marR="150495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lvl="1" marL="852169" marR="55244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66302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53730" cy="5132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53060">
              <a:lnSpc>
                <a:spcPct val="100000"/>
              </a:lnSpc>
            </a:pP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atr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-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Pract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 Cod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Alph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ic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905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 spc="5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E.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12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501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1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80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920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72601" y="4850176"/>
            <a:ext cx="2696628" cy="1622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20550" y="6237034"/>
            <a:ext cx="58801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dirty="0" sz="1450" spc="10">
                <a:latin typeface="Times New Roman"/>
                <a:cs typeface="Times New Roman"/>
              </a:rPr>
              <a:t>B</a:t>
            </a:r>
            <a:r>
              <a:rPr dirty="0" sz="1450" spc="10">
                <a:latin typeface="Times New Roman"/>
                <a:cs typeface="Times New Roman"/>
              </a:rPr>
              <a:t>	</a:t>
            </a:r>
            <a:r>
              <a:rPr dirty="0" sz="1450" spc="1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1589" y="5789155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06806" y="5789155"/>
            <a:ext cx="9842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3949" y="5770486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44727" y="5341264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1326" y="859358"/>
            <a:ext cx="8558530" cy="4267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atr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endParaRPr sz="2450">
              <a:latin typeface="Arial"/>
              <a:cs typeface="Arial"/>
            </a:endParaRPr>
          </a:p>
          <a:p>
            <a:pPr algn="just" marL="484505" marR="15875" indent="-262255">
              <a:lnSpc>
                <a:spcPct val="118700"/>
              </a:lnSpc>
              <a:spcBef>
                <a:spcPts val="21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505" marR="5080" indent="-262255">
              <a:lnSpc>
                <a:spcPct val="118700"/>
              </a:lnSpc>
              <a:spcBef>
                <a:spcPts val="13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64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3100">
              <a:latin typeface="Times New Roman"/>
              <a:cs typeface="Times New Roman"/>
            </a:endParaRPr>
          </a:p>
          <a:p>
            <a:pPr marL="5673725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01080" y="5341264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53202" y="578915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53209" y="4767714"/>
          <a:ext cx="1652270" cy="2185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278"/>
                <a:gridCol w="418450"/>
                <a:gridCol w="902282"/>
              </a:tblGrid>
              <a:tr h="419166">
                <a:tc>
                  <a:txBody>
                    <a:bodyPr/>
                    <a:lstStyle/>
                    <a:p>
                      <a:pPr marL="22225">
                        <a:lnSpc>
                          <a:spcPts val="2460"/>
                        </a:lnSpc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B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460"/>
                        </a:lnSpc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ts val="2460"/>
                        </a:lnSpc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4891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C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11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488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H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000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4891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J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0000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  <a:tr h="41916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Q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=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1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000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311150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K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59526" y="1575138"/>
            <a:ext cx="2696628" cy="1622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07475" y="2961995"/>
            <a:ext cx="58801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dirty="0" sz="1450" spc="10">
                <a:latin typeface="Times New Roman"/>
                <a:cs typeface="Times New Roman"/>
              </a:rPr>
              <a:t>B</a:t>
            </a:r>
            <a:r>
              <a:rPr dirty="0" sz="1450" spc="10">
                <a:latin typeface="Times New Roman"/>
                <a:cs typeface="Times New Roman"/>
              </a:rPr>
              <a:t>	</a:t>
            </a:r>
            <a:r>
              <a:rPr dirty="0" sz="1450" spc="1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8515" y="2514117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93731" y="2514117"/>
            <a:ext cx="9842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0874" y="2495448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1652" y="206622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9835" y="1618348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8005" y="206622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0127" y="2514117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35414" y="1599598"/>
            <a:ext cx="2808591" cy="16229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984415" y="2538577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63893" y="209068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16015" y="2538577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71625" y="2538577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48738" y="2519908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19516" y="209068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1705" y="1642808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83363" y="2986455"/>
            <a:ext cx="205422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  <a:tab pos="1486535" algn="l"/>
                <a:tab pos="1905635" algn="l"/>
              </a:tabLst>
            </a:pPr>
            <a:r>
              <a:rPr dirty="0" sz="1450" spc="10">
                <a:latin typeface="Times New Roman"/>
                <a:cs typeface="Times New Roman"/>
              </a:rPr>
              <a:t>B</a:t>
            </a:r>
            <a:r>
              <a:rPr dirty="0" sz="1450" spc="10">
                <a:latin typeface="Times New Roman"/>
                <a:cs typeface="Times New Roman"/>
              </a:rPr>
              <a:t>	</a:t>
            </a:r>
            <a:r>
              <a:rPr dirty="0" sz="1450" spc="10">
                <a:latin typeface="Times New Roman"/>
                <a:cs typeface="Times New Roman"/>
              </a:rPr>
              <a:t>C</a:t>
            </a:r>
            <a:r>
              <a:rPr dirty="0" sz="1450" spc="10">
                <a:latin typeface="Times New Roman"/>
                <a:cs typeface="Times New Roman"/>
              </a:rPr>
              <a:t>	</a:t>
            </a:r>
            <a:r>
              <a:rPr dirty="0" sz="1450" spc="5">
                <a:latin typeface="Times New Roman"/>
                <a:cs typeface="Times New Roman"/>
              </a:rPr>
              <a:t>J</a:t>
            </a:r>
            <a:r>
              <a:rPr dirty="0" sz="1450" spc="5">
                <a:latin typeface="Times New Roman"/>
                <a:cs typeface="Times New Roman"/>
              </a:rPr>
              <a:t>	</a:t>
            </a:r>
            <a:r>
              <a:rPr dirty="0" sz="1450" spc="10"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43126" y="3480371"/>
            <a:ext cx="8467725" cy="3627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2729" marR="107314" indent="-240029">
              <a:lnSpc>
                <a:spcPct val="109500"/>
              </a:lnSpc>
              <a:buFont typeface="Lucida Sans Unicode"/>
              <a:buChar char="•"/>
              <a:tabLst>
                <a:tab pos="253365" algn="l"/>
              </a:tabLst>
            </a:pPr>
            <a:r>
              <a:rPr dirty="0" sz="1700" spc="-60">
                <a:latin typeface="Arial"/>
                <a:cs typeface="Arial"/>
              </a:rPr>
              <a:t>P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3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ir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0">
                <a:latin typeface="Tahoma"/>
                <a:cs typeface="Tahoma"/>
              </a:rPr>
              <a:t>=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10">
                <a:latin typeface="Arial"/>
                <a:cs typeface="Arial"/>
              </a:rPr>
              <a:t>100010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á</a:t>
            </a:r>
            <a:r>
              <a:rPr dirty="0" sz="1700" spc="55">
                <a:latin typeface="Arial"/>
                <a:cs typeface="Arial"/>
              </a:rPr>
              <a:t>r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ore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à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querda,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qui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ini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ia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pela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aiz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te</a:t>
            </a:r>
            <a:r>
              <a:rPr dirty="0" sz="1700" spc="4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ina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quando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hega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nó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te</a:t>
            </a:r>
            <a:r>
              <a:rPr dirty="0" sz="1700" spc="4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no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ontendo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J</a:t>
            </a:r>
            <a:r>
              <a:rPr dirty="0" sz="1700" spc="5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algn="just" marL="252729" marR="207010" indent="-240029">
              <a:lnSpc>
                <a:spcPct val="109500"/>
              </a:lnSpc>
              <a:spcBef>
                <a:spcPts val="969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índi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dos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bits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tão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ordenados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querda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pa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direita.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Bit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índi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é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25">
                <a:latin typeface="Lucida Sans Unicode"/>
                <a:cs typeface="Lucida Sans Unicode"/>
              </a:rPr>
              <a:t>→</a:t>
            </a:r>
            <a:r>
              <a:rPr dirty="0" sz="1700" spc="-6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ubá</a:t>
            </a:r>
            <a:r>
              <a:rPr dirty="0" sz="1700" spc="55">
                <a:latin typeface="Arial"/>
                <a:cs typeface="Arial"/>
              </a:rPr>
              <a:t>r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ore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direita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Bit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índi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25">
                <a:latin typeface="Lucida Sans Unicode"/>
                <a:cs typeface="Lucida Sans Unicode"/>
              </a:rPr>
              <a:t>→</a:t>
            </a:r>
            <a:r>
              <a:rPr dirty="0" sz="1700" spc="-60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ubá</a:t>
            </a:r>
            <a:r>
              <a:rPr dirty="0" sz="1700" spc="55">
                <a:latin typeface="Arial"/>
                <a:cs typeface="Arial"/>
              </a:rPr>
              <a:t>r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ore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querda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que</a:t>
            </a:r>
            <a:r>
              <a:rPr dirty="0" sz="1700" spc="10">
                <a:latin typeface="Arial"/>
                <a:cs typeface="Arial"/>
              </a:rPr>
              <a:t> ne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é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um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nó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e</a:t>
            </a:r>
            <a:r>
              <a:rPr dirty="0" sz="1700" spc="10" b="1">
                <a:latin typeface="Arial"/>
                <a:cs typeface="Arial"/>
              </a:rPr>
              <a:t>xterno</a:t>
            </a:r>
            <a:r>
              <a:rPr dirty="0" sz="1700" spc="5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252729" marR="305435" indent="-240029">
              <a:lnSpc>
                <a:spcPct val="109500"/>
              </a:lnSpc>
              <a:spcBef>
                <a:spcPts val="969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700" spc="10">
                <a:latin typeface="Arial"/>
                <a:cs typeface="Arial"/>
              </a:rPr>
              <a:t>Ch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J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antêm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padrão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bits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im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qualquer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out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0">
                <a:latin typeface="Arial"/>
                <a:cs typeface="Arial"/>
              </a:rPr>
              <a:t> que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eguir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inho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qui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a.</a:t>
            </a:r>
            <a:endParaRPr sz="1700">
              <a:latin typeface="Arial"/>
              <a:cs typeface="Arial"/>
            </a:endParaRPr>
          </a:p>
          <a:p>
            <a:pPr marL="252729" indent="-240029">
              <a:lnSpc>
                <a:spcPct val="100000"/>
              </a:lnSpc>
              <a:spcBef>
                <a:spcPts val="1165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nó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inte</a:t>
            </a:r>
            <a:r>
              <a:rPr dirty="0" sz="1700" spc="4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no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repõe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nó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J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5">
                <a:latin typeface="Arial"/>
                <a:cs typeface="Arial"/>
              </a:rPr>
              <a:t>om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nó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erão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nós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te</a:t>
            </a:r>
            <a:r>
              <a:rPr dirty="0" sz="1700" spc="4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nos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endente</a:t>
            </a:r>
            <a:r>
              <a:rPr dirty="0" sz="1700" spc="-2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252729" marR="261620" indent="-240029">
              <a:lnSpc>
                <a:spcPct val="109500"/>
              </a:lnSpc>
              <a:spcBef>
                <a:spcPts val="969"/>
              </a:spcBef>
              <a:buFont typeface="Lucida Sans Unicode"/>
              <a:buChar char="•"/>
              <a:tabLst>
                <a:tab pos="253365" algn="l"/>
              </a:tabLst>
            </a:pPr>
            <a:r>
              <a:rPr dirty="0" sz="1700" spc="1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índi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nó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inte</a:t>
            </a:r>
            <a:r>
              <a:rPr dirty="0" sz="1700" spc="4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no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é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dado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pelo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Tahoma"/>
                <a:cs typeface="Tahoma"/>
              </a:rPr>
              <a:t>1</a:t>
            </a:r>
            <a:r>
              <a:rPr dirty="0" baseline="30092" sz="1800" spc="15" i="1">
                <a:latin typeface="Arial"/>
                <a:cs typeface="Arial"/>
              </a:rPr>
              <a:t>o</a:t>
            </a:r>
            <a:r>
              <a:rPr dirty="0" baseline="30092" sz="1800" i="1">
                <a:latin typeface="Arial"/>
                <a:cs typeface="Arial"/>
              </a:rPr>
              <a:t> </a:t>
            </a:r>
            <a:r>
              <a:rPr dirty="0" baseline="30092" sz="1800" spc="-157" i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bit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di</a:t>
            </a:r>
            <a:r>
              <a:rPr dirty="0" sz="1700" spc="-5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erente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em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que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tã</a:t>
            </a:r>
            <a:r>
              <a:rPr dirty="0" sz="1700" spc="-6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0">
                <a:latin typeface="Arial"/>
                <a:cs typeface="Arial"/>
              </a:rPr>
              <a:t> que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é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bit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índi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5.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P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dete</a:t>
            </a:r>
            <a:r>
              <a:rPr dirty="0" sz="1700" spc="45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inar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qual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erá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endente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querdo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direit</a:t>
            </a:r>
            <a:r>
              <a:rPr dirty="0" sz="1700" spc="-6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3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if</a:t>
            </a:r>
            <a:r>
              <a:rPr dirty="0" sz="1700" spc="-5">
                <a:latin typeface="Arial"/>
                <a:cs typeface="Arial"/>
              </a:rPr>
              <a:t>i</a:t>
            </a:r>
            <a:r>
              <a:rPr dirty="0" sz="1700" spc="10">
                <a:latin typeface="Arial"/>
                <a:cs typeface="Arial"/>
              </a:rPr>
              <a:t>que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alor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do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bit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5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de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bas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 spc="-25">
                <a:latin typeface="Arial"/>
                <a:cs typeface="Arial"/>
              </a:rPr>
              <a:t>a</a:t>
            </a:r>
            <a:r>
              <a:rPr dirty="0" sz="1700" spc="-35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67866" y="5067168"/>
            <a:ext cx="2808591" cy="20708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15816" y="6454025"/>
            <a:ext cx="58801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50215" algn="l"/>
              </a:tabLst>
            </a:pPr>
            <a:r>
              <a:rPr dirty="0" sz="1450" spc="10">
                <a:latin typeface="Times New Roman"/>
                <a:cs typeface="Times New Roman"/>
              </a:rPr>
              <a:t>B</a:t>
            </a:r>
            <a:r>
              <a:rPr dirty="0" sz="1450" spc="10">
                <a:latin typeface="Times New Roman"/>
                <a:cs typeface="Times New Roman"/>
              </a:rPr>
              <a:t>	</a:t>
            </a:r>
            <a:r>
              <a:rPr dirty="0" sz="1450" spc="1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6855" y="6006147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H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6345" y="555825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8467" y="6006147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51969" y="555825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1326" y="851928"/>
            <a:ext cx="8531225" cy="44919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W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1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250">
              <a:latin typeface="Times New Roman"/>
              <a:cs typeface="Times New Roman"/>
            </a:endParaRPr>
          </a:p>
          <a:p>
            <a:pPr algn="ctr" marL="413384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0138" y="645402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66156" y="6901908"/>
            <a:ext cx="9842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J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85421" y="6901908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4090" y="6006147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3809" y="6006147"/>
            <a:ext cx="20193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5">
                <a:latin typeface="Times New Roman"/>
                <a:cs typeface="Times New Roman"/>
              </a:rPr>
              <a:t>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09360" y="6435363"/>
            <a:ext cx="16065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10">
                <a:latin typeface="Times New Roman"/>
                <a:cs typeface="Times New Roman"/>
              </a:rPr>
              <a:t>Q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292989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4125" y="1290421"/>
            <a:ext cx="121856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spc="165" b="1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8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5915" y="1290421"/>
            <a:ext cx="278193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15">
                <a:latin typeface="Lucida Sans Unicode"/>
                <a:cs typeface="Lucida Sans Unicode"/>
              </a:rPr>
              <a:t> </a:t>
            </a:r>
            <a:r>
              <a:rPr dirty="0" sz="1700" spc="-90" i="1">
                <a:latin typeface="Arial"/>
                <a:cs typeface="Arial"/>
              </a:rPr>
              <a:t>depend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19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TipoChav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897" y="1626577"/>
            <a:ext cx="7513955" cy="5648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566160" algn="l"/>
              </a:tabLst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5" i="1">
                <a:latin typeface="Arial"/>
                <a:cs typeface="Arial"/>
              </a:rPr>
              <a:t> </a:t>
            </a:r>
            <a:r>
              <a:rPr dirty="0" sz="1700" spc="140" i="1">
                <a:latin typeface="Arial"/>
                <a:cs typeface="Arial"/>
              </a:rPr>
              <a:t>defini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spc="4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,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-90" i="1">
                <a:latin typeface="Arial"/>
                <a:cs typeface="Arial"/>
              </a:rPr>
              <a:t>depend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19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35" i="1">
                <a:latin typeface="Arial"/>
                <a:cs typeface="Arial"/>
              </a:rPr>
              <a:t>aplicaca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4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 marR="3763010">
              <a:lnSpc>
                <a:spcPts val="2650"/>
              </a:lnSpc>
              <a:spcBef>
                <a:spcPts val="18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TipoIndexAm</a:t>
            </a:r>
            <a:r>
              <a:rPr dirty="0" sz="1700" spc="11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TipoDi</a:t>
            </a:r>
            <a:r>
              <a:rPr dirty="0" sz="1700" spc="190">
                <a:latin typeface="Arial"/>
                <a:cs typeface="Arial"/>
              </a:rPr>
              <a:t>b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95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enu</a:t>
            </a:r>
            <a:r>
              <a:rPr dirty="0" sz="1700" spc="15" b="1">
                <a:latin typeface="Arial"/>
                <a:cs typeface="Arial"/>
              </a:rPr>
              <a:t>m</a:t>
            </a:r>
            <a:r>
              <a:rPr dirty="0" sz="1700" spc="1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7490">
              <a:lnSpc>
                <a:spcPct val="100000"/>
              </a:lnSpc>
              <a:spcBef>
                <a:spcPts val="415"/>
              </a:spcBef>
            </a:pPr>
            <a:r>
              <a:rPr dirty="0" sz="1700" spc="65">
                <a:latin typeface="Arial"/>
                <a:cs typeface="Arial"/>
              </a:rPr>
              <a:t>Intern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Extern</a:t>
            </a:r>
            <a:r>
              <a:rPr dirty="0" sz="1700" spc="1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14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20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TipoPatN</a:t>
            </a:r>
            <a:r>
              <a:rPr dirty="0" sz="1700" spc="65">
                <a:latin typeface="Arial"/>
                <a:cs typeface="Arial"/>
              </a:rPr>
              <a:t>o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175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TipoArvor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1615" marR="4730750" indent="-209550">
              <a:lnSpc>
                <a:spcPct val="1297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20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TipoPatN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TipoN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345">
              <a:lnSpc>
                <a:spcPct val="100000"/>
              </a:lnSpc>
              <a:spcBef>
                <a:spcPts val="605"/>
              </a:spcBef>
            </a:pPr>
            <a:r>
              <a:rPr dirty="0" sz="1700" spc="-70" b="1">
                <a:latin typeface="Arial"/>
                <a:cs typeface="Arial"/>
              </a:rPr>
              <a:t>unio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2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449580">
              <a:lnSpc>
                <a:spcPct val="100000"/>
              </a:lnSpc>
              <a:spcBef>
                <a:spcPts val="605"/>
              </a:spcBef>
            </a:pP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659130" marR="4726940" indent="-10160">
              <a:lnSpc>
                <a:spcPct val="129700"/>
              </a:lnSpc>
              <a:tabLst>
                <a:tab pos="2383155" algn="l"/>
              </a:tabLst>
            </a:pPr>
            <a:r>
              <a:rPr dirty="0" sz="1700" spc="-65">
                <a:latin typeface="Arial"/>
                <a:cs typeface="Arial"/>
              </a:rPr>
              <a:t>TipoIndexAm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Inde</a:t>
            </a:r>
            <a:r>
              <a:rPr dirty="0" sz="1700" spc="19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10">
                <a:latin typeface="Arial"/>
                <a:cs typeface="Arial"/>
              </a:rPr>
              <a:t> TipoArvore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4975" marR="5369560" indent="35560">
              <a:lnSpc>
                <a:spcPts val="2650"/>
              </a:lnSpc>
              <a:spcBef>
                <a:spcPts val="18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175">
              <a:lnSpc>
                <a:spcPct val="100000"/>
              </a:lnSpc>
              <a:spcBef>
                <a:spcPts val="41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19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TipoPatN</a:t>
            </a:r>
            <a:r>
              <a:rPr dirty="0" sz="1700" spc="13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9484" y="851928"/>
            <a:ext cx="6548120" cy="5725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5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TipoDi</a:t>
            </a:r>
            <a:r>
              <a:rPr dirty="0" sz="1700" spc="10">
                <a:latin typeface="Arial"/>
                <a:cs typeface="Arial"/>
              </a:rPr>
              <a:t>b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Bi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TipoIndexAm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spcBef>
                <a:spcPts val="605"/>
              </a:spcBef>
              <a:tabLst>
                <a:tab pos="243204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45">
                <a:latin typeface="Lucida Sans Unicode"/>
                <a:cs typeface="Lucida Sans Unicode"/>
              </a:rPr>
              <a:t> </a:t>
            </a:r>
            <a:r>
              <a:rPr dirty="0" sz="1700" spc="-20" i="1">
                <a:latin typeface="Arial"/>
                <a:cs typeface="Arial"/>
              </a:rPr>
              <a:t>Retorn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 </a:t>
            </a:r>
            <a:r>
              <a:rPr dirty="0" sz="1700" spc="55" i="1">
                <a:latin typeface="Arial"/>
                <a:cs typeface="Arial"/>
              </a:rPr>
              <a:t>i</a:t>
            </a:r>
            <a:r>
              <a:rPr dirty="0" sz="1700" spc="-325">
                <a:latin typeface="Lucida Sans Unicode"/>
                <a:cs typeface="Lucida Sans Unicode"/>
              </a:rPr>
              <a:t>−</a:t>
            </a:r>
            <a:r>
              <a:rPr dirty="0" sz="1700" spc="-55" i="1">
                <a:latin typeface="Arial"/>
                <a:cs typeface="Arial"/>
              </a:rPr>
              <a:t>esim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 </a:t>
            </a:r>
            <a:r>
              <a:rPr dirty="0" sz="1700" spc="180" i="1">
                <a:latin typeface="Arial"/>
                <a:cs typeface="Arial"/>
              </a:rPr>
              <a:t>bi</a:t>
            </a:r>
            <a:r>
              <a:rPr dirty="0" sz="1700" spc="5" i="1">
                <a:latin typeface="Arial"/>
                <a:cs typeface="Arial"/>
              </a:rPr>
              <a:t>t</a:t>
            </a:r>
            <a:r>
              <a:rPr dirty="0" sz="1700" i="1">
                <a:latin typeface="Arial"/>
                <a:cs typeface="Arial"/>
              </a:rPr>
              <a:t> 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229" i="1">
                <a:latin typeface="Arial"/>
                <a:cs typeface="Arial"/>
              </a:rPr>
              <a:t> </a:t>
            </a:r>
            <a:r>
              <a:rPr dirty="0" sz="1700" spc="-55" i="1">
                <a:latin typeface="Arial"/>
                <a:cs typeface="Arial"/>
              </a:rPr>
              <a:t>chav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8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k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 </a:t>
            </a:r>
            <a:r>
              <a:rPr dirty="0" sz="1700" spc="165" i="1">
                <a:latin typeface="Arial"/>
                <a:cs typeface="Arial"/>
              </a:rPr>
              <a:t>parti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29" i="1">
                <a:latin typeface="Arial"/>
                <a:cs typeface="Arial"/>
              </a:rPr>
              <a:t> </a:t>
            </a:r>
            <a:r>
              <a:rPr dirty="0" sz="1700" spc="-40" i="1">
                <a:latin typeface="Arial"/>
                <a:cs typeface="Arial"/>
              </a:rPr>
              <a:t>esquerd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9870" marR="5142865" indent="11430">
              <a:lnSpc>
                <a:spcPct val="129700"/>
              </a:lnSpc>
              <a:tabLst>
                <a:tab pos="532130" algn="l"/>
                <a:tab pos="763270" algn="l"/>
                <a:tab pos="1115060" algn="l"/>
              </a:tabLst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86155">
              <a:lnSpc>
                <a:spcPct val="100000"/>
              </a:lnSpc>
              <a:spcBef>
                <a:spcPts val="605"/>
              </a:spcBef>
              <a:tabLst>
                <a:tab pos="1725295" algn="l"/>
                <a:tab pos="2293620" algn="l"/>
                <a:tab pos="357886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D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26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70">
                <a:latin typeface="Arial"/>
                <a:cs typeface="Arial"/>
              </a:rPr>
              <a:t>/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980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1)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8105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EExtern</a:t>
            </a:r>
            <a:r>
              <a:rPr dirty="0" sz="1700" spc="100">
                <a:latin typeface="Arial"/>
                <a:cs typeface="Arial"/>
              </a:rPr>
              <a:t>o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spcBef>
                <a:spcPts val="605"/>
              </a:spcBef>
              <a:tabLst>
                <a:tab pos="243204" algn="l"/>
                <a:tab pos="56388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114" i="1">
                <a:latin typeface="Arial"/>
                <a:cs typeface="Arial"/>
              </a:rPr>
              <a:t>Verific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40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s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4" i="1">
                <a:latin typeface="Arial"/>
                <a:cs typeface="Arial"/>
              </a:rPr>
              <a:t> </a:t>
            </a:r>
            <a:r>
              <a:rPr dirty="0" sz="1700" spc="85" i="1">
                <a:latin typeface="Arial"/>
                <a:cs typeface="Arial"/>
              </a:rPr>
              <a:t>p</a:t>
            </a:r>
            <a:r>
              <a:rPr dirty="0" sz="1700" spc="10" i="1">
                <a:latin typeface="Arial"/>
                <a:cs typeface="Arial"/>
              </a:rPr>
              <a:t>^</a:t>
            </a:r>
            <a:r>
              <a:rPr dirty="0" sz="1700" spc="21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nod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extern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3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Extern</a:t>
            </a:r>
            <a:r>
              <a:rPr dirty="0" sz="1700" spc="215">
                <a:latin typeface="Arial"/>
                <a:cs typeface="Arial"/>
              </a:rPr>
              <a:t>o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22757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Nós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Exter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39740" y="1642465"/>
            <a:ext cx="172275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-75">
                <a:latin typeface="Lucida Sans Unicode"/>
                <a:cs typeface="Lucida Sans Unicode"/>
              </a:rPr>
              <a:t>∗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1555" y="1642465"/>
            <a:ext cx="4937125" cy="1318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710180" algn="l"/>
              </a:tabLst>
            </a:pP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CriaNoIn</a:t>
            </a:r>
            <a:r>
              <a:rPr dirty="0" sz="1700" spc="165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-245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1615" marR="5080" indent="-2540">
              <a:lnSpc>
                <a:spcPts val="2720"/>
              </a:lnSpc>
              <a:spcBef>
                <a:spcPts val="200"/>
              </a:spcBef>
            </a:pP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</a:t>
            </a:r>
            <a:r>
              <a:rPr dirty="0" sz="1700" spc="140">
                <a:latin typeface="Arial"/>
                <a:cs typeface="Arial"/>
              </a:rPr>
              <a:t>e</a:t>
            </a:r>
            <a:r>
              <a:rPr dirty="0" sz="1700" spc="150">
                <a:latin typeface="Arial"/>
                <a:cs typeface="Arial"/>
              </a:rPr>
              <a:t>)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45">
                <a:latin typeface="Arial"/>
                <a:cs typeface="Arial"/>
              </a:rPr>
              <a:t>TipoPatN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Intern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542" y="3022409"/>
            <a:ext cx="6014720" cy="3030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1615">
              <a:lnSpc>
                <a:spcPct val="100000"/>
              </a:lnSpc>
            </a:pP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∗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Index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7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Cr</a:t>
            </a:r>
            <a:r>
              <a:rPr dirty="0" sz="1700" spc="-20">
                <a:latin typeface="Arial"/>
                <a:cs typeface="Arial"/>
              </a:rPr>
              <a:t>ia</a:t>
            </a:r>
            <a:r>
              <a:rPr dirty="0" sz="1700" spc="-15">
                <a:latin typeface="Arial"/>
                <a:cs typeface="Arial"/>
              </a:rPr>
              <a:t>N</a:t>
            </a:r>
            <a:r>
              <a:rPr dirty="0" sz="1700" spc="-15">
                <a:latin typeface="Arial"/>
                <a:cs typeface="Arial"/>
              </a:rPr>
              <a:t>oE</a:t>
            </a:r>
            <a:r>
              <a:rPr dirty="0" sz="1700" spc="-20">
                <a:latin typeface="Arial"/>
                <a:cs typeface="Arial"/>
              </a:rPr>
              <a:t>x</a:t>
            </a:r>
            <a:r>
              <a:rPr dirty="0" sz="1700" spc="110">
                <a:latin typeface="Arial"/>
                <a:cs typeface="Arial"/>
              </a:rPr>
              <a:t>t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1615" marR="1082675" indent="-2540">
              <a:lnSpc>
                <a:spcPct val="133100"/>
              </a:lnSpc>
            </a:pP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</a:t>
            </a:r>
            <a:r>
              <a:rPr dirty="0" sz="1700" spc="140">
                <a:latin typeface="Arial"/>
                <a:cs typeface="Arial"/>
              </a:rPr>
              <a:t>e</a:t>
            </a:r>
            <a:r>
              <a:rPr dirty="0" sz="1700" spc="150">
                <a:latin typeface="Arial"/>
                <a:cs typeface="Arial"/>
              </a:rPr>
              <a:t>)</a:t>
            </a:r>
            <a:r>
              <a:rPr dirty="0" sz="1700" spc="20">
                <a:latin typeface="Arial"/>
                <a:cs typeface="Arial"/>
              </a:rPr>
              <a:t>mallo</a:t>
            </a:r>
            <a:r>
              <a:rPr dirty="0" sz="1700" spc="150">
                <a:latin typeface="Arial"/>
                <a:cs typeface="Arial"/>
              </a:rPr>
              <a:t>c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35" b="1">
                <a:latin typeface="Arial"/>
                <a:cs typeface="Arial"/>
              </a:rPr>
              <a:t>sizeo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spc="-315" b="1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45">
                <a:latin typeface="Arial"/>
                <a:cs typeface="Arial"/>
              </a:rPr>
              <a:t>TipoPatN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75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Extern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824095" cy="4500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11099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7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57810" algn="l"/>
                <a:tab pos="55943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EExtern</a:t>
            </a:r>
            <a:r>
              <a:rPr dirty="0" sz="1700" spc="1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  <a:tabLst>
                <a:tab pos="471805" algn="l"/>
                <a:tab pos="77406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>
              <a:lnSpc>
                <a:spcPct val="100000"/>
              </a:lnSpc>
              <a:spcBef>
                <a:spcPts val="675"/>
              </a:spcBef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"</a:t>
            </a:r>
            <a:r>
              <a:rPr dirty="0" sz="1700" spc="-50">
                <a:latin typeface="Arial"/>
                <a:cs typeface="Arial"/>
              </a:rPr>
              <a:t>Element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encontrad</a:t>
            </a:r>
            <a:r>
              <a:rPr dirty="0" sz="1700" spc="170">
                <a:latin typeface="Arial"/>
                <a:cs typeface="Arial"/>
              </a:rPr>
              <a:t>o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5770">
              <a:lnSpc>
                <a:spcPct val="100000"/>
              </a:lnSpc>
              <a:spcBef>
                <a:spcPts val="675"/>
              </a:spcBef>
              <a:tabLst>
                <a:tab pos="100330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"</a:t>
            </a:r>
            <a:r>
              <a:rPr dirty="0" sz="1700" spc="-50">
                <a:latin typeface="Arial"/>
                <a:cs typeface="Arial"/>
              </a:rPr>
              <a:t>Element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encontrad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7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6060" marR="412750" indent="3111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153162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Bi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80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Index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0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11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206756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0">
                <a:latin typeface="Arial"/>
                <a:cs typeface="Arial"/>
              </a:rPr>
              <a:t>t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5840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escr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5969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iz:</a:t>
            </a:r>
            <a:endParaRPr sz="2050">
              <a:latin typeface="Arial"/>
              <a:cs typeface="Arial"/>
            </a:endParaRPr>
          </a:p>
          <a:p>
            <a:pPr lvl="1" marL="852169" marR="322580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k’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709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101"/>
            <a:ext cx="8737600" cy="5793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escr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506095" indent="-349885">
              <a:lnSpc>
                <a:spcPct val="119500"/>
              </a:lnSpc>
              <a:spcBef>
                <a:spcPts val="690"/>
              </a:spcBef>
              <a:buAutoNum type="arabicPeriod" startAt="3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12700" indent="-349885">
              <a:lnSpc>
                <a:spcPct val="119500"/>
              </a:lnSpc>
              <a:spcBef>
                <a:spcPts val="695"/>
              </a:spcBef>
              <a:buAutoNum type="arabicPeriod" startAt="3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k.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li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it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349885">
              <a:lnSpc>
                <a:spcPct val="119500"/>
              </a:lnSpc>
              <a:spcBef>
                <a:spcPts val="695"/>
              </a:spcBef>
              <a:buAutoNum type="arabicPeriod" startAt="3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0"/>
              </a:spcBef>
            </a:pP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874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2614"/>
            <a:ext cx="6762750" cy="56261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341620" algn="l"/>
              </a:tabLst>
            </a:pPr>
            <a:r>
              <a:rPr dirty="0" sz="1550">
                <a:latin typeface="Arial"/>
                <a:cs typeface="Arial"/>
              </a:rPr>
              <a:t>TipoArvore 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InsereEntr</a:t>
            </a:r>
            <a:r>
              <a:rPr dirty="0" sz="1550" spc="145">
                <a:latin typeface="Arial"/>
                <a:cs typeface="Arial"/>
              </a:rPr>
              <a:t>e</a:t>
            </a:r>
            <a:r>
              <a:rPr dirty="0" sz="1550" spc="55">
                <a:latin typeface="Arial"/>
                <a:cs typeface="Arial"/>
              </a:rPr>
              <a:t>(</a:t>
            </a:r>
            <a:r>
              <a:rPr dirty="0" sz="1550" spc="-70">
                <a:latin typeface="Arial"/>
                <a:cs typeface="Arial"/>
              </a:rPr>
              <a:t>TipoChav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k</a:t>
            </a:r>
            <a:r>
              <a:rPr dirty="0" sz="1550" spc="-2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TipoArvore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85">
                <a:latin typeface="Lucida Sans Unicode"/>
                <a:cs typeface="Lucida Sans Unicode"/>
              </a:rPr>
              <a:t> </a:t>
            </a:r>
            <a:r>
              <a:rPr dirty="0" sz="1550">
                <a:latin typeface="Arial"/>
                <a:cs typeface="Arial"/>
              </a:rPr>
              <a:t>t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	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-5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TipoArvore </a:t>
            </a:r>
            <a:r>
              <a:rPr dirty="0" sz="1550" spc="-15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p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30"/>
              </a:spcBef>
              <a:tabLst>
                <a:tab pos="501015" algn="l"/>
                <a:tab pos="2159635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EExtern</a:t>
            </a:r>
            <a:r>
              <a:rPr dirty="0" sz="1550" spc="35">
                <a:latin typeface="Arial"/>
                <a:cs typeface="Arial"/>
              </a:rPr>
              <a:t>o</a:t>
            </a:r>
            <a:r>
              <a:rPr dirty="0" sz="1550" spc="65">
                <a:latin typeface="Arial"/>
                <a:cs typeface="Arial"/>
              </a:rPr>
              <a:t>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54">
                <a:latin typeface="Lucida Sans Unicode"/>
                <a:cs typeface="Lucida Sans Unicode"/>
              </a:rPr>
              <a:t> </a:t>
            </a:r>
            <a:r>
              <a:rPr dirty="0" sz="1550">
                <a:latin typeface="Arial"/>
                <a:cs typeface="Arial"/>
              </a:rPr>
              <a:t>t ) </a:t>
            </a:r>
            <a:r>
              <a:rPr dirty="0" sz="1550" spc="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|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|	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&lt;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25">
                <a:latin typeface="Lucida Sans Unicode"/>
                <a:cs typeface="Lucida Sans Unicode"/>
              </a:rPr>
              <a:t> </a:t>
            </a:r>
            <a:r>
              <a:rPr dirty="0" sz="1550" spc="100">
                <a:latin typeface="Arial"/>
                <a:cs typeface="Arial"/>
              </a:rPr>
              <a:t>t</a:t>
            </a:r>
            <a:r>
              <a:rPr dirty="0" sz="1550" spc="-130">
                <a:latin typeface="Arial"/>
                <a:cs typeface="Arial"/>
              </a:rPr>
              <a:t>)</a:t>
            </a:r>
            <a:r>
              <a:rPr dirty="0" sz="1550" spc="-125">
                <a:latin typeface="Lucida Sans Unicode"/>
                <a:cs typeface="Lucida Sans Unicode"/>
              </a:rPr>
              <a:t>−</a:t>
            </a:r>
            <a:r>
              <a:rPr dirty="0" sz="1550" spc="-6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NO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10">
                <a:latin typeface="Arial"/>
                <a:cs typeface="Arial"/>
              </a:rPr>
              <a:t>NIntern</a:t>
            </a:r>
            <a:r>
              <a:rPr dirty="0" sz="1550" spc="175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Inde</a:t>
            </a:r>
            <a:r>
              <a:rPr dirty="0" sz="1550" spc="120">
                <a:latin typeface="Arial"/>
                <a:cs typeface="Arial"/>
              </a:rPr>
              <a:t>x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15">
                <a:latin typeface="Lucida Sans Unicode"/>
                <a:cs typeface="Lucida Sans Unicode"/>
              </a:rPr>
              <a:t> </a:t>
            </a:r>
            <a:r>
              <a:rPr dirty="0" sz="1550" spc="105" i="1">
                <a:latin typeface="Arial"/>
                <a:cs typeface="Arial"/>
              </a:rPr>
              <a:t>cri</a:t>
            </a:r>
            <a:r>
              <a:rPr dirty="0" sz="1550" i="1">
                <a:latin typeface="Arial"/>
                <a:cs typeface="Arial"/>
              </a:rPr>
              <a:t>a </a:t>
            </a:r>
            <a:r>
              <a:rPr dirty="0" sz="1550" spc="-204" i="1">
                <a:latin typeface="Arial"/>
                <a:cs typeface="Arial"/>
              </a:rPr>
              <a:t> </a:t>
            </a:r>
            <a:r>
              <a:rPr dirty="0" sz="1550" spc="-215" i="1">
                <a:latin typeface="Arial"/>
                <a:cs typeface="Arial"/>
              </a:rPr>
              <a:t>u</a:t>
            </a:r>
            <a:r>
              <a:rPr dirty="0" sz="1550" i="1">
                <a:latin typeface="Arial"/>
                <a:cs typeface="Arial"/>
              </a:rPr>
              <a:t>m</a:t>
            </a:r>
            <a:r>
              <a:rPr dirty="0" sz="1550" spc="50" i="1">
                <a:latin typeface="Arial"/>
                <a:cs typeface="Arial"/>
              </a:rPr>
              <a:t> </a:t>
            </a:r>
            <a:r>
              <a:rPr dirty="0" sz="1550" spc="-65" i="1">
                <a:latin typeface="Arial"/>
                <a:cs typeface="Arial"/>
              </a:rPr>
              <a:t>nov</a:t>
            </a:r>
            <a:r>
              <a:rPr dirty="0" sz="1550" i="1">
                <a:latin typeface="Arial"/>
                <a:cs typeface="Arial"/>
              </a:rPr>
              <a:t>o</a:t>
            </a:r>
            <a:r>
              <a:rPr dirty="0" sz="1550" spc="19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n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155" i="1">
                <a:latin typeface="Arial"/>
                <a:cs typeface="Arial"/>
              </a:rPr>
              <a:t> </a:t>
            </a:r>
            <a:r>
              <a:rPr dirty="0" sz="1550" spc="15" i="1">
                <a:latin typeface="Arial"/>
                <a:cs typeface="Arial"/>
              </a:rPr>
              <a:t>extern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15" i="1">
                <a:latin typeface="Arial"/>
                <a:cs typeface="Arial"/>
              </a:rPr>
              <a:t> 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391795">
              <a:lnSpc>
                <a:spcPct val="100000"/>
              </a:lnSpc>
              <a:spcBef>
                <a:spcPts val="430"/>
              </a:spcBef>
            </a:pPr>
            <a:r>
              <a:rPr dirty="0" sz="1550">
                <a:latin typeface="Arial"/>
                <a:cs typeface="Arial"/>
              </a:rPr>
              <a:t>p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20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CriaNoEx</a:t>
            </a:r>
            <a:r>
              <a:rPr dirty="0" sz="1550" spc="95">
                <a:latin typeface="Arial"/>
                <a:cs typeface="Arial"/>
              </a:rPr>
              <a:t>t</a:t>
            </a:r>
            <a:r>
              <a:rPr dirty="0" sz="1550" spc="110">
                <a:latin typeface="Arial"/>
                <a:cs typeface="Arial"/>
              </a:rPr>
              <a:t>(</a:t>
            </a:r>
            <a:r>
              <a:rPr dirty="0" sz="1550" spc="180">
                <a:latin typeface="Arial"/>
                <a:cs typeface="Arial"/>
              </a:rPr>
              <a:t>k</a:t>
            </a:r>
            <a:r>
              <a:rPr dirty="0" sz="1550" spc="190">
                <a:latin typeface="Arial"/>
                <a:cs typeface="Arial"/>
              </a:rPr>
              <a:t>)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22275">
              <a:lnSpc>
                <a:spcPct val="100000"/>
              </a:lnSpc>
              <a:spcBef>
                <a:spcPts val="425"/>
              </a:spcBef>
              <a:tabLst>
                <a:tab pos="694055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125">
                <a:latin typeface="Arial"/>
                <a:cs typeface="Arial"/>
              </a:rPr>
              <a:t> </a:t>
            </a:r>
            <a:r>
              <a:rPr dirty="0" sz="1550" spc="114">
                <a:latin typeface="Arial"/>
                <a:cs typeface="Arial"/>
              </a:rPr>
              <a:t>Bi</a:t>
            </a:r>
            <a:r>
              <a:rPr dirty="0" sz="1550">
                <a:latin typeface="Arial"/>
                <a:cs typeface="Arial"/>
              </a:rPr>
              <a:t>t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 spc="85">
                <a:latin typeface="Arial"/>
                <a:cs typeface="Arial"/>
              </a:rPr>
              <a:t>k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=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399415">
              <a:lnSpc>
                <a:spcPct val="100000"/>
              </a:lnSpc>
              <a:spcBef>
                <a:spcPts val="430"/>
              </a:spcBef>
            </a:pP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 </a:t>
            </a:r>
            <a:r>
              <a:rPr dirty="0" sz="1550" spc="-4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CriaNoIn</a:t>
            </a:r>
            <a:r>
              <a:rPr dirty="0" sz="1550" spc="150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11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</a:t>
            </a:r>
            <a:r>
              <a:rPr dirty="0" sz="1550" spc="-1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&amp;</a:t>
            </a:r>
            <a:r>
              <a:rPr dirty="0" sz="1550" spc="150">
                <a:latin typeface="Arial"/>
                <a:cs typeface="Arial"/>
              </a:rPr>
              <a:t>p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398780">
              <a:lnSpc>
                <a:spcPct val="100000"/>
              </a:lnSpc>
              <a:spcBef>
                <a:spcPts val="425"/>
              </a:spcBef>
              <a:tabLst>
                <a:tab pos="3311525" algn="l"/>
              </a:tabLst>
            </a:pPr>
            <a:r>
              <a:rPr dirty="0" sz="1550" b="1">
                <a:latin typeface="Arial"/>
                <a:cs typeface="Arial"/>
              </a:rPr>
              <a:t>else 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 </a:t>
            </a:r>
            <a:r>
              <a:rPr dirty="0" sz="1550" spc="-4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CriaNoIn</a:t>
            </a:r>
            <a:r>
              <a:rPr dirty="0" sz="1550" spc="150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&amp;</a:t>
            </a:r>
            <a:r>
              <a:rPr dirty="0" sz="1550" spc="150">
                <a:latin typeface="Arial"/>
                <a:cs typeface="Arial"/>
              </a:rPr>
              <a:t>p</a:t>
            </a:r>
            <a:r>
              <a:rPr dirty="0" sz="1550">
                <a:latin typeface="Arial"/>
                <a:cs typeface="Arial"/>
              </a:rPr>
              <a:t>,	t</a:t>
            </a:r>
            <a:r>
              <a:rPr dirty="0" sz="1550" spc="-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20345">
              <a:lnSpc>
                <a:spcPct val="100000"/>
              </a:lnSpc>
              <a:spcBef>
                <a:spcPts val="430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205740">
              <a:lnSpc>
                <a:spcPct val="100000"/>
              </a:lnSpc>
              <a:spcBef>
                <a:spcPts val="425"/>
              </a:spcBef>
            </a:pPr>
            <a:r>
              <a:rPr dirty="0" sz="1550" b="1">
                <a:latin typeface="Arial"/>
                <a:cs typeface="Arial"/>
              </a:rPr>
              <a:t>else</a:t>
            </a:r>
            <a:endParaRPr sz="155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30"/>
              </a:spcBef>
              <a:tabLst>
                <a:tab pos="422275" algn="l"/>
                <a:tab pos="694055" algn="l"/>
              </a:tabLst>
            </a:pPr>
            <a:r>
              <a:rPr dirty="0" sz="1550">
                <a:latin typeface="Arial"/>
                <a:cs typeface="Arial"/>
              </a:rPr>
              <a:t>{	</a:t>
            </a: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125">
                <a:latin typeface="Arial"/>
                <a:cs typeface="Arial"/>
              </a:rPr>
              <a:t> </a:t>
            </a:r>
            <a:r>
              <a:rPr dirty="0" sz="1550" spc="114">
                <a:latin typeface="Arial"/>
                <a:cs typeface="Arial"/>
              </a:rPr>
              <a:t>Bi</a:t>
            </a:r>
            <a:r>
              <a:rPr dirty="0" sz="1550">
                <a:latin typeface="Arial"/>
                <a:cs typeface="Arial"/>
              </a:rPr>
              <a:t>t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((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15">
                <a:latin typeface="Lucida Sans Unicode"/>
                <a:cs typeface="Lucida Sans Unicode"/>
              </a:rPr>
              <a:t> </a:t>
            </a:r>
            <a:r>
              <a:rPr dirty="0" sz="1550" spc="100">
                <a:latin typeface="Arial"/>
                <a:cs typeface="Arial"/>
              </a:rPr>
              <a:t>t</a:t>
            </a:r>
            <a:r>
              <a:rPr dirty="0" sz="1550" spc="-130">
                <a:latin typeface="Arial"/>
                <a:cs typeface="Arial"/>
              </a:rPr>
              <a:t>)</a:t>
            </a:r>
            <a:r>
              <a:rPr dirty="0" sz="1550" spc="-125">
                <a:latin typeface="Lucida Sans Unicode"/>
                <a:cs typeface="Lucida Sans Unicode"/>
              </a:rPr>
              <a:t>−</a:t>
            </a:r>
            <a:r>
              <a:rPr dirty="0" sz="1550" spc="-6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NO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10">
                <a:latin typeface="Arial"/>
                <a:cs typeface="Arial"/>
              </a:rPr>
              <a:t>NIntern</a:t>
            </a:r>
            <a:r>
              <a:rPr dirty="0" sz="1550" spc="175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Index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 spc="85">
                <a:latin typeface="Arial"/>
                <a:cs typeface="Arial"/>
              </a:rPr>
              <a:t>k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=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07034">
              <a:lnSpc>
                <a:spcPct val="100000"/>
              </a:lnSpc>
              <a:spcBef>
                <a:spcPts val="425"/>
              </a:spcBef>
            </a:pPr>
            <a:r>
              <a:rPr dirty="0" sz="1550" spc="65">
                <a:latin typeface="Arial"/>
                <a:cs typeface="Arial"/>
              </a:rPr>
              <a:t>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54">
                <a:latin typeface="Lucida Sans Unicode"/>
                <a:cs typeface="Lucida Sans Unicode"/>
              </a:rPr>
              <a:t> </a:t>
            </a:r>
            <a:r>
              <a:rPr dirty="0" sz="1550" spc="100">
                <a:latin typeface="Arial"/>
                <a:cs typeface="Arial"/>
              </a:rPr>
              <a:t>t</a:t>
            </a:r>
            <a:r>
              <a:rPr dirty="0" sz="1550" spc="-130">
                <a:latin typeface="Arial"/>
                <a:cs typeface="Arial"/>
              </a:rPr>
              <a:t>)</a:t>
            </a:r>
            <a:r>
              <a:rPr dirty="0" sz="1550" spc="-125">
                <a:latin typeface="Lucida Sans Unicode"/>
                <a:cs typeface="Lucida Sans Unicode"/>
              </a:rPr>
              <a:t>−</a:t>
            </a:r>
            <a:r>
              <a:rPr dirty="0" sz="1550" spc="-6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NO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10">
                <a:latin typeface="Arial"/>
                <a:cs typeface="Arial"/>
              </a:rPr>
              <a:t>NIntern</a:t>
            </a:r>
            <a:r>
              <a:rPr dirty="0" sz="1550" spc="18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 </a:t>
            </a:r>
            <a:r>
              <a:rPr dirty="0" sz="1550" spc="-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InsereEntr</a:t>
            </a:r>
            <a:r>
              <a:rPr dirty="0" sz="1550" spc="145">
                <a:latin typeface="Arial"/>
                <a:cs typeface="Arial"/>
              </a:rPr>
              <a:t>e</a:t>
            </a:r>
            <a:r>
              <a:rPr dirty="0" sz="1550" spc="114">
                <a:latin typeface="Arial"/>
                <a:cs typeface="Arial"/>
              </a:rPr>
              <a:t>(</a:t>
            </a:r>
            <a:r>
              <a:rPr dirty="0" sz="1550" spc="40">
                <a:latin typeface="Arial"/>
                <a:cs typeface="Arial"/>
              </a:rPr>
              <a:t>k</a:t>
            </a:r>
            <a:r>
              <a:rPr dirty="0" sz="1550" spc="50">
                <a:latin typeface="Arial"/>
                <a:cs typeface="Arial"/>
              </a:rPr>
              <a:t>,&amp;(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75">
                <a:latin typeface="Lucida Sans Unicode"/>
                <a:cs typeface="Lucida Sans Unicode"/>
              </a:rPr>
              <a:t> </a:t>
            </a:r>
            <a:r>
              <a:rPr dirty="0" sz="1550" spc="100">
                <a:latin typeface="Arial"/>
                <a:cs typeface="Arial"/>
              </a:rPr>
              <a:t>t</a:t>
            </a:r>
            <a:r>
              <a:rPr dirty="0" sz="1550" spc="-130">
                <a:latin typeface="Arial"/>
                <a:cs typeface="Arial"/>
              </a:rPr>
              <a:t>)</a:t>
            </a:r>
            <a:r>
              <a:rPr dirty="0" sz="1550" spc="-125">
                <a:latin typeface="Lucida Sans Unicode"/>
                <a:cs typeface="Lucida Sans Unicode"/>
              </a:rPr>
              <a:t>−</a:t>
            </a:r>
            <a:r>
              <a:rPr dirty="0" sz="1550" spc="-6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NO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10">
                <a:latin typeface="Arial"/>
                <a:cs typeface="Arial"/>
              </a:rPr>
              <a:t>NIntern</a:t>
            </a:r>
            <a:r>
              <a:rPr dirty="0" sz="1550" spc="18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Di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398780">
              <a:lnSpc>
                <a:spcPct val="100000"/>
              </a:lnSpc>
              <a:spcBef>
                <a:spcPts val="430"/>
              </a:spcBef>
            </a:pPr>
            <a:r>
              <a:rPr dirty="0" sz="1550" b="1">
                <a:latin typeface="Arial"/>
                <a:cs typeface="Arial"/>
              </a:rPr>
              <a:t>else</a:t>
            </a:r>
            <a:endParaRPr sz="1550">
              <a:latin typeface="Arial"/>
              <a:cs typeface="Arial"/>
            </a:endParaRPr>
          </a:p>
          <a:p>
            <a:pPr marL="407034">
              <a:lnSpc>
                <a:spcPct val="100000"/>
              </a:lnSpc>
              <a:spcBef>
                <a:spcPts val="425"/>
              </a:spcBef>
            </a:pPr>
            <a:r>
              <a:rPr dirty="0" sz="1550" spc="65">
                <a:latin typeface="Arial"/>
                <a:cs typeface="Arial"/>
              </a:rPr>
              <a:t>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54">
                <a:latin typeface="Lucida Sans Unicode"/>
                <a:cs typeface="Lucida Sans Unicode"/>
              </a:rPr>
              <a:t> </a:t>
            </a:r>
            <a:r>
              <a:rPr dirty="0" sz="1550" spc="100">
                <a:latin typeface="Arial"/>
                <a:cs typeface="Arial"/>
              </a:rPr>
              <a:t>t</a:t>
            </a:r>
            <a:r>
              <a:rPr dirty="0" sz="1550" spc="-130">
                <a:latin typeface="Arial"/>
                <a:cs typeface="Arial"/>
              </a:rPr>
              <a:t>)</a:t>
            </a:r>
            <a:r>
              <a:rPr dirty="0" sz="1550" spc="-125">
                <a:latin typeface="Lucida Sans Unicode"/>
                <a:cs typeface="Lucida Sans Unicode"/>
              </a:rPr>
              <a:t>−</a:t>
            </a:r>
            <a:r>
              <a:rPr dirty="0" sz="1550" spc="-6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NO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10">
                <a:latin typeface="Arial"/>
                <a:cs typeface="Arial"/>
              </a:rPr>
              <a:t>NIntern</a:t>
            </a:r>
            <a:r>
              <a:rPr dirty="0" sz="1550" spc="180">
                <a:latin typeface="Arial"/>
                <a:cs typeface="Arial"/>
              </a:rPr>
              <a:t>o</a:t>
            </a:r>
            <a:r>
              <a:rPr dirty="0" sz="1550" spc="65">
                <a:latin typeface="Arial"/>
                <a:cs typeface="Arial"/>
              </a:rPr>
              <a:t>.</a:t>
            </a:r>
            <a:r>
              <a:rPr dirty="0" sz="1550" spc="-100">
                <a:latin typeface="Arial"/>
                <a:cs typeface="Arial"/>
              </a:rPr>
              <a:t>Es</a:t>
            </a:r>
            <a:r>
              <a:rPr dirty="0" sz="1550">
                <a:latin typeface="Arial"/>
                <a:cs typeface="Arial"/>
              </a:rPr>
              <a:t>q</a:t>
            </a:r>
            <a:r>
              <a:rPr dirty="0" sz="1550" spc="1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InsereEntr</a:t>
            </a:r>
            <a:r>
              <a:rPr dirty="0" sz="1550" spc="145">
                <a:latin typeface="Arial"/>
                <a:cs typeface="Arial"/>
              </a:rPr>
              <a:t>e</a:t>
            </a:r>
            <a:r>
              <a:rPr dirty="0" sz="1550" spc="114">
                <a:latin typeface="Arial"/>
                <a:cs typeface="Arial"/>
              </a:rPr>
              <a:t>(</a:t>
            </a:r>
            <a:r>
              <a:rPr dirty="0" sz="1550" spc="40">
                <a:latin typeface="Arial"/>
                <a:cs typeface="Arial"/>
              </a:rPr>
              <a:t>k</a:t>
            </a:r>
            <a:r>
              <a:rPr dirty="0" sz="1550" spc="50">
                <a:latin typeface="Arial"/>
                <a:cs typeface="Arial"/>
              </a:rPr>
              <a:t>,&amp;(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275">
                <a:latin typeface="Lucida Sans Unicode"/>
                <a:cs typeface="Lucida Sans Unicode"/>
              </a:rPr>
              <a:t> </a:t>
            </a:r>
            <a:r>
              <a:rPr dirty="0" sz="1550" spc="100">
                <a:latin typeface="Arial"/>
                <a:cs typeface="Arial"/>
              </a:rPr>
              <a:t>t</a:t>
            </a:r>
            <a:r>
              <a:rPr dirty="0" sz="1550" spc="-130">
                <a:latin typeface="Arial"/>
                <a:cs typeface="Arial"/>
              </a:rPr>
              <a:t>)</a:t>
            </a:r>
            <a:r>
              <a:rPr dirty="0" sz="1550" spc="-125">
                <a:latin typeface="Lucida Sans Unicode"/>
                <a:cs typeface="Lucida Sans Unicode"/>
              </a:rPr>
              <a:t>−</a:t>
            </a:r>
            <a:r>
              <a:rPr dirty="0" sz="1550" spc="-6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NO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10">
                <a:latin typeface="Arial"/>
                <a:cs typeface="Arial"/>
              </a:rPr>
              <a:t>NIntern</a:t>
            </a:r>
            <a:r>
              <a:rPr dirty="0" sz="1550" spc="180">
                <a:latin typeface="Arial"/>
                <a:cs typeface="Arial"/>
              </a:rPr>
              <a:t>o</a:t>
            </a:r>
            <a:r>
              <a:rPr dirty="0" sz="1550" spc="85">
                <a:latin typeface="Arial"/>
                <a:cs typeface="Arial"/>
              </a:rPr>
              <a:t>.</a:t>
            </a:r>
            <a:r>
              <a:rPr dirty="0" sz="1550" spc="-80">
                <a:latin typeface="Arial"/>
                <a:cs typeface="Arial"/>
              </a:rPr>
              <a:t>Es</a:t>
            </a:r>
            <a:r>
              <a:rPr dirty="0" sz="1550" spc="5">
                <a:latin typeface="Arial"/>
                <a:cs typeface="Arial"/>
              </a:rPr>
              <a:t>q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399415">
              <a:lnSpc>
                <a:spcPct val="100000"/>
              </a:lnSpc>
              <a:spcBef>
                <a:spcPts val="430"/>
              </a:spcBef>
            </a:pP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 </a:t>
            </a:r>
            <a:r>
              <a:rPr dirty="0" sz="1550" spc="-155" b="1">
                <a:latin typeface="Arial"/>
                <a:cs typeface="Arial"/>
              </a:rPr>
              <a:t> </a:t>
            </a:r>
            <a:r>
              <a:rPr dirty="0" sz="1550" spc="130">
                <a:latin typeface="Arial"/>
                <a:cs typeface="Arial"/>
              </a:rPr>
              <a:t>(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 spc="-195">
                <a:latin typeface="Lucida Sans Unicode"/>
                <a:cs typeface="Lucida Sans Unicode"/>
              </a:rPr>
              <a:t> </a:t>
            </a:r>
            <a:r>
              <a:rPr dirty="0" sz="1550">
                <a:latin typeface="Arial"/>
                <a:cs typeface="Arial"/>
              </a:rPr>
              <a:t>t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20345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  <a:spcBef>
                <a:spcPts val="430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4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6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29220" cy="5053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40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05"/>
              </a:spcBef>
              <a:tabLst>
                <a:tab pos="1739900" algn="l"/>
                <a:tab pos="218440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TipoArvore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04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Cr</a:t>
            </a:r>
            <a:r>
              <a:rPr dirty="0" sz="1700" spc="-20">
                <a:latin typeface="Arial"/>
                <a:cs typeface="Arial"/>
              </a:rPr>
              <a:t>ia</a:t>
            </a:r>
            <a:r>
              <a:rPr dirty="0" sz="1700" spc="-15">
                <a:latin typeface="Arial"/>
                <a:cs typeface="Arial"/>
              </a:rPr>
              <a:t>N</a:t>
            </a:r>
            <a:r>
              <a:rPr dirty="0" sz="1700" spc="-15">
                <a:latin typeface="Arial"/>
                <a:cs typeface="Arial"/>
              </a:rPr>
              <a:t>oE</a:t>
            </a:r>
            <a:r>
              <a:rPr dirty="0" sz="1700" spc="-20">
                <a:latin typeface="Arial"/>
                <a:cs typeface="Arial"/>
              </a:rPr>
              <a:t>x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45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8784">
              <a:lnSpc>
                <a:spcPct val="100000"/>
              </a:lnSpc>
              <a:spcBef>
                <a:spcPts val="60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EExtern</a:t>
            </a:r>
            <a:r>
              <a:rPr dirty="0" sz="1700" spc="100">
                <a:latin typeface="Arial"/>
                <a:cs typeface="Arial"/>
              </a:rPr>
              <a:t>o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25">
                <a:latin typeface="Arial"/>
                <a:cs typeface="Arial"/>
              </a:rPr>
              <a:t>p</a:t>
            </a:r>
            <a:r>
              <a:rPr dirty="0" sz="1700" spc="18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81990">
              <a:lnSpc>
                <a:spcPct val="100000"/>
              </a:lnSpc>
              <a:spcBef>
                <a:spcPts val="605"/>
              </a:spcBef>
              <a:tabLst>
                <a:tab pos="896619" algn="l"/>
                <a:tab pos="119824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Bi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Index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Di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2890520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NIntern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Es</a:t>
            </a:r>
            <a:r>
              <a:rPr dirty="0" sz="1700" spc="75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630301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5930">
              <a:lnSpc>
                <a:spcPct val="100000"/>
              </a:lnSpc>
              <a:spcBef>
                <a:spcPts val="605"/>
              </a:spcBef>
              <a:tabLst>
                <a:tab pos="2499360" algn="l"/>
                <a:tab pos="2916555" algn="l"/>
                <a:tab pos="3990975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90">
                <a:latin typeface="Lucida Sans Unicode"/>
                <a:cs typeface="Lucida Sans Unicode"/>
              </a:rPr>
              <a:t> </a:t>
            </a:r>
            <a:r>
              <a:rPr dirty="0" sz="1700" spc="-65" i="1">
                <a:latin typeface="Arial"/>
                <a:cs typeface="Arial"/>
              </a:rPr>
              <a:t>ach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29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 </a:t>
            </a:r>
            <a:r>
              <a:rPr dirty="0" sz="1700" spc="60" i="1">
                <a:latin typeface="Arial"/>
                <a:cs typeface="Arial"/>
              </a:rPr>
              <a:t>primeir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180" i="1">
                <a:latin typeface="Arial"/>
                <a:cs typeface="Arial"/>
              </a:rPr>
              <a:t>bi</a:t>
            </a:r>
            <a:r>
              <a:rPr dirty="0" sz="1700" spc="5" i="1">
                <a:latin typeface="Arial"/>
                <a:cs typeface="Arial"/>
              </a:rPr>
              <a:t>t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90" i="1">
                <a:latin typeface="Arial"/>
                <a:cs typeface="Arial"/>
              </a:rPr>
              <a:t>diferent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70534">
              <a:lnSpc>
                <a:spcPct val="100000"/>
              </a:lnSpc>
              <a:spcBef>
                <a:spcPts val="605"/>
              </a:spcBef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84530" marR="442595" indent="-245745">
              <a:lnSpc>
                <a:spcPts val="2650"/>
              </a:lnSpc>
              <a:spcBef>
                <a:spcPts val="185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D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Bi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Bi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p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Arial"/>
                <a:cs typeface="Arial"/>
              </a:rPr>
              <a:t>&gt;</a:t>
            </a:r>
            <a:r>
              <a:rPr dirty="0" sz="1700" spc="15">
                <a:latin typeface="Arial"/>
                <a:cs typeface="Arial"/>
              </a:rPr>
              <a:t>NO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8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48054" y="5971463"/>
            <a:ext cx="149161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200">
                <a:latin typeface="Lucida Sans Unicode"/>
                <a:cs typeface="Lucida Sans Unicode"/>
              </a:rPr>
              <a:t> 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0548" y="5971463"/>
            <a:ext cx="5900420" cy="606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735">
              <a:lnSpc>
                <a:spcPct val="100000"/>
              </a:lnSpc>
              <a:tabLst>
                <a:tab pos="340360" algn="l"/>
                <a:tab pos="651510" algn="l"/>
                <a:tab pos="142684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D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j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arvor</a:t>
            </a:r>
            <a:r>
              <a:rPr dirty="0" sz="1700" spc="21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27045" algn="l"/>
                <a:tab pos="3362325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85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InsereEntr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509" y="6643661"/>
            <a:ext cx="313055" cy="606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08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1225" cy="3279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-10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50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105">
                <a:latin typeface="Arial"/>
                <a:cs typeface="Arial"/>
              </a:rPr>
              <a:t>’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ld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y)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30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4100"/>
            <a:ext cx="8717280" cy="58153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484505" marR="642620" indent="-262255">
              <a:lnSpc>
                <a:spcPct val="117000"/>
              </a:lnSpc>
              <a:spcBef>
                <a:spcPts val="192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is:</a:t>
            </a:r>
            <a:endParaRPr sz="2050">
              <a:latin typeface="Arial"/>
              <a:cs typeface="Arial"/>
            </a:endParaRPr>
          </a:p>
          <a:p>
            <a:pPr lvl="1" marL="852169" marR="101600" indent="-349885">
              <a:lnSpc>
                <a:spcPct val="117000"/>
              </a:lnSpc>
              <a:spcBef>
                <a:spcPts val="57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rm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31115" indent="-349885">
              <a:lnSpc>
                <a:spcPct val="117000"/>
              </a:lnSpc>
              <a:spcBef>
                <a:spcPts val="570"/>
              </a:spcBef>
              <a:buAutoNum type="arabicPeriod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30810" indent="-262255">
              <a:lnSpc>
                <a:spcPct val="117000"/>
              </a:lnSpc>
              <a:spcBef>
                <a:spcPts val="11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lvi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000"/>
              </a:lnSpc>
              <a:spcBef>
                <a:spcPts val="11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8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9358"/>
            <a:ext cx="8681085" cy="3971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8700"/>
              </a:lnSpc>
              <a:spcBef>
                <a:spcPts val="216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6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x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3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á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6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10">
                <a:latin typeface="Arial"/>
                <a:cs typeface="Arial"/>
              </a:rPr>
              <a:t>%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42265" indent="-262255">
              <a:lnSpc>
                <a:spcPct val="118700"/>
              </a:lnSpc>
              <a:spcBef>
                <a:spcPts val="13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%.</a:t>
            </a:r>
            <a:endParaRPr sz="2050">
              <a:latin typeface="Arial"/>
              <a:cs typeface="Arial"/>
            </a:endParaRPr>
          </a:p>
          <a:p>
            <a:pPr marL="484505" marR="246379" indent="-262255">
              <a:lnSpc>
                <a:spcPct val="118600"/>
              </a:lnSpc>
              <a:spcBef>
                <a:spcPts val="13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2269" y="5182235"/>
            <a:ext cx="42735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-13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15718" y="5376976"/>
            <a:ext cx="725170" cy="0"/>
          </a:xfrm>
          <a:custGeom>
            <a:avLst/>
            <a:gdLst/>
            <a:ahLst/>
            <a:cxnLst/>
            <a:rect l="l" t="t" r="r" b="b"/>
            <a:pathLst>
              <a:path w="725169" h="0">
                <a:moveTo>
                  <a:pt x="0" y="0"/>
                </a:moveTo>
                <a:lnTo>
                  <a:pt x="725119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03018" y="5004727"/>
            <a:ext cx="184848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110615" algn="l"/>
              </a:tabLst>
            </a:pP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13912" y="5376976"/>
            <a:ext cx="725170" cy="0"/>
          </a:xfrm>
          <a:custGeom>
            <a:avLst/>
            <a:gdLst/>
            <a:ahLst/>
            <a:cxnLst/>
            <a:rect l="l" t="t" r="r" b="b"/>
            <a:pathLst>
              <a:path w="725170" h="0">
                <a:moveTo>
                  <a:pt x="0" y="0"/>
                </a:moveTo>
                <a:lnTo>
                  <a:pt x="725119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7503" y="5362257"/>
            <a:ext cx="137223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110615" algn="l"/>
              </a:tabLst>
            </a:pP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45" i="1">
                <a:latin typeface="Arial"/>
                <a:cs typeface="Arial"/>
              </a:rPr>
              <a:t>	</a:t>
            </a:r>
            <a:r>
              <a:rPr dirty="0" sz="2050" spc="245" i="1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12605" y="5182235"/>
            <a:ext cx="195008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110615" algn="l"/>
              </a:tabLst>
            </a:pP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25">
                <a:latin typeface="Lucida Sans Unicode"/>
                <a:cs typeface="Lucida Sans Unicode"/>
              </a:rPr>
              <a:t>	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21541" y="5004727"/>
            <a:ext cx="130048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10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34241" y="5376976"/>
            <a:ext cx="1275080" cy="0"/>
          </a:xfrm>
          <a:custGeom>
            <a:avLst/>
            <a:gdLst/>
            <a:ahLst/>
            <a:cxnLst/>
            <a:rect l="l" t="t" r="r" b="b"/>
            <a:pathLst>
              <a:path w="1275079" h="0">
                <a:moveTo>
                  <a:pt x="0" y="0"/>
                </a:moveTo>
                <a:lnTo>
                  <a:pt x="1274673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20918" y="5362257"/>
            <a:ext cx="27432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45" i="1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95199" y="5182235"/>
            <a:ext cx="22542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76645" y="5701931"/>
            <a:ext cx="173355" cy="2241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85" i="1"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9322" y="6333554"/>
            <a:ext cx="32639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95" i="1">
                <a:latin typeface="Arial"/>
                <a:cs typeface="Arial"/>
              </a:rPr>
              <a:t>i</a:t>
            </a:r>
            <a:r>
              <a:rPr dirty="0" sz="1350" spc="150">
                <a:latin typeface="Tahoma"/>
                <a:cs typeface="Tahoma"/>
              </a:rPr>
              <a:t>=</a:t>
            </a:r>
            <a:r>
              <a:rPr dirty="0" sz="1350" spc="-10">
                <a:latin typeface="Tahoma"/>
                <a:cs typeface="Tahoma"/>
              </a:rPr>
              <a:t>1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09956" y="6135700"/>
            <a:ext cx="1129665" cy="0"/>
          </a:xfrm>
          <a:custGeom>
            <a:avLst/>
            <a:gdLst/>
            <a:ahLst/>
            <a:cxnLst/>
            <a:rect l="l" t="t" r="r" b="b"/>
            <a:pathLst>
              <a:path w="1129665" h="0">
                <a:moveTo>
                  <a:pt x="0" y="0"/>
                </a:moveTo>
                <a:lnTo>
                  <a:pt x="1129169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823824" y="6120978"/>
            <a:ext cx="27432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45" i="1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92063" y="5763450"/>
            <a:ext cx="1858645" cy="516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14905" sz="3075" spc="1904">
                <a:latin typeface="Arial"/>
                <a:cs typeface="Arial"/>
              </a:rPr>
              <a:t>Y</a:t>
            </a:r>
            <a:r>
              <a:rPr dirty="0" baseline="14905" sz="3075" spc="-3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 </a:t>
            </a:r>
            <a:r>
              <a:rPr dirty="0" baseline="-37940" sz="3075" spc="375">
                <a:latin typeface="Georgia"/>
                <a:cs typeface="Georgia"/>
              </a:rPr>
              <a:t>=</a:t>
            </a:r>
            <a:endParaRPr baseline="-37940" sz="3075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27694" y="5763450"/>
            <a:ext cx="37274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-120">
                <a:latin typeface="Georgia"/>
                <a:cs typeface="Georgia"/>
              </a:rPr>
              <a:t>!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37118" y="613570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79" h="0">
                <a:moveTo>
                  <a:pt x="0" y="0"/>
                </a:moveTo>
                <a:lnTo>
                  <a:pt x="1553908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924418" y="6120978"/>
            <a:ext cx="155003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20">
                <a:latin typeface="Georgia"/>
                <a:cs typeface="Georgia"/>
              </a:rPr>
              <a:t>!</a:t>
            </a:r>
            <a:r>
              <a:rPr dirty="0" sz="2050" spc="455" i="1">
                <a:latin typeface="Arial"/>
                <a:cs typeface="Arial"/>
              </a:rPr>
              <a:t>M</a:t>
            </a:r>
            <a:r>
              <a:rPr dirty="0" baseline="24691" sz="2025" spc="277" i="1">
                <a:latin typeface="Arial"/>
                <a:cs typeface="Arial"/>
              </a:rPr>
              <a:t>N</a:t>
            </a:r>
            <a:endParaRPr baseline="24691" sz="202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06844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982584" cy="1068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3613" y="5013528"/>
            <a:ext cx="43116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4639424"/>
            <a:ext cx="7279005" cy="566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  <a:p>
            <a:pPr marL="779780">
              <a:lnSpc>
                <a:spcPct val="100000"/>
              </a:lnSpc>
              <a:spcBef>
                <a:spcPts val="200"/>
              </a:spcBef>
            </a:pPr>
            <a:r>
              <a:rPr dirty="0" sz="1350" spc="185" i="1" u="sng">
                <a:latin typeface="Arial"/>
                <a:cs typeface="Arial"/>
              </a:rPr>
              <a:t>N</a:t>
            </a:r>
            <a:r>
              <a:rPr dirty="0" sz="1350" spc="-229" i="1" u="sng">
                <a:latin typeface="Arial"/>
                <a:cs typeface="Arial"/>
              </a:rPr>
              <a:t> </a:t>
            </a:r>
            <a:r>
              <a:rPr dirty="0" sz="1350" spc="50" u="sng">
                <a:latin typeface="Tahoma"/>
                <a:cs typeface="Tahoma"/>
              </a:rPr>
              <a:t>(</a:t>
            </a:r>
            <a:r>
              <a:rPr dirty="0" sz="1350" spc="185" i="1" u="sng">
                <a:latin typeface="Arial"/>
                <a:cs typeface="Arial"/>
              </a:rPr>
              <a:t>N</a:t>
            </a:r>
            <a:r>
              <a:rPr dirty="0" sz="1350" spc="-229" i="1" u="sng">
                <a:latin typeface="Arial"/>
                <a:cs typeface="Arial"/>
              </a:rPr>
              <a:t> </a:t>
            </a:r>
            <a:r>
              <a:rPr dirty="0" sz="1350" spc="60" u="sng">
                <a:latin typeface="Lucida Sans Unicode"/>
                <a:cs typeface="Lucida Sans Unicode"/>
              </a:rPr>
              <a:t>−</a:t>
            </a:r>
            <a:r>
              <a:rPr dirty="0" sz="1350" spc="-10" u="sng">
                <a:latin typeface="Tahoma"/>
                <a:cs typeface="Tahoma"/>
              </a:rPr>
              <a:t>1</a:t>
            </a:r>
            <a:r>
              <a:rPr dirty="0" sz="1350" spc="50" u="sng">
                <a:latin typeface="Tahoma"/>
                <a:cs typeface="Tahoma"/>
              </a:rPr>
              <a:t>))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2451" y="5192839"/>
            <a:ext cx="304165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10">
                <a:latin typeface="Tahoma"/>
                <a:cs typeface="Tahoma"/>
              </a:rPr>
              <a:t>730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1378" y="5013528"/>
            <a:ext cx="526732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entã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-20">
                <a:latin typeface="Georgia"/>
                <a:cs typeface="Georgia"/>
              </a:rPr>
              <a:t>7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0">
                <a:latin typeface="Georgia"/>
                <a:cs typeface="Georgia"/>
              </a:rPr>
              <a:t>7</a:t>
            </a:r>
            <a:r>
              <a:rPr dirty="0" sz="2050" spc="5">
                <a:latin typeface="Georgia"/>
                <a:cs typeface="Georgia"/>
              </a:rPr>
              <a:t>%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38656" y="2084685"/>
          <a:ext cx="1421130" cy="2131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324"/>
                <a:gridCol w="870038"/>
              </a:tblGrid>
              <a:tr h="429755"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i="1">
                          <a:latin typeface="Arial"/>
                          <a:cs typeface="Arial"/>
                        </a:rPr>
                        <a:t>N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i="1">
                          <a:latin typeface="Arial"/>
                          <a:cs typeface="Arial"/>
                        </a:rPr>
                        <a:t>p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5321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883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21081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2102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493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15483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303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77275" cy="3279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..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557530" indent="-335280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558165" algn="l"/>
              </a:tabLst>
            </a:pPr>
            <a:r>
              <a:rPr dirty="0" sz="2050" spc="1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rm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é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78740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71865" cy="5052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5564505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41095">
              <a:lnSpc>
                <a:spcPct val="100000"/>
              </a:lnSpc>
              <a:spcBef>
                <a:spcPts val="1350"/>
              </a:spcBef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495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50" i="1">
                <a:latin typeface="Arial"/>
                <a:cs typeface="Arial"/>
              </a:rPr>
              <a:t>K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1350"/>
              </a:spcBef>
            </a:pPr>
            <a:r>
              <a:rPr dirty="0" sz="2050">
                <a:latin typeface="Arial"/>
                <a:cs typeface="Arial"/>
              </a:rPr>
              <a:t>ond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50" i="1">
                <a:latin typeface="Arial"/>
                <a:cs typeface="Arial"/>
              </a:rPr>
              <a:t>K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orre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pondent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289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ú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141095">
              <a:lnSpc>
                <a:spcPct val="100000"/>
              </a:lnSpc>
              <a:spcBef>
                <a:spcPts val="1350"/>
              </a:spcBef>
            </a:pP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30864" sz="2025" spc="292" i="1">
                <a:latin typeface="Arial"/>
                <a:cs typeface="Arial"/>
              </a:rPr>
              <a:t>i</a:t>
            </a:r>
            <a:r>
              <a:rPr dirty="0" baseline="30864" sz="2025" spc="25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±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  <a:spcBef>
                <a:spcPts val="865"/>
              </a:spcBef>
            </a:pPr>
            <a:r>
              <a:rPr dirty="0" sz="2050">
                <a:latin typeface="Arial"/>
                <a:cs typeface="Arial"/>
              </a:rPr>
              <a:t>ond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ba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unt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tere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(ge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B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14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12</a:t>
            </a:r>
            <a:r>
              <a:rPr dirty="0" sz="2050" spc="5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AS</a:t>
            </a:r>
            <a:r>
              <a:rPr dirty="0" sz="2050">
                <a:latin typeface="Arial"/>
                <a:cs typeface="Arial"/>
              </a:rPr>
              <a:t>CII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25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EB</a:t>
            </a:r>
            <a:r>
              <a:rPr dirty="0" sz="2050">
                <a:latin typeface="Arial"/>
                <a:cs typeface="Arial"/>
              </a:rPr>
              <a:t>CDI</a:t>
            </a:r>
            <a:r>
              <a:rPr dirty="0" sz="2050" spc="-5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10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gun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ód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cim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pequeno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73770" cy="5455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ér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algn="ctr" marR="419100">
              <a:lnSpc>
                <a:spcPct val="100000"/>
              </a:lnSpc>
              <a:spcBef>
                <a:spcPts val="1290"/>
              </a:spcBef>
            </a:pPr>
            <a:r>
              <a:rPr dirty="0" sz="1350" spc="135" i="1"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  <a:p>
            <a:pPr marL="3300095">
              <a:lnSpc>
                <a:spcPct val="100000"/>
              </a:lnSpc>
              <a:spcBef>
                <a:spcPts val="260"/>
              </a:spcBef>
            </a:pPr>
            <a:r>
              <a:rPr dirty="0" sz="2050" spc="350" i="1">
                <a:latin typeface="Arial"/>
                <a:cs typeface="Arial"/>
              </a:rPr>
              <a:t>K</a:t>
            </a:r>
            <a:r>
              <a:rPr dirty="0" sz="2050" spc="1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baseline="52845" sz="3075" spc="3615">
                <a:latin typeface="Arial"/>
                <a:cs typeface="Arial"/>
              </a:rPr>
              <a:t>.</a:t>
            </a:r>
            <a:r>
              <a:rPr dirty="0" baseline="52845" sz="3075" spc="-337">
                <a:latin typeface="Arial"/>
                <a:cs typeface="Arial"/>
              </a:rPr>
              <a:t> </a:t>
            </a:r>
            <a:r>
              <a:rPr dirty="0" sz="2050" spc="140">
                <a:latin typeface="Georgia"/>
                <a:cs typeface="Georgia"/>
              </a:rPr>
              <a:t>C</a:t>
            </a:r>
            <a:r>
              <a:rPr dirty="0" sz="2050" spc="-75">
                <a:latin typeface="Georgia"/>
                <a:cs typeface="Georgia"/>
              </a:rPr>
              <a:t>h</a:t>
            </a:r>
            <a:r>
              <a:rPr dirty="0" sz="2050" spc="-80">
                <a:latin typeface="Georgia"/>
                <a:cs typeface="Georgia"/>
              </a:rPr>
              <a:t>a</a:t>
            </a:r>
            <a:r>
              <a:rPr dirty="0" sz="2050" spc="-10">
                <a:latin typeface="Georgia"/>
                <a:cs typeface="Georgia"/>
              </a:rPr>
              <a:t>v</a:t>
            </a:r>
            <a:r>
              <a:rPr dirty="0" sz="2050" spc="-100">
                <a:latin typeface="Georgia"/>
                <a:cs typeface="Georgia"/>
              </a:rPr>
              <a:t>e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endParaRPr sz="2050">
              <a:latin typeface="Georgia"/>
              <a:cs typeface="Georgia"/>
            </a:endParaRPr>
          </a:p>
          <a:p>
            <a:pPr algn="ctr" marR="419100">
              <a:lnSpc>
                <a:spcPct val="100000"/>
              </a:lnSpc>
              <a:spcBef>
                <a:spcPts val="630"/>
              </a:spcBef>
            </a:pPr>
            <a:r>
              <a:rPr dirty="0" sz="1350" spc="195" i="1">
                <a:latin typeface="Arial"/>
                <a:cs typeface="Arial"/>
              </a:rPr>
              <a:t>i</a:t>
            </a:r>
            <a:r>
              <a:rPr dirty="0" sz="1350" spc="150">
                <a:latin typeface="Tahoma"/>
                <a:cs typeface="Tahoma"/>
              </a:rPr>
              <a:t>=</a:t>
            </a:r>
            <a:r>
              <a:rPr dirty="0" sz="1350" spc="-10">
                <a:latin typeface="Tahoma"/>
                <a:cs typeface="Tahoma"/>
              </a:rPr>
              <a:t>1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18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31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495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495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336030" cy="3036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ér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35" b="1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GeraPeso</a:t>
            </a:r>
            <a:r>
              <a:rPr dirty="0" sz="1700" spc="40">
                <a:latin typeface="Arial"/>
                <a:cs typeface="Arial"/>
              </a:rPr>
              <a:t>s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  <a:tab pos="68834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timeva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sement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605"/>
              </a:spcBef>
              <a:tabLst>
                <a:tab pos="573405" algn="l"/>
                <a:tab pos="6137910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170" i="1">
                <a:latin typeface="Arial"/>
                <a:cs typeface="Arial"/>
              </a:rPr>
              <a:t>Utiliza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temp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05" i="1">
                <a:latin typeface="Arial"/>
                <a:cs typeface="Arial"/>
              </a:rPr>
              <a:t> </a:t>
            </a:r>
            <a:r>
              <a:rPr dirty="0" sz="1700" spc="-160" i="1">
                <a:latin typeface="Arial"/>
                <a:cs typeface="Arial"/>
              </a:rPr>
              <a:t>com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14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sement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4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par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fun</a:t>
            </a:r>
            <a:r>
              <a:rPr dirty="0" sz="1700" spc="-10" i="1">
                <a:latin typeface="Arial"/>
                <a:cs typeface="Arial"/>
              </a:rPr>
              <a:t>c</a:t>
            </a:r>
            <a:r>
              <a:rPr dirty="0" sz="1700" spc="-5" i="1">
                <a:latin typeface="Arial"/>
                <a:cs typeface="Arial"/>
              </a:rPr>
              <a:t>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35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sran</a:t>
            </a:r>
            <a:r>
              <a:rPr dirty="0" sz="1700" spc="220" i="1">
                <a:latin typeface="Arial"/>
                <a:cs typeface="Arial"/>
              </a:rPr>
              <a:t>d</a:t>
            </a:r>
            <a:r>
              <a:rPr dirty="0" sz="1700" spc="229" i="1">
                <a:latin typeface="Arial"/>
                <a:cs typeface="Arial"/>
              </a:rPr>
              <a:t>(</a:t>
            </a:r>
            <a:r>
              <a:rPr dirty="0" sz="1700" spc="5" i="1">
                <a:latin typeface="Arial"/>
                <a:cs typeface="Arial"/>
              </a:rPr>
              <a:t>)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605"/>
              </a:spcBef>
            </a:pPr>
            <a:r>
              <a:rPr dirty="0" sz="1700" spc="25">
                <a:latin typeface="Arial"/>
                <a:cs typeface="Arial"/>
              </a:rPr>
              <a:t>gettimeofda</a:t>
            </a:r>
            <a:r>
              <a:rPr dirty="0" sz="1700" spc="10">
                <a:latin typeface="Arial"/>
                <a:cs typeface="Arial"/>
              </a:rPr>
              <a:t>y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&amp;</a:t>
            </a:r>
            <a:r>
              <a:rPr dirty="0" sz="1700" spc="-70">
                <a:latin typeface="Arial"/>
                <a:cs typeface="Arial"/>
              </a:rPr>
              <a:t>sement</a:t>
            </a:r>
            <a:r>
              <a:rPr dirty="0" sz="1700" spc="9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dirty="0" sz="1700" spc="-5">
                <a:latin typeface="Arial"/>
                <a:cs typeface="Arial"/>
              </a:rPr>
              <a:t>sran</a:t>
            </a:r>
            <a:r>
              <a:rPr dirty="0" sz="1700" spc="170">
                <a:latin typeface="Arial"/>
                <a:cs typeface="Arial"/>
              </a:rPr>
              <a:t>d</a:t>
            </a:r>
            <a:r>
              <a:rPr dirty="0" sz="1700" spc="18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19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95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sement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tv_se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1000000</a:t>
            </a:r>
            <a:r>
              <a:rPr dirty="0" sz="1700" spc="-38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sement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tv_use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05"/>
              </a:spcBef>
              <a:tabLst>
                <a:tab pos="977265" algn="l"/>
                <a:tab pos="1545590" algn="l"/>
                <a:tab pos="1727200" algn="l"/>
                <a:tab pos="229552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9836" y="3954526"/>
            <a:ext cx="67437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3950" y="3954526"/>
            <a:ext cx="463994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1+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32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(10000.0</a:t>
            </a:r>
            <a:r>
              <a:rPr dirty="0" sz="1700" spc="-240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ran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RAN</a:t>
            </a:r>
            <a:r>
              <a:rPr dirty="0" sz="1700" spc="-50">
                <a:latin typeface="Arial"/>
                <a:cs typeface="Arial"/>
              </a:rPr>
              <a:t>D_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20">
                <a:latin typeface="Arial"/>
                <a:cs typeface="Arial"/>
              </a:rPr>
              <a:t>X</a:t>
            </a:r>
            <a:r>
              <a:rPr dirty="0" sz="1700" spc="114">
                <a:latin typeface="Arial"/>
                <a:cs typeface="Arial"/>
              </a:rPr>
              <a:t>+</a:t>
            </a:r>
            <a:r>
              <a:rPr dirty="0" sz="1700" spc="120">
                <a:latin typeface="Arial"/>
                <a:cs typeface="Arial"/>
              </a:rPr>
              <a:t>1.0</a:t>
            </a:r>
            <a:r>
              <a:rPr dirty="0" sz="1700" spc="110">
                <a:latin typeface="Arial"/>
                <a:cs typeface="Arial"/>
              </a:rPr>
              <a:t>))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884" y="4290682"/>
            <a:ext cx="7176134" cy="2959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302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605"/>
              </a:spcBef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05"/>
              </a:spcBef>
              <a:tabLst>
                <a:tab pos="243840" algn="l"/>
                <a:tab pos="68770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5" b="1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65" b="1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com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strle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(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7490">
              <a:lnSpc>
                <a:spcPct val="100000"/>
              </a:lnSpc>
              <a:spcBef>
                <a:spcPts val="605"/>
              </a:spcBef>
              <a:tabLst>
                <a:tab pos="976630" algn="l"/>
                <a:tab pos="1544955" algn="l"/>
                <a:tab pos="1726564" algn="l"/>
                <a:tab pos="261620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6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com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(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)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25">
                <a:latin typeface="Lucida Sans Unicode"/>
                <a:cs typeface="Lucida Sans Unicode"/>
              </a:rPr>
              <a:t> </a:t>
            </a: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77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125" y="851928"/>
            <a:ext cx="8451215" cy="6471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ér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ov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3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92125" marR="9017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ist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596900">
              <a:lnSpc>
                <a:spcPct val="100000"/>
              </a:lnSpc>
              <a:spcBef>
                <a:spcPts val="940"/>
              </a:spcBef>
              <a:tabLst>
                <a:tab pos="859155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92125">
              <a:lnSpc>
                <a:spcPct val="100000"/>
              </a:lnSpc>
              <a:spcBef>
                <a:spcPts val="400"/>
              </a:spcBef>
            </a:pP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AL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ABE</a:t>
            </a:r>
            <a:r>
              <a:rPr dirty="0" sz="1700" spc="-6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25</a:t>
            </a:r>
            <a:r>
              <a:rPr dirty="0" sz="1700" spc="10">
                <a:latin typeface="Arial"/>
                <a:cs typeface="Arial"/>
              </a:rPr>
              <a:t>6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35">
                <a:latin typeface="Arial"/>
                <a:cs typeface="Arial"/>
              </a:rPr>
              <a:t>s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AL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ABE</a:t>
            </a:r>
            <a:r>
              <a:rPr dirty="0" sz="1700" spc="-6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O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605"/>
              </a:spcBef>
              <a:tabLst>
                <a:tab pos="3034030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35" b="1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GeraPeso</a:t>
            </a:r>
            <a:r>
              <a:rPr dirty="0" sz="1700" spc="40">
                <a:latin typeface="Arial"/>
                <a:cs typeface="Arial"/>
              </a:rPr>
              <a:t>s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6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10">
                <a:latin typeface="Lucida Sans Unicode"/>
                <a:cs typeface="Lucida Sans Unicode"/>
              </a:rPr>
              <a:t> </a:t>
            </a:r>
            <a:r>
              <a:rPr dirty="0" sz="1700" spc="-85" i="1">
                <a:latin typeface="Arial"/>
                <a:cs typeface="Arial"/>
              </a:rPr>
              <a:t>Ger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50" i="1">
                <a:latin typeface="Arial"/>
                <a:cs typeface="Arial"/>
              </a:rPr>
              <a:t>v</a:t>
            </a:r>
            <a:r>
              <a:rPr dirty="0" sz="1700" spc="50" i="1">
                <a:latin typeface="Arial"/>
                <a:cs typeface="Arial"/>
              </a:rPr>
              <a:t>alore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randomico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95" i="1">
                <a:latin typeface="Arial"/>
                <a:cs typeface="Arial"/>
              </a:rPr>
              <a:t> </a:t>
            </a:r>
            <a:r>
              <a:rPr dirty="0" sz="1700" spc="60" i="1">
                <a:latin typeface="Arial"/>
                <a:cs typeface="Arial"/>
              </a:rPr>
              <a:t>en</a:t>
            </a:r>
            <a:r>
              <a:rPr dirty="0" sz="1700" spc="50" i="1">
                <a:latin typeface="Arial"/>
                <a:cs typeface="Arial"/>
              </a:rPr>
              <a:t>tr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1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1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65" i="1">
                <a:latin typeface="Arial"/>
                <a:cs typeface="Arial"/>
              </a:rPr>
              <a:t> </a:t>
            </a:r>
            <a:r>
              <a:rPr dirty="0" sz="1700" spc="65" i="1">
                <a:latin typeface="Arial"/>
                <a:cs typeface="Arial"/>
              </a:rPr>
              <a:t>10.00</a:t>
            </a:r>
            <a:r>
              <a:rPr dirty="0" sz="1700" spc="10" i="1">
                <a:latin typeface="Arial"/>
                <a:cs typeface="Arial"/>
              </a:rPr>
              <a:t>0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4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  <a:tabLst>
                <a:tab pos="247650" algn="l"/>
                <a:tab pos="681990" algn="l"/>
                <a:tab pos="1012825" algn="l"/>
                <a:tab pos="1310005" algn="l"/>
                <a:tab pos="3891279" algn="l"/>
                <a:tab pos="421894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timeva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sement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170" i="1">
                <a:latin typeface="Arial"/>
                <a:cs typeface="Arial"/>
              </a:rPr>
              <a:t>Utiliza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temp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05" i="1">
                <a:latin typeface="Arial"/>
                <a:cs typeface="Arial"/>
              </a:rPr>
              <a:t> </a:t>
            </a:r>
            <a:r>
              <a:rPr dirty="0" sz="1700" spc="-160" i="1">
                <a:latin typeface="Arial"/>
                <a:cs typeface="Arial"/>
              </a:rPr>
              <a:t>com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14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sement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605"/>
              </a:spcBef>
            </a:pPr>
            <a:r>
              <a:rPr dirty="0" sz="1700" spc="25">
                <a:latin typeface="Arial"/>
                <a:cs typeface="Arial"/>
              </a:rPr>
              <a:t>gettimeofda</a:t>
            </a:r>
            <a:r>
              <a:rPr dirty="0" sz="1700" spc="10">
                <a:latin typeface="Arial"/>
                <a:cs typeface="Arial"/>
              </a:rPr>
              <a:t>y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&amp;</a:t>
            </a:r>
            <a:r>
              <a:rPr dirty="0" sz="1700" spc="-70">
                <a:latin typeface="Arial"/>
                <a:cs typeface="Arial"/>
              </a:rPr>
              <a:t>sement</a:t>
            </a:r>
            <a:r>
              <a:rPr dirty="0" sz="1700" spc="9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NULL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775">
              <a:lnSpc>
                <a:spcPct val="100000"/>
              </a:lnSpc>
              <a:spcBef>
                <a:spcPts val="605"/>
              </a:spcBef>
            </a:pPr>
            <a:r>
              <a:rPr dirty="0" sz="1700" spc="-5">
                <a:latin typeface="Arial"/>
                <a:cs typeface="Arial"/>
              </a:rPr>
              <a:t>sran</a:t>
            </a:r>
            <a:r>
              <a:rPr dirty="0" sz="1700" spc="170">
                <a:latin typeface="Arial"/>
                <a:cs typeface="Arial"/>
              </a:rPr>
              <a:t>d</a:t>
            </a:r>
            <a:r>
              <a:rPr dirty="0" sz="1700" spc="18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19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95">
                <a:latin typeface="Arial"/>
                <a:cs typeface="Arial"/>
              </a:rPr>
              <a:t>(</a:t>
            </a:r>
            <a:r>
              <a:rPr dirty="0" sz="1700" spc="-80">
                <a:latin typeface="Arial"/>
                <a:cs typeface="Arial"/>
              </a:rPr>
              <a:t>sement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tv_se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100000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7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Arial"/>
                <a:cs typeface="Arial"/>
              </a:rPr>
              <a:t>sement</a:t>
            </a:r>
            <a:r>
              <a:rPr dirty="0" sz="1700" spc="10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tv_use</a:t>
            </a:r>
            <a:r>
              <a:rPr dirty="0" sz="1700" spc="10">
                <a:latin typeface="Arial"/>
                <a:cs typeface="Arial"/>
              </a:rPr>
              <a:t>c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605"/>
              </a:spcBef>
              <a:tabLst>
                <a:tab pos="980440" algn="l"/>
                <a:tab pos="1548765" algn="l"/>
                <a:tab pos="1730375" algn="l"/>
                <a:tab pos="229870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5930">
              <a:lnSpc>
                <a:spcPct val="100000"/>
              </a:lnSpc>
              <a:spcBef>
                <a:spcPts val="605"/>
              </a:spcBef>
              <a:tabLst>
                <a:tab pos="1194435" algn="l"/>
                <a:tab pos="1762760" algn="l"/>
                <a:tab pos="1945005" algn="l"/>
                <a:tab pos="395732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AL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ABE</a:t>
            </a:r>
            <a:r>
              <a:rPr dirty="0" sz="1700" spc="-6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O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05"/>
              </a:spcBef>
              <a:tabLst>
                <a:tab pos="4649470" algn="l"/>
                <a:tab pos="4839970" algn="l"/>
              </a:tabLst>
            </a:pP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300" b="1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)(10000.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70">
                <a:latin typeface="Lucida Sans Unicode"/>
                <a:cs typeface="Lucida Sans Unicode"/>
              </a:rPr>
              <a:t> </a:t>
            </a:r>
            <a:r>
              <a:rPr dirty="0" sz="1700" spc="-5">
                <a:latin typeface="Arial"/>
                <a:cs typeface="Arial"/>
              </a:rPr>
              <a:t>ran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RAN</a:t>
            </a:r>
            <a:r>
              <a:rPr dirty="0" sz="1700" spc="-50">
                <a:latin typeface="Arial"/>
                <a:cs typeface="Arial"/>
              </a:rPr>
              <a:t>D_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))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7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910" y="851928"/>
            <a:ext cx="8543925" cy="65982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ct val="100000"/>
              </a:lnSpc>
            </a:pP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ér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ov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3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2010"/>
              </a:spcBef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fun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Zob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831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895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31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895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315" marR="222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895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220">
                <a:latin typeface="Georgia"/>
                <a:cs typeface="Georgia"/>
              </a:rPr>
              <a:t>Σ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220">
                <a:latin typeface="Georgia"/>
                <a:cs typeface="Georgia"/>
              </a:rPr>
              <a:t>Σ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1295"/>
              </a:spcBef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05"/>
              </a:spcBef>
              <a:tabLst>
                <a:tab pos="243840" algn="l"/>
                <a:tab pos="68770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5" b="1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65" b="1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com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strle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(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7490">
              <a:lnSpc>
                <a:spcPct val="100000"/>
              </a:lnSpc>
              <a:spcBef>
                <a:spcPts val="605"/>
              </a:spcBef>
              <a:tabLst>
                <a:tab pos="976630" algn="l"/>
                <a:tab pos="1544955" algn="l"/>
                <a:tab pos="1726564" algn="l"/>
                <a:tab pos="261620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6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com</a:t>
            </a:r>
            <a:r>
              <a:rPr dirty="0" sz="1700" spc="8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)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775">
              <a:lnSpc>
                <a:spcPct val="100000"/>
              </a:lnSpc>
              <a:spcBef>
                <a:spcPts val="60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(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60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26805" cy="43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3352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spc="-20" b="1">
                <a:latin typeface="Arial"/>
                <a:cs typeface="Arial"/>
              </a:rPr>
              <a:t>x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29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25" i="1">
                <a:latin typeface="Arial"/>
                <a:cs typeface="Arial"/>
              </a:rPr>
              <a:t>v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25" i="1">
                <a:latin typeface="Arial"/>
                <a:cs typeface="Arial"/>
              </a:rPr>
              <a:t>v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0">
                <a:latin typeface="Georgia"/>
                <a:cs typeface="Georgia"/>
              </a:rPr>
              <a:t>7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sz="2050" spc="280" i="1">
                <a:latin typeface="Arial"/>
                <a:cs typeface="Arial"/>
              </a:rPr>
              <a:t> </a:t>
            </a:r>
            <a:r>
              <a:rPr dirty="0" sz="2050" spc="125" i="1">
                <a:latin typeface="Arial"/>
                <a:cs typeface="Arial"/>
              </a:rPr>
              <a:t>E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0" i="1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Q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10" i="1">
                <a:latin typeface="Arial"/>
                <a:cs typeface="Arial"/>
              </a:rPr>
              <a:t>U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320" i="1">
                <a:latin typeface="Arial"/>
                <a:cs typeface="Arial"/>
              </a:rPr>
              <a:t>I</a:t>
            </a:r>
            <a:r>
              <a:rPr dirty="0" sz="2050" spc="165" i="1">
                <a:latin typeface="Arial"/>
                <a:cs typeface="Arial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marR="44323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dirty="0" sz="2050" spc="5" b="1">
                <a:latin typeface="Times New Roman"/>
                <a:cs typeface="Times New Roman"/>
              </a:rPr>
              <a:t>–</a:t>
            </a:r>
            <a:r>
              <a:rPr dirty="0" sz="2050" spc="5" b="1">
                <a:latin typeface="Times New Roman"/>
                <a:cs typeface="Times New Roman"/>
              </a:rPr>
              <a:t>	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45" i="1">
                <a:latin typeface="Arial"/>
                <a:cs typeface="Arial"/>
              </a:rPr>
              <a:t>E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5" i="1">
                <a:latin typeface="Arial"/>
                <a:cs typeface="Arial"/>
              </a:rPr>
              <a:t>S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ant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059939">
              <a:lnSpc>
                <a:spcPct val="100000"/>
              </a:lnSpc>
              <a:spcBef>
                <a:spcPts val="355"/>
              </a:spcBef>
            </a:pPr>
            <a:r>
              <a:rPr dirty="0" sz="1200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95065" y="5404573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95065" y="5653404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95065" y="5902236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95065" y="6151067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95065" y="6399901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95065" y="6648732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95065" y="6897568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57230" y="5325478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61624" y="5329770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67986" y="5329770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57230" y="5483568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57230" y="5574322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61624" y="5578602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67986" y="5578602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57230" y="5732398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39221" y="5404573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639221" y="5653404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57230" y="5823153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61624" y="5827433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67986" y="5827433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57230" y="5981217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639221" y="5902236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501385" y="5823153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505793" y="5827433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12129" y="5827433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01385" y="5981217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83376" y="5902236"/>
            <a:ext cx="746760" cy="0"/>
          </a:xfrm>
          <a:custGeom>
            <a:avLst/>
            <a:gdLst/>
            <a:ahLst/>
            <a:cxnLst/>
            <a:rect l="l" t="t" r="r" b="b"/>
            <a:pathLst>
              <a:path w="746759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261624" y="6076263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67986" y="6076263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60">
                <a:moveTo>
                  <a:pt x="0" y="14939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639221" y="6151067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57230" y="6569640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57230" y="6727715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639221" y="6648732"/>
            <a:ext cx="746760" cy="0"/>
          </a:xfrm>
          <a:custGeom>
            <a:avLst/>
            <a:gdLst/>
            <a:ahLst/>
            <a:cxnLst/>
            <a:rect l="l" t="t" r="r" b="b"/>
            <a:pathLst>
              <a:path w="746760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501385" y="6569640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501385" y="6727715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883376" y="6648732"/>
            <a:ext cx="746760" cy="0"/>
          </a:xfrm>
          <a:custGeom>
            <a:avLst/>
            <a:gdLst/>
            <a:ahLst/>
            <a:cxnLst/>
            <a:rect l="l" t="t" r="r" b="b"/>
            <a:pathLst>
              <a:path w="746759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45541" y="6569640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56284" y="6573926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59">
                <a:moveTo>
                  <a:pt x="0" y="14938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45541" y="6727715"/>
            <a:ext cx="515620" cy="0"/>
          </a:xfrm>
          <a:custGeom>
            <a:avLst/>
            <a:gdLst/>
            <a:ahLst/>
            <a:cxnLst/>
            <a:rect l="l" t="t" r="r" b="b"/>
            <a:pathLst>
              <a:path w="515620" h="0">
                <a:moveTo>
                  <a:pt x="0" y="0"/>
                </a:moveTo>
                <a:lnTo>
                  <a:pt x="51526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003122" y="6573926"/>
            <a:ext cx="0" cy="149860"/>
          </a:xfrm>
          <a:custGeom>
            <a:avLst/>
            <a:gdLst/>
            <a:ahLst/>
            <a:cxnLst/>
            <a:rect l="l" t="t" r="r" b="b"/>
            <a:pathLst>
              <a:path w="0" h="149859">
                <a:moveTo>
                  <a:pt x="0" y="14938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127532" y="6648732"/>
            <a:ext cx="746760" cy="0"/>
          </a:xfrm>
          <a:custGeom>
            <a:avLst/>
            <a:gdLst/>
            <a:ahLst/>
            <a:cxnLst/>
            <a:rect l="l" t="t" r="r" b="b"/>
            <a:pathLst>
              <a:path w="746759" h="0">
                <a:moveTo>
                  <a:pt x="0" y="0"/>
                </a:moveTo>
                <a:lnTo>
                  <a:pt x="74660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2501874" y="5275757"/>
          <a:ext cx="5680710" cy="1759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776"/>
                <a:gridCol w="755167"/>
                <a:gridCol w="737806"/>
                <a:gridCol w="253174"/>
                <a:gridCol w="253187"/>
                <a:gridCol w="737806"/>
                <a:gridCol w="253161"/>
                <a:gridCol w="253174"/>
                <a:gridCol w="737806"/>
                <a:gridCol w="1432205"/>
              </a:tblGrid>
              <a:tr h="25318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55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900"/>
                        </a:lnSpc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U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55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 rowSpan="2"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8831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905"/>
                        </a:lnSpc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208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875"/>
                        </a:lnSpc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P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875"/>
                        </a:lnSpc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I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3454">
                <a:tc>
                  <a:txBody>
                    <a:bodyPr/>
                    <a:lstStyle/>
                    <a:p>
                      <a:pPr marL="22225">
                        <a:lnSpc>
                          <a:spcPts val="125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965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60"/>
                        </a:lnSpc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Q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965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255"/>
                        </a:lnSpc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8824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8831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75"/>
                        </a:lnSpc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895"/>
                        </a:lnSpc>
                      </a:pPr>
                      <a:r>
                        <a:rPr dirty="0" sz="1700" i="1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710"/>
                        </a:lnSpc>
                        <a:tabLst>
                          <a:tab pos="900430" algn="l"/>
                        </a:tabLst>
                      </a:pPr>
                      <a:r>
                        <a:rPr dirty="0" baseline="-6535" sz="2550" i="1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baseline="-6535" sz="2550" i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13071" sz="2550">
                          <a:latin typeface="Segoe UI Symbol"/>
                          <a:cs typeface="Segoe UI Symbol"/>
                        </a:rPr>
                        <a:t>✲</a:t>
                      </a:r>
                      <a:r>
                        <a:rPr dirty="0" baseline="13071" sz="2550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baseline="13071" sz="2550" spc="67"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25329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320"/>
                        </a:lnSpc>
                      </a:pPr>
                      <a:r>
                        <a:rPr dirty="0" sz="1700">
                          <a:latin typeface="Segoe UI Symbol"/>
                          <a:cs typeface="Segoe UI Symbol"/>
                        </a:rPr>
                        <a:t>✲</a:t>
                      </a:r>
                      <a:endParaRPr sz="17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ni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884" y="851928"/>
            <a:ext cx="7202170" cy="5930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35">
                <a:latin typeface="Arial"/>
                <a:cs typeface="Arial"/>
              </a:rPr>
              <a:t>s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AL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ABE</a:t>
            </a:r>
            <a:r>
              <a:rPr dirty="0" sz="1700" spc="-60">
                <a:latin typeface="Arial"/>
                <a:cs typeface="Arial"/>
              </a:rPr>
              <a:t>T</a:t>
            </a:r>
            <a:r>
              <a:rPr dirty="0" sz="1700" spc="15">
                <a:latin typeface="Arial"/>
                <a:cs typeface="Arial"/>
              </a:rPr>
              <a:t>O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50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50"/>
              </a:spcBef>
            </a:pP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45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40">
                <a:latin typeface="Arial"/>
                <a:cs typeface="Arial"/>
              </a:rPr>
              <a:t>a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150">
                <a:latin typeface="Lucida Sans Unicode"/>
                <a:cs typeface="Lucida Sans Unicode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4312285" indent="-215265">
              <a:lnSpc>
                <a:spcPct val="1319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6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2410" marR="3772535" indent="-220345">
              <a:lnSpc>
                <a:spcPct val="1319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TipoCelul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∗</a:t>
            </a:r>
            <a:r>
              <a:rPr dirty="0" sz="1700" spc="35">
                <a:latin typeface="Arial"/>
                <a:cs typeface="Arial"/>
              </a:rPr>
              <a:t>Primeir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70">
                <a:latin typeface="Lucida Sans Unicode"/>
                <a:cs typeface="Lucida Sans Unicode"/>
              </a:rPr>
              <a:t>∗</a:t>
            </a:r>
            <a:r>
              <a:rPr dirty="0" sz="1700" spc="30">
                <a:latin typeface="Arial"/>
                <a:cs typeface="Arial"/>
              </a:rPr>
              <a:t>Ultim</a:t>
            </a:r>
            <a:r>
              <a:rPr dirty="0" sz="1700" spc="21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5" b="1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TipoList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[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791654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554" y="1379651"/>
            <a:ext cx="7047230" cy="59328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 spc="-30" b="1">
                <a:latin typeface="Arial"/>
                <a:cs typeface="Arial"/>
              </a:rPr>
              <a:t>voi</a:t>
            </a:r>
            <a:r>
              <a:rPr dirty="0" sz="1550" b="1">
                <a:latin typeface="Arial"/>
                <a:cs typeface="Arial"/>
              </a:rPr>
              <a:t>d </a:t>
            </a:r>
            <a:r>
              <a:rPr dirty="0" sz="1550" spc="15" b="1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Inicializ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65">
                <a:latin typeface="Arial"/>
                <a:cs typeface="Arial"/>
              </a:rPr>
              <a:t> </a:t>
            </a:r>
            <a:r>
              <a:rPr dirty="0" sz="1550" spc="45">
                <a:latin typeface="Arial"/>
                <a:cs typeface="Arial"/>
              </a:rPr>
              <a:t>TipoDicionari</a:t>
            </a:r>
            <a:r>
              <a:rPr dirty="0" sz="1550">
                <a:latin typeface="Arial"/>
                <a:cs typeface="Arial"/>
              </a:rPr>
              <a:t>o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625"/>
              </a:spcBef>
              <a:tabLst>
                <a:tab pos="621030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	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625"/>
              </a:spcBef>
              <a:tabLst>
                <a:tab pos="2067560" algn="l"/>
              </a:tabLst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0</a:t>
            </a:r>
            <a:r>
              <a:rPr dirty="0" sz="1550" spc="-2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&lt;</a:t>
            </a:r>
            <a:r>
              <a:rPr dirty="0" sz="1550" spc="-6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M</a:t>
            </a:r>
            <a:r>
              <a:rPr dirty="0" sz="1550">
                <a:latin typeface="Arial"/>
                <a:cs typeface="Arial"/>
              </a:rPr>
              <a:t>;	i</a:t>
            </a:r>
            <a:r>
              <a:rPr dirty="0" sz="1550" spc="-170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++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6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FLVazi</a:t>
            </a:r>
            <a:r>
              <a:rPr dirty="0" sz="1550" spc="-60">
                <a:latin typeface="Arial"/>
                <a:cs typeface="Arial"/>
              </a:rPr>
              <a:t>a</a:t>
            </a:r>
            <a:r>
              <a:rPr dirty="0" sz="1550" spc="-15">
                <a:latin typeface="Arial"/>
                <a:cs typeface="Arial"/>
              </a:rPr>
              <a:t>(</a:t>
            </a:r>
            <a:r>
              <a:rPr dirty="0" sz="1550" spc="-105">
                <a:latin typeface="Arial"/>
                <a:cs typeface="Arial"/>
              </a:rPr>
              <a:t>&amp;</a:t>
            </a:r>
            <a:r>
              <a:rPr dirty="0" sz="1550" spc="70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]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2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dirty="0" sz="1550" spc="-25">
                <a:latin typeface="Arial"/>
                <a:cs typeface="Arial"/>
              </a:rPr>
              <a:t>TipoApontado</a:t>
            </a:r>
            <a:r>
              <a:rPr dirty="0" sz="1550">
                <a:latin typeface="Arial"/>
                <a:cs typeface="Arial"/>
              </a:rPr>
              <a:t>r </a:t>
            </a:r>
            <a:r>
              <a:rPr dirty="0" sz="1550" spc="-160">
                <a:latin typeface="Arial"/>
                <a:cs typeface="Arial"/>
              </a:rPr>
              <a:t> </a:t>
            </a:r>
            <a:r>
              <a:rPr dirty="0" sz="1550" spc="-35">
                <a:latin typeface="Arial"/>
                <a:cs typeface="Arial"/>
              </a:rPr>
              <a:t>Pesquis</a:t>
            </a:r>
            <a:r>
              <a:rPr dirty="0" sz="1550" spc="85">
                <a:latin typeface="Arial"/>
                <a:cs typeface="Arial"/>
              </a:rPr>
              <a:t>a</a:t>
            </a:r>
            <a:r>
              <a:rPr dirty="0" sz="1550" spc="55">
                <a:latin typeface="Arial"/>
                <a:cs typeface="Arial"/>
              </a:rPr>
              <a:t>(</a:t>
            </a:r>
            <a:r>
              <a:rPr dirty="0" sz="1550" spc="-70">
                <a:latin typeface="Arial"/>
                <a:cs typeface="Arial"/>
              </a:rPr>
              <a:t>TipoChav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145">
                <a:latin typeface="Arial"/>
                <a:cs typeface="Arial"/>
              </a:rPr>
              <a:t> </a:t>
            </a:r>
            <a:r>
              <a:rPr dirty="0" sz="1550" spc="-120">
                <a:latin typeface="Arial"/>
                <a:cs typeface="Arial"/>
              </a:rPr>
              <a:t>C</a:t>
            </a:r>
            <a:r>
              <a:rPr dirty="0" sz="1550" spc="-15">
                <a:latin typeface="Arial"/>
                <a:cs typeface="Arial"/>
              </a:rPr>
              <a:t>h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TipoPeso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p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55">
                <a:latin typeface="Arial"/>
                <a:cs typeface="Arial"/>
              </a:rPr>
              <a:t> </a:t>
            </a:r>
            <a:r>
              <a:rPr dirty="0" sz="1550" spc="45">
                <a:latin typeface="Arial"/>
                <a:cs typeface="Arial"/>
              </a:rPr>
              <a:t>TipoDicionari</a:t>
            </a:r>
            <a:r>
              <a:rPr dirty="0" sz="1550">
                <a:latin typeface="Arial"/>
                <a:cs typeface="Arial"/>
              </a:rPr>
              <a:t>o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25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625"/>
              </a:spcBef>
              <a:tabLst>
                <a:tab pos="6488430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145">
                <a:latin typeface="Lucida Sans Unicode"/>
                <a:cs typeface="Lucida Sans Unicode"/>
              </a:rPr>
              <a:t> </a:t>
            </a:r>
            <a:r>
              <a:rPr dirty="0" sz="1550" spc="-25" i="1">
                <a:latin typeface="Arial"/>
                <a:cs typeface="Arial"/>
              </a:rPr>
              <a:t>TipoApontado</a:t>
            </a:r>
            <a:r>
              <a:rPr dirty="0" sz="1550" i="1">
                <a:latin typeface="Arial"/>
                <a:cs typeface="Arial"/>
              </a:rPr>
              <a:t>r </a:t>
            </a:r>
            <a:r>
              <a:rPr dirty="0" sz="1550" spc="-19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e </a:t>
            </a:r>
            <a:r>
              <a:rPr dirty="0" sz="1550" spc="-120" i="1">
                <a:latin typeface="Arial"/>
                <a:cs typeface="Arial"/>
              </a:rPr>
              <a:t> </a:t>
            </a:r>
            <a:r>
              <a:rPr dirty="0" sz="1550" spc="50" i="1">
                <a:latin typeface="Arial"/>
                <a:cs typeface="Arial"/>
              </a:rPr>
              <a:t>retorn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30" i="1">
                <a:latin typeface="Arial"/>
                <a:cs typeface="Arial"/>
              </a:rPr>
              <a:t>apont</a:t>
            </a:r>
            <a:r>
              <a:rPr dirty="0" sz="1550" i="1">
                <a:latin typeface="Arial"/>
                <a:cs typeface="Arial"/>
              </a:rPr>
              <a:t>a </a:t>
            </a:r>
            <a:r>
              <a:rPr dirty="0" sz="1550" spc="-145" i="1">
                <a:latin typeface="Arial"/>
                <a:cs typeface="Arial"/>
              </a:rPr>
              <a:t> </a:t>
            </a:r>
            <a:r>
              <a:rPr dirty="0" sz="1550" spc="-15" i="1">
                <a:latin typeface="Arial"/>
                <a:cs typeface="Arial"/>
              </a:rPr>
              <a:t>par</a:t>
            </a:r>
            <a:r>
              <a:rPr dirty="0" sz="1550" i="1">
                <a:latin typeface="Arial"/>
                <a:cs typeface="Arial"/>
              </a:rPr>
              <a:t>a </a:t>
            </a:r>
            <a:r>
              <a:rPr dirty="0" sz="1550" spc="-17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135" i="1">
                <a:latin typeface="Arial"/>
                <a:cs typeface="Arial"/>
              </a:rPr>
              <a:t> </a:t>
            </a:r>
            <a:r>
              <a:rPr dirty="0" sz="1550" spc="20" i="1">
                <a:latin typeface="Arial"/>
                <a:cs typeface="Arial"/>
              </a:rPr>
              <a:t>ite</a:t>
            </a:r>
            <a:r>
              <a:rPr dirty="0" sz="1550" i="1">
                <a:latin typeface="Arial"/>
                <a:cs typeface="Arial"/>
              </a:rPr>
              <a:t>m </a:t>
            </a:r>
            <a:r>
              <a:rPr dirty="0" sz="1550" spc="10" i="1">
                <a:latin typeface="Arial"/>
                <a:cs typeface="Arial"/>
              </a:rPr>
              <a:t> </a:t>
            </a:r>
            <a:r>
              <a:rPr dirty="0" sz="1550" spc="90" i="1">
                <a:latin typeface="Arial"/>
                <a:cs typeface="Arial"/>
              </a:rPr>
              <a:t>anterio</a:t>
            </a:r>
            <a:r>
              <a:rPr dirty="0" sz="1550" i="1">
                <a:latin typeface="Arial"/>
                <a:cs typeface="Arial"/>
              </a:rPr>
              <a:t>r </a:t>
            </a:r>
            <a:r>
              <a:rPr dirty="0" sz="1550" spc="-80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a  l</a:t>
            </a:r>
            <a:r>
              <a:rPr dirty="0" sz="1550" spc="-26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i</a:t>
            </a:r>
            <a:r>
              <a:rPr dirty="0" sz="1550" spc="-260" i="1">
                <a:latin typeface="Arial"/>
                <a:cs typeface="Arial"/>
              </a:rPr>
              <a:t> </a:t>
            </a:r>
            <a:r>
              <a:rPr dirty="0" sz="1550" spc="170" i="1">
                <a:latin typeface="Arial"/>
                <a:cs typeface="Arial"/>
              </a:rPr>
              <a:t>st</a:t>
            </a:r>
            <a:r>
              <a:rPr dirty="0" sz="1550" i="1">
                <a:latin typeface="Arial"/>
                <a:cs typeface="Arial"/>
              </a:rPr>
              <a:t>a	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235585" marR="3861435" indent="-21590">
              <a:lnSpc>
                <a:spcPct val="133700"/>
              </a:lnSpc>
              <a:tabLst>
                <a:tab pos="1296035" algn="l"/>
              </a:tabLst>
            </a:pPr>
            <a:r>
              <a:rPr dirty="0" sz="1550" spc="40">
                <a:latin typeface="Arial"/>
                <a:cs typeface="Arial"/>
              </a:rPr>
              <a:t>TipoIndic</a:t>
            </a:r>
            <a:r>
              <a:rPr dirty="0" sz="1550">
                <a:latin typeface="Arial"/>
                <a:cs typeface="Arial"/>
              </a:rPr>
              <a:t>e	i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1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TipoApontado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180">
                <a:latin typeface="Arial"/>
                <a:cs typeface="Arial"/>
              </a:rPr>
              <a:t> </a:t>
            </a:r>
            <a:r>
              <a:rPr dirty="0" sz="1550" spc="-130">
                <a:latin typeface="Arial"/>
                <a:cs typeface="Arial"/>
              </a:rPr>
              <a:t>A</a:t>
            </a:r>
            <a:r>
              <a:rPr dirty="0" sz="1550" spc="35">
                <a:latin typeface="Arial"/>
                <a:cs typeface="Arial"/>
              </a:rPr>
              <a:t>p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i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h</a:t>
            </a:r>
            <a:r>
              <a:rPr dirty="0" sz="1550" spc="5">
                <a:latin typeface="Arial"/>
                <a:cs typeface="Arial"/>
              </a:rPr>
              <a:t>(</a:t>
            </a:r>
            <a:r>
              <a:rPr dirty="0" sz="1550" spc="-120">
                <a:latin typeface="Arial"/>
                <a:cs typeface="Arial"/>
              </a:rPr>
              <a:t>C</a:t>
            </a:r>
            <a:r>
              <a:rPr dirty="0" sz="1550" spc="-15">
                <a:latin typeface="Arial"/>
                <a:cs typeface="Arial"/>
              </a:rPr>
              <a:t>h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135">
                <a:latin typeface="Arial"/>
                <a:cs typeface="Arial"/>
              </a:rPr>
              <a:t>p</a:t>
            </a:r>
            <a:r>
              <a:rPr dirty="0" sz="1550" spc="190">
                <a:latin typeface="Arial"/>
                <a:cs typeface="Arial"/>
              </a:rPr>
              <a:t>)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625"/>
              </a:spcBef>
              <a:tabLst>
                <a:tab pos="504825" algn="l"/>
                <a:tab pos="3327400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Vazi</a:t>
            </a:r>
            <a:r>
              <a:rPr dirty="0" sz="1550" spc="110">
                <a:latin typeface="Arial"/>
                <a:cs typeface="Arial"/>
              </a:rPr>
              <a:t>a</a:t>
            </a:r>
            <a:r>
              <a:rPr dirty="0" sz="1550" spc="25">
                <a:latin typeface="Arial"/>
                <a:cs typeface="Arial"/>
              </a:rPr>
              <a:t>(</a:t>
            </a:r>
            <a:r>
              <a:rPr dirty="0" sz="1550" spc="70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35">
                <a:latin typeface="Arial"/>
                <a:cs typeface="Arial"/>
              </a:rPr>
              <a:t> </a:t>
            </a: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 </a:t>
            </a:r>
            <a:r>
              <a:rPr dirty="0" sz="1550" spc="-9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NU</a:t>
            </a:r>
            <a:r>
              <a:rPr dirty="0" sz="1550" spc="-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L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	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160">
                <a:latin typeface="Lucida Sans Unicode"/>
                <a:cs typeface="Lucida Sans Unicode"/>
              </a:rPr>
              <a:t> </a:t>
            </a:r>
            <a:r>
              <a:rPr dirty="0" sz="1550" spc="-35" i="1">
                <a:latin typeface="Arial"/>
                <a:cs typeface="Arial"/>
              </a:rPr>
              <a:t>Pesquis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spc="-165" i="1">
                <a:latin typeface="Arial"/>
                <a:cs typeface="Arial"/>
              </a:rPr>
              <a:t>se</a:t>
            </a:r>
            <a:r>
              <a:rPr dirty="0" sz="1550" i="1">
                <a:latin typeface="Arial"/>
                <a:cs typeface="Arial"/>
              </a:rPr>
              <a:t>m</a:t>
            </a:r>
            <a:r>
              <a:rPr dirty="0" sz="1550" spc="120" i="1">
                <a:latin typeface="Arial"/>
                <a:cs typeface="Arial"/>
              </a:rPr>
              <a:t> </a:t>
            </a:r>
            <a:r>
              <a:rPr dirty="0" sz="1550" spc="-50" i="1">
                <a:latin typeface="Arial"/>
                <a:cs typeface="Arial"/>
              </a:rPr>
              <a:t>sucess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55" i="1">
                <a:latin typeface="Arial"/>
                <a:cs typeface="Arial"/>
              </a:rPr>
              <a:t> 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209550">
              <a:lnSpc>
                <a:spcPct val="100000"/>
              </a:lnSpc>
              <a:spcBef>
                <a:spcPts val="625"/>
              </a:spcBef>
            </a:pPr>
            <a:r>
              <a:rPr dirty="0" sz="1550" b="1">
                <a:latin typeface="Arial"/>
                <a:cs typeface="Arial"/>
              </a:rPr>
              <a:t>else</a:t>
            </a:r>
            <a:endParaRPr sz="155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-180">
                <a:latin typeface="Arial"/>
                <a:cs typeface="Arial"/>
              </a:rPr>
              <a:t> </a:t>
            </a:r>
            <a:r>
              <a:rPr dirty="0" sz="1550" spc="-13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p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6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180">
                <a:latin typeface="Arial"/>
                <a:cs typeface="Arial"/>
              </a:rPr>
              <a:t> </a:t>
            </a:r>
            <a:r>
              <a:rPr dirty="0" sz="1550" spc="30">
                <a:latin typeface="Arial"/>
                <a:cs typeface="Arial"/>
              </a:rPr>
              <a:t>Primeir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-2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00050">
              <a:lnSpc>
                <a:spcPct val="100000"/>
              </a:lnSpc>
              <a:spcBef>
                <a:spcPts val="625"/>
              </a:spcBef>
            </a:pPr>
            <a:r>
              <a:rPr dirty="0" sz="1550" spc="-15" b="1">
                <a:latin typeface="Arial"/>
                <a:cs typeface="Arial"/>
              </a:rPr>
              <a:t>whil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65" b="1">
                <a:latin typeface="Arial"/>
                <a:cs typeface="Arial"/>
              </a:rPr>
              <a:t> </a:t>
            </a:r>
            <a:r>
              <a:rPr dirty="0" sz="1550" spc="95">
                <a:latin typeface="Arial"/>
                <a:cs typeface="Arial"/>
              </a:rPr>
              <a:t>(</a:t>
            </a:r>
            <a:r>
              <a:rPr dirty="0" sz="1550" spc="-95">
                <a:latin typeface="Arial"/>
                <a:cs typeface="Arial"/>
              </a:rPr>
              <a:t>A</a:t>
            </a:r>
            <a:r>
              <a:rPr dirty="0" sz="1550" spc="-345">
                <a:latin typeface="Arial"/>
                <a:cs typeface="Arial"/>
              </a:rPr>
              <a:t>p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185">
                <a:latin typeface="Arial"/>
                <a:cs typeface="Arial"/>
              </a:rPr>
              <a:t>&gt;</a:t>
            </a:r>
            <a:r>
              <a:rPr dirty="0" sz="1550" spc="-30">
                <a:latin typeface="Arial"/>
                <a:cs typeface="Arial"/>
              </a:rPr>
              <a:t>Pro</a:t>
            </a:r>
            <a:r>
              <a:rPr dirty="0" sz="1550" spc="-204">
                <a:latin typeface="Arial"/>
                <a:cs typeface="Arial"/>
              </a:rPr>
              <a:t>x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190">
                <a:latin typeface="Arial"/>
                <a:cs typeface="Arial"/>
              </a:rPr>
              <a:t>&gt;</a:t>
            </a:r>
            <a:r>
              <a:rPr dirty="0" sz="1550" spc="-30">
                <a:latin typeface="Arial"/>
                <a:cs typeface="Arial"/>
              </a:rPr>
              <a:t>Pro</a:t>
            </a:r>
            <a:r>
              <a:rPr dirty="0" sz="1550">
                <a:latin typeface="Arial"/>
                <a:cs typeface="Arial"/>
              </a:rPr>
              <a:t>x </a:t>
            </a:r>
            <a:r>
              <a:rPr dirty="0" sz="1550" spc="-125">
                <a:latin typeface="Arial"/>
                <a:cs typeface="Arial"/>
              </a:rPr>
              <a:t> </a:t>
            </a:r>
            <a:r>
              <a:rPr dirty="0" sz="1550" spc="165">
                <a:latin typeface="Arial"/>
                <a:cs typeface="Arial"/>
              </a:rPr>
              <a:t>!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NU</a:t>
            </a:r>
            <a:r>
              <a:rPr dirty="0" sz="1550" spc="-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L</a:t>
            </a:r>
            <a:r>
              <a:rPr dirty="0" sz="1550" spc="-114">
                <a:latin typeface="Arial"/>
                <a:cs typeface="Arial"/>
              </a:rPr>
              <a:t> </a:t>
            </a:r>
            <a:r>
              <a:rPr dirty="0" sz="1550" spc="-60">
                <a:latin typeface="Arial"/>
                <a:cs typeface="Arial"/>
              </a:rPr>
              <a:t>&amp;</a:t>
            </a:r>
            <a:r>
              <a:rPr dirty="0" sz="1550">
                <a:latin typeface="Arial"/>
                <a:cs typeface="Arial"/>
              </a:rPr>
              <a:t>&amp;</a:t>
            </a:r>
            <a:endParaRPr sz="1550">
              <a:latin typeface="Arial"/>
              <a:cs typeface="Arial"/>
            </a:endParaRPr>
          </a:p>
          <a:p>
            <a:pPr marL="578485" marR="1163955" indent="205740">
              <a:lnSpc>
                <a:spcPct val="133700"/>
              </a:lnSpc>
            </a:pPr>
            <a:r>
              <a:rPr dirty="0" sz="1550" spc="-25">
                <a:latin typeface="Arial"/>
                <a:cs typeface="Arial"/>
              </a:rPr>
              <a:t>strncm</a:t>
            </a:r>
            <a:r>
              <a:rPr dirty="0" sz="1550" spc="95">
                <a:latin typeface="Arial"/>
                <a:cs typeface="Arial"/>
              </a:rPr>
              <a:t>p</a:t>
            </a:r>
            <a:r>
              <a:rPr dirty="0" sz="1550" spc="5">
                <a:latin typeface="Arial"/>
                <a:cs typeface="Arial"/>
              </a:rPr>
              <a:t>(</a:t>
            </a:r>
            <a:r>
              <a:rPr dirty="0" sz="1550" spc="-120">
                <a:latin typeface="Arial"/>
                <a:cs typeface="Arial"/>
              </a:rPr>
              <a:t>C</a:t>
            </a:r>
            <a:r>
              <a:rPr dirty="0" sz="1550" spc="-15">
                <a:latin typeface="Arial"/>
                <a:cs typeface="Arial"/>
              </a:rPr>
              <a:t>h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95">
                <a:latin typeface="Arial"/>
                <a:cs typeface="Arial"/>
              </a:rPr>
              <a:t>A</a:t>
            </a:r>
            <a:r>
              <a:rPr dirty="0" sz="1550" spc="-345">
                <a:latin typeface="Arial"/>
                <a:cs typeface="Arial"/>
              </a:rPr>
              <a:t>p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185">
                <a:latin typeface="Arial"/>
                <a:cs typeface="Arial"/>
              </a:rPr>
              <a:t>&gt;</a:t>
            </a:r>
            <a:r>
              <a:rPr dirty="0" sz="1550" spc="-30">
                <a:latin typeface="Arial"/>
                <a:cs typeface="Arial"/>
              </a:rPr>
              <a:t>Pro</a:t>
            </a:r>
            <a:r>
              <a:rPr dirty="0" sz="1550" spc="-204">
                <a:latin typeface="Arial"/>
                <a:cs typeface="Arial"/>
              </a:rPr>
              <a:t>x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15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Item</a:t>
            </a:r>
            <a:r>
              <a:rPr dirty="0" sz="1550" spc="-265">
                <a:latin typeface="Arial"/>
                <a:cs typeface="Arial"/>
              </a:rPr>
              <a:t> </a:t>
            </a:r>
            <a:r>
              <a:rPr dirty="0" sz="1550" spc="65">
                <a:latin typeface="Arial"/>
                <a:cs typeface="Arial"/>
              </a:rPr>
              <a:t>.</a:t>
            </a:r>
            <a:r>
              <a:rPr dirty="0" sz="1550" spc="-100">
                <a:latin typeface="Arial"/>
                <a:cs typeface="Arial"/>
              </a:rPr>
              <a:t>Chav</a:t>
            </a:r>
            <a:r>
              <a:rPr dirty="0" sz="1550" spc="20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 spc="20" b="1">
                <a:latin typeface="Arial"/>
                <a:cs typeface="Arial"/>
              </a:rPr>
              <a:t>sizeo</a:t>
            </a:r>
            <a:r>
              <a:rPr dirty="0" sz="1550" b="1">
                <a:latin typeface="Arial"/>
                <a:cs typeface="Arial"/>
              </a:rPr>
              <a:t>f</a:t>
            </a:r>
            <a:r>
              <a:rPr dirty="0" sz="1550" spc="-290" b="1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(</a:t>
            </a:r>
            <a:r>
              <a:rPr dirty="0" sz="1550" spc="-70">
                <a:latin typeface="Arial"/>
                <a:cs typeface="Arial"/>
              </a:rPr>
              <a:t>TipoChav</a:t>
            </a:r>
            <a:r>
              <a:rPr dirty="0" sz="1550" spc="114">
                <a:latin typeface="Arial"/>
                <a:cs typeface="Arial"/>
              </a:rPr>
              <a:t>e</a:t>
            </a:r>
            <a:r>
              <a:rPr dirty="0" sz="1550" spc="180">
                <a:latin typeface="Arial"/>
                <a:cs typeface="Arial"/>
              </a:rPr>
              <a:t>))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13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p</a:t>
            </a:r>
            <a:r>
              <a:rPr dirty="0" sz="1550" spc="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60">
                <a:latin typeface="Arial"/>
                <a:cs typeface="Arial"/>
              </a:rPr>
              <a:t> </a:t>
            </a:r>
            <a:r>
              <a:rPr dirty="0" sz="1550" spc="-95">
                <a:latin typeface="Arial"/>
                <a:cs typeface="Arial"/>
              </a:rPr>
              <a:t>A</a:t>
            </a:r>
            <a:r>
              <a:rPr dirty="0" sz="1550" spc="-345">
                <a:latin typeface="Arial"/>
                <a:cs typeface="Arial"/>
              </a:rPr>
              <a:t>p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190">
                <a:latin typeface="Arial"/>
                <a:cs typeface="Arial"/>
              </a:rPr>
              <a:t>&gt;</a:t>
            </a:r>
            <a:r>
              <a:rPr dirty="0" sz="1550" spc="-30">
                <a:latin typeface="Arial"/>
                <a:cs typeface="Arial"/>
              </a:rPr>
              <a:t>Pro</a:t>
            </a:r>
            <a:r>
              <a:rPr dirty="0" sz="1550">
                <a:latin typeface="Arial"/>
                <a:cs typeface="Arial"/>
              </a:rPr>
              <a:t>x</a:t>
            </a:r>
            <a:r>
              <a:rPr dirty="0" sz="1550" spc="-3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26084">
              <a:lnSpc>
                <a:spcPct val="100000"/>
              </a:lnSpc>
              <a:spcBef>
                <a:spcPts val="625"/>
              </a:spcBef>
              <a:tabLst>
                <a:tab pos="706755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!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strncm</a:t>
            </a:r>
            <a:r>
              <a:rPr dirty="0" sz="1550" spc="95">
                <a:latin typeface="Arial"/>
                <a:cs typeface="Arial"/>
              </a:rPr>
              <a:t>p</a:t>
            </a:r>
            <a:r>
              <a:rPr dirty="0" sz="1550" spc="5">
                <a:latin typeface="Arial"/>
                <a:cs typeface="Arial"/>
              </a:rPr>
              <a:t>(</a:t>
            </a:r>
            <a:r>
              <a:rPr dirty="0" sz="1550" spc="-120">
                <a:latin typeface="Arial"/>
                <a:cs typeface="Arial"/>
              </a:rPr>
              <a:t>C</a:t>
            </a:r>
            <a:r>
              <a:rPr dirty="0" sz="1550" spc="-15">
                <a:latin typeface="Arial"/>
                <a:cs typeface="Arial"/>
              </a:rPr>
              <a:t>h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-95">
                <a:latin typeface="Arial"/>
                <a:cs typeface="Arial"/>
              </a:rPr>
              <a:t>A</a:t>
            </a:r>
            <a:r>
              <a:rPr dirty="0" sz="1550" spc="-345">
                <a:latin typeface="Arial"/>
                <a:cs typeface="Arial"/>
              </a:rPr>
              <a:t>p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185">
                <a:latin typeface="Arial"/>
                <a:cs typeface="Arial"/>
              </a:rPr>
              <a:t>&gt;</a:t>
            </a:r>
            <a:r>
              <a:rPr dirty="0" sz="1550" spc="-30">
                <a:latin typeface="Arial"/>
                <a:cs typeface="Arial"/>
              </a:rPr>
              <a:t>Pro</a:t>
            </a:r>
            <a:r>
              <a:rPr dirty="0" sz="1550" spc="-204">
                <a:latin typeface="Arial"/>
                <a:cs typeface="Arial"/>
              </a:rPr>
              <a:t>x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15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Item</a:t>
            </a:r>
            <a:r>
              <a:rPr dirty="0" sz="1550" spc="-265">
                <a:latin typeface="Arial"/>
                <a:cs typeface="Arial"/>
              </a:rPr>
              <a:t> </a:t>
            </a:r>
            <a:r>
              <a:rPr dirty="0" sz="1550" spc="65">
                <a:latin typeface="Arial"/>
                <a:cs typeface="Arial"/>
              </a:rPr>
              <a:t>.</a:t>
            </a:r>
            <a:r>
              <a:rPr dirty="0" sz="1550" spc="-100">
                <a:latin typeface="Arial"/>
                <a:cs typeface="Arial"/>
              </a:rPr>
              <a:t>Chav</a:t>
            </a:r>
            <a:r>
              <a:rPr dirty="0" sz="1550" spc="20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 spc="20" b="1">
                <a:latin typeface="Arial"/>
                <a:cs typeface="Arial"/>
              </a:rPr>
              <a:t>sizeo</a:t>
            </a:r>
            <a:r>
              <a:rPr dirty="0" sz="1550" b="1">
                <a:latin typeface="Arial"/>
                <a:cs typeface="Arial"/>
              </a:rPr>
              <a:t>f</a:t>
            </a:r>
            <a:r>
              <a:rPr dirty="0" sz="1550" spc="-290" b="1">
                <a:latin typeface="Arial"/>
                <a:cs typeface="Arial"/>
              </a:rPr>
              <a:t> </a:t>
            </a:r>
            <a:r>
              <a:rPr dirty="0" sz="1550" spc="55">
                <a:latin typeface="Arial"/>
                <a:cs typeface="Arial"/>
              </a:rPr>
              <a:t>(</a:t>
            </a:r>
            <a:r>
              <a:rPr dirty="0" sz="1550" spc="-70">
                <a:latin typeface="Arial"/>
                <a:cs typeface="Arial"/>
              </a:rPr>
              <a:t>TipoChav</a:t>
            </a:r>
            <a:r>
              <a:rPr dirty="0" sz="1550" spc="14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  </a:t>
            </a: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</a:t>
            </a:r>
            <a:r>
              <a:rPr dirty="0" sz="1550" spc="210" b="1">
                <a:latin typeface="Arial"/>
                <a:cs typeface="Arial"/>
              </a:rPr>
              <a:t> </a:t>
            </a:r>
            <a:r>
              <a:rPr dirty="0" sz="1550" spc="-130">
                <a:latin typeface="Arial"/>
                <a:cs typeface="Arial"/>
              </a:rPr>
              <a:t>A</a:t>
            </a:r>
            <a:r>
              <a:rPr dirty="0" sz="1550" spc="35">
                <a:latin typeface="Arial"/>
                <a:cs typeface="Arial"/>
              </a:rPr>
              <a:t>p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02590">
              <a:lnSpc>
                <a:spcPct val="100000"/>
              </a:lnSpc>
              <a:spcBef>
                <a:spcPts val="625"/>
              </a:spcBef>
              <a:tabLst>
                <a:tab pos="2363470" algn="l"/>
              </a:tabLst>
            </a:pPr>
            <a:r>
              <a:rPr dirty="0" sz="1550" b="1">
                <a:latin typeface="Arial"/>
                <a:cs typeface="Arial"/>
              </a:rPr>
              <a:t>else 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10" b="1">
                <a:latin typeface="Arial"/>
                <a:cs typeface="Arial"/>
              </a:rPr>
              <a:t>retur</a:t>
            </a:r>
            <a:r>
              <a:rPr dirty="0" sz="1550" b="1">
                <a:latin typeface="Arial"/>
                <a:cs typeface="Arial"/>
              </a:rPr>
              <a:t>n </a:t>
            </a:r>
            <a:r>
              <a:rPr dirty="0" sz="1550" spc="-9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NU</a:t>
            </a:r>
            <a:r>
              <a:rPr dirty="0" sz="1550" spc="-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L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	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160">
                <a:latin typeface="Lucida Sans Unicode"/>
                <a:cs typeface="Lucida Sans Unicode"/>
              </a:rPr>
              <a:t> </a:t>
            </a:r>
            <a:r>
              <a:rPr dirty="0" sz="1550" spc="-35" i="1">
                <a:latin typeface="Arial"/>
                <a:cs typeface="Arial"/>
              </a:rPr>
              <a:t>Pesquis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130" i="1">
                <a:latin typeface="Arial"/>
                <a:cs typeface="Arial"/>
              </a:rPr>
              <a:t> </a:t>
            </a:r>
            <a:r>
              <a:rPr dirty="0" sz="1550" spc="-165" i="1">
                <a:latin typeface="Arial"/>
                <a:cs typeface="Arial"/>
              </a:rPr>
              <a:t>se</a:t>
            </a:r>
            <a:r>
              <a:rPr dirty="0" sz="1550" i="1">
                <a:latin typeface="Arial"/>
                <a:cs typeface="Arial"/>
              </a:rPr>
              <a:t>m</a:t>
            </a:r>
            <a:r>
              <a:rPr dirty="0" sz="1550" spc="114" i="1">
                <a:latin typeface="Arial"/>
                <a:cs typeface="Arial"/>
              </a:rPr>
              <a:t> </a:t>
            </a:r>
            <a:r>
              <a:rPr dirty="0" sz="1550" spc="-50" i="1">
                <a:latin typeface="Arial"/>
                <a:cs typeface="Arial"/>
              </a:rPr>
              <a:t>sucess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55" i="1">
                <a:latin typeface="Arial"/>
                <a:cs typeface="Arial"/>
              </a:rPr>
              <a:t> 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224154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7920355" cy="5759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98716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8125" marR="3841750" indent="19050">
              <a:lnSpc>
                <a:spcPct val="136000"/>
              </a:lnSpc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NU</a:t>
            </a:r>
            <a:r>
              <a:rPr dirty="0" sz="1700" spc="-195">
                <a:latin typeface="Arial"/>
                <a:cs typeface="Arial"/>
              </a:rPr>
              <a:t>L</a:t>
            </a:r>
            <a:r>
              <a:rPr dirty="0" sz="1700" spc="-6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In</a:t>
            </a:r>
            <a:r>
              <a:rPr dirty="0" sz="1700" spc="200">
                <a:latin typeface="Arial"/>
                <a:cs typeface="Arial"/>
              </a:rPr>
              <a:t>s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0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85">
                <a:latin typeface="Arial"/>
                <a:cs typeface="Arial"/>
              </a:rPr>
              <a:t>T</a:t>
            </a:r>
            <a:r>
              <a:rPr dirty="0" sz="1700" spc="130">
                <a:latin typeface="Arial"/>
                <a:cs typeface="Arial"/>
              </a:rPr>
              <a:t>[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20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735"/>
              </a:spcBef>
              <a:tabLst>
                <a:tab pos="788670" algn="l"/>
                <a:tab pos="3126740" algn="l"/>
                <a:tab pos="376682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j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5">
                <a:latin typeface="Arial"/>
                <a:cs typeface="Arial"/>
              </a:rPr>
              <a:t>present</a:t>
            </a:r>
            <a:r>
              <a:rPr dirty="0" sz="1700" spc="19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98716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735"/>
              </a:spcBef>
            </a:pP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735"/>
              </a:spcBef>
            </a:pP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735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75">
                <a:latin typeface="Arial"/>
                <a:cs typeface="Arial"/>
              </a:rPr>
              <a:t>(</a:t>
            </a:r>
            <a:r>
              <a:rPr dirty="0" sz="1700" spc="-13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NU</a:t>
            </a:r>
            <a:r>
              <a:rPr dirty="0" sz="1700" spc="-195">
                <a:latin typeface="Arial"/>
                <a:cs typeface="Arial"/>
              </a:rPr>
              <a:t>L</a:t>
            </a:r>
            <a:r>
              <a:rPr dirty="0" sz="1700" spc="-6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735"/>
              </a:spcBef>
              <a:tabLst>
                <a:tab pos="323088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5">
                <a:latin typeface="Arial"/>
                <a:cs typeface="Arial"/>
              </a:rPr>
              <a:t>present</a:t>
            </a:r>
            <a:r>
              <a:rPr dirty="0" sz="1700" spc="19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735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5" b="1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Re</a:t>
            </a:r>
            <a:r>
              <a:rPr dirty="0" sz="1700" spc="100">
                <a:latin typeface="Arial"/>
                <a:cs typeface="Arial"/>
              </a:rPr>
              <a:t>t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-95">
                <a:latin typeface="Arial"/>
                <a:cs typeface="Arial"/>
              </a:rPr>
              <a:t>Ap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85">
                <a:latin typeface="Arial"/>
                <a:cs typeface="Arial"/>
              </a:rPr>
              <a:t>T</a:t>
            </a:r>
            <a:r>
              <a:rPr dirty="0" sz="1700" spc="130">
                <a:latin typeface="Arial"/>
                <a:cs typeface="Arial"/>
              </a:rPr>
              <a:t>[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8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p</a:t>
            </a:r>
            <a:r>
              <a:rPr dirty="0" sz="1700" spc="15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&amp;</a:t>
            </a:r>
            <a:r>
              <a:rPr dirty="0" sz="1700" spc="210">
                <a:latin typeface="Arial"/>
                <a:cs typeface="Arial"/>
              </a:rPr>
              <a:t>x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160" cy="4239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028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75" i="1">
                <a:latin typeface="Arial"/>
                <a:cs typeface="Arial"/>
              </a:rPr>
              <a:t>N</a:t>
            </a:r>
            <a:r>
              <a:rPr dirty="0" sz="2050" spc="325" i="1">
                <a:latin typeface="Arial"/>
                <a:cs typeface="Arial"/>
              </a:rPr>
              <a:t>/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75" i="1">
                <a:latin typeface="Arial"/>
                <a:cs typeface="Arial"/>
              </a:rPr>
              <a:t>N</a:t>
            </a:r>
            <a:r>
              <a:rPr dirty="0" sz="2050" spc="325" i="1">
                <a:latin typeface="Arial"/>
                <a:cs typeface="Arial"/>
              </a:rPr>
              <a:t>/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1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75" i="1">
                <a:latin typeface="Arial"/>
                <a:cs typeface="Arial"/>
              </a:rPr>
              <a:t>N</a:t>
            </a:r>
            <a:r>
              <a:rPr dirty="0" sz="2050" spc="325" i="1">
                <a:latin typeface="Arial"/>
                <a:cs typeface="Arial"/>
              </a:rPr>
              <a:t>/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560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4900"/>
            <a:ext cx="8637270" cy="5107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ereça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7300"/>
              </a:lnSpc>
              <a:spcBef>
                <a:spcPts val="196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38125" indent="-262255">
              <a:lnSpc>
                <a:spcPct val="117300"/>
              </a:lnSpc>
              <a:spcBef>
                <a:spcPts val="11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õ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484505" marR="405765" indent="-262255">
              <a:lnSpc>
                <a:spcPct val="117300"/>
              </a:lnSpc>
              <a:spcBef>
                <a:spcPts val="11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215" indent="-262255">
              <a:lnSpc>
                <a:spcPct val="117300"/>
              </a:lnSpc>
              <a:spcBef>
                <a:spcPts val="11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 i="1">
                <a:latin typeface="Arial"/>
                <a:cs typeface="Arial"/>
              </a:rPr>
              <a:t>h</a:t>
            </a:r>
            <a:r>
              <a:rPr dirty="0" sz="2050" b="1" i="1">
                <a:latin typeface="Arial"/>
                <a:cs typeface="Arial"/>
              </a:rPr>
              <a:t>a</a:t>
            </a:r>
            <a:r>
              <a:rPr dirty="0" sz="2050" b="1" i="1">
                <a:latin typeface="Arial"/>
                <a:cs typeface="Arial"/>
              </a:rPr>
              <a:t>s</a:t>
            </a:r>
            <a:r>
              <a:rPr dirty="0" sz="2050" b="1" i="1">
                <a:latin typeface="Arial"/>
                <a:cs typeface="Arial"/>
              </a:rPr>
              <a:t>h</a:t>
            </a:r>
            <a:r>
              <a:rPr dirty="0" sz="2050" spc="-5" b="1" i="1">
                <a:latin typeface="Arial"/>
                <a:cs typeface="Arial"/>
              </a:rPr>
              <a:t>i</a:t>
            </a:r>
            <a:r>
              <a:rPr dirty="0" sz="2050" b="1" i="1">
                <a:latin typeface="Arial"/>
                <a:cs typeface="Arial"/>
              </a:rPr>
              <a:t>n</a:t>
            </a:r>
            <a:r>
              <a:rPr dirty="0" sz="2050" spc="5" b="1" i="1">
                <a:latin typeface="Arial"/>
                <a:cs typeface="Arial"/>
              </a:rPr>
              <a:t>g</a:t>
            </a:r>
            <a:r>
              <a:rPr dirty="0" sz="2050" spc="114" b="1" i="1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l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434" i="1">
                <a:latin typeface="Arial"/>
                <a:cs typeface="Arial"/>
              </a:rPr>
              <a:t>j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22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3804" y="6211732"/>
            <a:ext cx="2717165" cy="352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434" i="1">
                <a:latin typeface="Arial"/>
                <a:cs typeface="Arial"/>
              </a:rPr>
              <a:t>j</a:t>
            </a:r>
            <a:r>
              <a:rPr dirty="0" baseline="-12345" sz="2025" spc="434" i="1">
                <a:latin typeface="Arial"/>
                <a:cs typeface="Arial"/>
              </a:rPr>
              <a:t> </a:t>
            </a:r>
            <a:r>
              <a:rPr dirty="0" baseline="-12345" sz="2025" spc="-22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45" i="1">
                <a:latin typeface="Arial"/>
                <a:cs typeface="Arial"/>
              </a:rPr>
              <a:t>M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4951" y="6211732"/>
            <a:ext cx="234378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50">
                <a:latin typeface="Georgia"/>
                <a:cs typeface="Georgia"/>
              </a:rPr>
              <a:t>p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12715" y="4538192"/>
            <a:ext cx="951230" cy="0"/>
          </a:xfrm>
          <a:custGeom>
            <a:avLst/>
            <a:gdLst/>
            <a:ahLst/>
            <a:cxnLst/>
            <a:rect l="l" t="t" r="r" b="b"/>
            <a:pathLst>
              <a:path w="951229" h="0">
                <a:moveTo>
                  <a:pt x="0" y="0"/>
                </a:moveTo>
                <a:lnTo>
                  <a:pt x="95063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17122" y="4542586"/>
            <a:ext cx="0" cy="2177415"/>
          </a:xfrm>
          <a:custGeom>
            <a:avLst/>
            <a:gdLst/>
            <a:ahLst/>
            <a:cxnLst/>
            <a:rect l="l" t="t" r="r" b="b"/>
            <a:pathLst>
              <a:path w="0" h="2177415">
                <a:moveTo>
                  <a:pt x="0" y="217730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58942" y="4542586"/>
            <a:ext cx="0" cy="2177415"/>
          </a:xfrm>
          <a:custGeom>
            <a:avLst/>
            <a:gdLst/>
            <a:ahLst/>
            <a:cxnLst/>
            <a:rect l="l" t="t" r="r" b="b"/>
            <a:pathLst>
              <a:path w="0" h="2177415">
                <a:moveTo>
                  <a:pt x="0" y="217730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12715" y="6724288"/>
            <a:ext cx="951230" cy="0"/>
          </a:xfrm>
          <a:custGeom>
            <a:avLst/>
            <a:gdLst/>
            <a:ahLst/>
            <a:cxnLst/>
            <a:rect l="l" t="t" r="r" b="b"/>
            <a:pathLst>
              <a:path w="951229" h="0">
                <a:moveTo>
                  <a:pt x="0" y="0"/>
                </a:moveTo>
                <a:lnTo>
                  <a:pt x="95063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21402" y="6408821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14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21402" y="6097701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14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21402" y="5786691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14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21402" y="5475668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14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21402" y="5164658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14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21402" y="4853533"/>
            <a:ext cx="933450" cy="0"/>
          </a:xfrm>
          <a:custGeom>
            <a:avLst/>
            <a:gdLst/>
            <a:ahLst/>
            <a:cxnLst/>
            <a:rect l="l" t="t" r="r" b="b"/>
            <a:pathLst>
              <a:path w="933450" h="0">
                <a:moveTo>
                  <a:pt x="0" y="0"/>
                </a:moveTo>
                <a:lnTo>
                  <a:pt x="93314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11326" y="851928"/>
            <a:ext cx="8737600" cy="3566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1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25" i="1">
                <a:latin typeface="Arial"/>
                <a:cs typeface="Arial"/>
              </a:rPr>
              <a:t>v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25" i="1">
                <a:latin typeface="Arial"/>
                <a:cs typeface="Arial"/>
              </a:rPr>
              <a:t>v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0">
                <a:latin typeface="Georgia"/>
                <a:cs typeface="Georgia"/>
              </a:rPr>
              <a:t>7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71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35" i="1">
                <a:latin typeface="Arial"/>
                <a:cs typeface="Arial"/>
              </a:rPr>
              <a:t>L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10" i="1">
                <a:latin typeface="Arial"/>
                <a:cs typeface="Arial"/>
              </a:rPr>
              <a:t>U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125" i="1">
                <a:latin typeface="Arial"/>
                <a:cs typeface="Arial"/>
              </a:rPr>
              <a:t>E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li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22250">
              <a:lnSpc>
                <a:spcPct val="100000"/>
              </a:lnSpc>
              <a:spcBef>
                <a:spcPts val="1480"/>
              </a:spcBef>
              <a:tabLst>
                <a:tab pos="484505" algn="l"/>
              </a:tabLst>
            </a:pPr>
            <a:r>
              <a:rPr dirty="0" sz="2050" spc="-265">
                <a:latin typeface="Lucida Sans Unicode"/>
                <a:cs typeface="Lucida Sans Unicode"/>
              </a:rPr>
              <a:t>•</a:t>
            </a:r>
            <a:r>
              <a:rPr dirty="0" sz="2050" spc="-265">
                <a:latin typeface="Lucida Sans Unicode"/>
                <a:cs typeface="Lucida Sans Unicode"/>
              </a:rPr>
              <a:t>	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35" i="1">
                <a:latin typeface="Arial"/>
                <a:cs typeface="Arial"/>
              </a:rPr>
              <a:t>L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10" i="1">
                <a:latin typeface="Arial"/>
                <a:cs typeface="Arial"/>
              </a:rPr>
              <a:t>U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45" i="1">
                <a:latin typeface="Arial"/>
                <a:cs typeface="Arial"/>
              </a:rPr>
              <a:t>E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5" i="1">
                <a:latin typeface="Arial"/>
                <a:cs typeface="Arial"/>
              </a:rPr>
              <a:t>S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ctr" marR="401955">
              <a:lnSpc>
                <a:spcPct val="100000"/>
              </a:lnSpc>
              <a:spcBef>
                <a:spcPts val="1445"/>
              </a:spcBef>
            </a:pPr>
            <a:r>
              <a:rPr dirty="0" sz="2050" spc="5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8864" y="4538751"/>
            <a:ext cx="19875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5" i="1">
                <a:latin typeface="Times New Roman"/>
                <a:cs typeface="Times New Roman"/>
              </a:rPr>
              <a:t>U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95379" y="4849876"/>
            <a:ext cx="185420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0" i="1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15382" y="5164887"/>
            <a:ext cx="14541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 i="1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08752" y="6095401"/>
            <a:ext cx="158750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15" i="1">
                <a:latin typeface="Times New Roman"/>
                <a:cs typeface="Times New Roman"/>
              </a:rPr>
              <a:t>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02123" y="6406408"/>
            <a:ext cx="172085" cy="294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50" spc="20" i="1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97692" y="4499978"/>
            <a:ext cx="171450" cy="21894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5"/>
              </a:lnSpc>
            </a:pPr>
            <a:r>
              <a:rPr dirty="0" sz="2050" spc="5">
                <a:latin typeface="Arial"/>
                <a:cs typeface="Arial"/>
              </a:rPr>
              <a:t>0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450"/>
              </a:lnSpc>
            </a:pPr>
            <a:r>
              <a:rPr dirty="0" sz="2050" spc="5"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450"/>
              </a:lnSpc>
            </a:pPr>
            <a:r>
              <a:rPr dirty="0" sz="2050" spc="5">
                <a:latin typeface="Arial"/>
                <a:cs typeface="Arial"/>
              </a:rPr>
              <a:t>2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450"/>
              </a:lnSpc>
            </a:pPr>
            <a:r>
              <a:rPr dirty="0" sz="2050" spc="5">
                <a:latin typeface="Arial"/>
                <a:cs typeface="Arial"/>
              </a:rPr>
              <a:t>3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450"/>
              </a:lnSpc>
            </a:pPr>
            <a:r>
              <a:rPr dirty="0" sz="2050" spc="5">
                <a:latin typeface="Arial"/>
                <a:cs typeface="Arial"/>
              </a:rPr>
              <a:t>4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450"/>
              </a:lnSpc>
            </a:pPr>
            <a:r>
              <a:rPr dirty="0" sz="2050" spc="5">
                <a:latin typeface="Arial"/>
                <a:cs typeface="Arial"/>
              </a:rPr>
              <a:t>5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455"/>
              </a:lnSpc>
            </a:pPr>
            <a:r>
              <a:rPr dirty="0" sz="2050" spc="5">
                <a:latin typeface="Arial"/>
                <a:cs typeface="Arial"/>
              </a:rPr>
              <a:t>6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125" y="862672"/>
            <a:ext cx="8331200" cy="9505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ereça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744345" algn="l"/>
              </a:tabLst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AZIO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125" y="1895297"/>
            <a:ext cx="201993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RETIRADO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7144" y="1895297"/>
            <a:ext cx="128206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5">
                <a:latin typeface="Arial"/>
                <a:cs typeface="Arial"/>
              </a:rPr>
              <a:t>"</a:t>
            </a:r>
            <a:r>
              <a:rPr dirty="0" sz="1700" spc="-290">
                <a:latin typeface="Lucida Sans Unicode"/>
                <a:cs typeface="Lucida Sans Unicode"/>
              </a:rPr>
              <a:t>∗∗∗∗∗∗∗∗∗</a:t>
            </a:r>
            <a:r>
              <a:rPr dirty="0" sz="1700" spc="-170">
                <a:latin typeface="Lucida Sans Unicode"/>
                <a:cs typeface="Lucida Sans Unicode"/>
              </a:rPr>
              <a:t>∗</a:t>
            </a:r>
            <a:r>
              <a:rPr dirty="0" sz="1700" spc="5">
                <a:latin typeface="Arial"/>
                <a:cs typeface="Arial"/>
              </a:rPr>
              <a:t>"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897" y="3304844"/>
            <a:ext cx="3755390" cy="3089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 marR="548005">
              <a:lnSpc>
                <a:spcPct val="1360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35">
                <a:latin typeface="Arial"/>
                <a:cs typeface="Arial"/>
              </a:rPr>
              <a:t>s</a:t>
            </a:r>
            <a:r>
              <a:rPr dirty="0" sz="1700" spc="-15">
                <a:latin typeface="Arial"/>
                <a:cs typeface="Arial"/>
              </a:rPr>
              <a:t>[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s</a:t>
            </a:r>
            <a:r>
              <a:rPr dirty="0" sz="1700" spc="40" b="1">
                <a:latin typeface="Arial"/>
                <a:cs typeface="Arial"/>
              </a:rPr>
              <a:t>tru</a:t>
            </a:r>
            <a:r>
              <a:rPr dirty="0" sz="1700" spc="50" b="1">
                <a:latin typeface="Arial"/>
                <a:cs typeface="Arial"/>
              </a:rPr>
              <a:t>c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73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 </a:t>
            </a:r>
            <a:r>
              <a:rPr dirty="0" sz="1700" spc="50" i="1">
                <a:latin typeface="Arial"/>
                <a:cs typeface="Arial"/>
              </a:rPr>
              <a:t>ou</a:t>
            </a:r>
            <a:r>
              <a:rPr dirty="0" sz="1700" spc="40" i="1">
                <a:latin typeface="Arial"/>
                <a:cs typeface="Arial"/>
              </a:rPr>
              <a:t>tr</a:t>
            </a:r>
            <a:r>
              <a:rPr dirty="0" sz="1700" spc="50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5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componente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735"/>
              </a:spcBef>
            </a:pP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35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45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[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94600" y="2222919"/>
          <a:ext cx="4108450" cy="71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5927"/>
                <a:gridCol w="493156"/>
                <a:gridCol w="2235079"/>
                <a:gridCol w="263854"/>
              </a:tblGrid>
              <a:tr h="349011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700" spc="-60" b="1"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700" spc="-5" b="1">
                          <a:latin typeface="Arial"/>
                          <a:cs typeface="Arial"/>
                        </a:rPr>
                        <a:t>defin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00" spc="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M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/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2198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700" spc="-60" b="1"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700" spc="-5" b="1">
                          <a:latin typeface="Arial"/>
                          <a:cs typeface="Arial"/>
                        </a:rPr>
                        <a:t>defin</a:t>
                      </a:r>
                      <a:r>
                        <a:rPr dirty="0" sz="1700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00" spc="1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700" spc="3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700" spc="114" i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70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spc="25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700" spc="-175" i="1">
                          <a:latin typeface="Arial"/>
                          <a:cs typeface="Arial"/>
                        </a:rPr>
                        <a:t>Tamanh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00" spc="1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80" i="1">
                          <a:latin typeface="Arial"/>
                          <a:cs typeface="Arial"/>
                        </a:rPr>
                        <a:t>d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 spc="229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65" i="1">
                          <a:latin typeface="Arial"/>
                          <a:cs typeface="Arial"/>
                        </a:rPr>
                        <a:t>chav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700" spc="114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/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555990" cy="5054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ereça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30" b="1">
                <a:latin typeface="Arial"/>
                <a:cs typeface="Arial"/>
              </a:rPr>
              <a:t> </a:t>
            </a:r>
            <a:r>
              <a:rPr dirty="0" sz="1700" spc="170">
                <a:latin typeface="Arial"/>
                <a:cs typeface="Arial"/>
              </a:rPr>
              <a:t>Inicializ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735"/>
              </a:spcBef>
              <a:tabLst>
                <a:tab pos="244475" algn="l"/>
                <a:tab pos="68834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445">
              <a:lnSpc>
                <a:spcPct val="100000"/>
              </a:lnSpc>
              <a:spcBef>
                <a:spcPts val="735"/>
              </a:spcBef>
              <a:tabLst>
                <a:tab pos="869950" algn="l"/>
                <a:tab pos="1438275" algn="l"/>
                <a:tab pos="1620520" algn="l"/>
                <a:tab pos="218821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memcp</a:t>
            </a:r>
            <a:r>
              <a:rPr dirty="0" sz="1700" spc="-65">
                <a:latin typeface="Arial"/>
                <a:cs typeface="Arial"/>
              </a:rPr>
              <a:t>y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85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AZIO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13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5379720" algn="l"/>
              </a:tabLst>
            </a:pPr>
            <a:r>
              <a:rPr dirty="0" sz="1700" spc="-15">
                <a:latin typeface="Arial"/>
                <a:cs typeface="Arial"/>
              </a:rPr>
              <a:t>TipoApontado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C</a:t>
            </a:r>
            <a:r>
              <a:rPr dirty="0" sz="1700" spc="-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635" marR="3733165" indent="-211454">
              <a:lnSpc>
                <a:spcPct val="136000"/>
              </a:lnSpc>
              <a:tabLst>
                <a:tab pos="1759585" algn="l"/>
                <a:tab pos="1941195" algn="l"/>
                <a:tab pos="400431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10">
                <a:latin typeface="Arial"/>
                <a:cs typeface="Arial"/>
              </a:rPr>
              <a:t>(</a:t>
            </a:r>
            <a:r>
              <a:rPr dirty="0" sz="1700" spc="-114">
                <a:latin typeface="Arial"/>
                <a:cs typeface="Arial"/>
              </a:rPr>
              <a:t>C</a:t>
            </a:r>
            <a:r>
              <a:rPr dirty="0" sz="1700" spc="-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60">
                <a:latin typeface="Arial"/>
                <a:cs typeface="Arial"/>
              </a:rPr>
              <a:t>p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9169" marR="1799589" indent="-749935">
              <a:lnSpc>
                <a:spcPct val="136000"/>
              </a:lnSpc>
              <a:tabLst>
                <a:tab pos="6334125" algn="l"/>
              </a:tabLst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strcm</a:t>
            </a:r>
            <a:r>
              <a:rPr dirty="0" sz="1700" spc="125">
                <a:latin typeface="Arial"/>
                <a:cs typeface="Arial"/>
              </a:rPr>
              <a:t>p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-2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AZI</a:t>
            </a:r>
            <a:r>
              <a:rPr dirty="0" sz="1700" spc="9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strcm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(T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C</a:t>
            </a:r>
            <a:r>
              <a:rPr dirty="0" sz="1700" spc="-5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4345">
              <a:lnSpc>
                <a:spcPct val="100000"/>
              </a:lnSpc>
              <a:spcBef>
                <a:spcPts val="735"/>
              </a:spcBef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735"/>
              </a:spcBef>
              <a:tabLst>
                <a:tab pos="55943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strcm</a:t>
            </a:r>
            <a:r>
              <a:rPr dirty="0" sz="1700" spc="200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C</a:t>
            </a:r>
            <a:r>
              <a:rPr dirty="0" sz="1700" spc="-60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2410">
              <a:lnSpc>
                <a:spcPct val="100000"/>
              </a:lnSpc>
              <a:spcBef>
                <a:spcPts val="73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6210" y="5999467"/>
            <a:ext cx="150939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85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85" b="1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4426" y="5999467"/>
            <a:ext cx="278193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 </a:t>
            </a:r>
            <a:r>
              <a:rPr dirty="0" sz="1700" spc="-30" i="1">
                <a:latin typeface="Arial"/>
                <a:cs typeface="Arial"/>
              </a:rPr>
              <a:t>Pesquis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15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s</a:t>
            </a:r>
            <a:r>
              <a:rPr dirty="0" sz="1700" spc="-170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135" i="1">
                <a:latin typeface="Arial"/>
                <a:cs typeface="Arial"/>
              </a:rPr>
              <a:t> </a:t>
            </a:r>
            <a:r>
              <a:rPr dirty="0" sz="1700" spc="-45" i="1">
                <a:latin typeface="Arial"/>
                <a:cs typeface="Arial"/>
              </a:rPr>
              <a:t>sucess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84" y="6351860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8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890000" cy="2171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Di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ereça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  <a:tabLst>
                <a:tab pos="398716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0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I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45">
                <a:latin typeface="Arial"/>
                <a:cs typeface="Arial"/>
              </a:rPr>
              <a:t>s</a:t>
            </a:r>
            <a:r>
              <a:rPr dirty="0" sz="1700" spc="50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(</a:t>
            </a:r>
            <a:r>
              <a:rPr dirty="0" sz="1700" spc="10">
                <a:latin typeface="Arial"/>
                <a:cs typeface="Arial"/>
              </a:rPr>
              <a:t>TipoIte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1652905" algn="l"/>
                <a:tab pos="1834514" algn="l"/>
                <a:tab pos="379031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4635" marR="5080" indent="2540">
              <a:lnSpc>
                <a:spcPct val="131900"/>
              </a:lnSpc>
              <a:tabLst>
                <a:tab pos="559435" algn="l"/>
                <a:tab pos="378841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-25">
                <a:latin typeface="Arial"/>
                <a:cs typeface="Arial"/>
              </a:rPr>
              <a:t>e</a:t>
            </a:r>
            <a:r>
              <a:rPr dirty="0" sz="1700" spc="145">
                <a:latin typeface="Arial"/>
                <a:cs typeface="Arial"/>
              </a:rPr>
              <a:t>,</a:t>
            </a:r>
            <a:r>
              <a:rPr dirty="0" sz="1700" spc="114">
                <a:latin typeface="Arial"/>
                <a:cs typeface="Arial"/>
              </a:rPr>
              <a:t>p</a:t>
            </a:r>
            <a:r>
              <a:rPr dirty="0" sz="1700" spc="80">
                <a:latin typeface="Arial"/>
                <a:cs typeface="Arial"/>
              </a:rPr>
              <a:t>,</a:t>
            </a:r>
            <a:r>
              <a:rPr dirty="0" sz="1700" spc="45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"</a:t>
            </a:r>
            <a:r>
              <a:rPr dirty="0" sz="1700" spc="-50">
                <a:latin typeface="Arial"/>
                <a:cs typeface="Arial"/>
              </a:rPr>
              <a:t>Element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j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present</a:t>
            </a:r>
            <a:r>
              <a:rPr dirty="0" sz="1700" spc="19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spc="-2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p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50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strcm</a:t>
            </a:r>
            <a:r>
              <a:rPr dirty="0" sz="1700" spc="125">
                <a:latin typeface="Arial"/>
                <a:cs typeface="Arial"/>
              </a:rPr>
              <a:t>p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-2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AZI</a:t>
            </a:r>
            <a:r>
              <a:rPr dirty="0" sz="1700" spc="9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37483" y="3094761"/>
            <a:ext cx="99123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80390" algn="l"/>
              </a:tabLst>
            </a:pP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499" y="3094761"/>
            <a:ext cx="6777355" cy="953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33425">
              <a:lnSpc>
                <a:spcPct val="100000"/>
              </a:lnSpc>
            </a:pPr>
            <a:r>
              <a:rPr dirty="0" sz="1700" spc="-5">
                <a:latin typeface="Arial"/>
                <a:cs typeface="Arial"/>
              </a:rPr>
              <a:t>strcm</a:t>
            </a:r>
            <a:r>
              <a:rPr dirty="0" sz="1700" spc="125">
                <a:latin typeface="Arial"/>
                <a:cs typeface="Arial"/>
              </a:rPr>
              <a:t>p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RETIRAD</a:t>
            </a:r>
            <a:r>
              <a:rPr dirty="0" sz="1700" spc="12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314325" algn="l"/>
                <a:tab pos="62547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strcp</a:t>
            </a:r>
            <a:r>
              <a:rPr dirty="0" sz="1700" spc="210">
                <a:latin typeface="Arial"/>
                <a:cs typeface="Arial"/>
              </a:rPr>
              <a:t>y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90">
                <a:latin typeface="Arial"/>
                <a:cs typeface="Arial"/>
              </a:rPr>
              <a:t>Inicia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x</a:t>
            </a:r>
            <a:r>
              <a:rPr dirty="0" sz="1700" spc="60">
                <a:latin typeface="Arial"/>
                <a:cs typeface="Arial"/>
              </a:rPr>
              <a:t>.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1" y="4119803"/>
            <a:ext cx="6012180" cy="3345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9740">
              <a:lnSpc>
                <a:spcPct val="100000"/>
              </a:lnSpc>
              <a:tabLst>
                <a:tab pos="5387975" algn="l"/>
                <a:tab pos="5925820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 </a:t>
            </a:r>
            <a:r>
              <a:rPr dirty="0" sz="1700" spc="5" i="1">
                <a:latin typeface="Arial"/>
                <a:cs typeface="Arial"/>
              </a:rPr>
              <a:t>Copia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20" i="1">
                <a:latin typeface="Arial"/>
                <a:cs typeface="Arial"/>
              </a:rPr>
              <a:t> </a:t>
            </a:r>
            <a:r>
              <a:rPr dirty="0" sz="1700" spc="-60" i="1">
                <a:latin typeface="Arial"/>
                <a:cs typeface="Arial"/>
              </a:rPr>
              <a:t>demai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spc="160" i="1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campo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spc="15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8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x</a:t>
            </a:r>
            <a:r>
              <a:rPr dirty="0" sz="1700" spc="-245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,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s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 </a:t>
            </a:r>
            <a:r>
              <a:rPr dirty="0" sz="1700" spc="75" i="1">
                <a:latin typeface="Arial"/>
                <a:cs typeface="Arial"/>
              </a:rPr>
              <a:t>e</a:t>
            </a:r>
            <a:r>
              <a:rPr dirty="0" sz="1700" spc="75" i="1">
                <a:latin typeface="Arial"/>
                <a:cs typeface="Arial"/>
              </a:rPr>
              <a:t>x</a:t>
            </a:r>
            <a:r>
              <a:rPr dirty="0" sz="1700" spc="70" i="1">
                <a:latin typeface="Arial"/>
                <a:cs typeface="Arial"/>
              </a:rPr>
              <a:t>i</a:t>
            </a:r>
            <a:r>
              <a:rPr dirty="0" sz="1700" spc="75" i="1">
                <a:latin typeface="Arial"/>
                <a:cs typeface="Arial"/>
              </a:rPr>
              <a:t>s</a:t>
            </a:r>
            <a:r>
              <a:rPr dirty="0" sz="1700" spc="75" i="1">
                <a:latin typeface="Arial"/>
                <a:cs typeface="Arial"/>
              </a:rPr>
              <a:t>tire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50"/>
              </a:spcBef>
              <a:tabLst>
                <a:tab pos="78867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Tabel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chei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420179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Retir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65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C</a:t>
            </a:r>
            <a:r>
              <a:rPr dirty="0" sz="1700" spc="-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5">
                <a:latin typeface="Arial"/>
                <a:cs typeface="Arial"/>
              </a:rPr>
              <a:t>TipoDicionari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14382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650"/>
              </a:spcBef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Pesquis</a:t>
            </a:r>
            <a:r>
              <a:rPr dirty="0" sz="1700" spc="10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(</a:t>
            </a:r>
            <a:r>
              <a:rPr dirty="0" sz="1700" spc="-114">
                <a:latin typeface="Arial"/>
                <a:cs typeface="Arial"/>
              </a:rPr>
              <a:t>C</a:t>
            </a:r>
            <a:r>
              <a:rPr dirty="0" sz="1700" spc="-5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p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T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  <a:tab pos="87058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04470">
              <a:lnSpc>
                <a:spcPct val="100000"/>
              </a:lnSpc>
              <a:spcBef>
                <a:spcPts val="650"/>
              </a:spcBef>
            </a:pPr>
            <a:r>
              <a:rPr dirty="0" sz="1700" spc="-200">
                <a:latin typeface="Arial"/>
                <a:cs typeface="Arial"/>
              </a:rPr>
              <a:t>memcp</a:t>
            </a:r>
            <a:r>
              <a:rPr dirty="0" sz="1700" spc="-65">
                <a:latin typeface="Arial"/>
                <a:cs typeface="Arial"/>
              </a:rPr>
              <a:t>y</a:t>
            </a:r>
            <a:r>
              <a:rPr dirty="0" sz="1700" spc="35">
                <a:latin typeface="Arial"/>
                <a:cs typeface="Arial"/>
              </a:rPr>
              <a:t>(</a:t>
            </a:r>
            <a:r>
              <a:rPr dirty="0" sz="1700" spc="85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RETIRADO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50"/>
              </a:spcBef>
              <a:tabLst>
                <a:tab pos="788670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Registr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present</a:t>
            </a:r>
            <a:r>
              <a:rPr dirty="0" sz="1700" spc="195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30285" cy="13423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14" i="1">
                <a:latin typeface="Arial"/>
                <a:cs typeface="Arial"/>
              </a:rPr>
              <a:t>α</a:t>
            </a:r>
            <a:r>
              <a:rPr dirty="0" sz="2050" spc="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75" i="1">
                <a:latin typeface="Arial"/>
                <a:cs typeface="Arial"/>
              </a:rPr>
              <a:t>N</a:t>
            </a:r>
            <a:r>
              <a:rPr dirty="0" sz="2050" spc="325" i="1">
                <a:latin typeface="Arial"/>
                <a:cs typeface="Arial"/>
              </a:rPr>
              <a:t>/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3214" y="2531274"/>
            <a:ext cx="85407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05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73459" y="2726016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473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266269" y="2353767"/>
            <a:ext cx="15430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6081" y="2726016"/>
            <a:ext cx="614680" cy="0"/>
          </a:xfrm>
          <a:custGeom>
            <a:avLst/>
            <a:gdLst/>
            <a:ahLst/>
            <a:cxnLst/>
            <a:rect l="l" t="t" r="r" b="b"/>
            <a:pathLst>
              <a:path w="614679" h="0">
                <a:moveTo>
                  <a:pt x="0" y="0"/>
                </a:moveTo>
                <a:lnTo>
                  <a:pt x="614248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60759" y="2161400"/>
            <a:ext cx="1500505" cy="889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40650" sz="3075" spc="187">
                <a:latin typeface="Georgia"/>
                <a:cs typeface="Georgia"/>
              </a:rPr>
              <a:t>1</a:t>
            </a:r>
            <a:r>
              <a:rPr dirty="0" baseline="-40650" sz="3075" spc="82">
                <a:latin typeface="Georgia"/>
                <a:cs typeface="Georgia"/>
              </a:rPr>
              <a:t> </a:t>
            </a:r>
            <a:r>
              <a:rPr dirty="0" sz="2050" spc="9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75030" algn="l"/>
              </a:tabLst>
            </a:pP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40">
                <a:latin typeface="Georgia"/>
                <a:cs typeface="Georgia"/>
              </a:rPr>
              <a:t>	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14" i="1">
                <a:latin typeface="Arial"/>
                <a:cs typeface="Arial"/>
              </a:rPr>
              <a:t>α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63804" y="2161400"/>
            <a:ext cx="219075" cy="532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9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52351" y="2531274"/>
            <a:ext cx="144653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360805" algn="l"/>
              </a:tabLst>
            </a:pP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1295" y="3201697"/>
            <a:ext cx="8527415" cy="3709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4381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li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spc="23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40" b="1" i="1">
                <a:latin typeface="Arial"/>
                <a:cs typeface="Arial"/>
              </a:rPr>
              <a:t>c</a:t>
            </a:r>
            <a:r>
              <a:rPr dirty="0" sz="2050" spc="-5" b="1" i="1">
                <a:latin typeface="Arial"/>
                <a:cs typeface="Arial"/>
              </a:rPr>
              <a:t>l</a:t>
            </a:r>
            <a:r>
              <a:rPr dirty="0" sz="2050" b="1" i="1">
                <a:latin typeface="Arial"/>
                <a:cs typeface="Arial"/>
              </a:rPr>
              <a:t>u</a:t>
            </a:r>
            <a:r>
              <a:rPr dirty="0" sz="2050" b="1" i="1">
                <a:latin typeface="Arial"/>
                <a:cs typeface="Arial"/>
              </a:rPr>
              <a:t>s</a:t>
            </a:r>
            <a:r>
              <a:rPr dirty="0" sz="2050" b="1" i="1">
                <a:latin typeface="Arial"/>
                <a:cs typeface="Arial"/>
              </a:rPr>
              <a:t>t</a:t>
            </a:r>
            <a:r>
              <a:rPr dirty="0" sz="2050" b="1" i="1">
                <a:latin typeface="Arial"/>
                <a:cs typeface="Arial"/>
              </a:rPr>
              <a:t>e</a:t>
            </a:r>
            <a:r>
              <a:rPr dirty="0" sz="2050" spc="5" b="1" i="1">
                <a:latin typeface="Arial"/>
                <a:cs typeface="Arial"/>
              </a:rPr>
              <a:t>r</a:t>
            </a:r>
            <a:r>
              <a:rPr dirty="0" sz="2050" spc="-5" b="1" i="1">
                <a:latin typeface="Arial"/>
                <a:cs typeface="Arial"/>
              </a:rPr>
              <a:t>i</a:t>
            </a:r>
            <a:r>
              <a:rPr dirty="0" sz="2050" b="1" i="1">
                <a:latin typeface="Arial"/>
                <a:cs typeface="Arial"/>
              </a:rPr>
              <a:t>n</a:t>
            </a:r>
            <a:r>
              <a:rPr dirty="0" sz="2050" b="1" i="1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0">
                <a:latin typeface="Arial"/>
                <a:cs typeface="Arial"/>
              </a:rPr>
              <a:t>K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7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–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Esse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559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li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9025" cy="4288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-114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ant</a:t>
            </a:r>
            <a:r>
              <a:rPr dirty="0" sz="2050" spc="-20" b="1">
                <a:latin typeface="Arial"/>
                <a:cs typeface="Arial"/>
              </a:rPr>
              <a:t>a</a:t>
            </a:r>
            <a:r>
              <a:rPr dirty="0" sz="2050" spc="25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ens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lici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dirty="0" sz="2050" b="1">
                <a:latin typeface="Arial"/>
                <a:cs typeface="Arial"/>
              </a:rPr>
              <a:t>Des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ant</a:t>
            </a:r>
            <a:r>
              <a:rPr dirty="0" sz="2050" spc="-20" b="1">
                <a:latin typeface="Arial"/>
                <a:cs typeface="Arial"/>
              </a:rPr>
              <a:t>a</a:t>
            </a:r>
            <a:r>
              <a:rPr dirty="0" sz="2050" spc="25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ens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Pi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51875" cy="4401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Prese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501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  <a:tab pos="526415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baseline="-12345" sz="2025" spc="412" i="1">
                <a:latin typeface="Arial"/>
                <a:cs typeface="Arial"/>
              </a:rPr>
              <a:t>i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baseline="-12345" sz="2025" spc="434" i="1">
                <a:latin typeface="Arial"/>
                <a:cs typeface="Arial"/>
              </a:rPr>
              <a:t>j</a:t>
            </a:r>
            <a:r>
              <a:rPr dirty="0" baseline="-12345" sz="2025" spc="-31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rm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2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endParaRPr sz="2050">
              <a:latin typeface="Arial"/>
              <a:cs typeface="Arial"/>
            </a:endParaRPr>
          </a:p>
          <a:p>
            <a:pPr marL="484505" marR="5080" indent="-635">
              <a:lnSpc>
                <a:spcPct val="119700"/>
              </a:lnSpc>
            </a:pP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114" i="1">
                <a:latin typeface="Arial"/>
                <a:cs typeface="Arial"/>
              </a:rPr>
              <a:t>α</a:t>
            </a:r>
            <a:r>
              <a:rPr dirty="0" sz="2050" spc="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75" i="1">
                <a:latin typeface="Arial"/>
                <a:cs typeface="Arial"/>
              </a:rPr>
              <a:t>N</a:t>
            </a:r>
            <a:r>
              <a:rPr dirty="0" sz="2050" spc="325" i="1">
                <a:latin typeface="Arial"/>
                <a:cs typeface="Arial"/>
              </a:rPr>
              <a:t>/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funçã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ans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rm</a:t>
            </a:r>
            <a:r>
              <a:rPr dirty="0" sz="2050" b="1">
                <a:latin typeface="Arial"/>
                <a:cs typeface="Arial"/>
              </a:rPr>
              <a:t>açã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2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eit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m</a:t>
            </a:r>
            <a:r>
              <a:rPr dirty="0" sz="2050" b="1">
                <a:latin typeface="Arial"/>
                <a:cs typeface="Arial"/>
              </a:rPr>
              <a:t>íni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762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baseline="-12345" sz="2025" spc="292" i="1">
                <a:latin typeface="Arial"/>
                <a:cs typeface="Arial"/>
              </a:rPr>
              <a:t>i</a:t>
            </a:r>
            <a:r>
              <a:rPr dirty="0" baseline="-12345" sz="2025" spc="292" i="1">
                <a:latin typeface="Arial"/>
                <a:cs typeface="Arial"/>
              </a:rPr>
              <a:t> </a:t>
            </a:r>
            <a:r>
              <a:rPr dirty="0" baseline="-12345" sz="2025" spc="-13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baseline="-12345" sz="2025" spc="434" i="1">
                <a:latin typeface="Arial"/>
                <a:cs typeface="Arial"/>
              </a:rPr>
              <a:t>j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1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baseline="-12345" sz="2025" spc="412" i="1">
                <a:latin typeface="Arial"/>
                <a:cs typeface="Arial"/>
              </a:rPr>
              <a:t>i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baseline="-12345" sz="2025" spc="434" i="1">
                <a:latin typeface="Arial"/>
                <a:cs typeface="Arial"/>
              </a:rPr>
              <a:t>j</a:t>
            </a:r>
            <a:r>
              <a:rPr dirty="0" baseline="-12345" sz="2025" spc="-31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rm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ç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2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í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ma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-40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p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25" b="1">
                <a:latin typeface="Arial"/>
                <a:cs typeface="Arial"/>
              </a:rPr>
              <a:t>r</a:t>
            </a:r>
            <a:r>
              <a:rPr dirty="0" sz="2050" spc="-4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62827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72528"/>
            <a:ext cx="8737600" cy="58096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778635">
              <a:lnSpc>
                <a:spcPts val="288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4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ínima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7000"/>
              </a:lnSpc>
              <a:spcBef>
                <a:spcPts val="18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505" marR="5080" indent="-262255">
              <a:lnSpc>
                <a:spcPct val="116900"/>
              </a:lnSpc>
              <a:spcBef>
                <a:spcPts val="11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cio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lis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m,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9550" indent="-262255">
              <a:lnSpc>
                <a:spcPct val="117000"/>
              </a:lnSpc>
              <a:spcBef>
                <a:spcPts val="11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Em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5570" indent="-262255">
              <a:lnSpc>
                <a:spcPct val="117000"/>
              </a:lnSpc>
              <a:spcBef>
                <a:spcPts val="114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13775" cy="4719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35" b="1">
                <a:solidFill>
                  <a:srgbClr val="007F7A"/>
                </a:solidFill>
                <a:latin typeface="Arial"/>
                <a:cs typeface="Arial"/>
              </a:rPr>
              <a:t>z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h,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j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w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sk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 spc="5">
                <a:latin typeface="Arial"/>
                <a:cs typeface="Arial"/>
              </a:rPr>
              <a:t>ski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g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ô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2050">
              <a:latin typeface="Times New Roman"/>
              <a:cs typeface="Times New Roman"/>
            </a:endParaRPr>
          </a:p>
          <a:p>
            <a:pPr marL="1504950">
              <a:lnSpc>
                <a:spcPct val="100000"/>
              </a:lnSpc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375" i="1">
                <a:latin typeface="Arial"/>
                <a:cs typeface="Arial"/>
              </a:rPr>
              <a:t>r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3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8740">
              <a:lnSpc>
                <a:spcPct val="119700"/>
              </a:lnSpc>
              <a:spcBef>
                <a:spcPts val="1889"/>
              </a:spcBef>
            </a:pP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375" i="1">
                <a:latin typeface="Arial"/>
                <a:cs typeface="Arial"/>
              </a:rPr>
              <a:t>r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fun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pro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 spc="5">
                <a:latin typeface="Arial"/>
                <a:cs typeface="Arial"/>
              </a:rPr>
              <a:t>7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79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ape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10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401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025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80" i="1">
                <a:latin typeface="Arial"/>
                <a:cs typeface="Arial"/>
              </a:rPr>
              <a:t>V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algn="just" marL="484505" marR="5080">
              <a:lnSpc>
                <a:spcPct val="119700"/>
              </a:lnSpc>
            </a:pP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 i="1">
                <a:latin typeface="Arial"/>
                <a:cs typeface="Arial"/>
              </a:rPr>
              <a:t>V</a:t>
            </a:r>
            <a:r>
              <a:rPr dirty="0" sz="2050" spc="-120" i="1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9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ontr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ado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ódu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ún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10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607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11326" y="851928"/>
            <a:ext cx="8737600" cy="4048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-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.:</a:t>
            </a:r>
            <a:r>
              <a:rPr dirty="0" sz="2450" spc="16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Ex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-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-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b.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5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.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3(a)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,</a:t>
            </a:r>
            <a:r>
              <a:rPr dirty="0" sz="2450" spc="-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g.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20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5</a:t>
            </a:r>
            <a:r>
              <a:rPr dirty="0" sz="2450" spc="-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-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o)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2850">
              <a:latin typeface="Times New Roman"/>
              <a:cs typeface="Times New Roman"/>
            </a:endParaRPr>
          </a:p>
          <a:p>
            <a:pPr algn="just" marL="4841875" marR="5080" indent="-262255">
              <a:lnSpc>
                <a:spcPct val="119700"/>
              </a:lnSpc>
              <a:buFont typeface="Lucida Sans Unicode"/>
              <a:buChar char="•"/>
              <a:tabLst>
                <a:tab pos="4842510" algn="l"/>
              </a:tabLst>
            </a:pPr>
            <a:r>
              <a:rPr dirty="0" sz="2050" spc="5" b="1">
                <a:latin typeface="Arial"/>
                <a:cs typeface="Arial"/>
              </a:rPr>
              <a:t>C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 spc="-3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225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187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484251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1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clico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4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187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484251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 spc="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1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 spc="5">
                <a:latin typeface="Arial"/>
                <a:cs typeface="Arial"/>
              </a:rPr>
              <a:t> 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8525" y="5028387"/>
            <a:ext cx="141732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 b="1">
                <a:latin typeface="Arial"/>
                <a:cs typeface="Arial"/>
              </a:rPr>
              <a:t>O</a:t>
            </a:r>
            <a:r>
              <a:rPr dirty="0" sz="2050" b="1">
                <a:latin typeface="Arial"/>
                <a:cs typeface="Arial"/>
              </a:rPr>
              <a:t>b</a:t>
            </a:r>
            <a:r>
              <a:rPr dirty="0" sz="2050" spc="-5" b="1">
                <a:latin typeface="Arial"/>
                <a:cs typeface="Arial"/>
              </a:rPr>
              <a:t>j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-60" b="1">
                <a:latin typeface="Arial"/>
                <a:cs typeface="Arial"/>
              </a:rPr>
              <a:t>v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2837" y="5028387"/>
            <a:ext cx="258572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obte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fun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40844" y="5340944"/>
            <a:ext cx="3907790" cy="1508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19700"/>
              </a:lnSpc>
            </a:pP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6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-é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2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29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4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35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-é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 spc="229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229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tabe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Times New Roman"/>
                <a:cs typeface="Times New Roman"/>
              </a:rPr>
              <a:t>hash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21808" y="1692636"/>
          <a:ext cx="3474720" cy="4855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90"/>
                <a:gridCol w="790143"/>
                <a:gridCol w="790168"/>
                <a:gridCol w="802144"/>
              </a:tblGrid>
              <a:tr h="3802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Ch</a:t>
                      </a:r>
                      <a:r>
                        <a:rPr dirty="0" sz="1700" spc="-35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 spc="-45">
                          <a:latin typeface="Arial"/>
                          <a:cs typeface="Arial"/>
                        </a:rPr>
                        <a:t>v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x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baseline="-11574" sz="1800" spc="127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7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700">
                          <a:latin typeface="Tahoma"/>
                          <a:cs typeface="Tahoma"/>
                        </a:rPr>
                        <a:t>)</a:t>
                      </a:r>
                      <a:endParaRPr sz="1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baseline="-11574" sz="1800" spc="127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7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700">
                          <a:latin typeface="Tahoma"/>
                          <a:cs typeface="Tahoma"/>
                        </a:rPr>
                        <a:t>)</a:t>
                      </a:r>
                      <a:endParaRPr sz="1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1700" spc="-5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70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70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700">
                          <a:latin typeface="Tahoma"/>
                          <a:cs typeface="Tahoma"/>
                        </a:rPr>
                        <a:t>)</a:t>
                      </a:r>
                      <a:endParaRPr sz="17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2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jan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14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 spc="-55">
                          <a:latin typeface="Arial"/>
                          <a:cs typeface="Arial"/>
                        </a:rPr>
                        <a:t>fe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v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14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ar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abr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8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 spc="-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ai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4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4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jun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14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5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jul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ago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et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4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8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out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8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-30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00">
                          <a:latin typeface="Arial"/>
                          <a:cs typeface="Arial"/>
                        </a:rPr>
                        <a:t>v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4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693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dez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5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700">
                          <a:latin typeface="Arial"/>
                          <a:cs typeface="Arial"/>
                        </a:rPr>
                        <a:t>11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13905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ndômi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09065" y="1835264"/>
            <a:ext cx="3047363" cy="29980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4203" y="186114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3831" y="1965718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6202" y="2325268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7706" y="2808198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7172" y="3378072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2278" y="3868039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4679" y="1965718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15283" y="2273579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72610" y="2763558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50157" y="3328733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96233" y="3868051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3731" y="4299280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23209" y="4535449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6957" y="456600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41157" y="4305160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9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30754" y="3683584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77756" y="4376826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66009" y="326058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31504" y="326645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9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67255" y="3325202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89758" y="2814078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95130" y="2396959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41878" y="265545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58755" y="3037332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06381" y="2878709"/>
            <a:ext cx="212090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11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65754" y="2702458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72639" y="2532075"/>
            <a:ext cx="118745" cy="233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50" spc="5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07559" y="1429941"/>
            <a:ext cx="5041265" cy="4096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254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5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25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25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25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-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27495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))</a:t>
            </a:r>
            <a:endParaRPr sz="2050">
              <a:latin typeface="Georgia"/>
              <a:cs typeface="Georgia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9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07572" y="5671439"/>
            <a:ext cx="3989704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763905" algn="l"/>
                <a:tab pos="1757045" algn="l"/>
                <a:tab pos="2334260" algn="l"/>
                <a:tab pos="3057525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	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25572" y="5671439"/>
            <a:ext cx="923290" cy="356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63905" algn="l"/>
              </a:tabLst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70005" y="5984001"/>
            <a:ext cx="4779010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125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obr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5">
                <a:latin typeface="Arial"/>
                <a:cs typeface="Arial"/>
              </a:rPr>
              <a:t> 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dent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360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 marR="442595">
              <a:lnSpc>
                <a:spcPct val="119700"/>
              </a:lnSpc>
              <a:spcBef>
                <a:spcPts val="1989"/>
              </a:spcBef>
            </a:pPr>
            <a:r>
              <a:rPr dirty="0" sz="2050" spc="-55" b="1">
                <a:latin typeface="Arial"/>
                <a:cs typeface="Arial"/>
              </a:rPr>
              <a:t>P</a:t>
            </a:r>
            <a:r>
              <a:rPr dirty="0" sz="2050" b="1">
                <a:latin typeface="Arial"/>
                <a:cs typeface="Arial"/>
              </a:rPr>
              <a:t>ass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po</a:t>
            </a:r>
            <a:r>
              <a:rPr dirty="0" sz="2050" spc="4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tante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egu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50">
                <a:latin typeface="Georgia"/>
                <a:cs typeface="Georgia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))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)))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gua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rótu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ta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809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7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liv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é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18" y="339966"/>
            <a:ext cx="178435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9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0140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dirty="0" sz="2050" b="1">
                <a:latin typeface="Arial"/>
                <a:cs typeface="Arial"/>
              </a:rPr>
              <a:t>Algo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spc="-5" b="1">
                <a:latin typeface="Arial"/>
                <a:cs typeface="Arial"/>
              </a:rPr>
              <a:t>it</a:t>
            </a:r>
            <a:r>
              <a:rPr dirty="0" sz="2050" spc="10" b="1">
                <a:latin typeface="Arial"/>
                <a:cs typeface="Arial"/>
              </a:rPr>
              <a:t>m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300990" indent="-349885">
              <a:lnSpc>
                <a:spcPct val="116300"/>
              </a:lnSpc>
              <a:spcBef>
                <a:spcPts val="1080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0">
                <a:latin typeface="Georgia"/>
                <a:cs typeface="Georgia"/>
              </a:rPr>
              <a:t>7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349885">
              <a:lnSpc>
                <a:spcPct val="116300"/>
              </a:lnSpc>
              <a:spcBef>
                <a:spcPts val="1080"/>
              </a:spcBef>
              <a:buAutoNum type="arabicPeriod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-4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349885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349885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baseline="-12345" sz="2025" spc="37" i="1">
                <a:latin typeface="Arial"/>
                <a:cs typeface="Arial"/>
              </a:rPr>
              <a:t>a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13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5">
                <a:latin typeface="Arial"/>
                <a:cs typeface="Arial"/>
              </a:rPr>
              <a:t>Co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baseline="-12345" sz="2025" spc="37" i="1">
                <a:latin typeface="Arial"/>
                <a:cs typeface="Arial"/>
              </a:rPr>
              <a:t>a</a:t>
            </a:r>
            <a:r>
              <a:rPr dirty="0" baseline="-12345" sz="2025" spc="25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730250" indent="-349885">
              <a:lnSpc>
                <a:spcPct val="116300"/>
              </a:lnSpc>
              <a:spcBef>
                <a:spcPts val="1080"/>
              </a:spcBef>
              <a:buAutoNum type="arabicPeriod" startAt="5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baseline="-12345" sz="2025" spc="37" i="1">
                <a:latin typeface="Arial"/>
                <a:cs typeface="Arial"/>
              </a:rPr>
              <a:t>a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13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baseline="-12345" sz="2025" spc="37" i="1">
                <a:latin typeface="Arial"/>
                <a:cs typeface="Arial"/>
              </a:rPr>
              <a:t>a</a:t>
            </a:r>
            <a:r>
              <a:rPr dirty="0" baseline="-12345" sz="2025" spc="25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7442200" cy="402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Algo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1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Mese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8583" y="1589555"/>
            <a:ext cx="3585138" cy="3527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78036" y="1620748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4659" y="1743773"/>
            <a:ext cx="24511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0975" y="2166772"/>
            <a:ext cx="24511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6860" y="2734919"/>
            <a:ext cx="24511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7412" y="3405365"/>
            <a:ext cx="24511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9885" y="3981805"/>
            <a:ext cx="24511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7420" y="1743773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79303" y="2105952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2033" y="2682392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73270" y="3347300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92180" y="3981805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7475" y="4489132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65094" y="4766983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04808" y="4802924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74444" y="4496041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3385" y="3764775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8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58681" y="4580369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3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4863" y="3267138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98383" y="3274047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9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69859" y="3343160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7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37510" y="2741841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14421" y="2251100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04717" y="2555214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6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30446" y="3004489"/>
            <a:ext cx="24511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98240" y="2817863"/>
            <a:ext cx="245110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11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79864" y="2610510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5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46770" y="2410078"/>
            <a:ext cx="135255" cy="271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5796616" y="1601196"/>
          <a:ext cx="3093085" cy="3850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1956"/>
                <a:gridCol w="718362"/>
                <a:gridCol w="718502"/>
                <a:gridCol w="720890"/>
              </a:tblGrid>
              <a:tr h="302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Ch</a:t>
                      </a:r>
                      <a:r>
                        <a:rPr dirty="0" sz="1350" spc="-3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v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3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i="1">
                          <a:latin typeface="Arial"/>
                          <a:cs typeface="Arial"/>
                        </a:rPr>
                        <a:t>x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baseline="-11111" sz="1500" spc="127">
                          <a:latin typeface="Lucida Sans Unicode"/>
                          <a:cs typeface="Lucida Sans Unicode"/>
                        </a:rPr>
                        <a:t>0</a:t>
                      </a:r>
                      <a:r>
                        <a:rPr dirty="0" sz="13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35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350">
                          <a:latin typeface="Tahoma"/>
                          <a:cs typeface="Tahoma"/>
                        </a:rPr>
                        <a:t>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baseline="-11111" sz="1500" spc="127">
                          <a:latin typeface="Lucida Sans Unicode"/>
                          <a:cs typeface="Lucida Sans Unicode"/>
                        </a:rPr>
                        <a:t>1</a:t>
                      </a:r>
                      <a:r>
                        <a:rPr dirty="0" sz="13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35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350">
                          <a:latin typeface="Tahoma"/>
                          <a:cs typeface="Tahoma"/>
                        </a:rPr>
                        <a:t>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 i="1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1350" i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350">
                          <a:latin typeface="Tahoma"/>
                          <a:cs typeface="Tahoma"/>
                        </a:rPr>
                        <a:t>(</a:t>
                      </a:r>
                      <a:r>
                        <a:rPr dirty="0" sz="1350" i="1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350">
                          <a:latin typeface="Tahoma"/>
                          <a:cs typeface="Tahoma"/>
                        </a:rPr>
                        <a:t>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0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jan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 spc="-45">
                          <a:latin typeface="Arial"/>
                          <a:cs typeface="Arial"/>
                        </a:rPr>
                        <a:t>fe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v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1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mar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1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abr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mai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jun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jul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ago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12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et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out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8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40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v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939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dez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11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1024032" y="6000134"/>
          <a:ext cx="7788275" cy="92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856"/>
                <a:gridCol w="412630"/>
                <a:gridCol w="408223"/>
                <a:gridCol w="408223"/>
                <a:gridCol w="408223"/>
                <a:gridCol w="408281"/>
                <a:gridCol w="408223"/>
                <a:gridCol w="408223"/>
                <a:gridCol w="408281"/>
                <a:gridCol w="554070"/>
                <a:gridCol w="495546"/>
                <a:gridCol w="554124"/>
                <a:gridCol w="554125"/>
                <a:gridCol w="554125"/>
                <a:gridCol w="554125"/>
                <a:gridCol w="558514"/>
              </a:tblGrid>
              <a:tr h="457662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i="1">
                          <a:latin typeface="Arial"/>
                          <a:cs typeface="Arial"/>
                        </a:rPr>
                        <a:t>v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1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5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6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7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9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1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318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75" i="1">
                          <a:latin typeface="Arial"/>
                          <a:cs typeface="Arial"/>
                        </a:rPr>
                        <a:t>g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[</a:t>
                      </a:r>
                      <a:r>
                        <a:rPr dirty="0" sz="2050" spc="75" i="1">
                          <a:latin typeface="Arial"/>
                          <a:cs typeface="Arial"/>
                        </a:rPr>
                        <a:t>v</a:t>
                      </a:r>
                      <a:r>
                        <a:rPr dirty="0" sz="2050">
                          <a:latin typeface="Georgia"/>
                          <a:cs typeface="Georgia"/>
                        </a:rPr>
                        <a:t>]</a:t>
                      </a:r>
                      <a:endParaRPr sz="205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1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5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1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1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 spc="-5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2050">
                          <a:latin typeface="Arial"/>
                          <a:cs typeface="Arial"/>
                        </a:rPr>
                        <a:t>2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8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621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9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2050">
                          <a:latin typeface="Arial"/>
                          <a:cs typeface="Arial"/>
                        </a:rPr>
                        <a:t>0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964680" cy="402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Ro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554" y="1478292"/>
            <a:ext cx="9237345" cy="5774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 spc="-30" b="1">
                <a:latin typeface="Arial"/>
                <a:cs typeface="Arial"/>
              </a:rPr>
              <a:t>voi</a:t>
            </a:r>
            <a:r>
              <a:rPr dirty="0" sz="1550" b="1">
                <a:latin typeface="Arial"/>
                <a:cs typeface="Arial"/>
              </a:rPr>
              <a:t>d </a:t>
            </a:r>
            <a:r>
              <a:rPr dirty="0" sz="1550" spc="-45" b="1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Atribui</a:t>
            </a:r>
            <a:r>
              <a:rPr dirty="0" sz="1550">
                <a:latin typeface="Arial"/>
                <a:cs typeface="Arial"/>
              </a:rPr>
              <a:t>g 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5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TipoGra</a:t>
            </a:r>
            <a:r>
              <a:rPr dirty="0" sz="1550" spc="-5">
                <a:latin typeface="Arial"/>
                <a:cs typeface="Arial"/>
              </a:rPr>
              <a:t>f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-355">
                <a:latin typeface="Lucida Sans Unicode"/>
                <a:cs typeface="Lucida Sans Unicode"/>
              </a:rPr>
              <a:t>∗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14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,</a:t>
            </a:r>
            <a:endParaRPr sz="1550">
              <a:latin typeface="Arial"/>
              <a:cs typeface="Arial"/>
            </a:endParaRPr>
          </a:p>
          <a:p>
            <a:pPr marL="1460500" marR="5761990" indent="4445">
              <a:lnSpc>
                <a:spcPct val="122800"/>
              </a:lnSpc>
            </a:pPr>
            <a:r>
              <a:rPr dirty="0" sz="1550" spc="20">
                <a:latin typeface="Arial"/>
                <a:cs typeface="Arial"/>
              </a:rPr>
              <a:t>TipoArranjoAresta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120">
                <a:latin typeface="Arial"/>
                <a:cs typeface="Arial"/>
              </a:rPr>
              <a:t> </a:t>
            </a:r>
            <a:r>
              <a:rPr dirty="0" sz="1550" spc="9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,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Tipo</a:t>
            </a:r>
            <a:r>
              <a:rPr dirty="0" sz="1550">
                <a:latin typeface="Arial"/>
                <a:cs typeface="Arial"/>
              </a:rPr>
              <a:t>g </a:t>
            </a:r>
            <a:r>
              <a:rPr dirty="0" sz="1550" spc="-17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g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425"/>
              </a:spcBef>
              <a:tabLst>
                <a:tab pos="3777615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130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u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 spc="1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	</a:t>
            </a:r>
            <a:r>
              <a:rPr dirty="0" sz="1550" spc="5">
                <a:latin typeface="Arial"/>
                <a:cs typeface="Arial"/>
              </a:rPr>
              <a:t>TipoArest</a:t>
            </a:r>
            <a:r>
              <a:rPr dirty="0" sz="1550">
                <a:latin typeface="Arial"/>
                <a:cs typeface="Arial"/>
              </a:rPr>
              <a:t>a 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425"/>
              </a:spcBef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200">
                <a:latin typeface="Arial"/>
                <a:cs typeface="Arial"/>
              </a:rPr>
              <a:t>&gt;</a:t>
            </a:r>
            <a:r>
              <a:rPr dirty="0" sz="1550" spc="-45">
                <a:latin typeface="Arial"/>
                <a:cs typeface="Arial"/>
              </a:rPr>
              <a:t>NumVertice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20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5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 spc="-125">
                <a:latin typeface="Lucida Sans Unicode"/>
                <a:cs typeface="Lucida Sans Unicode"/>
              </a:rPr>
              <a:t>−</a:t>
            </a:r>
            <a:r>
              <a:rPr dirty="0" sz="1550" spc="-60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180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g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IND</a:t>
            </a:r>
            <a:r>
              <a:rPr dirty="0" sz="1550" spc="-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FINID</a:t>
            </a:r>
            <a:r>
              <a:rPr dirty="0" sz="1550" spc="160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425"/>
              </a:spcBef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245">
                <a:latin typeface="Arial"/>
                <a:cs typeface="Arial"/>
              </a:rPr>
              <a:t>&gt;</a:t>
            </a:r>
            <a:r>
              <a:rPr dirty="0" sz="1550" spc="-85">
                <a:latin typeface="Arial"/>
                <a:cs typeface="Arial"/>
              </a:rPr>
              <a:t>NumAresta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0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130">
                <a:latin typeface="Arial"/>
                <a:cs typeface="Arial"/>
              </a:rPr>
              <a:t>i</a:t>
            </a:r>
            <a:r>
              <a:rPr dirty="0" sz="1550" spc="-28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26084">
              <a:lnSpc>
                <a:spcPct val="100000"/>
              </a:lnSpc>
              <a:spcBef>
                <a:spcPts val="425"/>
              </a:spcBef>
              <a:tabLst>
                <a:tab pos="1629410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-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	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12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algn="ctr" marR="4639310">
              <a:lnSpc>
                <a:spcPct val="100000"/>
              </a:lnSpc>
              <a:spcBef>
                <a:spcPts val="425"/>
              </a:spcBef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5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 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3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r 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0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 spc="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 </a:t>
            </a:r>
            <a:r>
              <a:rPr dirty="0" sz="1550" spc="-135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 spc="195">
                <a:latin typeface="Arial"/>
                <a:cs typeface="Arial"/>
              </a:rPr>
              <a:t> </a:t>
            </a:r>
            <a:r>
              <a:rPr dirty="0" sz="1550" spc="-155">
                <a:latin typeface="Arial"/>
                <a:cs typeface="Arial"/>
              </a:rPr>
              <a:t>v</a:t>
            </a:r>
            <a:r>
              <a:rPr dirty="0" sz="1550" spc="-28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811530">
              <a:lnSpc>
                <a:spcPct val="100000"/>
              </a:lnSpc>
              <a:spcBef>
                <a:spcPts val="425"/>
              </a:spcBef>
              <a:tabLst>
                <a:tab pos="1004569" algn="l"/>
                <a:tab pos="1276350" algn="l"/>
              </a:tabLst>
            </a:pPr>
            <a:r>
              <a:rPr dirty="0" sz="1550">
                <a:latin typeface="Arial"/>
                <a:cs typeface="Arial"/>
              </a:rPr>
              <a:t>{	</a:t>
            </a: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9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g[a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 spc="135">
                <a:latin typeface="Arial"/>
                <a:cs typeface="Arial"/>
              </a:rPr>
              <a:t>v</a:t>
            </a:r>
            <a:r>
              <a:rPr dirty="0" sz="1550" spc="145">
                <a:latin typeface="Arial"/>
                <a:cs typeface="Arial"/>
              </a:rPr>
              <a:t>]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40">
                <a:latin typeface="Arial"/>
                <a:cs typeface="Arial"/>
              </a:rPr>
              <a:t> </a:t>
            </a:r>
            <a:r>
              <a:rPr dirty="0" sz="1550" spc="145">
                <a:latin typeface="Arial"/>
                <a:cs typeface="Arial"/>
              </a:rPr>
              <a:t>=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IND</a:t>
            </a:r>
            <a:r>
              <a:rPr dirty="0" sz="1550" spc="-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FINIDO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u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g[</a:t>
            </a:r>
            <a:r>
              <a:rPr dirty="0" sz="1550" spc="114">
                <a:latin typeface="Arial"/>
                <a:cs typeface="Arial"/>
              </a:rPr>
              <a:t>u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1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245">
                <a:latin typeface="Arial"/>
                <a:cs typeface="Arial"/>
              </a:rPr>
              <a:t>&gt;</a:t>
            </a:r>
            <a:r>
              <a:rPr dirty="0" sz="1550" spc="-85">
                <a:latin typeface="Arial"/>
                <a:cs typeface="Arial"/>
              </a:rPr>
              <a:t>NumAresta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981075">
              <a:lnSpc>
                <a:spcPct val="100000"/>
              </a:lnSpc>
              <a:spcBef>
                <a:spcPts val="425"/>
              </a:spcBef>
            </a:pPr>
            <a:r>
              <a:rPr dirty="0" sz="1550" b="1">
                <a:latin typeface="Arial"/>
                <a:cs typeface="Arial"/>
              </a:rPr>
              <a:t>else</a:t>
            </a:r>
            <a:r>
              <a:rPr dirty="0" sz="1550" spc="125" b="1">
                <a:latin typeface="Arial"/>
                <a:cs typeface="Arial"/>
              </a:rPr>
              <a:t> 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+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9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g[a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802640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781050">
              <a:lnSpc>
                <a:spcPct val="100000"/>
              </a:lnSpc>
              <a:spcBef>
                <a:spcPts val="425"/>
              </a:spcBef>
            </a:pPr>
            <a:r>
              <a:rPr dirty="0" sz="1550" spc="110">
                <a:latin typeface="Arial"/>
                <a:cs typeface="Arial"/>
              </a:rPr>
              <a:t>g[</a:t>
            </a:r>
            <a:r>
              <a:rPr dirty="0" sz="1550" spc="114">
                <a:latin typeface="Arial"/>
                <a:cs typeface="Arial"/>
              </a:rPr>
              <a:t>u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a</a:t>
            </a:r>
            <a:r>
              <a:rPr dirty="0" sz="1550" spc="65">
                <a:latin typeface="Arial"/>
                <a:cs typeface="Arial"/>
              </a:rPr>
              <a:t>.</a:t>
            </a:r>
            <a:r>
              <a:rPr dirty="0" sz="1550" spc="-100">
                <a:latin typeface="Arial"/>
                <a:cs typeface="Arial"/>
              </a:rPr>
              <a:t>Pes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-190">
                <a:latin typeface="Lucida Sans Unicode"/>
                <a:cs typeface="Lucida Sans Unicode"/>
              </a:rPr>
              <a:t> 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 spc="-4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811530">
              <a:lnSpc>
                <a:spcPct val="100000"/>
              </a:lnSpc>
              <a:spcBef>
                <a:spcPts val="425"/>
              </a:spcBef>
              <a:tabLst>
                <a:tab pos="1083310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9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g[</a:t>
            </a:r>
            <a:r>
              <a:rPr dirty="0" sz="1550" spc="90">
                <a:latin typeface="Arial"/>
                <a:cs typeface="Arial"/>
              </a:rPr>
              <a:t>u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&lt; 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0</a:t>
            </a:r>
            <a:r>
              <a:rPr dirty="0" sz="1550" spc="-29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g[</a:t>
            </a:r>
            <a:r>
              <a:rPr dirty="0" sz="1550" spc="114">
                <a:latin typeface="Arial"/>
                <a:cs typeface="Arial"/>
              </a:rPr>
              <a:t>u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g[</a:t>
            </a:r>
            <a:r>
              <a:rPr dirty="0" sz="1550" spc="55">
                <a:latin typeface="Arial"/>
                <a:cs typeface="Arial"/>
              </a:rPr>
              <a:t>u</a:t>
            </a:r>
            <a:r>
              <a:rPr dirty="0" sz="1550" spc="105">
                <a:latin typeface="Arial"/>
                <a:cs typeface="Arial"/>
              </a:rPr>
              <a:t>]+</a:t>
            </a:r>
            <a:r>
              <a:rPr dirty="0" sz="1550" spc="95">
                <a:latin typeface="Arial"/>
                <a:cs typeface="Arial"/>
              </a:rPr>
              <a:t>(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75">
                <a:latin typeface="Arial"/>
                <a:cs typeface="Arial"/>
              </a:rPr>
              <a:t>&gt;</a:t>
            </a:r>
            <a:r>
              <a:rPr dirty="0" sz="1550" spc="85">
                <a:latin typeface="Arial"/>
                <a:cs typeface="Arial"/>
              </a:rPr>
              <a:t>r</a:t>
            </a:r>
            <a:r>
              <a:rPr dirty="0" sz="1550" spc="-70">
                <a:latin typeface="Lucida Sans Unicode"/>
                <a:cs typeface="Lucida Sans Unicode"/>
              </a:rPr>
              <a:t>−</a:t>
            </a:r>
            <a:r>
              <a:rPr dirty="0" sz="1550" spc="-75">
                <a:latin typeface="Arial"/>
                <a:cs typeface="Arial"/>
              </a:rPr>
              <a:t>1)</a:t>
            </a:r>
            <a:r>
              <a:rPr dirty="0" sz="1550" spc="-530">
                <a:latin typeface="Lucida Sans Unicode"/>
                <a:cs typeface="Lucida Sans Unicode"/>
              </a:rPr>
              <a:t>∗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245">
                <a:latin typeface="Arial"/>
                <a:cs typeface="Arial"/>
              </a:rPr>
              <a:t>&gt;</a:t>
            </a:r>
            <a:r>
              <a:rPr dirty="0" sz="1550" spc="-85">
                <a:latin typeface="Arial"/>
                <a:cs typeface="Arial"/>
              </a:rPr>
              <a:t>NumAresta</a:t>
            </a:r>
            <a:r>
              <a:rPr dirty="0" sz="1550" spc="75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17195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4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1500">
              <a:latin typeface="Times New Roman"/>
              <a:cs typeface="Times New Roman"/>
            </a:endParaRPr>
          </a:p>
          <a:p>
            <a:pPr marL="488315" indent="-262255">
              <a:lnSpc>
                <a:spcPct val="100000"/>
              </a:lnSpc>
              <a:buFont typeface="Lucida Sans Unicode"/>
              <a:buChar char="•"/>
              <a:tabLst>
                <a:tab pos="48895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4" i="1">
                <a:latin typeface="Arial"/>
                <a:cs typeface="Arial"/>
              </a:rPr>
              <a:t>I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10" i="1">
                <a:latin typeface="Arial"/>
                <a:cs typeface="Arial"/>
              </a:rPr>
              <a:t>d</a:t>
            </a:r>
            <a:r>
              <a:rPr dirty="0" sz="2050" spc="-215" i="1">
                <a:latin typeface="Arial"/>
                <a:cs typeface="Arial"/>
              </a:rPr>
              <a:t>e</a:t>
            </a:r>
            <a:r>
              <a:rPr dirty="0" sz="2050" spc="60" i="1">
                <a:latin typeface="Arial"/>
                <a:cs typeface="Arial"/>
              </a:rPr>
              <a:t>f</a:t>
            </a:r>
            <a:r>
              <a:rPr dirty="0" sz="2050" spc="40" i="1">
                <a:latin typeface="Arial"/>
                <a:cs typeface="Arial"/>
              </a:rPr>
              <a:t>i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160" i="1">
                <a:latin typeface="Arial"/>
                <a:cs typeface="Arial"/>
              </a:rPr>
              <a:t>i</a:t>
            </a:r>
            <a:r>
              <a:rPr dirty="0" sz="2050" spc="-110" i="1">
                <a:latin typeface="Arial"/>
                <a:cs typeface="Arial"/>
              </a:rPr>
              <a:t>do</a:t>
            </a:r>
            <a:r>
              <a:rPr dirty="0" sz="2050" spc="13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315" marR="5511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895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baseline="-12345" sz="2025" spc="555" i="1">
                <a:latin typeface="Arial"/>
                <a:cs typeface="Arial"/>
              </a:rPr>
              <a:t>j</a:t>
            </a:r>
            <a:r>
              <a:rPr dirty="0" baseline="-12345" sz="2025" spc="225">
                <a:latin typeface="Tahoma"/>
                <a:cs typeface="Tahoma"/>
              </a:rPr>
              <a:t>+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baseline="-12345" sz="2025" spc="375" i="1">
                <a:latin typeface="Arial"/>
                <a:cs typeface="Arial"/>
              </a:rPr>
              <a:t>r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baseline="-12345" sz="2025" spc="434" i="1">
                <a:latin typeface="Arial"/>
                <a:cs typeface="Arial"/>
              </a:rPr>
              <a:t>j</a:t>
            </a:r>
            <a:r>
              <a:rPr dirty="0" baseline="-12345" sz="2025" spc="-315" i="1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baseline="-12345" sz="2025" spc="37" i="1">
                <a:latin typeface="Arial"/>
                <a:cs typeface="Arial"/>
              </a:rPr>
              <a:t>a</a:t>
            </a:r>
            <a:r>
              <a:rPr dirty="0" baseline="-12345" sz="2025" spc="25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baseline="42005" sz="3075" spc="2407">
                <a:latin typeface="Arial"/>
                <a:cs typeface="Arial"/>
              </a:rPr>
              <a:t>.</a:t>
            </a:r>
            <a:r>
              <a:rPr dirty="0" baseline="-24691" sz="2025" spc="52" i="1">
                <a:latin typeface="Arial"/>
                <a:cs typeface="Arial"/>
              </a:rPr>
              <a:t>v</a:t>
            </a:r>
            <a:r>
              <a:rPr dirty="0" baseline="-44444" sz="1500" spc="480">
                <a:latin typeface="Arial"/>
                <a:cs typeface="Arial"/>
              </a:rPr>
              <a:t>i</a:t>
            </a:r>
            <a:r>
              <a:rPr dirty="0" baseline="-24691" sz="2025" spc="-150">
                <a:latin typeface="Lucida Sans Unicode"/>
                <a:cs typeface="Lucida Sans Unicode"/>
              </a:rPr>
              <a:t>∈</a:t>
            </a:r>
            <a:r>
              <a:rPr dirty="0" baseline="-24691" sz="2025" spc="37" i="1">
                <a:latin typeface="Arial"/>
                <a:cs typeface="Arial"/>
              </a:rPr>
              <a:t>a</a:t>
            </a:r>
            <a:r>
              <a:rPr dirty="0" baseline="-24691" sz="2025" spc="-150">
                <a:latin typeface="Lucida Sans Unicode"/>
                <a:cs typeface="Lucida Sans Unicode"/>
              </a:rPr>
              <a:t>∧</a:t>
            </a:r>
            <a:r>
              <a:rPr dirty="0" baseline="-24691" sz="2025" spc="-15" i="1">
                <a:latin typeface="Arial"/>
                <a:cs typeface="Arial"/>
              </a:rPr>
              <a:t>g</a:t>
            </a:r>
            <a:r>
              <a:rPr dirty="0" baseline="-24691" sz="2025" spc="-172">
                <a:latin typeface="Tahoma"/>
                <a:cs typeface="Tahoma"/>
              </a:rPr>
              <a:t>[</a:t>
            </a:r>
            <a:r>
              <a:rPr dirty="0" baseline="-24691" sz="2025" spc="52" i="1">
                <a:latin typeface="Arial"/>
                <a:cs typeface="Arial"/>
              </a:rPr>
              <a:t>v</a:t>
            </a:r>
            <a:r>
              <a:rPr dirty="0" baseline="-44444" sz="1500" spc="480">
                <a:latin typeface="Arial"/>
                <a:cs typeface="Arial"/>
              </a:rPr>
              <a:t>i</a:t>
            </a:r>
            <a:r>
              <a:rPr dirty="0" baseline="-24691" sz="2025" spc="-172">
                <a:latin typeface="Tahoma"/>
                <a:cs typeface="Tahoma"/>
              </a:rPr>
              <a:t>]</a:t>
            </a:r>
            <a:r>
              <a:rPr dirty="0" baseline="-24691" sz="2025" spc="-787">
                <a:latin typeface="Lucida Sans Unicode"/>
                <a:cs typeface="Lucida Sans Unicode"/>
              </a:rPr>
              <a:t>ƒ</a:t>
            </a:r>
            <a:r>
              <a:rPr dirty="0" baseline="-24691" sz="2025" spc="225">
                <a:latin typeface="Tahoma"/>
                <a:cs typeface="Tahoma"/>
              </a:rPr>
              <a:t>=</a:t>
            </a:r>
            <a:r>
              <a:rPr dirty="0" baseline="-24691" sz="2025" spc="89">
                <a:latin typeface="Lucida Sans Unicode"/>
                <a:cs typeface="Lucida Sans Unicode"/>
              </a:rPr>
              <a:t>−</a:t>
            </a:r>
            <a:r>
              <a:rPr dirty="0" baseline="-24691" sz="2025" spc="-15">
                <a:latin typeface="Tahoma"/>
                <a:cs typeface="Tahoma"/>
              </a:rPr>
              <a:t>1</a:t>
            </a:r>
            <a:r>
              <a:rPr dirty="0" baseline="-24691" sz="2025" spc="7">
                <a:latin typeface="Tahoma"/>
                <a:cs typeface="Tahom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baseline="-12345" sz="2025" spc="412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39025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24928" y="1795627"/>
            <a:ext cx="3973195" cy="30892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mai</a:t>
            </a:r>
            <a:r>
              <a:rPr dirty="0" sz="1700" spc="114">
                <a:latin typeface="Arial"/>
                <a:cs typeface="Arial"/>
              </a:rPr>
              <a:t>n</a:t>
            </a:r>
            <a:r>
              <a:rPr dirty="0" sz="1700" spc="18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09550" marR="682625" indent="-184150">
              <a:lnSpc>
                <a:spcPct val="136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Le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u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conjunt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55" i="1">
                <a:latin typeface="Arial"/>
                <a:cs typeface="Arial"/>
              </a:rPr>
              <a:t>N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30" i="1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chave</a:t>
            </a:r>
            <a:r>
              <a:rPr dirty="0" sz="1700" spc="1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Escolh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u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valo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par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250" i="1">
                <a:latin typeface="Arial"/>
                <a:cs typeface="Arial"/>
              </a:rPr>
              <a:t>M</a:t>
            </a:r>
            <a:r>
              <a:rPr dirty="0" sz="1700" spc="-105" i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95580">
              <a:lnSpc>
                <a:spcPct val="100000"/>
              </a:lnSpc>
              <a:spcBef>
                <a:spcPts val="735"/>
              </a:spcBef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Ger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p</a:t>
            </a:r>
            <a:r>
              <a:rPr dirty="0" baseline="-11574" sz="1800" spc="150">
                <a:latin typeface="Arial"/>
                <a:cs typeface="Arial"/>
              </a:rPr>
              <a:t>1</a:t>
            </a:r>
            <a:r>
              <a:rPr dirty="0" sz="1700" spc="-175">
                <a:latin typeface="Tahoma"/>
                <a:cs typeface="Tahoma"/>
              </a:rPr>
              <a:t>[</a:t>
            </a:r>
            <a:r>
              <a:rPr dirty="0" sz="1700" spc="210" i="1">
                <a:latin typeface="Arial"/>
                <a:cs typeface="Arial"/>
              </a:rPr>
              <a:t>i</a:t>
            </a:r>
            <a:r>
              <a:rPr dirty="0" sz="1700" spc="-175">
                <a:latin typeface="Tahoma"/>
                <a:cs typeface="Tahoma"/>
              </a:rPr>
              <a:t>]</a:t>
            </a:r>
            <a:r>
              <a:rPr dirty="0" sz="1700" spc="254">
                <a:latin typeface="Tahoma"/>
                <a:cs typeface="Tahoma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p</a:t>
            </a:r>
            <a:r>
              <a:rPr dirty="0" baseline="-11574" sz="1800" spc="150">
                <a:latin typeface="Arial"/>
                <a:cs typeface="Arial"/>
              </a:rPr>
              <a:t>2</a:t>
            </a:r>
            <a:r>
              <a:rPr dirty="0" sz="1700" spc="-175">
                <a:latin typeface="Tahoma"/>
                <a:cs typeface="Tahoma"/>
              </a:rPr>
              <a:t>[</a:t>
            </a:r>
            <a:r>
              <a:rPr dirty="0" sz="1700" spc="210" i="1">
                <a:latin typeface="Arial"/>
                <a:cs typeface="Arial"/>
              </a:rPr>
              <a:t>i</a:t>
            </a:r>
            <a:r>
              <a:rPr dirty="0" sz="1700" spc="-175">
                <a:latin typeface="Tahoma"/>
                <a:cs typeface="Tahoma"/>
              </a:rPr>
              <a:t>]</a:t>
            </a:r>
            <a:endParaRPr sz="1700">
              <a:latin typeface="Tahoma"/>
              <a:cs typeface="Tahoma"/>
            </a:endParaRPr>
          </a:p>
          <a:p>
            <a:pPr marL="629920" marR="5080" indent="330835">
              <a:lnSpc>
                <a:spcPct val="136000"/>
              </a:lnSpc>
            </a:pPr>
            <a:r>
              <a:rPr dirty="0" sz="1700" spc="-5">
                <a:latin typeface="Arial"/>
                <a:cs typeface="Arial"/>
              </a:rPr>
              <a:t>par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70">
                <a:latin typeface="Tahoma"/>
                <a:cs typeface="Tahoma"/>
              </a:rPr>
              <a:t>1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≤</a:t>
            </a:r>
            <a:r>
              <a:rPr dirty="0" sz="1700" spc="-60">
                <a:latin typeface="Lucida Sans Unicode"/>
                <a:cs typeface="Lucida Sans Unicode"/>
              </a:rPr>
              <a:t> </a:t>
            </a:r>
            <a:r>
              <a:rPr dirty="0" sz="1700" spc="210" i="1">
                <a:latin typeface="Arial"/>
                <a:cs typeface="Arial"/>
              </a:rPr>
              <a:t>i</a:t>
            </a:r>
            <a:r>
              <a:rPr dirty="0" sz="1700" spc="5" i="1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≤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29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Ger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g</a:t>
            </a:r>
            <a:r>
              <a:rPr dirty="0" sz="1700" spc="50">
                <a:latin typeface="Arial"/>
                <a:cs typeface="Arial"/>
              </a:rPr>
              <a:t>r</a:t>
            </a:r>
            <a:r>
              <a:rPr dirty="0" sz="1700" spc="6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30" i="1">
                <a:latin typeface="Arial"/>
                <a:cs typeface="Arial"/>
              </a:rPr>
              <a:t>G</a:t>
            </a:r>
            <a:r>
              <a:rPr dirty="0" sz="1700" spc="5" i="1">
                <a:latin typeface="Arial"/>
                <a:cs typeface="Arial"/>
              </a:rPr>
              <a:t> </a:t>
            </a:r>
            <a:r>
              <a:rPr dirty="0" sz="1700" spc="100">
                <a:latin typeface="Tahoma"/>
                <a:cs typeface="Tahoma"/>
              </a:rPr>
              <a:t>=</a:t>
            </a:r>
            <a:r>
              <a:rPr dirty="0" sz="1700" spc="-55">
                <a:latin typeface="Tahoma"/>
                <a:cs typeface="Tahoma"/>
              </a:rPr>
              <a:t> </a:t>
            </a:r>
            <a:r>
              <a:rPr dirty="0" sz="1700" spc="15">
                <a:latin typeface="Tahoma"/>
                <a:cs typeface="Tahoma"/>
              </a:rPr>
              <a:t>(</a:t>
            </a:r>
            <a:r>
              <a:rPr dirty="0" sz="1700" spc="-40" i="1">
                <a:latin typeface="Arial"/>
                <a:cs typeface="Arial"/>
              </a:rPr>
              <a:t>V</a:t>
            </a:r>
            <a:r>
              <a:rPr dirty="0" sz="1700" i="1">
                <a:latin typeface="Arial"/>
                <a:cs typeface="Arial"/>
              </a:rPr>
              <a:t>,</a:t>
            </a:r>
            <a:r>
              <a:rPr dirty="0" sz="1700" spc="-185" i="1">
                <a:latin typeface="Arial"/>
                <a:cs typeface="Arial"/>
              </a:rPr>
              <a:t> </a:t>
            </a:r>
            <a:r>
              <a:rPr dirty="0" sz="1700" spc="155" i="1">
                <a:latin typeface="Arial"/>
                <a:cs typeface="Arial"/>
              </a:rPr>
              <a:t>A</a:t>
            </a:r>
            <a:r>
              <a:rPr dirty="0" sz="1700" spc="195">
                <a:latin typeface="Tahoma"/>
                <a:cs typeface="Tahoma"/>
              </a:rPr>
              <a:t>)</a:t>
            </a:r>
            <a:r>
              <a:rPr dirty="0" sz="1700" spc="5">
                <a:latin typeface="Arial"/>
                <a:cs typeface="Arial"/>
              </a:rPr>
              <a:t>; </a:t>
            </a:r>
            <a:r>
              <a:rPr dirty="0" sz="1700" spc="105">
                <a:latin typeface="Arial"/>
                <a:cs typeface="Arial"/>
              </a:rPr>
              <a:t>Atribui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(</a:t>
            </a:r>
            <a:r>
              <a:rPr dirty="0" sz="1700" spc="-135">
                <a:latin typeface="Arial"/>
                <a:cs typeface="Arial"/>
              </a:rPr>
              <a:t>G</a:t>
            </a:r>
            <a:r>
              <a:rPr dirty="0" sz="1700" spc="145">
                <a:latin typeface="Arial"/>
                <a:cs typeface="Arial"/>
              </a:rPr>
              <a:t>,</a:t>
            </a:r>
            <a:r>
              <a:rPr dirty="0" sz="1700" spc="114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GrafoRotulave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GrafoRotulave</a:t>
            </a:r>
            <a:r>
              <a:rPr dirty="0" sz="1700">
                <a:latin typeface="Arial"/>
                <a:cs typeface="Arial"/>
              </a:rPr>
              <a:t>l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209" y="4966995"/>
            <a:ext cx="78295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0">
                <a:latin typeface="Arial"/>
                <a:cs typeface="Arial"/>
              </a:rPr>
              <a:t>Retorn</a:t>
            </a:r>
            <a:r>
              <a:rPr dirty="0" sz="1700" spc="1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9873" y="4966995"/>
            <a:ext cx="1674495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85" i="1">
                <a:latin typeface="Arial"/>
                <a:cs typeface="Arial"/>
              </a:rPr>
              <a:t>p</a:t>
            </a:r>
            <a:r>
              <a:rPr dirty="0" baseline="-11574" sz="1800" spc="150">
                <a:latin typeface="Arial"/>
                <a:cs typeface="Arial"/>
              </a:rPr>
              <a:t>1</a:t>
            </a:r>
            <a:r>
              <a:rPr dirty="0" sz="1700" spc="-175">
                <a:latin typeface="Tahoma"/>
                <a:cs typeface="Tahoma"/>
              </a:rPr>
              <a:t>[</a:t>
            </a:r>
            <a:r>
              <a:rPr dirty="0" sz="1700" spc="210" i="1">
                <a:latin typeface="Arial"/>
                <a:cs typeface="Arial"/>
              </a:rPr>
              <a:t>i</a:t>
            </a:r>
            <a:r>
              <a:rPr dirty="0" sz="1700" spc="-175">
                <a:latin typeface="Tahoma"/>
                <a:cs typeface="Tahoma"/>
              </a:rPr>
              <a:t>]</a:t>
            </a:r>
            <a:r>
              <a:rPr dirty="0" sz="1700" spc="254">
                <a:latin typeface="Tahoma"/>
                <a:cs typeface="Tahoma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85" i="1">
                <a:latin typeface="Arial"/>
                <a:cs typeface="Arial"/>
              </a:rPr>
              <a:t>p</a:t>
            </a:r>
            <a:r>
              <a:rPr dirty="0" baseline="-11574" sz="1800" spc="150">
                <a:latin typeface="Arial"/>
                <a:cs typeface="Arial"/>
              </a:rPr>
              <a:t>2</a:t>
            </a:r>
            <a:r>
              <a:rPr dirty="0" sz="1700" spc="-175">
                <a:latin typeface="Tahoma"/>
                <a:cs typeface="Tahoma"/>
              </a:rPr>
              <a:t>[</a:t>
            </a:r>
            <a:r>
              <a:rPr dirty="0" sz="1700" spc="210" i="1">
                <a:latin typeface="Arial"/>
                <a:cs typeface="Arial"/>
              </a:rPr>
              <a:t>i</a:t>
            </a:r>
            <a:r>
              <a:rPr dirty="0" sz="1700" spc="-175">
                <a:latin typeface="Tahoma"/>
                <a:cs typeface="Tahoma"/>
              </a:rPr>
              <a:t>]</a:t>
            </a:r>
            <a:r>
              <a:rPr dirty="0" sz="1700" spc="254">
                <a:latin typeface="Tahoma"/>
                <a:cs typeface="Tahoma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g</a:t>
            </a:r>
            <a:r>
              <a:rPr dirty="0" sz="1700" spc="-229" i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71" y="5319382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76188" y="1736722"/>
            <a:ext cx="3672840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76188" y="3030308"/>
            <a:ext cx="91503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0609" y="3030308"/>
            <a:ext cx="257810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1148080" algn="l"/>
                <a:tab pos="1875155" algn="l"/>
              </a:tabLst>
            </a:pP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te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ge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76188" y="3342866"/>
            <a:ext cx="3672840" cy="2754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274955" marR="5080">
              <a:lnSpc>
                <a:spcPct val="119700"/>
              </a:lnSpc>
            </a:pPr>
            <a:r>
              <a:rPr dirty="0" sz="2050">
                <a:latin typeface="Arial"/>
                <a:cs typeface="Arial"/>
              </a:rPr>
              <a:t>fun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 </a:t>
            </a:r>
            <a:r>
              <a:rPr dirty="0" sz="2050" spc="-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375" i="1">
                <a:latin typeface="Arial"/>
                <a:cs typeface="Arial"/>
              </a:rPr>
              <a:t>r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r>
              <a:rPr dirty="0" baseline="-12345" sz="2025">
                <a:latin typeface="Tahoma"/>
                <a:cs typeface="Tahoma"/>
              </a:rPr>
              <a:t>   </a:t>
            </a:r>
            <a:r>
              <a:rPr dirty="0" baseline="-12345" sz="2025" spc="82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obt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5080" indent="-262255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6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1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1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4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p</a:t>
            </a:r>
            <a:r>
              <a:rPr dirty="0" baseline="-12345" sz="2025" spc="375" i="1">
                <a:latin typeface="Arial"/>
                <a:cs typeface="Arial"/>
              </a:rPr>
              <a:t>r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8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925" y="862672"/>
            <a:ext cx="6515734" cy="5050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05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</a:t>
            </a:r>
            <a:r>
              <a:rPr dirty="0" sz="1550" spc="-5">
                <a:latin typeface="Arial"/>
                <a:cs typeface="Arial"/>
              </a:rPr>
              <a:t>VE</a:t>
            </a:r>
            <a:r>
              <a:rPr dirty="0" sz="1550" spc="-50">
                <a:latin typeface="Arial"/>
                <a:cs typeface="Arial"/>
              </a:rPr>
              <a:t>R</a:t>
            </a:r>
            <a:r>
              <a:rPr dirty="0" sz="1550">
                <a:latin typeface="Arial"/>
                <a:cs typeface="Arial"/>
              </a:rPr>
              <a:t>TIC</a:t>
            </a:r>
            <a:r>
              <a:rPr dirty="0" sz="1550" spc="-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100000</a:t>
            </a:r>
            <a:r>
              <a:rPr dirty="0" sz="1550" spc="110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730">
                <a:latin typeface="Lucida Sans Unicode"/>
                <a:cs typeface="Lucida Sans Unicode"/>
              </a:rPr>
              <a:t>∗</a:t>
            </a:r>
            <a:r>
              <a:rPr dirty="0" sz="1550" spc="-38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−</a:t>
            </a:r>
            <a:r>
              <a:rPr dirty="0" sz="1550" spc="-155" i="1">
                <a:latin typeface="Arial"/>
                <a:cs typeface="Arial"/>
              </a:rPr>
              <a:t>N</a:t>
            </a:r>
            <a:r>
              <a:rPr dirty="0" sz="1550" spc="60" i="1">
                <a:latin typeface="Arial"/>
                <a:cs typeface="Arial"/>
              </a:rPr>
              <a:t>o</a:t>
            </a:r>
            <a:r>
              <a:rPr dirty="0" sz="1550" i="1">
                <a:latin typeface="Arial"/>
                <a:cs typeface="Arial"/>
              </a:rPr>
              <a:t>. </a:t>
            </a:r>
            <a:r>
              <a:rPr dirty="0" sz="1550" spc="-120" i="1">
                <a:latin typeface="Arial"/>
                <a:cs typeface="Arial"/>
              </a:rPr>
              <a:t> </a:t>
            </a:r>
            <a:r>
              <a:rPr dirty="0" sz="1550" spc="-125" i="1">
                <a:latin typeface="Arial"/>
                <a:cs typeface="Arial"/>
              </a:rPr>
              <a:t>maxim</a:t>
            </a:r>
            <a:r>
              <a:rPr dirty="0" sz="1550" i="1">
                <a:latin typeface="Arial"/>
                <a:cs typeface="Arial"/>
              </a:rPr>
              <a:t>o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e </a:t>
            </a:r>
            <a:r>
              <a:rPr dirty="0" sz="1550" spc="-100" i="1">
                <a:latin typeface="Arial"/>
                <a:cs typeface="Arial"/>
              </a:rPr>
              <a:t> </a:t>
            </a:r>
            <a:r>
              <a:rPr dirty="0" sz="1550" spc="70" i="1">
                <a:latin typeface="Arial"/>
                <a:cs typeface="Arial"/>
              </a:rPr>
              <a:t>vertice</a:t>
            </a:r>
            <a:r>
              <a:rPr dirty="0" sz="1550" spc="-95" i="1">
                <a:latin typeface="Arial"/>
                <a:cs typeface="Arial"/>
              </a:rPr>
              <a:t>s</a:t>
            </a:r>
            <a:r>
              <a:rPr dirty="0" sz="1550" spc="-47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5">
                <a:latin typeface="Arial"/>
                <a:cs typeface="Arial"/>
              </a:rPr>
              <a:t>ES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100000</a:t>
            </a:r>
            <a:r>
              <a:rPr dirty="0" sz="1550" spc="105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730">
                <a:latin typeface="Lucida Sans Unicode"/>
                <a:cs typeface="Lucida Sans Unicode"/>
              </a:rPr>
              <a:t>∗</a:t>
            </a:r>
            <a:r>
              <a:rPr dirty="0" sz="1550" spc="-380">
                <a:latin typeface="Lucida Sans Unicode"/>
                <a:cs typeface="Lucida Sans Unicode"/>
              </a:rPr>
              <a:t>−</a:t>
            </a:r>
            <a:r>
              <a:rPr dirty="0" sz="1550" spc="-340">
                <a:latin typeface="Lucida Sans Unicode"/>
                <a:cs typeface="Lucida Sans Unicode"/>
              </a:rPr>
              <a:t>−</a:t>
            </a:r>
            <a:r>
              <a:rPr dirty="0" sz="1550" spc="-155" i="1">
                <a:latin typeface="Arial"/>
                <a:cs typeface="Arial"/>
              </a:rPr>
              <a:t>N</a:t>
            </a:r>
            <a:r>
              <a:rPr dirty="0" sz="1550" spc="60" i="1">
                <a:latin typeface="Arial"/>
                <a:cs typeface="Arial"/>
              </a:rPr>
              <a:t>o</a:t>
            </a:r>
            <a:r>
              <a:rPr dirty="0" sz="1550" i="1">
                <a:latin typeface="Arial"/>
                <a:cs typeface="Arial"/>
              </a:rPr>
              <a:t>. </a:t>
            </a:r>
            <a:r>
              <a:rPr dirty="0" sz="1550" spc="-120" i="1">
                <a:latin typeface="Arial"/>
                <a:cs typeface="Arial"/>
              </a:rPr>
              <a:t> </a:t>
            </a:r>
            <a:r>
              <a:rPr dirty="0" sz="1550" spc="-125" i="1">
                <a:latin typeface="Arial"/>
                <a:cs typeface="Arial"/>
              </a:rPr>
              <a:t>maxim</a:t>
            </a:r>
            <a:r>
              <a:rPr dirty="0" sz="1550" i="1">
                <a:latin typeface="Arial"/>
                <a:cs typeface="Arial"/>
              </a:rPr>
              <a:t>o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e </a:t>
            </a:r>
            <a:r>
              <a:rPr dirty="0" sz="1550" spc="-145" i="1">
                <a:latin typeface="Arial"/>
                <a:cs typeface="Arial"/>
              </a:rPr>
              <a:t> </a:t>
            </a:r>
            <a:r>
              <a:rPr dirty="0" sz="1550" spc="25" i="1">
                <a:latin typeface="Arial"/>
                <a:cs typeface="Arial"/>
              </a:rPr>
              <a:t>aresta</a:t>
            </a:r>
            <a:r>
              <a:rPr dirty="0" sz="1550" spc="-190" i="1">
                <a:latin typeface="Arial"/>
                <a:cs typeface="Arial"/>
              </a:rPr>
              <a:t>s</a:t>
            </a:r>
            <a:r>
              <a:rPr dirty="0" sz="1550" spc="-47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15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5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P</a:t>
            </a:r>
            <a:r>
              <a:rPr dirty="0" sz="1550" spc="-35">
                <a:latin typeface="Arial"/>
                <a:cs typeface="Arial"/>
              </a:rPr>
              <a:t>R</a:t>
            </a:r>
            <a:r>
              <a:rPr dirty="0" sz="1550" spc="-95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X </a:t>
            </a:r>
            <a:r>
              <a:rPr dirty="0" sz="1550" spc="-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 spc="-20">
                <a:latin typeface="Arial"/>
                <a:cs typeface="Arial"/>
              </a:rPr>
              <a:t>R</a:t>
            </a:r>
            <a:r>
              <a:rPr dirty="0" sz="1550" spc="-459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5">
                <a:latin typeface="Arial"/>
                <a:cs typeface="Arial"/>
              </a:rPr>
              <a:t>ES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</a:t>
            </a:r>
            <a:r>
              <a:rPr dirty="0" sz="1550" spc="25" b="1">
                <a:latin typeface="Arial"/>
                <a:cs typeface="Arial"/>
              </a:rPr>
              <a:t> </a:t>
            </a:r>
            <a:r>
              <a:rPr dirty="0" sz="1550" spc="-300">
                <a:latin typeface="Arial"/>
                <a:cs typeface="Arial"/>
              </a:rPr>
              <a:t>MAXTA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225">
                <a:latin typeface="Arial"/>
                <a:cs typeface="Arial"/>
              </a:rPr>
              <a:t> </a:t>
            </a:r>
            <a:r>
              <a:rPr dirty="0" sz="1550" spc="35">
                <a:latin typeface="Arial"/>
                <a:cs typeface="Arial"/>
              </a:rPr>
              <a:t>100</a:t>
            </a:r>
            <a:r>
              <a:rPr dirty="0" sz="1550">
                <a:latin typeface="Arial"/>
                <a:cs typeface="Arial"/>
              </a:rPr>
              <a:t>0</a:t>
            </a:r>
            <a:r>
              <a:rPr dirty="0" sz="1550" spc="165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730">
                <a:latin typeface="Lucida Sans Unicode"/>
                <a:cs typeface="Lucida Sans Unicode"/>
              </a:rPr>
              <a:t>∗</a:t>
            </a:r>
            <a:r>
              <a:rPr dirty="0" sz="1550" spc="-380">
                <a:latin typeface="Lucida Sans Unicode"/>
                <a:cs typeface="Lucida Sans Unicode"/>
              </a:rPr>
              <a:t>−</a:t>
            </a:r>
            <a:r>
              <a:rPr dirty="0" sz="1550" spc="-300">
                <a:latin typeface="Lucida Sans Unicode"/>
                <a:cs typeface="Lucida Sans Unicode"/>
              </a:rPr>
              <a:t>−</a:t>
            </a:r>
            <a:r>
              <a:rPr dirty="0" sz="1550" spc="-114" i="1">
                <a:latin typeface="Arial"/>
                <a:cs typeface="Arial"/>
              </a:rPr>
              <a:t>Usad</a:t>
            </a:r>
            <a:r>
              <a:rPr dirty="0" sz="1550" i="1">
                <a:latin typeface="Arial"/>
                <a:cs typeface="Arial"/>
              </a:rPr>
              <a:t>o </a:t>
            </a:r>
            <a:r>
              <a:rPr dirty="0" sz="1550" spc="-130" i="1">
                <a:latin typeface="Arial"/>
                <a:cs typeface="Arial"/>
              </a:rPr>
              <a:t> </a:t>
            </a:r>
            <a:r>
              <a:rPr dirty="0" sz="1550" spc="90" i="1">
                <a:latin typeface="Arial"/>
                <a:cs typeface="Arial"/>
              </a:rPr>
              <a:t>F</a:t>
            </a:r>
            <a:r>
              <a:rPr dirty="0" sz="1550" spc="85" i="1">
                <a:latin typeface="Arial"/>
                <a:cs typeface="Arial"/>
              </a:rPr>
              <a:t>il</a:t>
            </a:r>
            <a:r>
              <a:rPr dirty="0" sz="1550" spc="-60" i="1">
                <a:latin typeface="Arial"/>
                <a:cs typeface="Arial"/>
              </a:rPr>
              <a:t>a</a:t>
            </a:r>
            <a:r>
              <a:rPr dirty="0" sz="1550" spc="-47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MCH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5">
                <a:latin typeface="Arial"/>
                <a:cs typeface="Arial"/>
              </a:rPr>
              <a:t>V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6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730">
                <a:latin typeface="Lucida Sans Unicode"/>
                <a:cs typeface="Lucida Sans Unicode"/>
              </a:rPr>
              <a:t>∗</a:t>
            </a:r>
            <a:r>
              <a:rPr dirty="0" sz="1550" spc="-38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−</a:t>
            </a:r>
            <a:r>
              <a:rPr dirty="0" sz="1550" spc="-155" i="1">
                <a:latin typeface="Arial"/>
                <a:cs typeface="Arial"/>
              </a:rPr>
              <a:t>N</a:t>
            </a:r>
            <a:r>
              <a:rPr dirty="0" sz="1550" spc="65" i="1">
                <a:latin typeface="Arial"/>
                <a:cs typeface="Arial"/>
              </a:rPr>
              <a:t>o</a:t>
            </a:r>
            <a:r>
              <a:rPr dirty="0" sz="1550" i="1">
                <a:latin typeface="Arial"/>
                <a:cs typeface="Arial"/>
              </a:rPr>
              <a:t>. </a:t>
            </a:r>
            <a:r>
              <a:rPr dirty="0" sz="1550" spc="-120" i="1">
                <a:latin typeface="Arial"/>
                <a:cs typeface="Arial"/>
              </a:rPr>
              <a:t> </a:t>
            </a:r>
            <a:r>
              <a:rPr dirty="0" sz="1550" spc="-125" i="1">
                <a:latin typeface="Arial"/>
                <a:cs typeface="Arial"/>
              </a:rPr>
              <a:t>maxim</a:t>
            </a:r>
            <a:r>
              <a:rPr dirty="0" sz="1550" i="1">
                <a:latin typeface="Arial"/>
                <a:cs typeface="Arial"/>
              </a:rPr>
              <a:t>o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e </a:t>
            </a:r>
            <a:r>
              <a:rPr dirty="0" sz="1550" spc="-140" i="1">
                <a:latin typeface="Arial"/>
                <a:cs typeface="Arial"/>
              </a:rPr>
              <a:t> </a:t>
            </a:r>
            <a:r>
              <a:rPr dirty="0" sz="1550" spc="30" i="1">
                <a:latin typeface="Arial"/>
                <a:cs typeface="Arial"/>
              </a:rPr>
              <a:t>caractere</a:t>
            </a:r>
            <a:r>
              <a:rPr dirty="0" sz="1550" i="1">
                <a:latin typeface="Arial"/>
                <a:cs typeface="Arial"/>
              </a:rPr>
              <a:t>s </a:t>
            </a:r>
            <a:r>
              <a:rPr dirty="0" sz="1550" spc="-13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a</a:t>
            </a:r>
            <a:r>
              <a:rPr dirty="0" sz="1550" spc="210" i="1">
                <a:latin typeface="Arial"/>
                <a:cs typeface="Arial"/>
              </a:rPr>
              <a:t> </a:t>
            </a:r>
            <a:r>
              <a:rPr dirty="0" sz="1550" spc="-50" i="1">
                <a:latin typeface="Arial"/>
                <a:cs typeface="Arial"/>
              </a:rPr>
              <a:t>chav</a:t>
            </a:r>
            <a:r>
              <a:rPr dirty="0" sz="1550" spc="-335" i="1">
                <a:latin typeface="Arial"/>
                <a:cs typeface="Arial"/>
              </a:rPr>
              <a:t>e</a:t>
            </a:r>
            <a:r>
              <a:rPr dirty="0" sz="1550" spc="-47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NUMCH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5">
                <a:latin typeface="Arial"/>
                <a:cs typeface="Arial"/>
              </a:rPr>
              <a:t>VE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100000</a:t>
            </a:r>
            <a:r>
              <a:rPr dirty="0" sz="1550" spc="105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730">
                <a:latin typeface="Lucida Sans Unicode"/>
                <a:cs typeface="Lucida Sans Unicode"/>
              </a:rPr>
              <a:t>∗</a:t>
            </a:r>
            <a:r>
              <a:rPr dirty="0" sz="1550" spc="-380">
                <a:latin typeface="Lucida Sans Unicode"/>
                <a:cs typeface="Lucida Sans Unicode"/>
              </a:rPr>
              <a:t>−</a:t>
            </a:r>
            <a:r>
              <a:rPr dirty="0" sz="1550" spc="-340">
                <a:latin typeface="Lucida Sans Unicode"/>
                <a:cs typeface="Lucida Sans Unicode"/>
              </a:rPr>
              <a:t>−</a:t>
            </a:r>
            <a:r>
              <a:rPr dirty="0" sz="1550" spc="-155" i="1">
                <a:latin typeface="Arial"/>
                <a:cs typeface="Arial"/>
              </a:rPr>
              <a:t>N</a:t>
            </a:r>
            <a:r>
              <a:rPr dirty="0" sz="1550" spc="60" i="1">
                <a:latin typeface="Arial"/>
                <a:cs typeface="Arial"/>
              </a:rPr>
              <a:t>o</a:t>
            </a:r>
            <a:r>
              <a:rPr dirty="0" sz="1550" i="1">
                <a:latin typeface="Arial"/>
                <a:cs typeface="Arial"/>
              </a:rPr>
              <a:t>. </a:t>
            </a:r>
            <a:r>
              <a:rPr dirty="0" sz="1550" spc="-120" i="1">
                <a:latin typeface="Arial"/>
                <a:cs typeface="Arial"/>
              </a:rPr>
              <a:t> </a:t>
            </a:r>
            <a:r>
              <a:rPr dirty="0" sz="1550" spc="-125" i="1">
                <a:latin typeface="Arial"/>
                <a:cs typeface="Arial"/>
              </a:rPr>
              <a:t>maxim</a:t>
            </a:r>
            <a:r>
              <a:rPr dirty="0" sz="1550" i="1">
                <a:latin typeface="Arial"/>
                <a:cs typeface="Arial"/>
              </a:rPr>
              <a:t>o</a:t>
            </a:r>
            <a:r>
              <a:rPr dirty="0" sz="1550" spc="13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e</a:t>
            </a:r>
            <a:r>
              <a:rPr dirty="0" sz="1550" spc="204" i="1">
                <a:latin typeface="Arial"/>
                <a:cs typeface="Arial"/>
              </a:rPr>
              <a:t> </a:t>
            </a:r>
            <a:r>
              <a:rPr dirty="0" sz="1550" spc="-55" i="1">
                <a:latin typeface="Arial"/>
                <a:cs typeface="Arial"/>
              </a:rPr>
              <a:t>chave</a:t>
            </a:r>
            <a:r>
              <a:rPr dirty="0" sz="1550" i="1">
                <a:latin typeface="Arial"/>
                <a:cs typeface="Arial"/>
              </a:rPr>
              <a:t>s </a:t>
            </a:r>
            <a:r>
              <a:rPr dirty="0" sz="1550" spc="-70" i="1">
                <a:latin typeface="Arial"/>
                <a:cs typeface="Arial"/>
              </a:rPr>
              <a:t> </a:t>
            </a:r>
            <a:r>
              <a:rPr dirty="0" sz="1550" spc="85" i="1">
                <a:latin typeface="Arial"/>
                <a:cs typeface="Arial"/>
              </a:rPr>
              <a:t>lida</a:t>
            </a:r>
            <a:r>
              <a:rPr dirty="0" sz="1550" spc="-65" i="1">
                <a:latin typeface="Arial"/>
                <a:cs typeface="Arial"/>
              </a:rPr>
              <a:t>s</a:t>
            </a:r>
            <a:r>
              <a:rPr dirty="0" sz="1550" spc="-47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50" spc="-55" b="1">
                <a:latin typeface="Arial"/>
                <a:cs typeface="Arial"/>
              </a:rPr>
              <a:t>#</a:t>
            </a:r>
            <a:r>
              <a:rPr dirty="0" sz="1550" spc="-5" b="1">
                <a:latin typeface="Arial"/>
                <a:cs typeface="Arial"/>
              </a:rPr>
              <a:t>defin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IND</a:t>
            </a:r>
            <a:r>
              <a:rPr dirty="0" sz="1550" spc="-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FINIDO</a:t>
            </a:r>
            <a:r>
              <a:rPr dirty="0" sz="1550" spc="-155">
                <a:latin typeface="Arial"/>
                <a:cs typeface="Arial"/>
              </a:rPr>
              <a:t> </a:t>
            </a:r>
            <a:r>
              <a:rPr dirty="0" sz="1550" spc="-45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2400">
              <a:latin typeface="Times New Roman"/>
              <a:cs typeface="Times New Roman"/>
            </a:endParaRPr>
          </a:p>
          <a:p>
            <a:pPr marL="15875" marR="3713479">
              <a:lnSpc>
                <a:spcPct val="149200"/>
              </a:lnSpc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30" b="1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10" b="1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TipoValorArest</a:t>
            </a:r>
            <a:r>
              <a:rPr dirty="0" sz="1550" spc="18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35" b="1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2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915"/>
              </a:spcBef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114" b="1">
                <a:latin typeface="Arial"/>
                <a:cs typeface="Arial"/>
              </a:rPr>
              <a:t> </a:t>
            </a:r>
            <a:r>
              <a:rPr dirty="0" sz="1550" spc="-110">
                <a:latin typeface="Arial"/>
                <a:cs typeface="Arial"/>
              </a:rPr>
              <a:t>TipoMaxTamPro</a:t>
            </a:r>
            <a:r>
              <a:rPr dirty="0" sz="1550" spc="55">
                <a:latin typeface="Arial"/>
                <a:cs typeface="Arial"/>
              </a:rPr>
              <a:t>x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3542029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240" y="1405369"/>
            <a:ext cx="5626735" cy="5372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TipoPesoArest</a:t>
            </a:r>
            <a:r>
              <a:rPr dirty="0" sz="1550" spc="13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5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TipoArranjoVertice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05104" marR="2634615" indent="-193040">
              <a:lnSpc>
                <a:spcPts val="2690"/>
              </a:lnSpc>
              <a:spcBef>
                <a:spcPts val="225"/>
              </a:spcBef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95" b="1">
                <a:latin typeface="Arial"/>
                <a:cs typeface="Arial"/>
              </a:rPr>
              <a:t> </a:t>
            </a:r>
            <a:r>
              <a:rPr dirty="0" sz="1550" spc="35" b="1">
                <a:latin typeface="Arial"/>
                <a:cs typeface="Arial"/>
              </a:rPr>
              <a:t>struc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60" b="1">
                <a:latin typeface="Arial"/>
                <a:cs typeface="Arial"/>
              </a:rPr>
              <a:t> </a:t>
            </a:r>
            <a:r>
              <a:rPr dirty="0" sz="1550" spc="5">
                <a:latin typeface="Arial"/>
                <a:cs typeface="Arial"/>
              </a:rPr>
              <a:t>TipoArest</a:t>
            </a:r>
            <a:r>
              <a:rPr dirty="0" sz="1550">
                <a:latin typeface="Arial"/>
                <a:cs typeface="Arial"/>
              </a:rPr>
              <a:t>a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{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TipoArranjoVertice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TipoPesoArest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-100">
                <a:latin typeface="Arial"/>
                <a:cs typeface="Arial"/>
              </a:rPr>
              <a:t>Pes</a:t>
            </a:r>
            <a:r>
              <a:rPr dirty="0" sz="1550" spc="65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600"/>
              </a:spcBef>
            </a:pPr>
            <a:r>
              <a:rPr dirty="0" sz="1550">
                <a:latin typeface="Arial"/>
                <a:cs typeface="Arial"/>
              </a:rPr>
              <a:t>}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5">
                <a:latin typeface="Arial"/>
                <a:cs typeface="Arial"/>
              </a:rPr>
              <a:t>TipoArest</a:t>
            </a:r>
            <a:r>
              <a:rPr dirty="0" sz="1550" spc="17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120" b="1">
                <a:latin typeface="Arial"/>
                <a:cs typeface="Arial"/>
              </a:rPr>
              <a:t> </a:t>
            </a:r>
            <a:r>
              <a:rPr dirty="0" sz="1550" spc="5">
                <a:latin typeface="Arial"/>
                <a:cs typeface="Arial"/>
              </a:rPr>
              <a:t>TipoArest</a:t>
            </a:r>
            <a:r>
              <a:rPr dirty="0" sz="1550">
                <a:latin typeface="Arial"/>
                <a:cs typeface="Arial"/>
              </a:rPr>
              <a:t>a </a:t>
            </a:r>
            <a:r>
              <a:rPr dirty="0" sz="1550" spc="-70">
                <a:latin typeface="Arial"/>
                <a:cs typeface="Arial"/>
              </a:rPr>
              <a:t> </a:t>
            </a:r>
            <a:r>
              <a:rPr dirty="0" sz="1550" spc="20">
                <a:latin typeface="Arial"/>
                <a:cs typeface="Arial"/>
              </a:rPr>
              <a:t>TipoArranjoAresta</a:t>
            </a:r>
            <a:r>
              <a:rPr dirty="0" sz="1550" spc="18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5">
                <a:latin typeface="Arial"/>
                <a:cs typeface="Arial"/>
              </a:rPr>
              <a:t>ES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10820" marR="2827655" indent="-198755">
              <a:lnSpc>
                <a:spcPct val="144600"/>
              </a:lnSpc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95" b="1">
                <a:latin typeface="Arial"/>
                <a:cs typeface="Arial"/>
              </a:rPr>
              <a:t> </a:t>
            </a:r>
            <a:r>
              <a:rPr dirty="0" sz="1550" spc="35" b="1">
                <a:latin typeface="Arial"/>
                <a:cs typeface="Arial"/>
              </a:rPr>
              <a:t>struc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75" b="1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TipoGra</a:t>
            </a:r>
            <a:r>
              <a:rPr dirty="0" sz="1550" spc="-5">
                <a:latin typeface="Arial"/>
                <a:cs typeface="Arial"/>
              </a:rPr>
              <a:t>f</a:t>
            </a:r>
            <a:r>
              <a:rPr dirty="0" sz="1550">
                <a:latin typeface="Arial"/>
                <a:cs typeface="Arial"/>
              </a:rPr>
              <a:t>o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{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20">
                <a:latin typeface="Arial"/>
                <a:cs typeface="Arial"/>
              </a:rPr>
              <a:t>TipoArranjoAresta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 spc="5">
                <a:latin typeface="Arial"/>
                <a:cs typeface="Arial"/>
              </a:rPr>
              <a:t>Aresta</a:t>
            </a:r>
            <a:r>
              <a:rPr dirty="0" sz="1550" spc="17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94945" marR="1271270" indent="18415">
              <a:lnSpc>
                <a:spcPct val="144600"/>
              </a:lnSpc>
            </a:pP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Pri</a:t>
            </a:r>
            <a:r>
              <a:rPr dirty="0" sz="1550" spc="135">
                <a:latin typeface="Arial"/>
                <a:cs typeface="Arial"/>
              </a:rPr>
              <a:t>m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</a:t>
            </a:r>
            <a:r>
              <a:rPr dirty="0" sz="1550" spc="-5">
                <a:latin typeface="Arial"/>
                <a:cs typeface="Arial"/>
              </a:rPr>
              <a:t>VE</a:t>
            </a:r>
            <a:r>
              <a:rPr dirty="0" sz="1550" spc="-50">
                <a:latin typeface="Arial"/>
                <a:cs typeface="Arial"/>
              </a:rPr>
              <a:t>R</a:t>
            </a:r>
            <a:r>
              <a:rPr dirty="0" sz="1550">
                <a:latin typeface="Arial"/>
                <a:cs typeface="Arial"/>
              </a:rPr>
              <a:t>TIC</a:t>
            </a:r>
            <a:r>
              <a:rPr dirty="0" sz="1550" spc="-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110">
                <a:latin typeface="Arial"/>
                <a:cs typeface="Arial"/>
              </a:rPr>
              <a:t>TipoMaxTamPro</a:t>
            </a:r>
            <a:r>
              <a:rPr dirty="0" sz="1550">
                <a:latin typeface="Arial"/>
                <a:cs typeface="Arial"/>
              </a:rPr>
              <a:t>x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 spc="-30">
                <a:latin typeface="Arial"/>
                <a:cs typeface="Arial"/>
              </a:rPr>
              <a:t>Pro</a:t>
            </a:r>
            <a:r>
              <a:rPr dirty="0" sz="1550" spc="135">
                <a:latin typeface="Arial"/>
                <a:cs typeface="Arial"/>
              </a:rPr>
              <a:t>x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P</a:t>
            </a:r>
            <a:r>
              <a:rPr dirty="0" sz="1550" spc="-35">
                <a:latin typeface="Arial"/>
                <a:cs typeface="Arial"/>
              </a:rPr>
              <a:t>R</a:t>
            </a:r>
            <a:r>
              <a:rPr dirty="0" sz="1550" spc="-95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X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110">
                <a:latin typeface="Arial"/>
                <a:cs typeface="Arial"/>
              </a:rPr>
              <a:t>TipoMaxTamPro</a:t>
            </a:r>
            <a:r>
              <a:rPr dirty="0" sz="1550">
                <a:latin typeface="Arial"/>
                <a:cs typeface="Arial"/>
              </a:rPr>
              <a:t>x 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Pro</a:t>
            </a:r>
            <a:r>
              <a:rPr dirty="0" sz="1550" spc="20">
                <a:latin typeface="Arial"/>
                <a:cs typeface="Arial"/>
              </a:rPr>
              <a:t>x</a:t>
            </a:r>
            <a:r>
              <a:rPr dirty="0" sz="1550" spc="15">
                <a:latin typeface="Arial"/>
                <a:cs typeface="Arial"/>
              </a:rPr>
              <a:t>Di</a:t>
            </a:r>
            <a:r>
              <a:rPr dirty="0" sz="1550" spc="20">
                <a:latin typeface="Arial"/>
                <a:cs typeface="Arial"/>
              </a:rPr>
              <a:t>s</a:t>
            </a:r>
            <a:r>
              <a:rPr dirty="0" sz="1550" spc="15">
                <a:latin typeface="Arial"/>
                <a:cs typeface="Arial"/>
              </a:rPr>
              <a:t>poni</a:t>
            </a:r>
            <a:r>
              <a:rPr dirty="0" sz="1550" spc="20">
                <a:latin typeface="Arial"/>
                <a:cs typeface="Arial"/>
              </a:rPr>
              <a:t>v</a:t>
            </a:r>
            <a:r>
              <a:rPr dirty="0" sz="1550" spc="15">
                <a:latin typeface="Arial"/>
                <a:cs typeface="Arial"/>
              </a:rPr>
              <a:t>e</a:t>
            </a:r>
            <a:r>
              <a:rPr dirty="0" sz="1550" spc="185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45">
                <a:latin typeface="Arial"/>
                <a:cs typeface="Arial"/>
              </a:rPr>
              <a:t>NumVertice</a:t>
            </a:r>
            <a:r>
              <a:rPr dirty="0" sz="1550" spc="12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TipoValorArest</a:t>
            </a:r>
            <a:r>
              <a:rPr dirty="0" sz="1550">
                <a:latin typeface="Arial"/>
                <a:cs typeface="Arial"/>
              </a:rPr>
              <a:t>a 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 spc="-85">
                <a:latin typeface="Arial"/>
                <a:cs typeface="Arial"/>
              </a:rPr>
              <a:t>NumAresta</a:t>
            </a:r>
            <a:r>
              <a:rPr dirty="0" sz="1550" spc="8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830"/>
              </a:spcBef>
            </a:pPr>
            <a:r>
              <a:rPr dirty="0" sz="1550" spc="40">
                <a:latin typeface="Arial"/>
                <a:cs typeface="Arial"/>
              </a:rPr>
              <a:t>Tipo</a:t>
            </a:r>
            <a:r>
              <a:rPr dirty="0" sz="1550">
                <a:latin typeface="Arial"/>
                <a:cs typeface="Arial"/>
              </a:rPr>
              <a:t>r </a:t>
            </a:r>
            <a:r>
              <a:rPr dirty="0" sz="1550" spc="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830"/>
              </a:spcBef>
            </a:pPr>
            <a:r>
              <a:rPr dirty="0" sz="1550">
                <a:latin typeface="Arial"/>
                <a:cs typeface="Arial"/>
              </a:rPr>
              <a:t>}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TipoGra</a:t>
            </a:r>
            <a:r>
              <a:rPr dirty="0" sz="1550" spc="-5">
                <a:latin typeface="Arial"/>
                <a:cs typeface="Arial"/>
              </a:rPr>
              <a:t>f</a:t>
            </a:r>
            <a:r>
              <a:rPr dirty="0" sz="1550" spc="155">
                <a:latin typeface="Arial"/>
                <a:cs typeface="Arial"/>
              </a:rPr>
              <a:t>o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3542029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(3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8240" y="1405369"/>
            <a:ext cx="5045075" cy="5714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30" b="1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TipoApontado</a:t>
            </a:r>
            <a:r>
              <a:rPr dirty="0" sz="1550" spc="140">
                <a:latin typeface="Arial"/>
                <a:cs typeface="Arial"/>
              </a:rPr>
              <a:t>r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13360" marR="2631440" indent="-201295">
              <a:lnSpc>
                <a:spcPct val="144600"/>
              </a:lnSpc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95" b="1">
                <a:latin typeface="Arial"/>
                <a:cs typeface="Arial"/>
              </a:rPr>
              <a:t> </a:t>
            </a:r>
            <a:r>
              <a:rPr dirty="0" sz="1550" spc="35" b="1">
                <a:latin typeface="Arial"/>
                <a:cs typeface="Arial"/>
              </a:rPr>
              <a:t>struc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20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70">
                <a:latin typeface="Arial"/>
                <a:cs typeface="Arial"/>
              </a:rPr>
              <a:t> </a:t>
            </a:r>
            <a:r>
              <a:rPr dirty="0" sz="1550" spc="-114">
                <a:latin typeface="Arial"/>
                <a:cs typeface="Arial"/>
              </a:rPr>
              <a:t>Chav</a:t>
            </a:r>
            <a:r>
              <a:rPr dirty="0" sz="1550" spc="4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20345">
              <a:lnSpc>
                <a:spcPct val="100000"/>
              </a:lnSpc>
              <a:spcBef>
                <a:spcPts val="830"/>
              </a:spcBef>
            </a:pP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90">
                <a:latin typeface="Lucida Sans Unicode"/>
                <a:cs typeface="Lucida Sans Unicode"/>
              </a:rPr>
              <a:t> </a:t>
            </a:r>
            <a:r>
              <a:rPr dirty="0" sz="1550" spc="35" i="1">
                <a:latin typeface="Arial"/>
                <a:cs typeface="Arial"/>
              </a:rPr>
              <a:t>outro</a:t>
            </a:r>
            <a:r>
              <a:rPr dirty="0" sz="1550" i="1">
                <a:latin typeface="Arial"/>
                <a:cs typeface="Arial"/>
              </a:rPr>
              <a:t>s </a:t>
            </a:r>
            <a:r>
              <a:rPr dirty="0" sz="1550" spc="-150" i="1">
                <a:latin typeface="Arial"/>
                <a:cs typeface="Arial"/>
              </a:rPr>
              <a:t> </a:t>
            </a:r>
            <a:r>
              <a:rPr dirty="0" sz="1550" spc="-80" i="1">
                <a:latin typeface="Arial"/>
                <a:cs typeface="Arial"/>
              </a:rPr>
              <a:t>componente</a:t>
            </a:r>
            <a:r>
              <a:rPr dirty="0" sz="1550" i="1">
                <a:latin typeface="Arial"/>
                <a:cs typeface="Arial"/>
              </a:rPr>
              <a:t>s </a:t>
            </a:r>
            <a:r>
              <a:rPr dirty="0" sz="1550" spc="-85" i="1">
                <a:latin typeface="Arial"/>
                <a:cs typeface="Arial"/>
              </a:rPr>
              <a:t> 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830"/>
              </a:spcBef>
            </a:pPr>
            <a:r>
              <a:rPr dirty="0" sz="1550">
                <a:latin typeface="Arial"/>
                <a:cs typeface="Arial"/>
              </a:rPr>
              <a:t>} </a:t>
            </a:r>
            <a:r>
              <a:rPr dirty="0" sz="1550" spc="-50">
                <a:latin typeface="Arial"/>
                <a:cs typeface="Arial"/>
              </a:rPr>
              <a:t> </a:t>
            </a:r>
            <a:r>
              <a:rPr dirty="0" sz="1550" spc="5">
                <a:latin typeface="Arial"/>
                <a:cs typeface="Arial"/>
              </a:rPr>
              <a:t>TipoIte</a:t>
            </a:r>
            <a:r>
              <a:rPr dirty="0" sz="1550" spc="165">
                <a:latin typeface="Arial"/>
                <a:cs typeface="Arial"/>
              </a:rPr>
              <a:t>m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95" b="1">
                <a:latin typeface="Arial"/>
                <a:cs typeface="Arial"/>
              </a:rPr>
              <a:t> </a:t>
            </a:r>
            <a:r>
              <a:rPr dirty="0" sz="1550" spc="35" b="1">
                <a:latin typeface="Arial"/>
                <a:cs typeface="Arial"/>
              </a:rPr>
              <a:t>struc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20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{</a:t>
            </a:r>
            <a:endParaRPr sz="1550">
              <a:latin typeface="Arial"/>
              <a:cs typeface="Arial"/>
            </a:endParaRPr>
          </a:p>
          <a:p>
            <a:pPr marL="205740" marR="2245995" indent="3175">
              <a:lnSpc>
                <a:spcPct val="144600"/>
              </a:lnSpc>
            </a:pPr>
            <a:r>
              <a:rPr dirty="0" sz="1550" spc="5">
                <a:latin typeface="Arial"/>
                <a:cs typeface="Arial"/>
              </a:rPr>
              <a:t>TipoIte</a:t>
            </a:r>
            <a:r>
              <a:rPr dirty="0" sz="1550">
                <a:latin typeface="Arial"/>
                <a:cs typeface="Arial"/>
              </a:rPr>
              <a:t>m </a:t>
            </a:r>
            <a:r>
              <a:rPr dirty="0" sz="1550" spc="-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Item</a:t>
            </a:r>
            <a:r>
              <a:rPr dirty="0" sz="1550" spc="-265">
                <a:latin typeface="Arial"/>
                <a:cs typeface="Arial"/>
              </a:rPr>
              <a:t> </a:t>
            </a:r>
            <a:r>
              <a:rPr dirty="0" sz="1550" spc="-135">
                <a:latin typeface="Arial"/>
                <a:cs typeface="Arial"/>
              </a:rPr>
              <a:t>[</a:t>
            </a:r>
            <a:r>
              <a:rPr dirty="0" sz="1550" spc="-300">
                <a:latin typeface="Arial"/>
                <a:cs typeface="Arial"/>
              </a:rPr>
              <a:t>MAXTA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+ 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1</a:t>
            </a:r>
            <a:r>
              <a:rPr dirty="0" sz="1550" spc="-2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8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TipoApontado</a:t>
            </a:r>
            <a:r>
              <a:rPr dirty="0" sz="1550">
                <a:latin typeface="Arial"/>
                <a:cs typeface="Arial"/>
              </a:rPr>
              <a:t>r </a:t>
            </a:r>
            <a:r>
              <a:rPr dirty="0" sz="1550" spc="-114">
                <a:latin typeface="Arial"/>
                <a:cs typeface="Arial"/>
              </a:rPr>
              <a:t> </a:t>
            </a:r>
            <a:r>
              <a:rPr dirty="0" sz="1550" spc="10">
                <a:latin typeface="Arial"/>
                <a:cs typeface="Arial"/>
              </a:rPr>
              <a:t>F</a:t>
            </a:r>
            <a:r>
              <a:rPr dirty="0" sz="1550" spc="5">
                <a:latin typeface="Arial"/>
                <a:cs typeface="Arial"/>
              </a:rPr>
              <a:t>ren</a:t>
            </a:r>
            <a:r>
              <a:rPr dirty="0" sz="1550" spc="10">
                <a:latin typeface="Arial"/>
                <a:cs typeface="Arial"/>
              </a:rPr>
              <a:t>t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1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Tra</a:t>
            </a:r>
            <a:r>
              <a:rPr dirty="0" sz="1550" spc="15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830"/>
              </a:spcBef>
            </a:pPr>
            <a:r>
              <a:rPr dirty="0" sz="1550">
                <a:latin typeface="Arial"/>
                <a:cs typeface="Arial"/>
              </a:rPr>
              <a:t>} </a:t>
            </a:r>
            <a:r>
              <a:rPr dirty="0" sz="1550" spc="10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TipoFil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2700" marR="1106170">
              <a:lnSpc>
                <a:spcPct val="144600"/>
              </a:lnSpc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60" b="1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TipoPeso</a:t>
            </a:r>
            <a:r>
              <a:rPr dirty="0" sz="1550" spc="114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MCH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5">
                <a:latin typeface="Arial"/>
                <a:cs typeface="Arial"/>
              </a:rPr>
              <a:t>V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180" b="1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TipoPeso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210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TipoTodosPeso</a:t>
            </a:r>
            <a:r>
              <a:rPr dirty="0" sz="1550" spc="10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3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-25" b="1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Tipo</a:t>
            </a:r>
            <a:r>
              <a:rPr dirty="0" sz="1550" spc="150">
                <a:latin typeface="Arial"/>
                <a:cs typeface="Arial"/>
              </a:rPr>
              <a:t>g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</a:t>
            </a:r>
            <a:r>
              <a:rPr dirty="0" sz="1550" spc="-5">
                <a:latin typeface="Arial"/>
                <a:cs typeface="Arial"/>
              </a:rPr>
              <a:t>VE</a:t>
            </a:r>
            <a:r>
              <a:rPr dirty="0" sz="1550" spc="-50">
                <a:latin typeface="Arial"/>
                <a:cs typeface="Arial"/>
              </a:rPr>
              <a:t>R</a:t>
            </a:r>
            <a:r>
              <a:rPr dirty="0" sz="1550">
                <a:latin typeface="Arial"/>
                <a:cs typeface="Arial"/>
              </a:rPr>
              <a:t>TIC</a:t>
            </a:r>
            <a:r>
              <a:rPr dirty="0" sz="1550" spc="-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175" b="1">
                <a:latin typeface="Arial"/>
                <a:cs typeface="Arial"/>
              </a:rPr>
              <a:t> </a:t>
            </a:r>
            <a:r>
              <a:rPr dirty="0" sz="1550" spc="-50" b="1">
                <a:latin typeface="Arial"/>
                <a:cs typeface="Arial"/>
              </a:rPr>
              <a:t>cha</a:t>
            </a:r>
            <a:r>
              <a:rPr dirty="0" sz="1550" b="1">
                <a:latin typeface="Arial"/>
                <a:cs typeface="Arial"/>
              </a:rPr>
              <a:t>r</a:t>
            </a:r>
            <a:r>
              <a:rPr dirty="0" sz="1550" spc="210" b="1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TipoChav</a:t>
            </a:r>
            <a:r>
              <a:rPr dirty="0" sz="1550" spc="9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 spc="-190">
                <a:latin typeface="Arial"/>
                <a:cs typeface="Arial"/>
              </a:rPr>
              <a:t>T</a:t>
            </a:r>
            <a:r>
              <a:rPr dirty="0" sz="1550" spc="-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MCH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5">
                <a:latin typeface="Arial"/>
                <a:cs typeface="Arial"/>
              </a:rPr>
              <a:t>V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195" b="1">
                <a:latin typeface="Arial"/>
                <a:cs typeface="Arial"/>
              </a:rPr>
              <a:t> </a:t>
            </a:r>
            <a:r>
              <a:rPr dirty="0" sz="1550" spc="-70">
                <a:latin typeface="Arial"/>
                <a:cs typeface="Arial"/>
              </a:rPr>
              <a:t>TipoChav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204">
                <a:latin typeface="Arial"/>
                <a:cs typeface="Arial"/>
              </a:rPr>
              <a:t> </a:t>
            </a:r>
            <a:r>
              <a:rPr dirty="0" sz="1550" spc="-55">
                <a:latin typeface="Arial"/>
                <a:cs typeface="Arial"/>
              </a:rPr>
              <a:t>TipoConjChave</a:t>
            </a:r>
            <a:r>
              <a:rPr dirty="0" sz="1550" spc="110">
                <a:latin typeface="Arial"/>
                <a:cs typeface="Arial"/>
              </a:rPr>
              <a:t>s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NUMCH</a:t>
            </a:r>
            <a:r>
              <a:rPr dirty="0" sz="1550" spc="-110">
                <a:latin typeface="Arial"/>
                <a:cs typeface="Arial"/>
              </a:rPr>
              <a:t>A</a:t>
            </a:r>
            <a:r>
              <a:rPr dirty="0" sz="1550" spc="-5">
                <a:latin typeface="Arial"/>
                <a:cs typeface="Arial"/>
              </a:rPr>
              <a:t>VE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550" spc="-25" b="1">
                <a:latin typeface="Arial"/>
                <a:cs typeface="Arial"/>
              </a:rPr>
              <a:t>typede</a:t>
            </a:r>
            <a:r>
              <a:rPr dirty="0" sz="1550" b="1">
                <a:latin typeface="Arial"/>
                <a:cs typeface="Arial"/>
              </a:rPr>
              <a:t>f 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15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TipoIndic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830"/>
              </a:spcBef>
            </a:pPr>
            <a:r>
              <a:rPr dirty="0" sz="1550" spc="70" b="1">
                <a:latin typeface="Arial"/>
                <a:cs typeface="Arial"/>
              </a:rPr>
              <a:t>stati</a:t>
            </a:r>
            <a:r>
              <a:rPr dirty="0" sz="1550" b="1">
                <a:latin typeface="Arial"/>
                <a:cs typeface="Arial"/>
              </a:rPr>
              <a:t>c </a:t>
            </a:r>
            <a:r>
              <a:rPr dirty="0" sz="1550" spc="10" b="1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110">
                <a:latin typeface="Arial"/>
                <a:cs typeface="Arial"/>
              </a:rPr>
              <a:t> </a:t>
            </a:r>
            <a:r>
              <a:rPr dirty="0" sz="1550" spc="-105">
                <a:latin typeface="Arial"/>
                <a:cs typeface="Arial"/>
              </a:rPr>
              <a:t>M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830"/>
              </a:spcBef>
            </a:pPr>
            <a:r>
              <a:rPr dirty="0" sz="1550" spc="70" b="1">
                <a:latin typeface="Arial"/>
                <a:cs typeface="Arial"/>
              </a:rPr>
              <a:t>stati</a:t>
            </a:r>
            <a:r>
              <a:rPr dirty="0" sz="1550" b="1">
                <a:latin typeface="Arial"/>
                <a:cs typeface="Arial"/>
              </a:rPr>
              <a:t>c </a:t>
            </a:r>
            <a:r>
              <a:rPr dirty="0" sz="1550" spc="-15" b="1">
                <a:latin typeface="Arial"/>
                <a:cs typeface="Arial"/>
              </a:rPr>
              <a:t> </a:t>
            </a:r>
            <a:r>
              <a:rPr dirty="0" sz="1550" spc="15">
                <a:latin typeface="Arial"/>
                <a:cs typeface="Arial"/>
              </a:rPr>
              <a:t>TipoValorArest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170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N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84702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b="1" i="1">
                <a:solidFill>
                  <a:srgbClr val="007F7A"/>
                </a:solidFill>
                <a:latin typeface="Arial"/>
                <a:cs typeface="Arial"/>
              </a:rPr>
              <a:t>f-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Loops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211" y="1386319"/>
            <a:ext cx="3349625" cy="612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0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GeraGraf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TipoConjChave</a:t>
            </a:r>
            <a:r>
              <a:rPr dirty="0" sz="1700" spc="10">
                <a:latin typeface="Arial"/>
                <a:cs typeface="Arial"/>
              </a:rPr>
              <a:t>s</a:t>
            </a:r>
            <a:endParaRPr sz="1700">
              <a:latin typeface="Arial"/>
              <a:cs typeface="Arial"/>
            </a:endParaRPr>
          </a:p>
          <a:p>
            <a:pPr marL="1732914">
              <a:lnSpc>
                <a:spcPct val="100000"/>
              </a:lnSpc>
              <a:spcBef>
                <a:spcPts val="650"/>
              </a:spcBef>
            </a:pPr>
            <a:r>
              <a:rPr dirty="0" sz="1700" spc="25">
                <a:latin typeface="Arial"/>
                <a:cs typeface="Arial"/>
              </a:rPr>
              <a:t>TipoValo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25">
                <a:latin typeface="Arial"/>
                <a:cs typeface="Arial"/>
              </a:rPr>
              <a:t>e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9809" y="1303672"/>
            <a:ext cx="1198245" cy="694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6985">
              <a:lnSpc>
                <a:spcPct val="131900"/>
              </a:lnSpc>
            </a:pPr>
            <a:r>
              <a:rPr dirty="0" sz="1700" spc="-70">
                <a:latin typeface="Arial"/>
                <a:cs typeface="Arial"/>
              </a:rPr>
              <a:t>ConjChave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1312" y="2069719"/>
            <a:ext cx="203200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TipoValorVertic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6110" y="2328829"/>
            <a:ext cx="1544955" cy="137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15240">
              <a:lnSpc>
                <a:spcPct val="131900"/>
              </a:lnSpc>
            </a:pP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endParaRPr sz="17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650"/>
              </a:spcBef>
            </a:pPr>
            <a:r>
              <a:rPr dirty="0" sz="1700">
                <a:latin typeface="Arial"/>
                <a:cs typeface="Arial"/>
              </a:rPr>
              <a:t>TipoGraf</a:t>
            </a:r>
            <a:r>
              <a:rPr dirty="0" sz="1700" spc="1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36449" y="2328829"/>
            <a:ext cx="1727200" cy="1391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076325" indent="21590">
              <a:lnSpc>
                <a:spcPct val="131900"/>
              </a:lnSpc>
            </a:pP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650"/>
              </a:spcBef>
            </a:pPr>
            <a:r>
              <a:rPr dirty="0" sz="1700" spc="-355">
                <a:latin typeface="Lucida Sans Unicode"/>
                <a:cs typeface="Lucida Sans Unicode"/>
              </a:rPr>
              <a:t>∗</a:t>
            </a:r>
            <a:r>
              <a:rPr dirty="0" sz="1700" spc="-65">
                <a:latin typeface="Arial"/>
                <a:cs typeface="Arial"/>
              </a:rPr>
              <a:t>NGrafosGerado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650"/>
              </a:spcBef>
            </a:pPr>
            <a:r>
              <a:rPr dirty="0" sz="1700" spc="-295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2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8174" y="3778161"/>
            <a:ext cx="6412230" cy="36874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14629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10">
                <a:latin typeface="Lucida Sans Unicode"/>
                <a:cs typeface="Lucida Sans Unicode"/>
              </a:rPr>
              <a:t> </a:t>
            </a:r>
            <a:r>
              <a:rPr dirty="0" sz="1700" spc="-85" i="1">
                <a:latin typeface="Arial"/>
                <a:cs typeface="Arial"/>
              </a:rPr>
              <a:t>Ger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45" i="1">
                <a:latin typeface="Arial"/>
                <a:cs typeface="Arial"/>
              </a:rPr>
              <a:t> </a:t>
            </a:r>
            <a:r>
              <a:rPr dirty="0" sz="1700" spc="-225" i="1">
                <a:latin typeface="Arial"/>
                <a:cs typeface="Arial"/>
              </a:rPr>
              <a:t>u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185" i="1">
                <a:latin typeface="Arial"/>
                <a:cs typeface="Arial"/>
              </a:rPr>
              <a:t> </a:t>
            </a:r>
            <a:r>
              <a:rPr dirty="0" sz="1700" spc="60" i="1">
                <a:latin typeface="Arial"/>
                <a:cs typeface="Arial"/>
              </a:rPr>
              <a:t>g</a:t>
            </a:r>
            <a:r>
              <a:rPr dirty="0" sz="1700" spc="50" i="1">
                <a:latin typeface="Arial"/>
                <a:cs typeface="Arial"/>
              </a:rPr>
              <a:t>r</a:t>
            </a:r>
            <a:r>
              <a:rPr dirty="0" sz="1700" spc="60" i="1">
                <a:latin typeface="Arial"/>
                <a:cs typeface="Arial"/>
              </a:rPr>
              <a:t>a</a:t>
            </a:r>
            <a:r>
              <a:rPr dirty="0" sz="1700" spc="50" i="1">
                <a:latin typeface="Arial"/>
                <a:cs typeface="Arial"/>
              </a:rPr>
              <a:t>f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4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s</a:t>
            </a:r>
            <a:r>
              <a:rPr dirty="0" sz="1700" spc="-170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220" i="1">
                <a:latin typeface="Arial"/>
                <a:cs typeface="Arial"/>
              </a:rPr>
              <a:t> </a:t>
            </a:r>
            <a:r>
              <a:rPr dirty="0" sz="1700" spc="40" i="1">
                <a:latin typeface="Arial"/>
                <a:cs typeface="Arial"/>
              </a:rPr>
              <a:t>aresta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55" i="1">
                <a:latin typeface="Arial"/>
                <a:cs typeface="Arial"/>
              </a:rPr>
              <a:t>repetida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13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s</a:t>
            </a:r>
            <a:r>
              <a:rPr dirty="0" sz="1700" spc="-170" i="1">
                <a:latin typeface="Arial"/>
                <a:cs typeface="Arial"/>
              </a:rPr>
              <a:t>e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0" i="1">
                <a:latin typeface="Arial"/>
                <a:cs typeface="Arial"/>
              </a:rPr>
              <a:t> </a:t>
            </a:r>
            <a:r>
              <a:rPr dirty="0" sz="1700" spc="120" i="1">
                <a:latin typeface="Arial"/>
                <a:cs typeface="Arial"/>
              </a:rPr>
              <a:t>sel</a:t>
            </a:r>
            <a:r>
              <a:rPr dirty="0" sz="1700" spc="-15" i="1">
                <a:latin typeface="Arial"/>
                <a:cs typeface="Arial"/>
              </a:rPr>
              <a:t>f</a:t>
            </a:r>
            <a:r>
              <a:rPr dirty="0" sz="1700" spc="-245">
                <a:latin typeface="Lucida Sans Unicode"/>
                <a:cs typeface="Lucida Sans Unicode"/>
              </a:rPr>
              <a:t>−</a:t>
            </a:r>
            <a:r>
              <a:rPr dirty="0" sz="1700" spc="25" i="1">
                <a:latin typeface="Arial"/>
                <a:cs typeface="Arial"/>
              </a:rPr>
              <a:t>loop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3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19075" indent="-5715">
              <a:lnSpc>
                <a:spcPct val="100000"/>
              </a:lnSpc>
              <a:spcBef>
                <a:spcPts val="650"/>
              </a:spcBef>
              <a:tabLst>
                <a:tab pos="647700" algn="l"/>
                <a:tab pos="979169" algn="l"/>
                <a:tab pos="1379220" algn="l"/>
                <a:tab pos="3534410" algn="l"/>
              </a:tabLst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0">
                <a:latin typeface="Arial"/>
                <a:cs typeface="Arial"/>
              </a:rPr>
              <a:t>TipoAre</a:t>
            </a:r>
            <a:r>
              <a:rPr dirty="0" sz="1700" spc="15">
                <a:latin typeface="Arial"/>
                <a:cs typeface="Arial"/>
              </a:rPr>
              <a:t>s</a:t>
            </a:r>
            <a:r>
              <a:rPr dirty="0" sz="1700" spc="15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GrafoValid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spcBef>
                <a:spcPts val="1385"/>
              </a:spcBef>
              <a:tabLst>
                <a:tab pos="963294" algn="l"/>
                <a:tab pos="1386840" algn="l"/>
              </a:tabLst>
            </a:pPr>
            <a:r>
              <a:rPr dirty="0" sz="1700" spc="150">
                <a:latin typeface="Arial"/>
                <a:cs typeface="Arial"/>
              </a:rPr>
              <a:t>inlin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70">
                <a:latin typeface="Arial"/>
                <a:cs typeface="Arial"/>
              </a:rPr>
              <a:t>VerticesIguai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TipoAre</a:t>
            </a:r>
            <a:r>
              <a:rPr dirty="0" sz="1700" spc="15">
                <a:latin typeface="Arial"/>
                <a:cs typeface="Arial"/>
              </a:rPr>
              <a:t>s</a:t>
            </a:r>
            <a:r>
              <a:rPr dirty="0" sz="1700" spc="15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145">
                <a:latin typeface="Lucida Sans Unicode"/>
                <a:cs typeface="Lucida Sans Unicode"/>
              </a:rPr>
              <a:t>∗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15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50"/>
              </a:spcBef>
              <a:tabLst>
                <a:tab pos="427355" algn="l"/>
                <a:tab pos="862330" algn="l"/>
                <a:tab pos="119316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1640">
              <a:lnSpc>
                <a:spcPct val="100000"/>
              </a:lnSpc>
              <a:spcBef>
                <a:spcPts val="650"/>
              </a:spcBef>
              <a:tabLst>
                <a:tab pos="1160780" algn="l"/>
                <a:tab pos="1729105" algn="l"/>
                <a:tab pos="1910714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50"/>
              </a:spcBef>
              <a:tabLst>
                <a:tab pos="1803400" algn="l"/>
                <a:tab pos="2371725" algn="l"/>
                <a:tab pos="2553970" algn="l"/>
                <a:tab pos="387159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50"/>
              </a:spcBef>
              <a:tabLst>
                <a:tab pos="869315" algn="l"/>
                <a:tab pos="117157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-13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00">
                <a:latin typeface="Arial"/>
                <a:cs typeface="Arial"/>
              </a:rPr>
              <a:t>&gt;</a:t>
            </a:r>
            <a:r>
              <a:rPr dirty="0" sz="1700" spc="60">
                <a:latin typeface="Arial"/>
                <a:cs typeface="Arial"/>
              </a:rPr>
              <a:t>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-135">
                <a:latin typeface="Arial"/>
                <a:cs typeface="Arial"/>
              </a:rPr>
              <a:t>a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100">
                <a:latin typeface="Arial"/>
                <a:cs typeface="Arial"/>
              </a:rPr>
              <a:t>&gt;</a:t>
            </a:r>
            <a:r>
              <a:rPr dirty="0" sz="1700" spc="60">
                <a:latin typeface="Arial"/>
                <a:cs typeface="Arial"/>
              </a:rPr>
              <a:t>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844550">
              <a:lnSpc>
                <a:spcPct val="100000"/>
              </a:lnSpc>
              <a:spcBef>
                <a:spcPts val="650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4516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470265" cy="5943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resta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b="1" i="1">
                <a:solidFill>
                  <a:srgbClr val="007F7A"/>
                </a:solidFill>
                <a:latin typeface="Arial"/>
                <a:cs typeface="Arial"/>
              </a:rPr>
              <a:t>f-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Loops</a:t>
            </a:r>
            <a:endParaRPr sz="245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1265"/>
              </a:spcBef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39420" marR="3279140" indent="-186055">
              <a:lnSpc>
                <a:spcPct val="1319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GrafoValid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5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4">
                <a:latin typeface="Arial"/>
                <a:cs typeface="Arial"/>
              </a:rPr>
              <a:t>&gt;</a:t>
            </a:r>
            <a:r>
              <a:rPr dirty="0" sz="1700" spc="-40">
                <a:latin typeface="Arial"/>
                <a:cs typeface="Arial"/>
              </a:rPr>
              <a:t>NumVertice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5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50">
                <a:latin typeface="Arial"/>
                <a:cs typeface="Arial"/>
              </a:rPr>
              <a:t>&gt;</a:t>
            </a:r>
            <a:r>
              <a:rPr dirty="0" sz="1700" spc="-85">
                <a:latin typeface="Arial"/>
                <a:cs typeface="Arial"/>
              </a:rPr>
              <a:t>NumAresta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9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8625">
              <a:lnSpc>
                <a:spcPct val="100000"/>
              </a:lnSpc>
              <a:spcBef>
                <a:spcPts val="650"/>
              </a:spcBef>
            </a:pPr>
            <a:r>
              <a:rPr dirty="0" sz="1700" spc="-90">
                <a:latin typeface="Arial"/>
                <a:cs typeface="Arial"/>
              </a:rPr>
              <a:t>FGVazi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90">
                <a:latin typeface="Arial"/>
                <a:cs typeface="Arial"/>
              </a:rPr>
              <a:t>o</a:t>
            </a:r>
            <a:r>
              <a:rPr dirty="0" sz="1700" spc="200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-70">
                <a:latin typeface="Arial"/>
                <a:cs typeface="Arial"/>
              </a:rPr>
              <a:t>NG</a:t>
            </a:r>
            <a:r>
              <a:rPr dirty="0" sz="1700" spc="-75">
                <a:latin typeface="Arial"/>
                <a:cs typeface="Arial"/>
              </a:rPr>
              <a:t>rafo</a:t>
            </a:r>
            <a:r>
              <a:rPr dirty="0" sz="1700" spc="-75">
                <a:latin typeface="Arial"/>
                <a:cs typeface="Arial"/>
              </a:rPr>
              <a:t>sG</a:t>
            </a:r>
            <a:r>
              <a:rPr dirty="0" sz="1700" spc="-70">
                <a:latin typeface="Arial"/>
                <a:cs typeface="Arial"/>
              </a:rPr>
              <a:t>erado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650"/>
              </a:spcBef>
              <a:tabLst>
                <a:tab pos="1187450" algn="l"/>
                <a:tab pos="1755775" algn="l"/>
                <a:tab pos="1938020" algn="l"/>
                <a:tab pos="325564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GeraPeso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650"/>
              </a:spcBef>
              <a:tabLst>
                <a:tab pos="1187450" algn="l"/>
                <a:tab pos="1755775" algn="l"/>
                <a:tab pos="1938020" algn="l"/>
                <a:tab pos="421957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50">
                <a:latin typeface="Arial"/>
                <a:cs typeface="Arial"/>
              </a:rPr>
              <a:t>&gt;</a:t>
            </a:r>
            <a:r>
              <a:rPr dirty="0" sz="1700" spc="-85">
                <a:latin typeface="Arial"/>
                <a:cs typeface="Arial"/>
              </a:rPr>
              <a:t>NumAresta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8199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7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Pe</a:t>
            </a:r>
            <a:r>
              <a:rPr dirty="0" sz="1700" spc="-105">
                <a:latin typeface="Arial"/>
                <a:cs typeface="Arial"/>
              </a:rPr>
              <a:t>s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76935">
              <a:lnSpc>
                <a:spcPct val="100000"/>
              </a:lnSpc>
              <a:spcBef>
                <a:spcPts val="650"/>
              </a:spcBef>
              <a:tabLst>
                <a:tab pos="1616075" algn="l"/>
                <a:tab pos="2184400" algn="l"/>
                <a:tab pos="2366010" algn="l"/>
                <a:tab pos="368427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5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085215">
              <a:lnSpc>
                <a:spcPct val="100000"/>
              </a:lnSpc>
              <a:spcBef>
                <a:spcPts val="650"/>
              </a:spcBef>
            </a:pP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6619">
              <a:lnSpc>
                <a:spcPct val="100000"/>
              </a:lnSpc>
              <a:spcBef>
                <a:spcPts val="650"/>
              </a:spcBef>
              <a:tabLst>
                <a:tab pos="1198245" algn="l"/>
                <a:tab pos="4009390" algn="l"/>
                <a:tab pos="430212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VerticesIguai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45">
                <a:latin typeface="Arial"/>
                <a:cs typeface="Arial"/>
              </a:rPr>
              <a:t>E</a:t>
            </a:r>
            <a:r>
              <a:rPr dirty="0" sz="1700" spc="40">
                <a:latin typeface="Arial"/>
                <a:cs typeface="Arial"/>
              </a:rPr>
              <a:t>x</a:t>
            </a:r>
            <a:r>
              <a:rPr dirty="0" sz="1700" spc="35">
                <a:latin typeface="Arial"/>
                <a:cs typeface="Arial"/>
              </a:rPr>
              <a:t>i</a:t>
            </a:r>
            <a:r>
              <a:rPr dirty="0" sz="1700" spc="40">
                <a:latin typeface="Arial"/>
                <a:cs typeface="Arial"/>
              </a:rPr>
              <a:t>s</a:t>
            </a:r>
            <a:r>
              <a:rPr dirty="0" sz="1700" spc="45">
                <a:latin typeface="Arial"/>
                <a:cs typeface="Arial"/>
              </a:rPr>
              <a:t>teAre</a:t>
            </a:r>
            <a:r>
              <a:rPr dirty="0" sz="1700" spc="40">
                <a:latin typeface="Arial"/>
                <a:cs typeface="Arial"/>
              </a:rPr>
              <a:t>s</a:t>
            </a:r>
            <a:r>
              <a:rPr dirty="0" sz="1700" spc="4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0">
                <a:latin typeface="Arial"/>
                <a:cs typeface="Arial"/>
              </a:rPr>
              <a:t>o</a:t>
            </a:r>
            <a:r>
              <a:rPr dirty="0" sz="1700" spc="18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895985">
              <a:lnSpc>
                <a:spcPct val="100000"/>
              </a:lnSpc>
              <a:spcBef>
                <a:spcPts val="650"/>
              </a:spcBef>
              <a:tabLst>
                <a:tab pos="3572510" algn="l"/>
                <a:tab pos="445452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GrafoValid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ALSE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55" b="1">
                <a:latin typeface="Arial"/>
                <a:cs typeface="Arial"/>
              </a:rPr>
              <a:t>brea</a:t>
            </a:r>
            <a:r>
              <a:rPr dirty="0" sz="1700" spc="10" b="1">
                <a:latin typeface="Arial"/>
                <a:cs typeface="Arial"/>
              </a:rPr>
              <a:t>k</a:t>
            </a:r>
            <a:r>
              <a:rPr dirty="0" sz="1700" spc="-29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69950">
              <a:lnSpc>
                <a:spcPct val="100000"/>
              </a:lnSpc>
              <a:spcBef>
                <a:spcPts val="650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InsereArest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20">
                <a:latin typeface="Arial"/>
                <a:cs typeface="Arial"/>
              </a:rPr>
              <a:t>Arest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246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9420">
              <a:lnSpc>
                <a:spcPct val="100000"/>
              </a:lnSpc>
              <a:spcBef>
                <a:spcPts val="650"/>
              </a:spcBef>
            </a:pPr>
            <a:r>
              <a:rPr dirty="0" sz="1700" spc="-5">
                <a:latin typeface="Arial"/>
                <a:cs typeface="Arial"/>
              </a:rPr>
              <a:t>++(</a:t>
            </a:r>
            <a:r>
              <a:rPr dirty="0" sz="1700" spc="-365">
                <a:latin typeface="Lucida Sans Unicode"/>
                <a:cs typeface="Lucida Sans Unicode"/>
              </a:rPr>
              <a:t>∗</a:t>
            </a:r>
            <a:r>
              <a:rPr dirty="0" sz="1700" spc="-70">
                <a:latin typeface="Arial"/>
                <a:cs typeface="Arial"/>
              </a:rPr>
              <a:t>NG</a:t>
            </a:r>
            <a:r>
              <a:rPr dirty="0" sz="1700" spc="-75">
                <a:latin typeface="Arial"/>
                <a:cs typeface="Arial"/>
              </a:rPr>
              <a:t>rafo</a:t>
            </a:r>
            <a:r>
              <a:rPr dirty="0" sz="1700" spc="-75">
                <a:latin typeface="Arial"/>
                <a:cs typeface="Arial"/>
              </a:rPr>
              <a:t>sG</a:t>
            </a:r>
            <a:r>
              <a:rPr dirty="0" sz="1700" spc="-70">
                <a:latin typeface="Arial"/>
                <a:cs typeface="Arial"/>
              </a:rPr>
              <a:t>erado</a:t>
            </a:r>
            <a:r>
              <a:rPr dirty="0" sz="1700" spc="135">
                <a:latin typeface="Arial"/>
                <a:cs typeface="Arial"/>
              </a:rPr>
              <a:t>s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GrafoValid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50"/>
              </a:spcBef>
              <a:tabLst>
                <a:tab pos="241300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00">
                <a:latin typeface="Lucida Sans Unicode"/>
                <a:cs typeface="Lucida Sans Unicode"/>
              </a:rPr>
              <a:t> </a:t>
            </a:r>
            <a:r>
              <a:rPr dirty="0" sz="1700" spc="-80" i="1">
                <a:latin typeface="Arial"/>
                <a:cs typeface="Arial"/>
              </a:rPr>
              <a:t>Fi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229" i="1">
                <a:latin typeface="Arial"/>
                <a:cs typeface="Arial"/>
              </a:rPr>
              <a:t> </a:t>
            </a:r>
            <a:r>
              <a:rPr dirty="0" sz="1700" spc="-45" i="1">
                <a:latin typeface="Arial"/>
                <a:cs typeface="Arial"/>
              </a:rPr>
              <a:t>GeraGraf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4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5781" y="851928"/>
            <a:ext cx="7384415" cy="6613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94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700" spc="-240">
                <a:latin typeface="Arial"/>
                <a:cs typeface="Arial"/>
              </a:rPr>
              <a:t>{</a:t>
            </a:r>
            <a:r>
              <a:rPr dirty="0" sz="1700" spc="-260">
                <a:latin typeface="Lucida Sans Unicode"/>
                <a:cs typeface="Lucida Sans Unicode"/>
              </a:rPr>
              <a:t>−−−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75">
                <a:latin typeface="Lucida Sans Unicode"/>
                <a:cs typeface="Lucida Sans Unicode"/>
              </a:rPr>
              <a:t> </a:t>
            </a:r>
            <a:r>
              <a:rPr dirty="0" sz="1700" spc="-60">
                <a:latin typeface="Arial"/>
                <a:cs typeface="Arial"/>
              </a:rPr>
              <a:t>Entra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estrutura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dado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95">
                <a:latin typeface="Arial"/>
                <a:cs typeface="Arial"/>
              </a:rPr>
              <a:t>sli</a:t>
            </a:r>
            <a:r>
              <a:rPr dirty="0" sz="1700" spc="100">
                <a:latin typeface="Arial"/>
                <a:cs typeface="Arial"/>
              </a:rPr>
              <a:t>de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103,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104,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105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40">
                <a:latin typeface="Arial"/>
                <a:cs typeface="Arial"/>
              </a:rPr>
              <a:t>{</a:t>
            </a:r>
            <a:r>
              <a:rPr dirty="0" sz="1700" spc="-260">
                <a:latin typeface="Lucida Sans Unicode"/>
                <a:cs typeface="Lucida Sans Unicode"/>
              </a:rPr>
              <a:t>−−−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75">
                <a:latin typeface="Lucida Sans Unicode"/>
                <a:cs typeface="Lucida Sans Unicode"/>
              </a:rPr>
              <a:t> </a:t>
            </a:r>
            <a:r>
              <a:rPr dirty="0" sz="1700" spc="-60">
                <a:latin typeface="Arial"/>
                <a:cs typeface="Arial"/>
              </a:rPr>
              <a:t>Entra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operadore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spc="140" b="1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Progra</a:t>
            </a:r>
            <a:r>
              <a:rPr dirty="0" sz="1700" spc="-8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3.18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40">
                <a:latin typeface="Arial"/>
                <a:cs typeface="Arial"/>
              </a:rPr>
              <a:t>{</a:t>
            </a:r>
            <a:r>
              <a:rPr dirty="0" sz="1700" spc="-260">
                <a:latin typeface="Lucida Sans Unicode"/>
                <a:cs typeface="Lucida Sans Unicode"/>
              </a:rPr>
              <a:t>−−−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75">
                <a:latin typeface="Lucida Sans Unicode"/>
                <a:cs typeface="Lucida Sans Unicode"/>
              </a:rPr>
              <a:t> </a:t>
            </a:r>
            <a:r>
              <a:rPr dirty="0" sz="1700" spc="-60">
                <a:latin typeface="Arial"/>
                <a:cs typeface="Arial"/>
              </a:rPr>
              <a:t>Entra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operadore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slid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77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-120">
                <a:latin typeface="Lucida Sans Unicode"/>
                <a:cs typeface="Lucida Sans Unicode"/>
              </a:rPr>
              <a:t>−</a:t>
            </a:r>
            <a:r>
              <a:rPr dirty="0" sz="1700" spc="-6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40">
                <a:latin typeface="Arial"/>
                <a:cs typeface="Arial"/>
              </a:rPr>
              <a:t>{</a:t>
            </a:r>
            <a:r>
              <a:rPr dirty="0" sz="1700" spc="-260">
                <a:latin typeface="Lucida Sans Unicode"/>
                <a:cs typeface="Lucida Sans Unicode"/>
              </a:rPr>
              <a:t>−−−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75">
                <a:latin typeface="Lucida Sans Unicode"/>
                <a:cs typeface="Lucida Sans Unicode"/>
              </a:rPr>
              <a:t> </a:t>
            </a:r>
            <a:r>
              <a:rPr dirty="0" sz="1700" spc="-60">
                <a:latin typeface="Arial"/>
                <a:cs typeface="Arial"/>
              </a:rPr>
              <a:t>Entra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operadore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spc="140" b="1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Progra</a:t>
            </a:r>
            <a:r>
              <a:rPr dirty="0" sz="1700" spc="-8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7.26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240">
                <a:latin typeface="Arial"/>
                <a:cs typeface="Arial"/>
              </a:rPr>
              <a:t>{</a:t>
            </a:r>
            <a:r>
              <a:rPr dirty="0" sz="1700" spc="-260">
                <a:latin typeface="Lucida Sans Unicode"/>
                <a:cs typeface="Lucida Sans Unicode"/>
              </a:rPr>
              <a:t>−−−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375">
                <a:latin typeface="Lucida Sans Unicode"/>
                <a:cs typeface="Lucida Sans Unicode"/>
              </a:rPr>
              <a:t> </a:t>
            </a:r>
            <a:r>
              <a:rPr dirty="0" sz="1700" spc="-60">
                <a:latin typeface="Arial"/>
                <a:cs typeface="Arial"/>
              </a:rPr>
              <a:t>Entra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aqu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VerticeGrauU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GrafoAciclic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10" b="1">
                <a:latin typeface="Arial"/>
                <a:cs typeface="Arial"/>
              </a:rPr>
              <a:t>o</a:t>
            </a:r>
            <a:r>
              <a:rPr dirty="0" sz="1700" spc="140" b="1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Progra</a:t>
            </a:r>
            <a:r>
              <a:rPr dirty="0" sz="1700" spc="-8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7.10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−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1275">
              <a:lnSpc>
                <a:spcPct val="100000"/>
              </a:lnSpc>
              <a:spcBef>
                <a:spcPts val="650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mai</a:t>
            </a:r>
            <a:r>
              <a:rPr dirty="0" sz="1700" spc="140">
                <a:latin typeface="Arial"/>
                <a:cs typeface="Arial"/>
              </a:rPr>
              <a:t>n</a:t>
            </a:r>
            <a:r>
              <a:rPr dirty="0" sz="1700" spc="204">
                <a:latin typeface="Arial"/>
                <a:cs typeface="Arial"/>
              </a:rPr>
              <a:t>()</a:t>
            </a:r>
            <a:r>
              <a:rPr dirty="0" sz="1700" spc="5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448945" marR="86995" indent="13335">
              <a:lnSpc>
                <a:spcPct val="131900"/>
              </a:lnSpc>
              <a:tabLst>
                <a:tab pos="1116330" algn="l"/>
                <a:tab pos="3785235" algn="l"/>
                <a:tab pos="4219575" algn="l"/>
                <a:tab pos="4551045" algn="l"/>
                <a:tab pos="4856480" algn="l"/>
              </a:tabLst>
            </a:pP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TipoGraf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TipoArranjoAresta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5" b="1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GAciclic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80" b="1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NG</a:t>
            </a:r>
            <a:r>
              <a:rPr dirty="0" sz="1700" spc="-75">
                <a:latin typeface="Arial"/>
                <a:cs typeface="Arial"/>
              </a:rPr>
              <a:t>rafo</a:t>
            </a:r>
            <a:r>
              <a:rPr dirty="0" sz="1700" spc="-75">
                <a:latin typeface="Arial"/>
                <a:cs typeface="Arial"/>
              </a:rPr>
              <a:t>sG</a:t>
            </a:r>
            <a:r>
              <a:rPr dirty="0" sz="1700" spc="-70">
                <a:latin typeface="Arial"/>
                <a:cs typeface="Arial"/>
              </a:rPr>
              <a:t>erado</a:t>
            </a:r>
            <a:r>
              <a:rPr dirty="0" sz="1700" spc="11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TipoConjChave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80">
                <a:latin typeface="Lucida Sans Unicode"/>
                <a:cs typeface="Lucida Sans Unicode"/>
              </a:rPr>
              <a:t>∗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16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9580">
              <a:lnSpc>
                <a:spcPct val="100000"/>
              </a:lnSpc>
              <a:spcBef>
                <a:spcPts val="650"/>
              </a:spcBef>
            </a:pPr>
            <a:r>
              <a:rPr dirty="0" sz="1700" spc="-4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95">
                <a:latin typeface="Lucida Sans Unicode"/>
                <a:cs typeface="Lucida Sans Unicode"/>
              </a:rPr>
              <a:t>∗</a:t>
            </a:r>
            <a:r>
              <a:rPr dirty="0" sz="1700" spc="-30">
                <a:latin typeface="Arial"/>
                <a:cs typeface="Arial"/>
              </a:rPr>
              <a:t>ArqSaid</a:t>
            </a:r>
            <a:r>
              <a:rPr dirty="0" sz="1700" spc="21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spc="145" b="1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-55">
                <a:latin typeface="Arial"/>
                <a:cs typeface="Arial"/>
              </a:rPr>
              <a:t>q</a:t>
            </a:r>
            <a:r>
              <a:rPr dirty="0" sz="1700" spc="110">
                <a:latin typeface="Arial"/>
                <a:cs typeface="Arial"/>
              </a:rPr>
              <a:t>[100]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78790">
              <a:lnSpc>
                <a:spcPct val="100000"/>
              </a:lnSpc>
              <a:spcBef>
                <a:spcPts val="650"/>
              </a:spcBef>
              <a:tabLst>
                <a:tab pos="1214120" algn="l"/>
                <a:tab pos="593471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"</a:t>
            </a:r>
            <a:r>
              <a:rPr dirty="0" sz="1700" spc="-229">
                <a:latin typeface="Arial"/>
                <a:cs typeface="Arial"/>
              </a:rPr>
              <a:t>Nom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arquiv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chave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sere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lida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3390" marR="304165" indent="5080">
              <a:lnSpc>
                <a:spcPct val="131900"/>
              </a:lnSpc>
              <a:tabLst>
                <a:tab pos="3470910" algn="l"/>
              </a:tabLst>
            </a:pP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9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420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"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%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fope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-1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NomeAr</a:t>
            </a:r>
            <a:r>
              <a:rPr dirty="0" sz="1700" spc="-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78790">
              <a:lnSpc>
                <a:spcPct val="100000"/>
              </a:lnSpc>
              <a:spcBef>
                <a:spcPts val="650"/>
              </a:spcBef>
              <a:tabLst>
                <a:tab pos="1214120" algn="l"/>
                <a:tab pos="582803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"</a:t>
            </a:r>
            <a:r>
              <a:rPr dirty="0" sz="1700" spc="-229">
                <a:latin typeface="Arial"/>
                <a:cs typeface="Arial"/>
              </a:rPr>
              <a:t>Nom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arquiv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par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grava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experiment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2120" marR="304165" indent="6350">
              <a:lnSpc>
                <a:spcPct val="131900"/>
              </a:lnSpc>
              <a:tabLst>
                <a:tab pos="2493645" algn="l"/>
                <a:tab pos="3256915" algn="l"/>
                <a:tab pos="3478529" algn="l"/>
                <a:tab pos="6163945" algn="l"/>
              </a:tabLst>
            </a:pP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9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"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%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ArqSaid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fope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-1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NomeAr</a:t>
            </a:r>
            <a:r>
              <a:rPr dirty="0" sz="1700" spc="-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75">
                <a:latin typeface="Arial"/>
                <a:cs typeface="Arial"/>
              </a:rPr>
              <a:t>"w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NG</a:t>
            </a:r>
            <a:r>
              <a:rPr dirty="0" sz="1700" spc="-75">
                <a:latin typeface="Arial"/>
                <a:cs typeface="Arial"/>
              </a:rPr>
              <a:t>rafo</a:t>
            </a:r>
            <a:r>
              <a:rPr dirty="0" sz="1700" spc="-75">
                <a:latin typeface="Arial"/>
                <a:cs typeface="Arial"/>
              </a:rPr>
              <a:t>sG</a:t>
            </a:r>
            <a:r>
              <a:rPr dirty="0" sz="1700" spc="-70">
                <a:latin typeface="Arial"/>
                <a:cs typeface="Arial"/>
              </a:rPr>
              <a:t>erado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100">
                <a:latin typeface="Arial"/>
                <a:cs typeface="Arial"/>
              </a:rPr>
              <a:t>d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&amp;</a:t>
            </a:r>
            <a:r>
              <a:rPr dirty="0" sz="1700" spc="-1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&amp;</a:t>
            </a:r>
            <a:r>
              <a:rPr dirty="0" sz="1700" spc="-27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9740">
              <a:lnSpc>
                <a:spcPct val="100000"/>
              </a:lnSpc>
              <a:spcBef>
                <a:spcPts val="650"/>
              </a:spcBef>
              <a:tabLst>
                <a:tab pos="2531110" algn="l"/>
                <a:tab pos="3264535" algn="l"/>
                <a:tab pos="5401945" algn="l"/>
                <a:tab pos="7008495" algn="l"/>
              </a:tabLst>
            </a:pP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"</a:t>
            </a:r>
            <a:r>
              <a:rPr dirty="0" sz="1700" spc="-470">
                <a:latin typeface="Arial"/>
                <a:cs typeface="Arial"/>
              </a:rPr>
              <a:t>N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1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-565">
                <a:latin typeface="Arial"/>
                <a:cs typeface="Arial"/>
              </a:rPr>
              <a:t>M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1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45">
                <a:latin typeface="Arial"/>
                <a:cs typeface="Arial"/>
              </a:rPr>
              <a:t>r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25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10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9497" y="851928"/>
            <a:ext cx="6513830" cy="1159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397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  <a:tabLst>
                <a:tab pos="1082675" algn="l"/>
              </a:tabLst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feo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175">
                <a:latin typeface="Arial"/>
                <a:cs typeface="Arial"/>
              </a:rPr>
              <a:t>a</a:t>
            </a:r>
            <a:r>
              <a:rPr dirty="0" sz="1700" spc="204">
                <a:latin typeface="Arial"/>
                <a:cs typeface="Arial"/>
              </a:rPr>
              <a:t>))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14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28694" y="2069719"/>
            <a:ext cx="531177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46125" algn="l"/>
              </a:tabLst>
            </a:pP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"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-229">
                <a:latin typeface="Arial"/>
                <a:cs typeface="Arial"/>
              </a:rPr>
              <a:t>e</a:t>
            </a:r>
            <a:r>
              <a:rPr dirty="0" sz="1700" spc="-105">
                <a:latin typeface="Arial"/>
                <a:cs typeface="Arial"/>
              </a:rPr>
              <a:t>[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-170">
                <a:latin typeface="Arial"/>
                <a:cs typeface="Arial"/>
              </a:rPr>
              <a:t>d</a:t>
            </a:r>
            <a:r>
              <a:rPr dirty="0" sz="1700" spc="-120">
                <a:latin typeface="Arial"/>
                <a:cs typeface="Arial"/>
              </a:rPr>
              <a:t>]=</a:t>
            </a:r>
            <a:r>
              <a:rPr dirty="0" sz="1700" spc="-114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7464" y="1987072"/>
            <a:ext cx="1935480" cy="6946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 marR="5080" indent="-26034">
              <a:lnSpc>
                <a:spcPct val="131900"/>
              </a:lnSpc>
            </a:pP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114">
                <a:latin typeface="Arial"/>
                <a:cs typeface="Arial"/>
              </a:rPr>
              <a:t>(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14417" y="3436518"/>
            <a:ext cx="1780539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’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ele</a:t>
            </a:r>
            <a:r>
              <a:rPr dirty="0" sz="1700" spc="-25">
                <a:latin typeface="Arial"/>
                <a:cs typeface="Arial"/>
              </a:rPr>
              <a:t>m</a:t>
            </a:r>
            <a:r>
              <a:rPr dirty="0" sz="1700" spc="-25">
                <a:latin typeface="Arial"/>
                <a:cs typeface="Arial"/>
              </a:rPr>
              <a:t>ento</a:t>
            </a:r>
            <a:r>
              <a:rPr dirty="0" sz="1700" spc="21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301" y="2753118"/>
            <a:ext cx="5342255" cy="1637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1165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314325" algn="l"/>
                <a:tab pos="629285" algn="l"/>
                <a:tab pos="103124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45795" marR="5080" indent="-205740">
              <a:lnSpc>
                <a:spcPct val="131900"/>
              </a:lnSpc>
              <a:tabLst>
                <a:tab pos="650875" algn="l"/>
                <a:tab pos="484441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entrad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meno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qu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e</a:t>
            </a:r>
            <a:r>
              <a:rPr dirty="0" sz="1700" spc="140">
                <a:latin typeface="Arial"/>
                <a:cs typeface="Arial"/>
              </a:rPr>
              <a:t>xi</a:t>
            </a:r>
            <a:r>
              <a:rPr dirty="0" sz="1700" spc="180">
                <a:latin typeface="Arial"/>
                <a:cs typeface="Arial"/>
              </a:rPr>
              <a:t>t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25">
                <a:latin typeface="Lucida Sans Unicode"/>
                <a:cs typeface="Lucida Sans Unicode"/>
              </a:rPr>
              <a:t>−</a:t>
            </a:r>
            <a:r>
              <a:rPr dirty="0" sz="1700" spc="45">
                <a:latin typeface="Arial"/>
                <a:cs typeface="Arial"/>
              </a:rPr>
              <a:t>1)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2234" y="4461561"/>
            <a:ext cx="7301230" cy="953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576954" algn="l"/>
              </a:tabLst>
            </a:pPr>
            <a:r>
              <a:rPr dirty="0" sz="1700" spc="-130" b="1">
                <a:latin typeface="Arial"/>
                <a:cs typeface="Arial"/>
              </a:rPr>
              <a:t>d</a:t>
            </a:r>
            <a:r>
              <a:rPr dirty="0" sz="1700" spc="75" b="1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GeraGraf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(</a:t>
            </a:r>
            <a:r>
              <a:rPr dirty="0" sz="1700" spc="-70">
                <a:latin typeface="Arial"/>
                <a:cs typeface="Arial"/>
              </a:rPr>
              <a:t>ConjChave</a:t>
            </a:r>
            <a:r>
              <a:rPr dirty="0" sz="1700" spc="9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-5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&amp;</a:t>
            </a:r>
            <a:r>
              <a:rPr dirty="0" sz="1700" spc="-65">
                <a:latin typeface="Arial"/>
                <a:cs typeface="Arial"/>
              </a:rPr>
              <a:t>NGrafosGerado</a:t>
            </a:r>
            <a:r>
              <a:rPr dirty="0" sz="1700" spc="-4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&amp;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200">
                <a:latin typeface="Arial"/>
                <a:cs typeface="Arial"/>
              </a:rPr>
              <a:t>o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4659">
              <a:lnSpc>
                <a:spcPct val="100000"/>
              </a:lnSpc>
              <a:spcBef>
                <a:spcPts val="650"/>
              </a:spcBef>
              <a:tabLst>
                <a:tab pos="2937510" algn="l"/>
              </a:tabLst>
            </a:pPr>
            <a:r>
              <a:rPr dirty="0" sz="1700" spc="-25">
                <a:latin typeface="Arial"/>
                <a:cs typeface="Arial"/>
              </a:rPr>
              <a:t>ImprimeGraf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75">
                <a:latin typeface="Arial"/>
                <a:cs typeface="Arial"/>
              </a:rPr>
              <a:t>&amp;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555">
                <a:latin typeface="Lucida Sans Unicode"/>
                <a:cs typeface="Lucida Sans Unicode"/>
              </a:rPr>
              <a:t>∗</a:t>
            </a:r>
            <a:r>
              <a:rPr dirty="0" sz="1700" spc="-409">
                <a:latin typeface="Lucida Sans Unicode"/>
                <a:cs typeface="Lucida Sans Unicode"/>
              </a:rPr>
              <a:t>−</a:t>
            </a:r>
            <a:r>
              <a:rPr dirty="0" sz="1700" spc="-254">
                <a:latin typeface="Lucida Sans Unicode"/>
                <a:cs typeface="Lucida Sans Unicode"/>
              </a:rPr>
              <a:t>−</a:t>
            </a:r>
            <a:r>
              <a:rPr dirty="0" sz="1700" spc="-30" i="1">
                <a:latin typeface="Arial"/>
                <a:cs typeface="Arial"/>
              </a:rPr>
              <a:t>Imprim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90" i="1">
                <a:latin typeface="Arial"/>
                <a:cs typeface="Arial"/>
              </a:rPr>
              <a:t>e</a:t>
            </a:r>
            <a:r>
              <a:rPr dirty="0" sz="1700" spc="85" i="1">
                <a:latin typeface="Arial"/>
                <a:cs typeface="Arial"/>
              </a:rPr>
              <a:t>s</a:t>
            </a:r>
            <a:r>
              <a:rPr dirty="0" sz="1700" spc="85" i="1">
                <a:latin typeface="Arial"/>
                <a:cs typeface="Arial"/>
              </a:rPr>
              <a:t>trutur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225" i="1">
                <a:latin typeface="Arial"/>
                <a:cs typeface="Arial"/>
              </a:rPr>
              <a:t> </a:t>
            </a:r>
            <a:r>
              <a:rPr dirty="0" sz="1700" spc="-60" i="1">
                <a:latin typeface="Arial"/>
                <a:cs typeface="Arial"/>
              </a:rPr>
              <a:t>dado</a:t>
            </a:r>
            <a:r>
              <a:rPr dirty="0" sz="1700" spc="-375" i="1">
                <a:latin typeface="Arial"/>
                <a:cs typeface="Arial"/>
              </a:rPr>
              <a:t>s</a:t>
            </a:r>
            <a:r>
              <a:rPr dirty="0" sz="1700" spc="-509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50"/>
              </a:spcBef>
              <a:tabLst>
                <a:tab pos="1216025" algn="l"/>
                <a:tab pos="208026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"</a:t>
            </a:r>
            <a:r>
              <a:rPr dirty="0" sz="1700" spc="10">
                <a:latin typeface="Arial"/>
                <a:cs typeface="Arial"/>
              </a:rPr>
              <a:t>pri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5878" y="5403956"/>
            <a:ext cx="1393825" cy="10363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31900"/>
              </a:lnSpc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65211" y="5403956"/>
            <a:ext cx="5996305" cy="1049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4780" marR="5080" indent="-132715">
              <a:lnSpc>
                <a:spcPct val="131900"/>
              </a:lnSpc>
              <a:tabLst>
                <a:tab pos="880110" algn="l"/>
                <a:tab pos="1744345" algn="l"/>
                <a:tab pos="2294255" algn="l"/>
              </a:tabLst>
            </a:pP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135">
                <a:latin typeface="Arial"/>
                <a:cs typeface="Arial"/>
              </a:rPr>
              <a:t>.</a:t>
            </a:r>
            <a:r>
              <a:rPr dirty="0" sz="1700" spc="-40">
                <a:latin typeface="Arial"/>
                <a:cs typeface="Arial"/>
              </a:rPr>
              <a:t>NumVertice</a:t>
            </a:r>
            <a:r>
              <a:rPr dirty="0" sz="1700" spc="2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0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"</a:t>
            </a:r>
            <a:r>
              <a:rPr dirty="0" sz="1700" spc="-254">
                <a:latin typeface="Arial"/>
                <a:cs typeface="Arial"/>
              </a:rPr>
              <a:t>%</a:t>
            </a:r>
            <a:r>
              <a:rPr dirty="0" sz="1700" spc="-315">
                <a:latin typeface="Arial"/>
                <a:cs typeface="Arial"/>
              </a:rPr>
              <a:t>3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Pri</a:t>
            </a:r>
            <a:r>
              <a:rPr dirty="0" sz="1700" spc="15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"</a:t>
            </a:r>
            <a:r>
              <a:rPr dirty="0" sz="1700" spc="15">
                <a:latin typeface="Arial"/>
                <a:cs typeface="Arial"/>
              </a:rPr>
              <a:t>pro</a:t>
            </a:r>
            <a:r>
              <a:rPr dirty="0" sz="1700" spc="10">
                <a:latin typeface="Arial"/>
                <a:cs typeface="Arial"/>
              </a:rPr>
              <a:t>x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3258820" algn="l"/>
              </a:tabLst>
            </a:pP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90">
                <a:latin typeface="Arial"/>
                <a:cs typeface="Arial"/>
              </a:rPr>
              <a:t>.</a:t>
            </a:r>
            <a:r>
              <a:rPr dirty="0" sz="1700" spc="-85">
                <a:latin typeface="Arial"/>
                <a:cs typeface="Arial"/>
              </a:rPr>
              <a:t>NumAresta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54">
                <a:latin typeface="Lucida Sans Unicode"/>
                <a:cs typeface="Lucida Sans Unicode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1010" y="6511652"/>
            <a:ext cx="5756910" cy="953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50875">
              <a:lnSpc>
                <a:spcPct val="100000"/>
              </a:lnSpc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"</a:t>
            </a:r>
            <a:r>
              <a:rPr dirty="0" sz="1700" spc="-254">
                <a:latin typeface="Arial"/>
                <a:cs typeface="Arial"/>
              </a:rPr>
              <a:t>%</a:t>
            </a:r>
            <a:r>
              <a:rPr dirty="0" sz="1700" spc="-315">
                <a:latin typeface="Arial"/>
                <a:cs typeface="Arial"/>
              </a:rPr>
              <a:t>3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Pro</a:t>
            </a:r>
            <a:r>
              <a:rPr dirty="0" sz="1700" spc="160">
                <a:latin typeface="Arial"/>
                <a:cs typeface="Arial"/>
              </a:rPr>
              <a:t>x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2250">
              <a:lnSpc>
                <a:spcPct val="100000"/>
              </a:lnSpc>
              <a:spcBef>
                <a:spcPts val="650"/>
              </a:spcBef>
              <a:tabLst>
                <a:tab pos="170688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GrafoAciclic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75">
                <a:latin typeface="Arial"/>
                <a:cs typeface="Arial"/>
              </a:rPr>
              <a:t>&amp;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&amp;</a:t>
            </a:r>
            <a:r>
              <a:rPr dirty="0" sz="1700" spc="45">
                <a:latin typeface="Arial"/>
                <a:cs typeface="Arial"/>
              </a:rPr>
              <a:t>GAciclic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GAciclic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511925" cy="402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(3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33729" y="1386319"/>
            <a:ext cx="7261225" cy="1295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47395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"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125">
                <a:latin typeface="Arial"/>
                <a:cs typeface="Arial"/>
              </a:rPr>
              <a:t>aciclic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aresta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retirada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 marR="5080" indent="-15240">
              <a:lnSpc>
                <a:spcPct val="131900"/>
              </a:lnSpc>
              <a:tabLst>
                <a:tab pos="1057910" algn="l"/>
                <a:tab pos="1626235" algn="l"/>
                <a:tab pos="1808480" algn="l"/>
                <a:tab pos="3983354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spc="-28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90">
                <a:latin typeface="Arial"/>
                <a:cs typeface="Arial"/>
              </a:rPr>
              <a:t>.</a:t>
            </a:r>
            <a:r>
              <a:rPr dirty="0" sz="1700" spc="-85">
                <a:latin typeface="Arial"/>
                <a:cs typeface="Arial"/>
              </a:rPr>
              <a:t>NumAresta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"</a:t>
            </a:r>
            <a:r>
              <a:rPr dirty="0" sz="1700" spc="-254">
                <a:latin typeface="Arial"/>
                <a:cs typeface="Arial"/>
              </a:rPr>
              <a:t>%</a:t>
            </a:r>
            <a:r>
              <a:rPr dirty="0" sz="1700" spc="-315">
                <a:latin typeface="Arial"/>
                <a:cs typeface="Arial"/>
              </a:rPr>
              <a:t>3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.</a:t>
            </a:r>
            <a:r>
              <a:rPr dirty="0" sz="1700" spc="-100">
                <a:latin typeface="Arial"/>
                <a:cs typeface="Arial"/>
              </a:rPr>
              <a:t>Pe</a:t>
            </a:r>
            <a:r>
              <a:rPr dirty="0" sz="1700" spc="-105">
                <a:latin typeface="Arial"/>
                <a:cs typeface="Arial"/>
              </a:rPr>
              <a:t>s</a:t>
            </a:r>
            <a:r>
              <a:rPr dirty="0" sz="1700" spc="110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  <a:spcBef>
                <a:spcPts val="650"/>
              </a:spcBef>
            </a:pPr>
            <a:r>
              <a:rPr dirty="0" sz="1700" spc="105">
                <a:latin typeface="Arial"/>
                <a:cs typeface="Arial"/>
              </a:rPr>
              <a:t>Atribui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75">
                <a:latin typeface="Arial"/>
                <a:cs typeface="Arial"/>
              </a:rPr>
              <a:t>&amp;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60">
                <a:latin typeface="Arial"/>
                <a:cs typeface="Arial"/>
              </a:rPr>
              <a:t>g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5325" y="2670472"/>
            <a:ext cx="1805939" cy="10363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31900"/>
              </a:lnSpc>
            </a:pP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83042" y="2753118"/>
            <a:ext cx="1697989" cy="953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50545" algn="l"/>
              </a:tabLst>
            </a:pP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9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60">
                <a:latin typeface="Arial"/>
                <a:cs typeface="Arial"/>
              </a:rPr>
              <a:t>(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550545" algn="l"/>
              </a:tabLst>
            </a:pP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9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55">
                <a:latin typeface="Arial"/>
                <a:cs typeface="Arial"/>
              </a:rPr>
              <a:t>(</a:t>
            </a:r>
            <a:r>
              <a:rPr dirty="0" sz="1700" spc="-7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M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550545" algn="l"/>
              </a:tabLst>
            </a:pP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9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58" y="3778161"/>
            <a:ext cx="6635750" cy="36874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1165">
              <a:lnSpc>
                <a:spcPct val="100000"/>
              </a:lnSpc>
              <a:tabLst>
                <a:tab pos="1170305" algn="l"/>
                <a:tab pos="1738630" algn="l"/>
                <a:tab pos="1920875" algn="l"/>
                <a:tab pos="313118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  <a:spcBef>
                <a:spcPts val="650"/>
              </a:spcBef>
              <a:tabLst>
                <a:tab pos="1384300" algn="l"/>
                <a:tab pos="1952625" algn="l"/>
                <a:tab pos="2134870" algn="l"/>
                <a:tab pos="424243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63575" marR="1949450">
              <a:lnSpc>
                <a:spcPct val="131900"/>
              </a:lnSpc>
              <a:tabLst>
                <a:tab pos="2581275" algn="l"/>
                <a:tab pos="2905125" algn="l"/>
                <a:tab pos="3988435" algn="l"/>
              </a:tabLst>
            </a:pP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-385">
                <a:latin typeface="Arial"/>
                <a:cs typeface="Arial"/>
              </a:rPr>
              <a:t>p%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8945" marR="342265" indent="-18415">
              <a:lnSpc>
                <a:spcPct val="131900"/>
              </a:lnSpc>
              <a:tabLst>
                <a:tab pos="1170305" algn="l"/>
                <a:tab pos="1738630" algn="l"/>
                <a:tab pos="1920875" algn="l"/>
                <a:tab pos="2366645" algn="l"/>
                <a:tab pos="2488565" algn="l"/>
                <a:tab pos="2690495" algn="l"/>
                <a:tab pos="493839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9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		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65">
                <a:latin typeface="Arial"/>
                <a:cs typeface="Arial"/>
              </a:rPr>
              <a:t>g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635" marR="5080" indent="-821690">
              <a:lnSpc>
                <a:spcPct val="131900"/>
              </a:lnSpc>
              <a:tabLst>
                <a:tab pos="2366645" algn="l"/>
                <a:tab pos="2893060" algn="l"/>
              </a:tabLst>
            </a:pPr>
            <a:r>
              <a:rPr dirty="0" sz="1700" spc="204">
                <a:latin typeface="Arial"/>
                <a:cs typeface="Arial"/>
              </a:rPr>
              <a:t>fp</a:t>
            </a:r>
            <a:r>
              <a:rPr dirty="0" sz="1700" spc="200">
                <a:latin typeface="Arial"/>
                <a:cs typeface="Arial"/>
              </a:rPr>
              <a:t>r</a:t>
            </a:r>
            <a:r>
              <a:rPr dirty="0" sz="1700" spc="204">
                <a:latin typeface="Arial"/>
                <a:cs typeface="Arial"/>
              </a:rPr>
              <a:t>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25">
                <a:latin typeface="Arial"/>
                <a:cs typeface="Arial"/>
              </a:rPr>
              <a:t>ArqSaid</a:t>
            </a:r>
            <a:r>
              <a:rPr dirty="0" sz="1700" spc="18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50">
                <a:latin typeface="Arial"/>
                <a:cs typeface="Arial"/>
              </a:rPr>
              <a:t>"</a:t>
            </a:r>
            <a:r>
              <a:rPr dirty="0" sz="1700" spc="-160">
                <a:latin typeface="Arial"/>
                <a:cs typeface="Arial"/>
              </a:rPr>
              <a:t>N</a:t>
            </a:r>
            <a:r>
              <a:rPr dirty="0" sz="1700" spc="75">
                <a:latin typeface="Arial"/>
                <a:cs typeface="Arial"/>
              </a:rPr>
              <a:t>o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g</a:t>
            </a:r>
            <a:r>
              <a:rPr dirty="0" sz="1700" spc="40">
                <a:latin typeface="Arial"/>
                <a:cs typeface="Arial"/>
              </a:rPr>
              <a:t>r</a:t>
            </a:r>
            <a:r>
              <a:rPr dirty="0" sz="1700" spc="50">
                <a:latin typeface="Arial"/>
                <a:cs typeface="Arial"/>
              </a:rPr>
              <a:t>a</a:t>
            </a:r>
            <a:r>
              <a:rPr dirty="0" sz="1700" spc="40">
                <a:latin typeface="Arial"/>
                <a:cs typeface="Arial"/>
              </a:rPr>
              <a:t>f</a:t>
            </a:r>
            <a:r>
              <a:rPr dirty="0" sz="1700" spc="50">
                <a:latin typeface="Arial"/>
                <a:cs typeface="Arial"/>
              </a:rPr>
              <a:t>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gerado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GeraGraf</a:t>
            </a:r>
            <a:r>
              <a:rPr dirty="0" sz="1700" spc="-155">
                <a:latin typeface="Arial"/>
                <a:cs typeface="Arial"/>
              </a:rPr>
              <a:t>o</a:t>
            </a:r>
            <a:r>
              <a:rPr dirty="0" sz="1700" spc="-105">
                <a:latin typeface="Arial"/>
                <a:cs typeface="Arial"/>
              </a:rPr>
              <a:t>: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NG</a:t>
            </a:r>
            <a:r>
              <a:rPr dirty="0" sz="1700" spc="-75">
                <a:latin typeface="Arial"/>
                <a:cs typeface="Arial"/>
              </a:rPr>
              <a:t>rafo</a:t>
            </a:r>
            <a:r>
              <a:rPr dirty="0" sz="1700" spc="-75">
                <a:latin typeface="Arial"/>
                <a:cs typeface="Arial"/>
              </a:rPr>
              <a:t>sG</a:t>
            </a:r>
            <a:r>
              <a:rPr dirty="0" sz="1700" spc="-70">
                <a:latin typeface="Arial"/>
                <a:cs typeface="Arial"/>
              </a:rPr>
              <a:t>erado</a:t>
            </a:r>
            <a:r>
              <a:rPr dirty="0" sz="1700" spc="135">
                <a:latin typeface="Arial"/>
                <a:cs typeface="Arial"/>
              </a:rPr>
              <a:t>s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4340">
              <a:lnSpc>
                <a:spcPct val="100000"/>
              </a:lnSpc>
              <a:spcBef>
                <a:spcPts val="650"/>
              </a:spcBef>
              <a:tabLst>
                <a:tab pos="2576830" algn="l"/>
                <a:tab pos="4925060" algn="l"/>
              </a:tabLst>
            </a:pPr>
            <a:r>
              <a:rPr dirty="0" sz="1700" spc="85">
                <a:latin typeface="Arial"/>
                <a:cs typeface="Arial"/>
              </a:rPr>
              <a:t>fclos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ArqSaid</a:t>
            </a:r>
            <a:r>
              <a:rPr dirty="0" sz="1700" spc="22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fclos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ArqEntrad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5669280" cy="3658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435"/>
              </a:spcBef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h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-3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1610360" marR="1814195" indent="15240">
              <a:lnSpc>
                <a:spcPct val="136000"/>
              </a:lnSpc>
            </a:pP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5425" marR="4492625" indent="-186690">
              <a:lnSpc>
                <a:spcPct val="136000"/>
              </a:lnSpc>
              <a:tabLst>
                <a:tab pos="240029" algn="l"/>
                <a:tab pos="67500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735"/>
              </a:spcBef>
              <a:tabLst>
                <a:tab pos="972819" algn="l"/>
                <a:tab pos="1541780" algn="l"/>
                <a:tab pos="1723389" algn="l"/>
                <a:tab pos="229171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g[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735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N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735"/>
              </a:spcBef>
              <a:tabLst>
                <a:tab pos="241300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95">
                <a:latin typeface="Lucida Sans Unicode"/>
                <a:cs typeface="Lucida Sans Unicode"/>
              </a:rPr>
              <a:t> </a:t>
            </a:r>
            <a:r>
              <a:rPr dirty="0" sz="1700" spc="-70" i="1">
                <a:latin typeface="Arial"/>
                <a:cs typeface="Arial"/>
              </a:rPr>
              <a:t>h</a:t>
            </a:r>
            <a:r>
              <a:rPr dirty="0" sz="1700" spc="10" i="1">
                <a:latin typeface="Arial"/>
                <a:cs typeface="Arial"/>
              </a:rPr>
              <a:t>p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7545705" cy="5930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685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AXNU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40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TICES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10000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125">
                <a:latin typeface="Arial"/>
                <a:cs typeface="Arial"/>
              </a:rPr>
              <a:t> 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555">
                <a:latin typeface="Lucida Sans Unicode"/>
                <a:cs typeface="Lucida Sans Unicode"/>
              </a:rPr>
              <a:t>∗</a:t>
            </a:r>
            <a:r>
              <a:rPr dirty="0" sz="1700" spc="-409">
                <a:latin typeface="Lucida Sans Unicode"/>
                <a:cs typeface="Lucida Sans Unicode"/>
              </a:rPr>
              <a:t>−</a:t>
            </a:r>
            <a:r>
              <a:rPr dirty="0" sz="1700" spc="-385">
                <a:latin typeface="Lucida Sans Unicode"/>
                <a:cs typeface="Lucida Sans Unicode"/>
              </a:rPr>
              <a:t>−</a:t>
            </a:r>
            <a:r>
              <a:rPr dirty="0" sz="1700" spc="-160" i="1">
                <a:latin typeface="Arial"/>
                <a:cs typeface="Arial"/>
              </a:rPr>
              <a:t>N</a:t>
            </a:r>
            <a:r>
              <a:rPr dirty="0" sz="1700" spc="75" i="1">
                <a:latin typeface="Arial"/>
                <a:cs typeface="Arial"/>
              </a:rPr>
              <a:t>o</a:t>
            </a:r>
            <a:r>
              <a:rPr dirty="0" sz="1700" spc="5" i="1">
                <a:latin typeface="Arial"/>
                <a:cs typeface="Arial"/>
              </a:rPr>
              <a:t>.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maxim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5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 </a:t>
            </a:r>
            <a:r>
              <a:rPr dirty="0" sz="1700" spc="85" i="1">
                <a:latin typeface="Arial"/>
                <a:cs typeface="Arial"/>
              </a:rPr>
              <a:t>vertice</a:t>
            </a:r>
            <a:r>
              <a:rPr dirty="0" sz="1700" spc="-75" i="1">
                <a:latin typeface="Arial"/>
                <a:cs typeface="Arial"/>
              </a:rPr>
              <a:t>s</a:t>
            </a:r>
            <a:r>
              <a:rPr dirty="0" sz="1700" spc="-509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AXNU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ARES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AS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10000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555">
                <a:latin typeface="Lucida Sans Unicode"/>
                <a:cs typeface="Lucida Sans Unicode"/>
              </a:rPr>
              <a:t>∗</a:t>
            </a:r>
            <a:r>
              <a:rPr dirty="0" sz="1700" spc="-409">
                <a:latin typeface="Lucida Sans Unicode"/>
                <a:cs typeface="Lucida Sans Unicode"/>
              </a:rPr>
              <a:t>−</a:t>
            </a:r>
            <a:r>
              <a:rPr dirty="0" sz="1700" spc="-385">
                <a:latin typeface="Lucida Sans Unicode"/>
                <a:cs typeface="Lucida Sans Unicode"/>
              </a:rPr>
              <a:t>−</a:t>
            </a:r>
            <a:r>
              <a:rPr dirty="0" sz="1700" spc="-160" i="1">
                <a:latin typeface="Arial"/>
                <a:cs typeface="Arial"/>
              </a:rPr>
              <a:t>N</a:t>
            </a:r>
            <a:r>
              <a:rPr dirty="0" sz="1700" spc="75" i="1">
                <a:latin typeface="Arial"/>
                <a:cs typeface="Arial"/>
              </a:rPr>
              <a:t>o</a:t>
            </a:r>
            <a:r>
              <a:rPr dirty="0" sz="1700" spc="5" i="1">
                <a:latin typeface="Arial"/>
                <a:cs typeface="Arial"/>
              </a:rPr>
              <a:t>.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maxim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5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0" i="1">
                <a:latin typeface="Arial"/>
                <a:cs typeface="Arial"/>
              </a:rPr>
              <a:t> </a:t>
            </a:r>
            <a:r>
              <a:rPr dirty="0" sz="1700" spc="35" i="1">
                <a:latin typeface="Arial"/>
                <a:cs typeface="Arial"/>
              </a:rPr>
              <a:t>aresta</a:t>
            </a:r>
            <a:r>
              <a:rPr dirty="0" sz="1700" spc="-185" i="1">
                <a:latin typeface="Arial"/>
                <a:cs typeface="Arial"/>
              </a:rPr>
              <a:t>s</a:t>
            </a:r>
            <a:r>
              <a:rPr dirty="0" sz="1700" spc="-509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AXR</a:t>
            </a:r>
            <a:r>
              <a:rPr dirty="0" sz="1700" spc="1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5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6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555">
                <a:latin typeface="Lucida Sans Unicode"/>
                <a:cs typeface="Lucida Sans Unicode"/>
              </a:rPr>
              <a:t>∗</a:t>
            </a:r>
            <a:r>
              <a:rPr dirty="0" sz="1700" spc="-409">
                <a:latin typeface="Lucida Sans Unicode"/>
                <a:cs typeface="Lucida Sans Unicode"/>
              </a:rPr>
              <a:t>−</a:t>
            </a:r>
            <a:r>
              <a:rPr dirty="0" sz="1700" spc="-385">
                <a:latin typeface="Lucida Sans Unicode"/>
                <a:cs typeface="Lucida Sans Unicode"/>
              </a:rPr>
              <a:t>−</a:t>
            </a:r>
            <a:r>
              <a:rPr dirty="0" sz="1700" spc="-160" i="1">
                <a:latin typeface="Arial"/>
                <a:cs typeface="Arial"/>
              </a:rPr>
              <a:t>N</a:t>
            </a:r>
            <a:r>
              <a:rPr dirty="0" sz="1700" spc="75" i="1">
                <a:latin typeface="Arial"/>
                <a:cs typeface="Arial"/>
              </a:rPr>
              <a:t>o</a:t>
            </a:r>
            <a:r>
              <a:rPr dirty="0" sz="1700" spc="5" i="1">
                <a:latin typeface="Arial"/>
                <a:cs typeface="Arial"/>
              </a:rPr>
              <a:t>.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maxim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5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5" i="1">
                <a:latin typeface="Arial"/>
                <a:cs typeface="Arial"/>
              </a:rPr>
              <a:t> </a:t>
            </a:r>
            <a:r>
              <a:rPr dirty="0" sz="1700" spc="45" i="1">
                <a:latin typeface="Arial"/>
                <a:cs typeface="Arial"/>
              </a:rPr>
              <a:t>caractere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35" i="1">
                <a:latin typeface="Arial"/>
                <a:cs typeface="Arial"/>
              </a:rPr>
              <a:t> </a:t>
            </a:r>
            <a:r>
              <a:rPr dirty="0" sz="1700" spc="-45" i="1">
                <a:latin typeface="Arial"/>
                <a:cs typeface="Arial"/>
              </a:rPr>
              <a:t>chav</a:t>
            </a:r>
            <a:r>
              <a:rPr dirty="0" sz="1700" spc="-345" i="1">
                <a:latin typeface="Arial"/>
                <a:cs typeface="Arial"/>
              </a:rPr>
              <a:t>e</a:t>
            </a:r>
            <a:r>
              <a:rPr dirty="0" sz="1700" spc="-509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-50" b="1">
                <a:latin typeface="Arial"/>
                <a:cs typeface="Arial"/>
              </a:rPr>
              <a:t>#</a:t>
            </a:r>
            <a:r>
              <a:rPr dirty="0" sz="1700" spc="5" b="1">
                <a:latin typeface="Arial"/>
                <a:cs typeface="Arial"/>
              </a:rPr>
              <a:t>defin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5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AXNU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VES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10000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125">
                <a:latin typeface="Arial"/>
                <a:cs typeface="Arial"/>
              </a:rPr>
              <a:t> 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555">
                <a:latin typeface="Lucida Sans Unicode"/>
                <a:cs typeface="Lucida Sans Unicode"/>
              </a:rPr>
              <a:t>∗</a:t>
            </a:r>
            <a:r>
              <a:rPr dirty="0" sz="1700" spc="-409">
                <a:latin typeface="Lucida Sans Unicode"/>
                <a:cs typeface="Lucida Sans Unicode"/>
              </a:rPr>
              <a:t>−</a:t>
            </a:r>
            <a:r>
              <a:rPr dirty="0" sz="1700" spc="-385">
                <a:latin typeface="Lucida Sans Unicode"/>
                <a:cs typeface="Lucida Sans Unicode"/>
              </a:rPr>
              <a:t>−</a:t>
            </a:r>
            <a:r>
              <a:rPr dirty="0" sz="1700" spc="-160" i="1">
                <a:latin typeface="Arial"/>
                <a:cs typeface="Arial"/>
              </a:rPr>
              <a:t>N</a:t>
            </a:r>
            <a:r>
              <a:rPr dirty="0" sz="1700" spc="75" i="1">
                <a:latin typeface="Arial"/>
                <a:cs typeface="Arial"/>
              </a:rPr>
              <a:t>o</a:t>
            </a:r>
            <a:r>
              <a:rPr dirty="0" sz="1700" spc="5" i="1">
                <a:latin typeface="Arial"/>
                <a:cs typeface="Arial"/>
              </a:rPr>
              <a:t>.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20" i="1">
                <a:latin typeface="Arial"/>
                <a:cs typeface="Arial"/>
              </a:rPr>
              <a:t> </a:t>
            </a:r>
            <a:r>
              <a:rPr dirty="0" sz="1700" spc="-130" i="1">
                <a:latin typeface="Arial"/>
                <a:cs typeface="Arial"/>
              </a:rPr>
              <a:t>maxim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spc="15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35" i="1">
                <a:latin typeface="Arial"/>
                <a:cs typeface="Arial"/>
              </a:rPr>
              <a:t> </a:t>
            </a:r>
            <a:r>
              <a:rPr dirty="0" sz="1700" spc="-50" i="1">
                <a:latin typeface="Arial"/>
                <a:cs typeface="Arial"/>
              </a:rPr>
              <a:t>chave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100" i="1">
                <a:latin typeface="Arial"/>
                <a:cs typeface="Arial"/>
              </a:rPr>
              <a:t>lida</a:t>
            </a:r>
            <a:r>
              <a:rPr dirty="0" sz="1700" spc="-50" i="1">
                <a:latin typeface="Arial"/>
                <a:cs typeface="Arial"/>
              </a:rPr>
              <a:t>s</a:t>
            </a:r>
            <a:r>
              <a:rPr dirty="0" sz="1700" spc="-509">
                <a:latin typeface="Lucida Sans Unicode"/>
                <a:cs typeface="Lucida Sans Unicode"/>
              </a:rPr>
              <a:t>−</a:t>
            </a:r>
            <a:r>
              <a:rPr dirty="0" sz="1700" spc="-150">
                <a:latin typeface="Lucida Sans Unicode"/>
                <a:cs typeface="Lucida Sans Unicode"/>
              </a:rPr>
              <a:t>−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5875" marR="4434205">
              <a:lnSpc>
                <a:spcPct val="1319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45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TipoValorVertic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20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TipoValo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25">
                <a:latin typeface="Arial"/>
                <a:cs typeface="Arial"/>
              </a:rPr>
              <a:t>e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200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 marR="3167380">
              <a:lnSpc>
                <a:spcPct val="131900"/>
              </a:lnSpc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0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3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TipoPeso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14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AXR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5" b="1">
                <a:latin typeface="Arial"/>
                <a:cs typeface="Arial"/>
              </a:rPr>
              <a:t> 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7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AXNU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40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TICES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9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14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04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TipoConjChave</a:t>
            </a:r>
            <a:r>
              <a:rPr dirty="0" sz="1700" spc="1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AXNU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50"/>
              </a:spcBef>
            </a:pPr>
            <a:r>
              <a:rPr dirty="0" sz="1700" spc="-20" b="1">
                <a:latin typeface="Arial"/>
                <a:cs typeface="Arial"/>
              </a:rPr>
              <a:t>typede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TipoValorVertic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50"/>
              </a:spcBef>
            </a:pPr>
            <a:r>
              <a:rPr dirty="0" sz="1700" spc="85" b="1">
                <a:latin typeface="Arial"/>
                <a:cs typeface="Arial"/>
              </a:rPr>
              <a:t>stati</a:t>
            </a:r>
            <a:r>
              <a:rPr dirty="0" sz="1700" spc="10" b="1">
                <a:latin typeface="Arial"/>
                <a:cs typeface="Arial"/>
              </a:rPr>
              <a:t>c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20" b="1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TipoValorVertic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50"/>
              </a:spcBef>
            </a:pPr>
            <a:r>
              <a:rPr dirty="0" sz="1700" spc="85" b="1">
                <a:latin typeface="Arial"/>
                <a:cs typeface="Arial"/>
              </a:rPr>
              <a:t>stati</a:t>
            </a:r>
            <a:r>
              <a:rPr dirty="0" sz="1700" spc="10" b="1">
                <a:latin typeface="Arial"/>
                <a:cs typeface="Arial"/>
              </a:rPr>
              <a:t>c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TipoValo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20">
                <a:latin typeface="Arial"/>
                <a:cs typeface="Arial"/>
              </a:rPr>
              <a:t>r</a:t>
            </a:r>
            <a:r>
              <a:rPr dirty="0" sz="1700" spc="25">
                <a:latin typeface="Arial"/>
                <a:cs typeface="Arial"/>
              </a:rPr>
              <a:t>e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023225" cy="6613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265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10">
                <a:latin typeface="Lucida Sans Unicode"/>
                <a:cs typeface="Lucida Sans Unicode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190">
                <a:latin typeface="Lucida Sans Unicode"/>
                <a:cs typeface="Lucida Sans Unicode"/>
              </a:rPr>
              <a:t> </a:t>
            </a:r>
            <a:r>
              <a:rPr dirty="0" sz="1700" spc="20" i="1">
                <a:latin typeface="Arial"/>
                <a:cs typeface="Arial"/>
              </a:rPr>
              <a:t>Entr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aqu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fun</a:t>
            </a:r>
            <a:r>
              <a:rPr dirty="0" sz="1700" spc="-10" i="1">
                <a:latin typeface="Arial"/>
                <a:cs typeface="Arial"/>
              </a:rPr>
              <a:t>c</a:t>
            </a:r>
            <a:r>
              <a:rPr dirty="0" sz="1700" spc="-5" i="1">
                <a:latin typeface="Arial"/>
                <a:cs typeface="Arial"/>
              </a:rPr>
              <a:t>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has</a:t>
            </a:r>
            <a:r>
              <a:rPr dirty="0" sz="1700" spc="10" i="1">
                <a:latin typeface="Arial"/>
                <a:cs typeface="Arial"/>
              </a:rPr>
              <a:t>h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5" i="1">
                <a:latin typeface="Arial"/>
                <a:cs typeface="Arial"/>
              </a:rPr>
              <a:t> </a:t>
            </a:r>
            <a:r>
              <a:rPr dirty="0" sz="1700" spc="75" i="1">
                <a:latin typeface="Arial"/>
                <a:cs typeface="Arial"/>
              </a:rPr>
              <a:t>uni</a:t>
            </a:r>
            <a:r>
              <a:rPr dirty="0" sz="1700" spc="75" i="1">
                <a:latin typeface="Arial"/>
                <a:cs typeface="Arial"/>
              </a:rPr>
              <a:t>v</a:t>
            </a:r>
            <a:r>
              <a:rPr dirty="0" sz="1700" spc="75" i="1">
                <a:latin typeface="Arial"/>
                <a:cs typeface="Arial"/>
              </a:rPr>
              <a:t>er</a:t>
            </a:r>
            <a:r>
              <a:rPr dirty="0" sz="1700" spc="75" i="1">
                <a:latin typeface="Arial"/>
                <a:cs typeface="Arial"/>
              </a:rPr>
              <a:t>s</a:t>
            </a:r>
            <a:r>
              <a:rPr dirty="0" sz="1700" spc="75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l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 </a:t>
            </a:r>
            <a:r>
              <a:rPr dirty="0" sz="1700" spc="114" i="1">
                <a:latin typeface="Arial"/>
                <a:cs typeface="Arial"/>
              </a:rPr>
              <a:t>slid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77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40" i="1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10">
                <a:latin typeface="Lucida Sans Unicode"/>
                <a:cs typeface="Lucida Sans Unicode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650"/>
              </a:spcBef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10">
                <a:latin typeface="Lucida Sans Unicode"/>
                <a:cs typeface="Lucida Sans Unicode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190">
                <a:latin typeface="Lucida Sans Unicode"/>
                <a:cs typeface="Lucida Sans Unicode"/>
              </a:rPr>
              <a:t> </a:t>
            </a:r>
            <a:r>
              <a:rPr dirty="0" sz="1700" spc="20" i="1">
                <a:latin typeface="Arial"/>
                <a:cs typeface="Arial"/>
              </a:rPr>
              <a:t>Entr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25" i="1">
                <a:latin typeface="Arial"/>
                <a:cs typeface="Arial"/>
              </a:rPr>
              <a:t>aqu</a:t>
            </a:r>
            <a:r>
              <a:rPr dirty="0" sz="1700" i="1">
                <a:latin typeface="Arial"/>
                <a:cs typeface="Arial"/>
              </a:rPr>
              <a:t>i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-5" i="1">
                <a:latin typeface="Arial"/>
                <a:cs typeface="Arial"/>
              </a:rPr>
              <a:t>fun</a:t>
            </a:r>
            <a:r>
              <a:rPr dirty="0" sz="1700" spc="-10" i="1">
                <a:latin typeface="Arial"/>
                <a:cs typeface="Arial"/>
              </a:rPr>
              <a:t>c</a:t>
            </a:r>
            <a:r>
              <a:rPr dirty="0" sz="1700" spc="-5" i="1">
                <a:latin typeface="Arial"/>
                <a:cs typeface="Arial"/>
              </a:rPr>
              <a:t>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has</a:t>
            </a:r>
            <a:r>
              <a:rPr dirty="0" sz="1700" spc="10" i="1">
                <a:latin typeface="Arial"/>
                <a:cs typeface="Arial"/>
              </a:rPr>
              <a:t>h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114" i="1">
                <a:latin typeface="Arial"/>
                <a:cs typeface="Arial"/>
              </a:rPr>
              <a:t>perfeit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5" i="1">
                <a:latin typeface="Arial"/>
                <a:cs typeface="Arial"/>
              </a:rPr>
              <a:t> </a:t>
            </a:r>
            <a:r>
              <a:rPr dirty="0" sz="1700" spc="114" i="1">
                <a:latin typeface="Arial"/>
                <a:cs typeface="Arial"/>
              </a:rPr>
              <a:t>slid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111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40" i="1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10">
                <a:latin typeface="Lucida Sans Unicode"/>
                <a:cs typeface="Lucida Sans Unicode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650"/>
              </a:spcBef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mai</a:t>
            </a:r>
            <a:r>
              <a:rPr dirty="0" sz="1700" spc="114">
                <a:latin typeface="Arial"/>
                <a:cs typeface="Arial"/>
              </a:rPr>
              <a:t>n</a:t>
            </a:r>
            <a:r>
              <a:rPr dirty="0" sz="1700" spc="18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9075" marR="2561590" indent="-179705">
              <a:lnSpc>
                <a:spcPct val="131900"/>
              </a:lnSpc>
              <a:tabLst>
                <a:tab pos="886460" algn="l"/>
                <a:tab pos="4525645" algn="l"/>
                <a:tab pos="4959985" algn="l"/>
                <a:tab pos="529145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19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TipoConjChave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345" marR="4061460">
              <a:lnSpc>
                <a:spcPct val="131900"/>
              </a:lnSpc>
            </a:pPr>
            <a:r>
              <a:rPr dirty="0" sz="1700" spc="-4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250">
                <a:latin typeface="Lucida Sans Unicode"/>
                <a:cs typeface="Lucida Sans Unicode"/>
              </a:rPr>
              <a:t>∗</a:t>
            </a:r>
            <a:r>
              <a:rPr dirty="0" sz="1700" spc="-85">
                <a:latin typeface="Arial"/>
                <a:cs typeface="Arial"/>
              </a:rPr>
              <a:t>ArqChave</a:t>
            </a:r>
            <a:r>
              <a:rPr dirty="0" sz="1700" spc="16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FIL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95">
                <a:latin typeface="Lucida Sans Unicode"/>
                <a:cs typeface="Lucida Sans Unicode"/>
              </a:rPr>
              <a:t>∗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0">
                <a:latin typeface="Arial"/>
                <a:cs typeface="Arial"/>
              </a:rPr>
              <a:t>FHP</a:t>
            </a:r>
            <a:r>
              <a:rPr dirty="0" sz="1700" spc="19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spc="145" b="1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-20">
                <a:latin typeface="Arial"/>
                <a:cs typeface="Arial"/>
              </a:rPr>
              <a:t>q</a:t>
            </a:r>
            <a:r>
              <a:rPr dirty="0" sz="1700" spc="140">
                <a:latin typeface="Arial"/>
                <a:cs typeface="Arial"/>
              </a:rPr>
              <a:t>[</a:t>
            </a:r>
            <a:r>
              <a:rPr dirty="0" sz="1700" spc="150">
                <a:latin typeface="Arial"/>
                <a:cs typeface="Arial"/>
              </a:rPr>
              <a:t>100</a:t>
            </a:r>
            <a:r>
              <a:rPr dirty="0" sz="1700" spc="140">
                <a:latin typeface="Arial"/>
                <a:cs typeface="Arial"/>
              </a:rPr>
              <a:t>]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6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inlin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Verific</a:t>
            </a:r>
            <a:r>
              <a:rPr dirty="0" sz="1700" spc="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FHP</a:t>
            </a:r>
            <a:r>
              <a:rPr dirty="0" sz="1700" spc="190">
                <a:latin typeface="Arial"/>
                <a:cs typeface="Arial"/>
              </a:rPr>
              <a:t>M</a:t>
            </a:r>
            <a:r>
              <a:rPr dirty="0" sz="1700" spc="185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shor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5" b="1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TabelaHas</a:t>
            </a:r>
            <a:r>
              <a:rPr dirty="0" sz="1700" spc="110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AXNU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40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TICES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4659">
              <a:lnSpc>
                <a:spcPct val="100000"/>
              </a:lnSpc>
              <a:spcBef>
                <a:spcPts val="650"/>
              </a:spcBef>
              <a:tabLst>
                <a:tab pos="1102995" algn="l"/>
                <a:tab pos="1415415" algn="l"/>
              </a:tabLst>
            </a:pP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5">
                <a:latin typeface="Arial"/>
                <a:cs typeface="Arial"/>
              </a:rPr>
              <a:t>indic</a:t>
            </a:r>
            <a:r>
              <a:rPr dirty="0" sz="1700" spc="85">
                <a:latin typeface="Arial"/>
                <a:cs typeface="Arial"/>
              </a:rPr>
              <a:t>e</a:t>
            </a:r>
            <a:r>
              <a:rPr dirty="0" sz="1700" spc="10">
                <a:latin typeface="Arial"/>
                <a:cs typeface="Arial"/>
              </a:rPr>
              <a:t>FHP</a:t>
            </a:r>
            <a:r>
              <a:rPr dirty="0" sz="1700" spc="19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650"/>
              </a:spcBef>
              <a:tabLst>
                <a:tab pos="1187450" algn="l"/>
                <a:tab pos="1755775" algn="l"/>
                <a:tab pos="1938020" algn="l"/>
                <a:tab pos="250571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TabelaHas</a:t>
            </a:r>
            <a:r>
              <a:rPr dirty="0" sz="1700" spc="110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ALSE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650"/>
              </a:spcBef>
              <a:tabLst>
                <a:tab pos="1187450" algn="l"/>
                <a:tab pos="1755775" algn="l"/>
                <a:tab pos="1938020" algn="l"/>
                <a:tab pos="250571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81990">
              <a:lnSpc>
                <a:spcPct val="100000"/>
              </a:lnSpc>
              <a:spcBef>
                <a:spcPts val="650"/>
              </a:spcBef>
              <a:tabLst>
                <a:tab pos="450024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indic</a:t>
            </a:r>
            <a:r>
              <a:rPr dirty="0" sz="1700" spc="85">
                <a:latin typeface="Arial"/>
                <a:cs typeface="Arial"/>
              </a:rPr>
              <a:t>e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h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9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g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59790" marR="5080" indent="36195">
              <a:lnSpc>
                <a:spcPct val="131900"/>
              </a:lnSpc>
              <a:tabLst>
                <a:tab pos="120205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TabelaHas</a:t>
            </a:r>
            <a:r>
              <a:rPr dirty="0" sz="1700" spc="110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indic</a:t>
            </a:r>
            <a:r>
              <a:rPr dirty="0" sz="1700" spc="85">
                <a:latin typeface="Arial"/>
                <a:cs typeface="Arial"/>
              </a:rPr>
              <a:t>e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indic</a:t>
            </a:r>
            <a:r>
              <a:rPr dirty="0" sz="1700" spc="85">
                <a:latin typeface="Arial"/>
                <a:cs typeface="Arial"/>
              </a:rPr>
              <a:t>e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ALSE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TabelaHas</a:t>
            </a:r>
            <a:r>
              <a:rPr dirty="0" sz="1700" spc="110">
                <a:latin typeface="Arial"/>
                <a:cs typeface="Arial"/>
              </a:rPr>
              <a:t>h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indic</a:t>
            </a:r>
            <a:r>
              <a:rPr dirty="0" sz="1700" spc="85">
                <a:latin typeface="Arial"/>
                <a:cs typeface="Arial"/>
              </a:rPr>
              <a:t>e</a:t>
            </a:r>
            <a:r>
              <a:rPr dirty="0" sz="1700" spc="10">
                <a:latin typeface="Arial"/>
                <a:cs typeface="Arial"/>
              </a:rPr>
              <a:t>FHP</a:t>
            </a:r>
            <a:r>
              <a:rPr dirty="0" sz="1700" spc="20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246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2595">
              <a:lnSpc>
                <a:spcPct val="100000"/>
              </a:lnSpc>
              <a:spcBef>
                <a:spcPts val="650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538720" cy="5407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(3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228600" marR="1759585" indent="-194310">
              <a:lnSpc>
                <a:spcPct val="136000"/>
              </a:lnSpc>
              <a:spcBef>
                <a:spcPts val="700"/>
              </a:spcBef>
              <a:tabLst>
                <a:tab pos="769620" algn="l"/>
                <a:tab pos="5490845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"</a:t>
            </a:r>
            <a:r>
              <a:rPr dirty="0" sz="1700" spc="-229">
                <a:latin typeface="Arial"/>
                <a:cs typeface="Arial"/>
              </a:rPr>
              <a:t>Nom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arquiv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chave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sere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lida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4629" marR="3687445" indent="33655">
              <a:lnSpc>
                <a:spcPct val="136000"/>
              </a:lnSpc>
              <a:tabLst>
                <a:tab pos="3133725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"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%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ArqChave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fope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-1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NomeAr</a:t>
            </a:r>
            <a:r>
              <a:rPr dirty="0" sz="1700" spc="-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 marR="2187575" indent="5080">
              <a:lnSpc>
                <a:spcPct val="136000"/>
              </a:lnSpc>
              <a:tabLst>
                <a:tab pos="2169795" algn="l"/>
              </a:tabLst>
            </a:pP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5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ArqChave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100">
                <a:latin typeface="Arial"/>
                <a:cs typeface="Arial"/>
              </a:rPr>
              <a:t>d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&amp;</a:t>
            </a:r>
            <a:r>
              <a:rPr dirty="0" sz="1700" spc="-1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&amp;</a:t>
            </a:r>
            <a:r>
              <a:rPr dirty="0" sz="1700" spc="-27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5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ArqChave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904" marR="3260090" indent="-6985">
              <a:lnSpc>
                <a:spcPct val="136000"/>
              </a:lnSpc>
              <a:tabLst>
                <a:tab pos="2386330" algn="l"/>
                <a:tab pos="3993515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"</a:t>
            </a:r>
            <a:r>
              <a:rPr dirty="0" sz="1700" spc="-470">
                <a:latin typeface="Arial"/>
                <a:cs typeface="Arial"/>
              </a:rPr>
              <a:t>N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1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-565">
                <a:latin typeface="Arial"/>
                <a:cs typeface="Arial"/>
              </a:rPr>
              <a:t>M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1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45">
                <a:latin typeface="Arial"/>
                <a:cs typeface="Arial"/>
              </a:rPr>
              <a:t>r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25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735"/>
              </a:spcBef>
              <a:tabLst>
                <a:tab pos="1294765" algn="l"/>
              </a:tabLst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-6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(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feo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(</a:t>
            </a:r>
            <a:r>
              <a:rPr dirty="0" sz="1700" spc="-85">
                <a:latin typeface="Arial"/>
                <a:cs typeface="Arial"/>
              </a:rPr>
              <a:t>ArqChave</a:t>
            </a:r>
            <a:r>
              <a:rPr dirty="0" sz="1700" spc="120">
                <a:latin typeface="Arial"/>
                <a:cs typeface="Arial"/>
              </a:rPr>
              <a:t>s</a:t>
            </a:r>
            <a:r>
              <a:rPr dirty="0" sz="1700" spc="204">
                <a:latin typeface="Arial"/>
                <a:cs typeface="Arial"/>
              </a:rPr>
              <a:t>))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4500" marR="2406650" indent="-191135">
              <a:lnSpc>
                <a:spcPct val="136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5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ArqChave</a:t>
            </a:r>
            <a:r>
              <a:rPr dirty="0" sz="1700" spc="2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55">
                <a:latin typeface="Arial"/>
                <a:cs typeface="Arial"/>
              </a:rPr>
              <a:t>(</a:t>
            </a:r>
            <a:r>
              <a:rPr dirty="0" sz="1700" spc="-75">
                <a:latin typeface="Arial"/>
                <a:cs typeface="Arial"/>
              </a:rPr>
              <a:t>ArqChave</a:t>
            </a:r>
            <a:r>
              <a:rPr dirty="0" sz="1700" spc="2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70534" marR="2513965" indent="-6985">
              <a:lnSpc>
                <a:spcPct val="136000"/>
              </a:lnSpc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"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-229">
                <a:latin typeface="Arial"/>
                <a:cs typeface="Arial"/>
              </a:rPr>
              <a:t>e</a:t>
            </a:r>
            <a:r>
              <a:rPr dirty="0" sz="1700" spc="-105">
                <a:latin typeface="Arial"/>
                <a:cs typeface="Arial"/>
              </a:rPr>
              <a:t>[</a:t>
            </a:r>
            <a:r>
              <a:rPr dirty="0" sz="1700" spc="-150">
                <a:latin typeface="Arial"/>
                <a:cs typeface="Arial"/>
              </a:rPr>
              <a:t>%</a:t>
            </a:r>
            <a:r>
              <a:rPr dirty="0" sz="1700" spc="-170">
                <a:latin typeface="Arial"/>
                <a:cs typeface="Arial"/>
              </a:rPr>
              <a:t>d</a:t>
            </a:r>
            <a:r>
              <a:rPr dirty="0" sz="1700" spc="-120">
                <a:latin typeface="Arial"/>
                <a:cs typeface="Arial"/>
              </a:rPr>
              <a:t>]=</a:t>
            </a:r>
            <a:r>
              <a:rPr dirty="0" sz="1700" spc="-114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C</a:t>
            </a:r>
            <a:r>
              <a:rPr dirty="0" sz="1700" spc="-75">
                <a:latin typeface="Arial"/>
                <a:cs typeface="Arial"/>
              </a:rPr>
              <a:t>on</a:t>
            </a:r>
            <a:r>
              <a:rPr dirty="0" sz="1700" spc="-80">
                <a:latin typeface="Arial"/>
                <a:cs typeface="Arial"/>
              </a:rPr>
              <a:t>jC</a:t>
            </a:r>
            <a:r>
              <a:rPr dirty="0" sz="1700" spc="-75">
                <a:latin typeface="Arial"/>
                <a:cs typeface="Arial"/>
              </a:rPr>
              <a:t>ha</a:t>
            </a:r>
            <a:r>
              <a:rPr dirty="0" sz="1700" spc="-80">
                <a:latin typeface="Arial"/>
                <a:cs typeface="Arial"/>
              </a:rPr>
              <a:t>v</a:t>
            </a:r>
            <a:r>
              <a:rPr dirty="0" sz="1700" spc="-7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i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538720" cy="804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(4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1265"/>
              </a:spcBef>
              <a:tabLst>
                <a:tab pos="555625" algn="l"/>
                <a:tab pos="870585" algn="l"/>
                <a:tab pos="127254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90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5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0220" y="1728076"/>
            <a:ext cx="1780539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’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ele</a:t>
            </a:r>
            <a:r>
              <a:rPr dirty="0" sz="1700" spc="-25">
                <a:latin typeface="Arial"/>
                <a:cs typeface="Arial"/>
              </a:rPr>
              <a:t>m</a:t>
            </a:r>
            <a:r>
              <a:rPr dirty="0" sz="1700" spc="-25">
                <a:latin typeface="Arial"/>
                <a:cs typeface="Arial"/>
              </a:rPr>
              <a:t>ento</a:t>
            </a:r>
            <a:r>
              <a:rPr dirty="0" sz="1700" spc="21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2669" y="1645429"/>
            <a:ext cx="4923790" cy="10363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7329" marR="5080" indent="-205104">
              <a:lnSpc>
                <a:spcPct val="131900"/>
              </a:lnSpc>
              <a:tabLst>
                <a:tab pos="231775" algn="l"/>
                <a:tab pos="44259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"</a:t>
            </a:r>
            <a:r>
              <a:rPr dirty="0" sz="1700" spc="25">
                <a:latin typeface="Arial"/>
                <a:cs typeface="Arial"/>
              </a:rPr>
              <a:t>Err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entrad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meno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qu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e</a:t>
            </a:r>
            <a:r>
              <a:rPr dirty="0" sz="1700" spc="140">
                <a:latin typeface="Arial"/>
                <a:cs typeface="Arial"/>
              </a:rPr>
              <a:t>xi</a:t>
            </a:r>
            <a:r>
              <a:rPr dirty="0" sz="1700" spc="185">
                <a:latin typeface="Arial"/>
                <a:cs typeface="Arial"/>
              </a:rPr>
              <a:t>t</a:t>
            </a:r>
            <a:r>
              <a:rPr dirty="0" sz="1700" spc="85">
                <a:latin typeface="Arial"/>
                <a:cs typeface="Arial"/>
              </a:rPr>
              <a:t>(</a:t>
            </a:r>
            <a:r>
              <a:rPr dirty="0" sz="1700" spc="25">
                <a:latin typeface="Lucida Sans Unicode"/>
                <a:cs typeface="Lucida Sans Unicode"/>
              </a:rPr>
              <a:t>−</a:t>
            </a:r>
            <a:r>
              <a:rPr dirty="0" sz="1700" spc="45">
                <a:latin typeface="Arial"/>
                <a:cs typeface="Arial"/>
              </a:rPr>
              <a:t>1)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0952" y="2670472"/>
            <a:ext cx="6002655" cy="137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9050" marR="5080" indent="19685">
              <a:lnSpc>
                <a:spcPct val="131900"/>
              </a:lnSpc>
              <a:tabLst>
                <a:tab pos="774065" algn="l"/>
                <a:tab pos="570992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"</a:t>
            </a:r>
            <a:r>
              <a:rPr dirty="0" sz="1700" spc="-229">
                <a:latin typeface="Arial"/>
                <a:cs typeface="Arial"/>
              </a:rPr>
              <a:t>Nom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arquiv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fun</a:t>
            </a:r>
            <a:r>
              <a:rPr dirty="0" sz="1700" spc="-10">
                <a:latin typeface="Arial"/>
                <a:cs typeface="Arial"/>
              </a:rPr>
              <a:t>c</a:t>
            </a:r>
            <a:r>
              <a:rPr dirty="0" sz="1700" spc="-5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has</a:t>
            </a:r>
            <a:r>
              <a:rPr dirty="0" sz="1700" spc="10">
                <a:latin typeface="Arial"/>
                <a:cs typeface="Arial"/>
              </a:rPr>
              <a:t>h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perfeit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 marR="2361565" indent="26670">
              <a:lnSpc>
                <a:spcPct val="131900"/>
              </a:lnSpc>
              <a:tabLst>
                <a:tab pos="2900680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"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10">
                <a:latin typeface="Arial"/>
                <a:cs typeface="Arial"/>
              </a:rPr>
              <a:t>q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%</a:t>
            </a:r>
            <a:r>
              <a:rPr dirty="0" sz="1700" spc="175">
                <a:latin typeface="Arial"/>
                <a:cs typeface="Arial"/>
              </a:rPr>
              <a:t>s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NomeAr</a:t>
            </a:r>
            <a:r>
              <a:rPr dirty="0" sz="1700" spc="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fope</a:t>
            </a:r>
            <a:r>
              <a:rPr dirty="0" sz="1700" spc="125">
                <a:latin typeface="Arial"/>
                <a:cs typeface="Arial"/>
              </a:rPr>
              <a:t>n</a:t>
            </a:r>
            <a:r>
              <a:rPr dirty="0" sz="1700" spc="-1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NomeAr</a:t>
            </a:r>
            <a:r>
              <a:rPr dirty="0" sz="1700" spc="-50">
                <a:latin typeface="Arial"/>
                <a:cs typeface="Arial"/>
              </a:rPr>
              <a:t>q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r</a:t>
            </a:r>
            <a:r>
              <a:rPr dirty="0" sz="1700" spc="175">
                <a:latin typeface="Arial"/>
                <a:cs typeface="Arial"/>
              </a:rPr>
              <a:t>b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5955" y="4119803"/>
            <a:ext cx="603250" cy="9537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5142" y="4037157"/>
            <a:ext cx="1820545" cy="137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31900"/>
              </a:lnSpc>
            </a:pP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r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3068" y="4037157"/>
            <a:ext cx="3684904" cy="2061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44450" indent="635">
              <a:lnSpc>
                <a:spcPct val="131900"/>
              </a:lnSpc>
            </a:pP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0">
                <a:latin typeface="Arial"/>
                <a:cs typeface="Arial"/>
              </a:rPr>
              <a:t>d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&amp;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0">
                <a:latin typeface="Arial"/>
                <a:cs typeface="Arial"/>
              </a:rPr>
              <a:t>d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&amp;</a:t>
            </a:r>
            <a:r>
              <a:rPr dirty="0" sz="1700" spc="-3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0">
                <a:latin typeface="Arial"/>
                <a:cs typeface="Arial"/>
              </a:rPr>
              <a:t>d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"</a:t>
            </a:r>
            <a:r>
              <a:rPr dirty="0" sz="1700" spc="-470">
                <a:latin typeface="Arial"/>
                <a:cs typeface="Arial"/>
              </a:rPr>
              <a:t>N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1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-565">
                <a:latin typeface="Arial"/>
                <a:cs typeface="Arial"/>
              </a:rPr>
              <a:t>M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10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r</a:t>
            </a:r>
            <a:r>
              <a:rPr dirty="0" sz="1700" spc="-275">
                <a:latin typeface="Arial"/>
                <a:cs typeface="Arial"/>
              </a:rPr>
              <a:t>=</a:t>
            </a:r>
            <a:r>
              <a:rPr dirty="0" sz="1700" spc="-325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algn="just" marL="3175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44508" y="5828245"/>
            <a:ext cx="426720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43151" y="6087247"/>
            <a:ext cx="5109845" cy="10363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219075">
              <a:lnSpc>
                <a:spcPct val="131900"/>
              </a:lnSpc>
              <a:tabLst>
                <a:tab pos="1953260" algn="l"/>
              </a:tabLst>
            </a:pP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-110">
                <a:latin typeface="Arial"/>
                <a:cs typeface="Arial"/>
              </a:rPr>
              <a:t>d</a:t>
            </a:r>
            <a:r>
              <a:rPr dirty="0" sz="1700" spc="-335">
                <a:latin typeface="Lucida Sans Unicode"/>
                <a:cs typeface="Lucida Sans Unicode"/>
              </a:rPr>
              <a:t>∗</a:t>
            </a:r>
            <a:r>
              <a:rPr dirty="0" sz="1700" spc="-55">
                <a:latin typeface="Arial"/>
                <a:cs typeface="Arial"/>
              </a:rPr>
              <a:t>[</a:t>
            </a:r>
            <a:r>
              <a:rPr dirty="0" sz="1700" spc="-55">
                <a:latin typeface="Arial"/>
                <a:cs typeface="Arial"/>
              </a:rPr>
              <a:t>^</a:t>
            </a:r>
            <a:r>
              <a:rPr dirty="0" sz="1700" spc="-105">
                <a:latin typeface="Arial"/>
                <a:cs typeface="Arial"/>
              </a:rPr>
              <a:t>%</a:t>
            </a:r>
            <a:r>
              <a:rPr dirty="0" sz="1700" spc="135">
                <a:latin typeface="Arial"/>
                <a:cs typeface="Arial"/>
              </a:rPr>
              <a:t>d\n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&amp;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650"/>
              </a:spcBef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538720" cy="54203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(5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1435"/>
              </a:spcBef>
              <a:tabLst>
                <a:tab pos="1187450" algn="l"/>
                <a:tab pos="1755775" algn="l"/>
                <a:tab pos="1938020" algn="l"/>
                <a:tab pos="404558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</a:t>
            </a:r>
            <a:r>
              <a:rPr dirty="0" sz="1700" spc="-200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CH</a:t>
            </a:r>
            <a:r>
              <a:rPr dirty="0" sz="1700" spc="-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77545">
              <a:lnSpc>
                <a:spcPct val="100000"/>
              </a:lnSpc>
              <a:spcBef>
                <a:spcPts val="735"/>
              </a:spcBef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0">
              <a:lnSpc>
                <a:spcPct val="100000"/>
              </a:lnSpc>
              <a:spcBef>
                <a:spcPts val="735"/>
              </a:spcBef>
              <a:tabLst>
                <a:tab pos="1529715" algn="l"/>
                <a:tab pos="2613025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-395">
                <a:latin typeface="Arial"/>
                <a:cs typeface="Arial"/>
              </a:rPr>
              <a:t>p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735"/>
              </a:spcBef>
              <a:tabLst>
                <a:tab pos="972819" algn="l"/>
                <a:tab pos="1541780" algn="l"/>
                <a:tab pos="1723389" algn="l"/>
                <a:tab pos="229171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9870" marR="3072765" indent="219075">
              <a:lnSpc>
                <a:spcPct val="136000"/>
              </a:lnSpc>
              <a:tabLst>
                <a:tab pos="2170430" algn="l"/>
              </a:tabLst>
            </a:pPr>
            <a:r>
              <a:rPr dirty="0" sz="1700" spc="75">
                <a:latin typeface="Arial"/>
                <a:cs typeface="Arial"/>
              </a:rPr>
              <a:t>fscan</a:t>
            </a:r>
            <a:r>
              <a:rPr dirty="0" sz="1700" spc="204">
                <a:latin typeface="Arial"/>
                <a:cs typeface="Arial"/>
              </a:rPr>
              <a:t>f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-135">
                <a:latin typeface="Arial"/>
                <a:cs typeface="Arial"/>
              </a:rPr>
              <a:t>d</a:t>
            </a:r>
            <a:r>
              <a:rPr dirty="0" sz="1700" spc="-355">
                <a:latin typeface="Lucida Sans Unicode"/>
                <a:cs typeface="Lucida Sans Unicode"/>
              </a:rPr>
              <a:t>∗</a:t>
            </a:r>
            <a:r>
              <a:rPr dirty="0" sz="1700" spc="-80">
                <a:latin typeface="Arial"/>
                <a:cs typeface="Arial"/>
              </a:rPr>
              <a:t>[</a:t>
            </a:r>
            <a:r>
              <a:rPr dirty="0" sz="1700" spc="-130">
                <a:latin typeface="Arial"/>
                <a:cs typeface="Arial"/>
              </a:rPr>
              <a:t>%</a:t>
            </a:r>
            <a:r>
              <a:rPr dirty="0" sz="1700" spc="135">
                <a:latin typeface="Arial"/>
                <a:cs typeface="Arial"/>
              </a:rPr>
              <a:t>d\n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&amp;</a:t>
            </a:r>
            <a:r>
              <a:rPr dirty="0" sz="1700" spc="1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Ignor</a:t>
            </a:r>
            <a:r>
              <a:rPr dirty="0" sz="1700" spc="165">
                <a:latin typeface="Arial"/>
                <a:cs typeface="Arial"/>
              </a:rPr>
              <a:t>e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10">
                <a:latin typeface="Arial"/>
                <a:cs typeface="Arial"/>
              </a:rPr>
              <a:t>n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’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 marR="2621280" indent="-15240">
              <a:lnSpc>
                <a:spcPct val="136000"/>
              </a:lnSpc>
              <a:tabLst>
                <a:tab pos="972819" algn="l"/>
                <a:tab pos="1315085" algn="l"/>
                <a:tab pos="1541780" algn="l"/>
                <a:tab pos="1723389" algn="l"/>
                <a:tab pos="229171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85">
                <a:latin typeface="Arial"/>
                <a:cs typeface="Arial"/>
              </a:rPr>
              <a:t>%</a:t>
            </a:r>
            <a:r>
              <a:rPr dirty="0" sz="1700" spc="10">
                <a:latin typeface="Arial"/>
                <a:cs typeface="Arial"/>
              </a:rPr>
              <a:t>d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80">
                <a:latin typeface="Arial"/>
                <a:cs typeface="Arial"/>
              </a:rPr>
              <a:t>(</a:t>
            </a:r>
            <a:r>
              <a:rPr dirty="0" sz="1700" spc="165">
                <a:latin typeface="Arial"/>
                <a:cs typeface="Arial"/>
              </a:rPr>
              <a:t>g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\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735"/>
              </a:spcBef>
              <a:tabLst>
                <a:tab pos="555625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Verific</a:t>
            </a:r>
            <a:r>
              <a:rPr dirty="0" sz="1700" spc="114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FHP</a:t>
            </a:r>
            <a:r>
              <a:rPr dirty="0" sz="1700" spc="210">
                <a:latin typeface="Arial"/>
                <a:cs typeface="Arial"/>
              </a:rPr>
              <a:t>M()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735"/>
              </a:spcBef>
              <a:tabLst>
                <a:tab pos="984250" algn="l"/>
                <a:tab pos="1939925" algn="l"/>
              </a:tabLst>
            </a:pP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"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fo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gerad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45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c</a:t>
            </a:r>
            <a:r>
              <a:rPr dirty="0" sz="1700" spc="-170">
                <a:latin typeface="Arial"/>
                <a:cs typeface="Arial"/>
              </a:rPr>
              <a:t>o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-45">
                <a:latin typeface="Arial"/>
                <a:cs typeface="Arial"/>
              </a:rPr>
              <a:t>sucess</a:t>
            </a:r>
            <a:r>
              <a:rPr dirty="0" sz="1700" spc="140">
                <a:latin typeface="Arial"/>
                <a:cs typeface="Arial"/>
              </a:rPr>
              <a:t>o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 marR="1675764" indent="-22225">
              <a:lnSpc>
                <a:spcPct val="136000"/>
              </a:lnSpc>
              <a:tabLst>
                <a:tab pos="784860" algn="l"/>
                <a:tab pos="1519555" algn="l"/>
                <a:tab pos="1848485" algn="l"/>
              </a:tabLst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"</a:t>
            </a:r>
            <a:r>
              <a:rPr dirty="0" sz="1700" spc="15">
                <a:latin typeface="Arial"/>
                <a:cs typeface="Arial"/>
              </a:rPr>
              <a:t>FHPM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na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fo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gerad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corretament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130">
                <a:latin typeface="Arial"/>
                <a:cs typeface="Arial"/>
              </a:rPr>
              <a:t>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"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2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735"/>
              </a:spcBef>
            </a:pP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538720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est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(6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70465" y="2123211"/>
            <a:ext cx="148526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9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3810" y="1770824"/>
            <a:ext cx="3862704" cy="273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strcm</a:t>
            </a:r>
            <a:r>
              <a:rPr dirty="0" sz="1700" spc="125">
                <a:latin typeface="Arial"/>
                <a:cs typeface="Arial"/>
              </a:rPr>
              <a:t>p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"</a:t>
            </a:r>
            <a:r>
              <a:rPr dirty="0" sz="1700" spc="-90">
                <a:latin typeface="Arial"/>
                <a:cs typeface="Arial"/>
              </a:rPr>
              <a:t>aaaaa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9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0825" marR="128905" indent="-210185">
              <a:lnSpc>
                <a:spcPct val="136000"/>
              </a:lnSpc>
              <a:tabLst>
                <a:tab pos="250825" algn="l"/>
                <a:tab pos="985519" algn="l"/>
                <a:tab pos="1850389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"</a:t>
            </a:r>
            <a:r>
              <a:rPr dirty="0" sz="1700" spc="10">
                <a:latin typeface="Arial"/>
                <a:cs typeface="Arial"/>
              </a:rPr>
              <a:t>FHP</a:t>
            </a:r>
            <a:r>
              <a:rPr dirty="0" sz="1700" spc="25">
                <a:latin typeface="Arial"/>
                <a:cs typeface="Arial"/>
              </a:rPr>
              <a:t>M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%</a:t>
            </a:r>
            <a:r>
              <a:rPr dirty="0" sz="1700" spc="130">
                <a:latin typeface="Arial"/>
                <a:cs typeface="Arial"/>
              </a:rPr>
              <a:t>d\</a:t>
            </a:r>
            <a:r>
              <a:rPr dirty="0" sz="1700" spc="6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h</a:t>
            </a:r>
            <a:r>
              <a:rPr dirty="0" sz="1700" spc="65">
                <a:latin typeface="Arial"/>
                <a:cs typeface="Arial"/>
              </a:rPr>
              <a:t>p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80">
                <a:latin typeface="Arial"/>
                <a:cs typeface="Arial"/>
              </a:rPr>
              <a:t>print</a:t>
            </a:r>
            <a:r>
              <a:rPr dirty="0" sz="1700" spc="5">
                <a:latin typeface="Arial"/>
                <a:cs typeface="Arial"/>
              </a:rPr>
              <a:t>f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"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12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: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0504">
              <a:lnSpc>
                <a:spcPct val="100000"/>
              </a:lnSpc>
              <a:spcBef>
                <a:spcPts val="735"/>
              </a:spcBef>
            </a:pPr>
            <a:r>
              <a:rPr dirty="0" sz="1700" spc="25">
                <a:latin typeface="Arial"/>
                <a:cs typeface="Arial"/>
              </a:rPr>
              <a:t>scan</a:t>
            </a:r>
            <a:r>
              <a:rPr dirty="0" sz="1700" spc="155">
                <a:latin typeface="Arial"/>
                <a:cs typeface="Arial"/>
              </a:rPr>
              <a:t>f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"</a:t>
            </a:r>
            <a:r>
              <a:rPr dirty="0" sz="1700" spc="-340">
                <a:latin typeface="Arial"/>
                <a:cs typeface="Arial"/>
              </a:rPr>
              <a:t>%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-390">
                <a:latin typeface="Lucida Sans Unicode"/>
                <a:cs typeface="Lucida Sans Unicode"/>
              </a:rPr>
              <a:t> </a:t>
            </a:r>
            <a:r>
              <a:rPr dirty="0" sz="1700" spc="150">
                <a:latin typeface="Arial"/>
                <a:cs typeface="Arial"/>
              </a:rPr>
              <a:t>[^</a:t>
            </a:r>
            <a:r>
              <a:rPr dirty="0" sz="1700" spc="95">
                <a:latin typeface="Arial"/>
                <a:cs typeface="Arial"/>
              </a:rPr>
              <a:t>\</a:t>
            </a:r>
            <a:r>
              <a:rPr dirty="0" sz="1700" spc="135">
                <a:latin typeface="Arial"/>
                <a:cs typeface="Arial"/>
              </a:rPr>
              <a:t>n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"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Chav</a:t>
            </a:r>
            <a:r>
              <a:rPr dirty="0" sz="1700" spc="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just" marL="3111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algn="just" marL="15875" marR="1831339" indent="8255">
              <a:lnSpc>
                <a:spcPct val="136000"/>
              </a:lnSpc>
            </a:pPr>
            <a:r>
              <a:rPr dirty="0" sz="1700" spc="85">
                <a:latin typeface="Arial"/>
                <a:cs typeface="Arial"/>
              </a:rPr>
              <a:t>fclos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(</a:t>
            </a:r>
            <a:r>
              <a:rPr dirty="0" sz="1700" spc="-85">
                <a:latin typeface="Arial"/>
                <a:cs typeface="Arial"/>
              </a:rPr>
              <a:t>ArqChave</a:t>
            </a:r>
            <a:r>
              <a:rPr dirty="0" sz="1700" spc="125">
                <a:latin typeface="Arial"/>
                <a:cs typeface="Arial"/>
              </a:rPr>
              <a:t>s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fclos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Arq</a:t>
            </a:r>
            <a:r>
              <a:rPr dirty="0" sz="1700" spc="10">
                <a:latin typeface="Arial"/>
                <a:cs typeface="Arial"/>
              </a:rPr>
              <a:t>FHP</a:t>
            </a:r>
            <a:r>
              <a:rPr dirty="0" sz="1700" spc="220">
                <a:latin typeface="Arial"/>
                <a:cs typeface="Arial"/>
              </a:rPr>
              <a:t>M)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4589919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8680" cy="3279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800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 b="1">
                <a:latin typeface="Arial"/>
                <a:cs typeface="Arial"/>
              </a:rPr>
              <a:t>A</a:t>
            </a:r>
            <a:r>
              <a:rPr dirty="0" sz="2050" spc="1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q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ã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l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é</a:t>
            </a:r>
            <a:r>
              <a:rPr dirty="0" sz="2050" spc="5" b="1">
                <a:latin typeface="Arial"/>
                <a:cs typeface="Arial"/>
              </a:rPr>
              <a:t>:</a:t>
            </a:r>
            <a:r>
              <a:rPr dirty="0" sz="2050" spc="140" b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80" i="1">
                <a:latin typeface="Arial"/>
                <a:cs typeface="Arial"/>
              </a:rPr>
              <a:t>V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?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5163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11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14080" cy="1739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Influ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ê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75" i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 spc="5">
                <a:latin typeface="Arial"/>
                <a:cs typeface="Arial"/>
              </a:rPr>
              <a:t>ski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</a:pP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probab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dad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eato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baseline="-12345" sz="2025" spc="-15">
                <a:latin typeface="Tahoma"/>
                <a:cs typeface="Tahoma"/>
              </a:rPr>
              <a:t>2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80" i="1">
                <a:latin typeface="Arial"/>
                <a:cs typeface="Arial"/>
              </a:rPr>
              <a:t>V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30">
                <a:latin typeface="Lucida Sans Unicode"/>
                <a:cs typeface="Lucida Sans Unicode"/>
              </a:rPr>
              <a:t>∞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5723" y="2957842"/>
            <a:ext cx="953135" cy="352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 spc="209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-335" i="1">
                <a:latin typeface="Arial"/>
                <a:cs typeface="Arial"/>
              </a:rPr>
              <a:t> </a:t>
            </a:r>
            <a:r>
              <a:rPr dirty="0" baseline="16666" sz="1500" spc="112">
                <a:latin typeface="Arial"/>
                <a:cs typeface="Arial"/>
              </a:rPr>
              <a:t>c</a:t>
            </a:r>
            <a:endParaRPr baseline="16666" sz="1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88748" y="2800654"/>
            <a:ext cx="612775" cy="0"/>
          </a:xfrm>
          <a:custGeom>
            <a:avLst/>
            <a:gdLst/>
            <a:ahLst/>
            <a:cxnLst/>
            <a:rect l="l" t="t" r="r" b="b"/>
            <a:pathLst>
              <a:path w="612775" h="0">
                <a:moveTo>
                  <a:pt x="0" y="0"/>
                </a:moveTo>
                <a:lnTo>
                  <a:pt x="612190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96445" y="2780334"/>
            <a:ext cx="99123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-5" u="sng">
                <a:latin typeface="Lucida Sans Unicode"/>
                <a:cs typeface="Lucida Sans Unicode"/>
              </a:rPr>
              <a:t>1</a:t>
            </a:r>
            <a:r>
              <a:rPr dirty="0" sz="1000" spc="-25">
                <a:latin typeface="Lucida Sans Unicode"/>
                <a:cs typeface="Lucida Sans Unicode"/>
              </a:rPr>
              <a:t> </a:t>
            </a:r>
            <a:r>
              <a:rPr dirty="0" baseline="50135" sz="3075" spc="2242">
                <a:latin typeface="Arial"/>
                <a:cs typeface="Arial"/>
              </a:rPr>
              <a:t>.</a:t>
            </a:r>
            <a:r>
              <a:rPr dirty="0" baseline="50135" sz="3075" spc="-547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15037" y="3152584"/>
            <a:ext cx="560070" cy="0"/>
          </a:xfrm>
          <a:custGeom>
            <a:avLst/>
            <a:gdLst/>
            <a:ahLst/>
            <a:cxnLst/>
            <a:rect l="l" t="t" r="r" b="b"/>
            <a:pathLst>
              <a:path w="560070" h="0">
                <a:moveTo>
                  <a:pt x="0" y="0"/>
                </a:moveTo>
                <a:lnTo>
                  <a:pt x="559727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26822" y="3137865"/>
            <a:ext cx="135890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160" i="1">
                <a:latin typeface="Arial"/>
                <a:cs typeface="Arial"/>
              </a:rPr>
              <a:t>c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8239" y="2957842"/>
            <a:ext cx="9842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1282" y="3585860"/>
            <a:ext cx="8527415" cy="3482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18605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33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Aciclico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 i="1">
                <a:latin typeface="Arial"/>
                <a:cs typeface="Arial"/>
              </a:rPr>
              <a:t>V</a:t>
            </a:r>
            <a:r>
              <a:rPr dirty="0" sz="2050" spc="-120" i="1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6159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16315" cy="645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Influ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ê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75" i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endParaRPr sz="2450">
              <a:latin typeface="Arial"/>
              <a:cs typeface="Arial"/>
            </a:endParaRPr>
          </a:p>
          <a:p>
            <a:pPr marL="484505" marR="27686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ixo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97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10845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0">
                <a:latin typeface="Lucida Sans Unicode"/>
                <a:cs typeface="Lucida Sans Unicode"/>
              </a:rPr>
              <a:t>∞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-16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ig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8390" cy="5718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dirty="0" sz="2450" spc="17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escr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94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20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 spc="-4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w</a:t>
            </a:r>
            <a:r>
              <a:rPr dirty="0" sz="2050" spc="5">
                <a:latin typeface="Arial"/>
                <a:cs typeface="Arial"/>
              </a:rPr>
              <a:t>ski,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W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ch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Ω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57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4425" cy="6042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imo</a:t>
            </a:r>
            <a:endParaRPr sz="2450">
              <a:latin typeface="Arial"/>
              <a:cs typeface="Arial"/>
            </a:endParaRPr>
          </a:p>
          <a:p>
            <a:pPr marL="484505" marR="45529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19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98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Os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648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868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7011034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01696" y="2076907"/>
            <a:ext cx="756920" cy="951865"/>
          </a:xfrm>
          <a:custGeom>
            <a:avLst/>
            <a:gdLst/>
            <a:ahLst/>
            <a:cxnLst/>
            <a:rect l="l" t="t" r="r" b="b"/>
            <a:pathLst>
              <a:path w="756920" h="951864">
                <a:moveTo>
                  <a:pt x="130632" y="0"/>
                </a:moveTo>
                <a:lnTo>
                  <a:pt x="125843" y="86"/>
                </a:lnTo>
                <a:lnTo>
                  <a:pt x="121097" y="342"/>
                </a:lnTo>
                <a:lnTo>
                  <a:pt x="80827" y="9829"/>
                </a:lnTo>
                <a:lnTo>
                  <a:pt x="46466" y="30722"/>
                </a:lnTo>
                <a:lnTo>
                  <a:pt x="20165" y="60870"/>
                </a:lnTo>
                <a:lnTo>
                  <a:pt x="4076" y="98123"/>
                </a:lnTo>
                <a:lnTo>
                  <a:pt x="0" y="130632"/>
                </a:lnTo>
                <a:lnTo>
                  <a:pt x="0" y="821118"/>
                </a:lnTo>
                <a:lnTo>
                  <a:pt x="6659" y="862404"/>
                </a:lnTo>
                <a:lnTo>
                  <a:pt x="25203" y="898263"/>
                </a:lnTo>
                <a:lnTo>
                  <a:pt x="53481" y="926543"/>
                </a:lnTo>
                <a:lnTo>
                  <a:pt x="89341" y="945090"/>
                </a:lnTo>
                <a:lnTo>
                  <a:pt x="130632" y="951750"/>
                </a:lnTo>
                <a:lnTo>
                  <a:pt x="625792" y="951750"/>
                </a:lnTo>
                <a:lnTo>
                  <a:pt x="667078" y="945090"/>
                </a:lnTo>
                <a:lnTo>
                  <a:pt x="702937" y="926543"/>
                </a:lnTo>
                <a:lnTo>
                  <a:pt x="731217" y="898263"/>
                </a:lnTo>
                <a:lnTo>
                  <a:pt x="749764" y="862404"/>
                </a:lnTo>
                <a:lnTo>
                  <a:pt x="756424" y="821118"/>
                </a:lnTo>
                <a:lnTo>
                  <a:pt x="756424" y="130632"/>
                </a:lnTo>
                <a:lnTo>
                  <a:pt x="749764" y="89341"/>
                </a:lnTo>
                <a:lnTo>
                  <a:pt x="731217" y="53481"/>
                </a:lnTo>
                <a:lnTo>
                  <a:pt x="702937" y="25203"/>
                </a:lnTo>
                <a:lnTo>
                  <a:pt x="667078" y="6659"/>
                </a:lnTo>
                <a:lnTo>
                  <a:pt x="625792" y="0"/>
                </a:lnTo>
                <a:lnTo>
                  <a:pt x="130632" y="0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99146" y="2624312"/>
            <a:ext cx="448309" cy="224154"/>
          </a:xfrm>
          <a:custGeom>
            <a:avLst/>
            <a:gdLst/>
            <a:ahLst/>
            <a:cxnLst/>
            <a:rect l="l" t="t" r="r" b="b"/>
            <a:pathLst>
              <a:path w="448309" h="224155">
                <a:moveTo>
                  <a:pt x="447878" y="223941"/>
                </a:moveTo>
                <a:lnTo>
                  <a:pt x="447878" y="0"/>
                </a:lnTo>
                <a:lnTo>
                  <a:pt x="0" y="0"/>
                </a:lnTo>
                <a:lnTo>
                  <a:pt x="0" y="223941"/>
                </a:lnTo>
                <a:lnTo>
                  <a:pt x="447878" y="223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86293" y="2804708"/>
            <a:ext cx="224154" cy="112395"/>
          </a:xfrm>
          <a:custGeom>
            <a:avLst/>
            <a:gdLst/>
            <a:ahLst/>
            <a:cxnLst/>
            <a:rect l="l" t="t" r="r" b="b"/>
            <a:pathLst>
              <a:path w="224155" h="112394">
                <a:moveTo>
                  <a:pt x="223936" y="111973"/>
                </a:moveTo>
                <a:lnTo>
                  <a:pt x="223936" y="0"/>
                </a:lnTo>
                <a:lnTo>
                  <a:pt x="0" y="0"/>
                </a:lnTo>
                <a:lnTo>
                  <a:pt x="0" y="111973"/>
                </a:lnTo>
                <a:lnTo>
                  <a:pt x="223936" y="111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71814" y="2394150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73585" y="3756459"/>
            <a:ext cx="168275" cy="112395"/>
          </a:xfrm>
          <a:custGeom>
            <a:avLst/>
            <a:gdLst/>
            <a:ahLst/>
            <a:cxnLst/>
            <a:rect l="l" t="t" r="r" b="b"/>
            <a:pathLst>
              <a:path w="168275" h="112395">
                <a:moveTo>
                  <a:pt x="167957" y="111973"/>
                </a:moveTo>
                <a:lnTo>
                  <a:pt x="167957" y="0"/>
                </a:lnTo>
                <a:lnTo>
                  <a:pt x="0" y="0"/>
                </a:lnTo>
                <a:lnTo>
                  <a:pt x="0" y="111973"/>
                </a:lnTo>
                <a:lnTo>
                  <a:pt x="167957" y="111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602543" y="2405748"/>
            <a:ext cx="628015" cy="1041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aseline="-16548" sz="3525" spc="2700">
                <a:latin typeface="Times New Roman"/>
                <a:cs typeface="Times New Roman"/>
              </a:rPr>
              <a:t> </a:t>
            </a:r>
            <a:r>
              <a:rPr dirty="0" sz="1150" spc="1435">
                <a:latin typeface="Times New Roman"/>
                <a:cs typeface="Times New Roman"/>
              </a:rPr>
              <a:t> 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06315" y="2109838"/>
            <a:ext cx="323850" cy="158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50"/>
              </a:lnSpc>
            </a:pPr>
            <a:r>
              <a:rPr dirty="0" sz="1150" spc="1435">
                <a:latin typeface="Times New Roman"/>
                <a:cs typeface="Times New Roman"/>
              </a:rPr>
              <a:t> 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01934" y="1857002"/>
            <a:ext cx="883010" cy="1604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71814" y="1964928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71814" y="1964928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71814" y="2180168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71814" y="2180168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71814" y="2842041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71814" y="2842041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74296" y="3032389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36" y="223941"/>
                </a:moveTo>
                <a:lnTo>
                  <a:pt x="223936" y="0"/>
                </a:lnTo>
                <a:lnTo>
                  <a:pt x="0" y="0"/>
                </a:lnTo>
                <a:lnTo>
                  <a:pt x="0" y="223941"/>
                </a:lnTo>
                <a:lnTo>
                  <a:pt x="223936" y="223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974296" y="3032389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36" y="223941"/>
                </a:moveTo>
                <a:lnTo>
                  <a:pt x="223936" y="0"/>
                </a:lnTo>
                <a:lnTo>
                  <a:pt x="0" y="0"/>
                </a:lnTo>
                <a:lnTo>
                  <a:pt x="0" y="223941"/>
                </a:lnTo>
                <a:lnTo>
                  <a:pt x="223936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71814" y="2618089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5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204904" y="2513698"/>
            <a:ext cx="400685" cy="274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90" i="1">
                <a:latin typeface="Times New Roman"/>
                <a:cs typeface="Times New Roman"/>
              </a:rPr>
              <a:t>h</a:t>
            </a:r>
            <a:r>
              <a:rPr dirty="0" baseline="-23809" sz="1575" spc="112">
                <a:latin typeface="Times New Roman"/>
                <a:cs typeface="Times New Roman"/>
              </a:rPr>
              <a:t>1</a:t>
            </a:r>
            <a:r>
              <a:rPr dirty="0" sz="1400" i="1">
                <a:latin typeface="Times New Roman"/>
                <a:cs typeface="Times New Roman"/>
              </a:rPr>
              <a:t>(x)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37305" y="1600136"/>
            <a:ext cx="245110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(a)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88689" y="1600136"/>
            <a:ext cx="255904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Times New Roman"/>
                <a:cs typeface="Times New Roman"/>
              </a:rPr>
              <a:t>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28831" y="3970566"/>
            <a:ext cx="114300" cy="225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68989" y="3970566"/>
            <a:ext cx="114300" cy="225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53141" y="3970566"/>
            <a:ext cx="114300" cy="225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32703" y="3596551"/>
            <a:ext cx="151765" cy="231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20"/>
              </a:lnSpc>
            </a:pPr>
            <a:r>
              <a:rPr dirty="0" sz="1700" i="1">
                <a:latin typeface="Sitka Text"/>
                <a:cs typeface="Sitka Text"/>
              </a:rPr>
              <a:t>L</a:t>
            </a:r>
            <a:endParaRPr sz="1700">
              <a:latin typeface="Sitka Text"/>
              <a:cs typeface="Sitka Tex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09097" y="2664129"/>
            <a:ext cx="37465" cy="56515"/>
          </a:xfrm>
          <a:custGeom>
            <a:avLst/>
            <a:gdLst/>
            <a:ahLst/>
            <a:cxnLst/>
            <a:rect l="l" t="t" r="r" b="b"/>
            <a:pathLst>
              <a:path w="37464" h="56514">
                <a:moveTo>
                  <a:pt x="0" y="0"/>
                </a:moveTo>
                <a:lnTo>
                  <a:pt x="0" y="55981"/>
                </a:lnTo>
                <a:lnTo>
                  <a:pt x="37312" y="286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109097" y="2664129"/>
            <a:ext cx="37465" cy="56515"/>
          </a:xfrm>
          <a:custGeom>
            <a:avLst/>
            <a:gdLst/>
            <a:ahLst/>
            <a:cxnLst/>
            <a:rect l="l" t="t" r="r" b="b"/>
            <a:pathLst>
              <a:path w="37464" h="56514">
                <a:moveTo>
                  <a:pt x="0" y="55981"/>
                </a:moveTo>
                <a:lnTo>
                  <a:pt x="37312" y="28613"/>
                </a:lnTo>
                <a:lnTo>
                  <a:pt x="0" y="0"/>
                </a:lnTo>
                <a:lnTo>
                  <a:pt x="0" y="5598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16458" y="2664129"/>
            <a:ext cx="37465" cy="56515"/>
          </a:xfrm>
          <a:custGeom>
            <a:avLst/>
            <a:gdLst/>
            <a:ahLst/>
            <a:cxnLst/>
            <a:rect l="l" t="t" r="r" b="b"/>
            <a:pathLst>
              <a:path w="37465" h="56514">
                <a:moveTo>
                  <a:pt x="0" y="0"/>
                </a:moveTo>
                <a:lnTo>
                  <a:pt x="0" y="55981"/>
                </a:lnTo>
                <a:lnTo>
                  <a:pt x="37325" y="286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516458" y="2664129"/>
            <a:ext cx="37465" cy="56515"/>
          </a:xfrm>
          <a:custGeom>
            <a:avLst/>
            <a:gdLst/>
            <a:ahLst/>
            <a:cxnLst/>
            <a:rect l="l" t="t" r="r" b="b"/>
            <a:pathLst>
              <a:path w="37465" h="56514">
                <a:moveTo>
                  <a:pt x="0" y="55981"/>
                </a:moveTo>
                <a:lnTo>
                  <a:pt x="37325" y="28613"/>
                </a:lnTo>
                <a:lnTo>
                  <a:pt x="0" y="0"/>
                </a:lnTo>
                <a:lnTo>
                  <a:pt x="0" y="5598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388764" y="1861781"/>
            <a:ext cx="1216660" cy="349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524510" algn="l"/>
              </a:tabLst>
            </a:pPr>
            <a:r>
              <a:rPr dirty="0" baseline="1984" sz="2100">
                <a:latin typeface="Times New Roman"/>
                <a:cs typeface="Times New Roman"/>
              </a:rPr>
              <a:t>0	</a:t>
            </a:r>
            <a:r>
              <a:rPr dirty="0" baseline="-29550" sz="3525" spc="-825">
                <a:latin typeface="Times New Roman"/>
                <a:cs typeface="Times New Roman"/>
              </a:rPr>
              <a:t> </a:t>
            </a:r>
            <a:r>
              <a:rPr dirty="0" baseline="-24154" sz="1725" spc="-217">
                <a:latin typeface="Times New Roman"/>
                <a:cs typeface="Times New Roman"/>
              </a:rPr>
              <a:t> </a:t>
            </a:r>
            <a:r>
              <a:rPr dirty="0" baseline="1984" sz="2100">
                <a:latin typeface="Times New Roman"/>
                <a:cs typeface="Times New Roman"/>
              </a:rPr>
              <a:t>1  </a:t>
            </a:r>
            <a:r>
              <a:rPr dirty="0" baseline="1984" sz="2100" spc="-262">
                <a:latin typeface="Times New Roman"/>
                <a:cs typeface="Times New Roman"/>
              </a:rPr>
              <a:t> </a:t>
            </a:r>
            <a:r>
              <a:rPr dirty="0" sz="1400" spc="90" i="1">
                <a:latin typeface="Times New Roman"/>
                <a:cs typeface="Times New Roman"/>
              </a:rPr>
              <a:t>h</a:t>
            </a:r>
            <a:r>
              <a:rPr dirty="0" baseline="-23809" sz="1575" spc="112">
                <a:latin typeface="Times New Roman"/>
                <a:cs typeface="Times New Roman"/>
              </a:rPr>
              <a:t>0</a:t>
            </a:r>
            <a:r>
              <a:rPr dirty="0" sz="1400" i="1">
                <a:latin typeface="Times New Roman"/>
                <a:cs typeface="Times New Roman"/>
              </a:rPr>
              <a:t>(x)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91787" y="2541638"/>
            <a:ext cx="938530" cy="883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5080">
              <a:lnSpc>
                <a:spcPts val="110"/>
              </a:lnSpc>
            </a:pPr>
            <a:r>
              <a:rPr dirty="0" sz="1150" spc="-9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150" spc="1435">
                <a:latin typeface="Times New Roman"/>
                <a:cs typeface="Times New Roman"/>
              </a:rPr>
              <a:t> 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460"/>
              </a:lnSpc>
              <a:tabLst>
                <a:tab pos="617855" algn="l"/>
              </a:tabLst>
            </a:pPr>
            <a:r>
              <a:rPr dirty="0" baseline="-41371" sz="3525" spc="-8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41371" sz="3525" spc="254">
                <a:latin typeface="Times New Roman"/>
                <a:cs typeface="Times New Roman"/>
              </a:rPr>
              <a:t> </a:t>
            </a:r>
            <a:r>
              <a:rPr dirty="0" sz="1400" spc="-1370">
                <a:latin typeface="Times New Roman"/>
                <a:cs typeface="Times New Roman"/>
              </a:rPr>
              <a:t>2</a:t>
            </a:r>
            <a:r>
              <a:rPr dirty="0" baseline="-16548" sz="3525" spc="2640">
                <a:latin typeface="Times New Roman"/>
                <a:cs typeface="Times New Roman"/>
              </a:rPr>
              <a:t> </a:t>
            </a:r>
            <a:r>
              <a:rPr dirty="0" baseline="-16548" sz="3525">
                <a:latin typeface="Times New Roman"/>
                <a:cs typeface="Times New Roman"/>
              </a:rPr>
              <a:t>	</a:t>
            </a:r>
            <a:r>
              <a:rPr dirty="0" baseline="-26570" sz="1725" spc="-1275">
                <a:latin typeface="Times New Roman"/>
                <a:cs typeface="Times New Roman"/>
              </a:rPr>
              <a:t> </a:t>
            </a:r>
            <a:r>
              <a:rPr dirty="0" sz="1150" spc="-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 algn="r" marR="13335">
              <a:lnSpc>
                <a:spcPct val="100000"/>
              </a:lnSpc>
              <a:spcBef>
                <a:spcPts val="320"/>
              </a:spcBef>
            </a:pPr>
            <a:r>
              <a:rPr dirty="0" sz="1150" spc="1435">
                <a:latin typeface="Times New Roman"/>
                <a:cs typeface="Times New Roman"/>
              </a:rPr>
              <a:t> 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  <a:tabLst>
                <a:tab pos="617855" algn="l"/>
              </a:tabLst>
            </a:pPr>
            <a:r>
              <a:rPr dirty="0" baseline="-27186" sz="3525" spc="2640">
                <a:latin typeface="Times New Roman"/>
                <a:cs typeface="Times New Roman"/>
              </a:rPr>
              <a:t> </a:t>
            </a:r>
            <a:r>
              <a:rPr dirty="0" baseline="-27186" sz="3525" spc="2640">
                <a:latin typeface="Times New Roman"/>
                <a:cs typeface="Times New Roman"/>
              </a:rPr>
              <a:t>	</a:t>
            </a:r>
            <a:r>
              <a:rPr dirty="0" sz="1150" spc="1435">
                <a:latin typeface="Times New Roman"/>
                <a:cs typeface="Times New Roman"/>
              </a:rPr>
              <a:t> </a:t>
            </a:r>
            <a:endParaRPr sz="115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  <a:spcBef>
                <a:spcPts val="955"/>
              </a:spcBef>
            </a:pPr>
            <a:r>
              <a:rPr dirty="0" sz="140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97539" y="3081375"/>
            <a:ext cx="708025" cy="398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80"/>
              </a:lnSpc>
            </a:pPr>
            <a:r>
              <a:rPr dirty="0" sz="1150" spc="1435">
                <a:latin typeface="Times New Roman"/>
                <a:cs typeface="Times New Roman"/>
              </a:rPr>
              <a:t> 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480"/>
              </a:lnSpc>
            </a:pPr>
            <a:r>
              <a:rPr dirty="0" baseline="2415" sz="1725" spc="-112">
                <a:latin typeface="Times New Roman"/>
                <a:cs typeface="Times New Roman"/>
              </a:rPr>
              <a:t> </a:t>
            </a:r>
            <a:r>
              <a:rPr dirty="0" baseline="1984" sz="2100">
                <a:latin typeface="Times New Roman"/>
                <a:cs typeface="Times New Roman"/>
              </a:rPr>
              <a:t>5  </a:t>
            </a:r>
            <a:r>
              <a:rPr dirty="0" baseline="1984" sz="2100" spc="-262">
                <a:latin typeface="Times New Roman"/>
                <a:cs typeface="Times New Roman"/>
              </a:rPr>
              <a:t> </a:t>
            </a:r>
            <a:r>
              <a:rPr dirty="0" sz="1400" spc="90" i="1">
                <a:latin typeface="Times New Roman"/>
                <a:cs typeface="Times New Roman"/>
              </a:rPr>
              <a:t>h</a:t>
            </a:r>
            <a:r>
              <a:rPr dirty="0" baseline="-23809" sz="1575" spc="112">
                <a:latin typeface="Times New Roman"/>
                <a:cs typeface="Times New Roman"/>
              </a:rPr>
              <a:t>2</a:t>
            </a:r>
            <a:r>
              <a:rPr dirty="0" sz="1400" i="1">
                <a:latin typeface="Times New Roman"/>
                <a:cs typeface="Times New Roman"/>
              </a:rPr>
              <a:t>(x)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28162" y="2738882"/>
            <a:ext cx="302260" cy="225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mar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73591" y="1843125"/>
            <a:ext cx="1585595" cy="841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100">
              <a:lnSpc>
                <a:spcPct val="100000"/>
              </a:lnSpc>
            </a:pPr>
            <a:r>
              <a:rPr dirty="0" sz="1400" i="1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algn="ctr" marR="998855">
              <a:lnSpc>
                <a:spcPct val="100000"/>
              </a:lnSpc>
              <a:spcBef>
                <a:spcPts val="525"/>
              </a:spcBef>
            </a:pPr>
            <a:r>
              <a:rPr dirty="0" baseline="-14492" sz="1725" spc="2152">
                <a:latin typeface="Times New Roman"/>
                <a:cs typeface="Times New Roman"/>
              </a:rPr>
              <a:t> </a:t>
            </a:r>
            <a:r>
              <a:rPr dirty="0" baseline="-14492" sz="1725" spc="7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jan</a:t>
            </a:r>
            <a:endParaRPr sz="14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965"/>
              </a:spcBef>
              <a:tabLst>
                <a:tab pos="804545" algn="l"/>
                <a:tab pos="1572260" algn="l"/>
              </a:tabLst>
            </a:pPr>
            <a:r>
              <a:rPr dirty="0" sz="1400">
                <a:latin typeface="Times New Roman"/>
                <a:cs typeface="Times New Roman"/>
              </a:rPr>
              <a:t>fev	</a:t>
            </a:r>
            <a:r>
              <a:rPr dirty="0" sz="1400" u="sng">
                <a:latin typeface="Times New Roman"/>
                <a:cs typeface="Times New Roman"/>
              </a:rPr>
              <a:t> </a:t>
            </a:r>
            <a:r>
              <a:rPr dirty="0" sz="1400" spc="-105" u="sng">
                <a:latin typeface="Times New Roman"/>
                <a:cs typeface="Times New Roman"/>
              </a:rPr>
              <a:t> </a:t>
            </a:r>
            <a:r>
              <a:rPr dirty="0" sz="1400" u="sng">
                <a:latin typeface="Times New Roman"/>
                <a:cs typeface="Times New Roman"/>
              </a:rPr>
              <a:t>Geração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58526" y="2458948"/>
            <a:ext cx="786130" cy="225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u="sng">
                <a:latin typeface="Times New Roman"/>
                <a:cs typeface="Times New Roman"/>
              </a:rPr>
              <a:t>Atribuição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412085" y="1570037"/>
            <a:ext cx="5935980" cy="0"/>
          </a:xfrm>
          <a:custGeom>
            <a:avLst/>
            <a:gdLst/>
            <a:ahLst/>
            <a:cxnLst/>
            <a:rect l="l" t="t" r="r" b="b"/>
            <a:pathLst>
              <a:path w="5935980" h="0">
                <a:moveTo>
                  <a:pt x="0" y="0"/>
                </a:moveTo>
                <a:lnTo>
                  <a:pt x="593571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416492" y="1569986"/>
            <a:ext cx="0" cy="2668270"/>
          </a:xfrm>
          <a:custGeom>
            <a:avLst/>
            <a:gdLst/>
            <a:ahLst/>
            <a:cxnLst/>
            <a:rect l="l" t="t" r="r" b="b"/>
            <a:pathLst>
              <a:path w="0" h="2668270">
                <a:moveTo>
                  <a:pt x="0" y="26681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343518" y="1569986"/>
            <a:ext cx="0" cy="2668270"/>
          </a:xfrm>
          <a:custGeom>
            <a:avLst/>
            <a:gdLst/>
            <a:ahLst/>
            <a:cxnLst/>
            <a:rect l="l" t="t" r="r" b="b"/>
            <a:pathLst>
              <a:path w="0" h="2668270">
                <a:moveTo>
                  <a:pt x="0" y="26681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412085" y="4238040"/>
            <a:ext cx="5935980" cy="0"/>
          </a:xfrm>
          <a:custGeom>
            <a:avLst/>
            <a:gdLst/>
            <a:ahLst/>
            <a:cxnLst/>
            <a:rect l="l" t="t" r="r" b="b"/>
            <a:pathLst>
              <a:path w="5935980" h="0">
                <a:moveTo>
                  <a:pt x="0" y="0"/>
                </a:moveTo>
                <a:lnTo>
                  <a:pt x="593571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031786" y="4560496"/>
            <a:ext cx="8717280" cy="2327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464184" marR="5080" indent="-451484">
              <a:lnSpc>
                <a:spcPct val="116300"/>
              </a:lnSpc>
              <a:buAutoNum type="alphaLcParenBoth"/>
              <a:tabLst>
                <a:tab pos="46482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15">
                <a:latin typeface="Georgia"/>
                <a:cs typeface="Georgia"/>
              </a:rPr>
              <a:t>j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n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50">
                <a:latin typeface="Georgia"/>
                <a:cs typeface="Georgia"/>
              </a:rPr>
              <a:t>f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70">
                <a:latin typeface="Georgia"/>
                <a:cs typeface="Georgia"/>
              </a:rPr>
              <a:t>v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65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65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90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64184" marR="205104" indent="-451484">
              <a:lnSpc>
                <a:spcPct val="116300"/>
              </a:lnSpc>
              <a:spcBef>
                <a:spcPts val="1080"/>
              </a:spcBef>
              <a:buAutoNum type="alphaLcParenBoth"/>
              <a:tabLst>
                <a:tab pos="46482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7794480" y="1966486"/>
          <a:ext cx="462280" cy="1297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878"/>
              </a:tblGrid>
              <a:tr h="219584">
                <a:tc>
                  <a:txBody>
                    <a:bodyPr/>
                    <a:lstStyle/>
                    <a:p>
                      <a:pPr algn="ctr" marL="5080">
                        <a:lnSpc>
                          <a:spcPts val="139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ctr">
                        <a:lnSpc>
                          <a:spcPts val="13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jan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19277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218967">
                <a:tc>
                  <a:txBody>
                    <a:bodyPr/>
                    <a:lstStyle/>
                    <a:p>
                      <a:pPr algn="ctr" marR="15240">
                        <a:lnSpc>
                          <a:spcPts val="163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19277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276"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46658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282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fev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46658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223946">
                <a:tc>
                  <a:txBody>
                    <a:bodyPr/>
                    <a:lstStyle/>
                    <a:p>
                      <a:pPr algn="ctr" marR="15240">
                        <a:lnSpc>
                          <a:spcPts val="156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6762966" y="1709929"/>
          <a:ext cx="1451610" cy="1546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848"/>
                <a:gridCol w="223941"/>
                <a:gridCol w="546536"/>
                <a:gridCol w="471807"/>
              </a:tblGrid>
              <a:tr h="254998"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405"/>
                        </a:lnSpc>
                      </a:pPr>
                      <a:r>
                        <a:rPr dirty="0" sz="1400" i="1">
                          <a:latin typeface="Times New Roman"/>
                          <a:cs typeface="Times New Roman"/>
                        </a:rPr>
                        <a:t>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405"/>
                        </a:lnSpc>
                      </a:pPr>
                      <a:r>
                        <a:rPr dirty="0" sz="1400" i="1">
                          <a:latin typeface="Times New Roman"/>
                          <a:cs typeface="Times New Roman"/>
                        </a:rPr>
                        <a:t>fhp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9590">
                <a:tc>
                  <a:txBody>
                    <a:bodyPr/>
                    <a:lstStyle/>
                    <a:p>
                      <a:pPr marL="22225">
                        <a:lnSpc>
                          <a:spcPts val="160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ts val="16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4610">
                <a:tc>
                  <a:txBody>
                    <a:bodyPr/>
                    <a:lstStyle/>
                    <a:p>
                      <a:pPr marL="22225">
                        <a:lnSpc>
                          <a:spcPts val="163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9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258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39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63908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55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711">
                <a:tc>
                  <a:txBody>
                    <a:bodyPr/>
                    <a:lstStyle/>
                    <a:p>
                      <a:pPr marL="22225">
                        <a:lnSpc>
                          <a:spcPts val="1055"/>
                        </a:lnSpc>
                        <a:tabLst>
                          <a:tab pos="283210" algn="l"/>
                        </a:tabLst>
                      </a:pPr>
                      <a:r>
                        <a:rPr dirty="0" baseline="-11904" sz="2100">
                          <a:latin typeface="Times New Roman"/>
                          <a:cs typeface="Times New Roman"/>
                        </a:rPr>
                        <a:t>4	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ts val="1625"/>
                        </a:lnSpc>
                        <a:tabLst>
                          <a:tab pos="276860" algn="l"/>
                        </a:tabLst>
                      </a:pPr>
                      <a:r>
                        <a:rPr dirty="0" baseline="-19841" sz="2100">
                          <a:latin typeface="Times New Roman"/>
                          <a:cs typeface="Times New Roman"/>
                        </a:rPr>
                        <a:t>5	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4">
                        <a:lnSpc>
                          <a:spcPts val="145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4604">
                        <a:lnSpc>
                          <a:spcPts val="1580"/>
                        </a:lnSpc>
                        <a:spcBef>
                          <a:spcPts val="8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3981262" y="3527849"/>
          <a:ext cx="1861820" cy="40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840"/>
                <a:gridCol w="615833"/>
                <a:gridCol w="615838"/>
              </a:tblGrid>
              <a:tr h="391899">
                <a:tc>
                  <a:txBody>
                    <a:bodyPr/>
                    <a:lstStyle/>
                    <a:p>
                      <a:pPr algn="ctr" marL="34290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{1,2,4}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08585">
                        <a:lnSpc>
                          <a:spcPts val="154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fev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{1,3,5}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95885">
                        <a:lnSpc>
                          <a:spcPts val="154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jan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{0,2,5}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4955">
                        <a:lnSpc>
                          <a:spcPts val="154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9500" cy="5320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per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93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80" i="1">
                <a:latin typeface="Arial"/>
                <a:cs typeface="Arial"/>
              </a:rPr>
              <a:t>V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 i="1">
                <a:latin typeface="Arial"/>
                <a:cs typeface="Arial"/>
              </a:rPr>
              <a:t>V</a:t>
            </a:r>
            <a:r>
              <a:rPr dirty="0" sz="2050" spc="-120" i="1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245" i="1">
                <a:latin typeface="Arial"/>
                <a:cs typeface="Arial"/>
              </a:rPr>
              <a:t>E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rótu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rótu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9655" cy="4912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Ai</a:t>
            </a:r>
            <a:r>
              <a:rPr dirty="0" sz="2050">
                <a:latin typeface="Arial"/>
                <a:cs typeface="Arial"/>
              </a:rPr>
              <a:t>nd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per</a:t>
            </a:r>
            <a:r>
              <a:rPr dirty="0" sz="2050" spc="-20">
                <a:latin typeface="Arial"/>
                <a:cs typeface="Arial"/>
              </a:rPr>
              <a:t>gr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223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ô</a:t>
            </a:r>
            <a:r>
              <a:rPr dirty="0" sz="2050" spc="5">
                <a:latin typeface="Arial"/>
                <a:cs typeface="Arial"/>
              </a:rPr>
              <a:t>mico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cicl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32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-15">
                <a:latin typeface="Tahoma"/>
                <a:cs typeface="Tahoma"/>
              </a:rPr>
              <a:t>1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-15">
                <a:latin typeface="Tahoma"/>
                <a:cs typeface="Tahoma"/>
              </a:rPr>
              <a:t>2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30">
                <a:latin typeface="Arial"/>
                <a:cs typeface="Arial"/>
              </a:rPr>
              <a:t>o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12175" cy="3254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(b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-9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956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77910" cy="55772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hing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Ó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105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G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80" i="1">
                <a:latin typeface="Arial"/>
                <a:cs typeface="Arial"/>
              </a:rPr>
              <a:t>V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As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sm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0" i="1">
                <a:latin typeface="Arial"/>
                <a:cs typeface="Arial"/>
              </a:rPr>
              <a:t>V</a:t>
            </a:r>
            <a:r>
              <a:rPr dirty="0" sz="2050" spc="160" i="1">
                <a:latin typeface="Arial"/>
                <a:cs typeface="Arial"/>
              </a:rPr>
              <a:t>i</a:t>
            </a:r>
            <a:r>
              <a:rPr dirty="0" sz="2050" spc="-204" i="1">
                <a:latin typeface="Arial"/>
                <a:cs typeface="Arial"/>
              </a:rPr>
              <a:t>s</a:t>
            </a:r>
            <a:r>
              <a:rPr dirty="0" sz="2050" spc="16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ta</a:t>
            </a:r>
            <a:r>
              <a:rPr dirty="0" sz="2050" spc="-110" i="1">
                <a:latin typeface="Arial"/>
                <a:cs typeface="Arial"/>
              </a:rPr>
              <a:t>d</a:t>
            </a:r>
            <a:r>
              <a:rPr dirty="0" sz="2050" spc="15" i="1">
                <a:latin typeface="Arial"/>
                <a:cs typeface="Arial"/>
              </a:rPr>
              <a:t>o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45" i="1">
                <a:latin typeface="Arial"/>
                <a:cs typeface="Arial"/>
              </a:rPr>
              <a:t>f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60" i="1">
                <a:latin typeface="Arial"/>
                <a:cs typeface="Arial"/>
              </a:rPr>
              <a:t>l</a:t>
            </a:r>
            <a:r>
              <a:rPr dirty="0" sz="2050" spc="-204" i="1">
                <a:latin typeface="Arial"/>
                <a:cs typeface="Arial"/>
              </a:rPr>
              <a:t>s</a:t>
            </a:r>
            <a:r>
              <a:rPr dirty="0" sz="2050" spc="-215" i="1">
                <a:latin typeface="Arial"/>
                <a:cs typeface="Arial"/>
              </a:rPr>
              <a:t>e</a:t>
            </a:r>
            <a:r>
              <a:rPr dirty="0" sz="2050" spc="1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ja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495" i="1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80" i="1">
                <a:latin typeface="Arial"/>
                <a:cs typeface="Arial"/>
              </a:rPr>
              <a:t>j</a:t>
            </a:r>
            <a:r>
              <a:rPr dirty="0" sz="2050" spc="114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587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4">
                <a:latin typeface="Lucida Sans Unicode"/>
                <a:cs typeface="Lucida Sans Unicode"/>
              </a:rPr>
              <a:t>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0" i="1">
                <a:latin typeface="Arial"/>
                <a:cs typeface="Arial"/>
              </a:rPr>
              <a:t>V</a:t>
            </a:r>
            <a:r>
              <a:rPr dirty="0" sz="2050" spc="160" i="1">
                <a:latin typeface="Arial"/>
                <a:cs typeface="Arial"/>
              </a:rPr>
              <a:t>i</a:t>
            </a:r>
            <a:r>
              <a:rPr dirty="0" sz="2050" spc="-204" i="1">
                <a:latin typeface="Arial"/>
                <a:cs typeface="Arial"/>
              </a:rPr>
              <a:t>s</a:t>
            </a:r>
            <a:r>
              <a:rPr dirty="0" sz="2050" spc="16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ta</a:t>
            </a:r>
            <a:r>
              <a:rPr dirty="0" sz="2050" spc="-110" i="1">
                <a:latin typeface="Arial"/>
                <a:cs typeface="Arial"/>
              </a:rPr>
              <a:t>d</a:t>
            </a:r>
            <a:r>
              <a:rPr dirty="0" sz="2050" spc="15" i="1">
                <a:latin typeface="Arial"/>
                <a:cs typeface="Arial"/>
              </a:rPr>
              <a:t>o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5" i="1">
                <a:latin typeface="Arial"/>
                <a:cs typeface="Arial"/>
              </a:rPr>
              <a:t>t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visi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1085"/>
              </a:spcBef>
            </a:pPr>
            <a:r>
              <a:rPr dirty="0" baseline="16260" sz="3075" spc="-150" i="1">
                <a:latin typeface="Arial"/>
                <a:cs typeface="Arial"/>
              </a:rPr>
              <a:t>g</a:t>
            </a:r>
            <a:r>
              <a:rPr dirty="0" baseline="16260" sz="3075" spc="-315">
                <a:latin typeface="Georgia"/>
                <a:cs typeface="Georgia"/>
              </a:rPr>
              <a:t>[</a:t>
            </a:r>
            <a:r>
              <a:rPr dirty="0" baseline="16260" sz="3075" spc="15" i="1">
                <a:latin typeface="Arial"/>
                <a:cs typeface="Arial"/>
              </a:rPr>
              <a:t>u</a:t>
            </a:r>
            <a:r>
              <a:rPr dirty="0" baseline="16260" sz="3075" spc="-315">
                <a:latin typeface="Georgia"/>
                <a:cs typeface="Georgia"/>
              </a:rPr>
              <a:t>]</a:t>
            </a:r>
            <a:r>
              <a:rPr dirty="0" baseline="16260" sz="3075" spc="120">
                <a:latin typeface="Georgia"/>
                <a:cs typeface="Georgia"/>
              </a:rPr>
              <a:t> </a:t>
            </a:r>
            <a:r>
              <a:rPr dirty="0" baseline="16260" sz="3075" spc="375">
                <a:latin typeface="Georgia"/>
                <a:cs typeface="Georgia"/>
              </a:rPr>
              <a:t>=</a:t>
            </a:r>
            <a:r>
              <a:rPr dirty="0" baseline="16260" sz="3075" spc="120">
                <a:latin typeface="Georgia"/>
                <a:cs typeface="Georgia"/>
              </a:rPr>
              <a:t> </a:t>
            </a:r>
            <a:r>
              <a:rPr dirty="0" baseline="16260" sz="3075" spc="22">
                <a:latin typeface="Georgia"/>
                <a:cs typeface="Georgia"/>
              </a:rPr>
              <a:t>(</a:t>
            </a:r>
            <a:r>
              <a:rPr dirty="0" baseline="16260" sz="3075" spc="569" i="1">
                <a:latin typeface="Arial"/>
                <a:cs typeface="Arial"/>
              </a:rPr>
              <a:t>j</a:t>
            </a:r>
            <a:r>
              <a:rPr dirty="0" baseline="16260" sz="3075" spc="7" i="1">
                <a:latin typeface="Arial"/>
                <a:cs typeface="Arial"/>
              </a:rPr>
              <a:t> </a:t>
            </a:r>
            <a:r>
              <a:rPr dirty="0" baseline="16260" sz="3075" spc="-37">
                <a:latin typeface="Lucida Sans Unicode"/>
                <a:cs typeface="Lucida Sans Unicode"/>
              </a:rPr>
              <a:t>−</a:t>
            </a:r>
            <a:r>
              <a:rPr dirty="0" baseline="16260" sz="3075" spc="-284">
                <a:latin typeface="Lucida Sans Unicode"/>
                <a:cs typeface="Lucida Sans Unicode"/>
              </a:rPr>
              <a:t> </a:t>
            </a:r>
            <a:r>
              <a:rPr dirty="0" baseline="58265" sz="3075" spc="2407">
                <a:latin typeface="Arial"/>
                <a:cs typeface="Arial"/>
              </a:rPr>
              <a:t>.</a:t>
            </a:r>
            <a:r>
              <a:rPr dirty="0" sz="1350" spc="85" i="1">
                <a:latin typeface="Arial"/>
                <a:cs typeface="Arial"/>
              </a:rPr>
              <a:t>v</a:t>
            </a:r>
            <a:r>
              <a:rPr dirty="0" sz="1350" spc="-100">
                <a:latin typeface="Lucida Sans Unicode"/>
                <a:cs typeface="Lucida Sans Unicode"/>
              </a:rPr>
              <a:t>∈</a:t>
            </a:r>
            <a:r>
              <a:rPr dirty="0" sz="1350" spc="25" i="1">
                <a:latin typeface="Arial"/>
                <a:cs typeface="Arial"/>
              </a:rPr>
              <a:t>a</a:t>
            </a:r>
            <a:r>
              <a:rPr dirty="0" sz="1350" spc="-100">
                <a:latin typeface="Lucida Sans Unicode"/>
                <a:cs typeface="Lucida Sans Unicode"/>
              </a:rPr>
              <a:t>∧</a:t>
            </a:r>
            <a:r>
              <a:rPr dirty="0" sz="1350" spc="170" i="1">
                <a:latin typeface="Verdana"/>
                <a:cs typeface="Verdana"/>
              </a:rPr>
              <a:t>V</a:t>
            </a:r>
            <a:r>
              <a:rPr dirty="0" sz="1350" spc="80" i="1">
                <a:latin typeface="Verdana"/>
                <a:cs typeface="Verdana"/>
              </a:rPr>
              <a:t>i</a:t>
            </a:r>
            <a:r>
              <a:rPr dirty="0" sz="1350" spc="-105" i="1">
                <a:latin typeface="Verdana"/>
                <a:cs typeface="Verdana"/>
              </a:rPr>
              <a:t>s</a:t>
            </a:r>
            <a:r>
              <a:rPr dirty="0" sz="1350" spc="80" i="1">
                <a:latin typeface="Verdana"/>
                <a:cs typeface="Verdana"/>
              </a:rPr>
              <a:t>i</a:t>
            </a:r>
            <a:r>
              <a:rPr dirty="0" sz="1350" spc="-45" i="1">
                <a:latin typeface="Verdana"/>
                <a:cs typeface="Verdana"/>
              </a:rPr>
              <a:t>t</a:t>
            </a:r>
            <a:r>
              <a:rPr dirty="0" sz="1350" spc="-60" i="1">
                <a:latin typeface="Verdana"/>
                <a:cs typeface="Verdana"/>
              </a:rPr>
              <a:t>a</a:t>
            </a:r>
            <a:r>
              <a:rPr dirty="0" sz="1350" spc="-90" i="1">
                <a:latin typeface="Verdana"/>
                <a:cs typeface="Verdana"/>
              </a:rPr>
              <a:t>d</a:t>
            </a:r>
            <a:r>
              <a:rPr dirty="0" sz="1350" spc="15" i="1">
                <a:latin typeface="Verdana"/>
                <a:cs typeface="Verdana"/>
              </a:rPr>
              <a:t>o</a:t>
            </a:r>
            <a:r>
              <a:rPr dirty="0" sz="1350" spc="-114">
                <a:latin typeface="Tahoma"/>
                <a:cs typeface="Tahoma"/>
              </a:rPr>
              <a:t>[</a:t>
            </a:r>
            <a:r>
              <a:rPr dirty="0" sz="1350" spc="85" i="1">
                <a:latin typeface="Arial"/>
                <a:cs typeface="Arial"/>
              </a:rPr>
              <a:t>v</a:t>
            </a:r>
            <a:r>
              <a:rPr dirty="0" sz="1350" spc="-114">
                <a:latin typeface="Tahoma"/>
                <a:cs typeface="Tahoma"/>
              </a:rPr>
              <a:t>]</a:t>
            </a:r>
            <a:r>
              <a:rPr dirty="0" sz="1350" spc="150">
                <a:latin typeface="Tahoma"/>
                <a:cs typeface="Tahoma"/>
              </a:rPr>
              <a:t>=</a:t>
            </a:r>
            <a:r>
              <a:rPr dirty="0" sz="1350" spc="150" i="1">
                <a:latin typeface="Arial"/>
                <a:cs typeface="Arial"/>
              </a:rPr>
              <a:t>t</a:t>
            </a:r>
            <a:r>
              <a:rPr dirty="0" sz="1350" spc="250" i="1">
                <a:latin typeface="Arial"/>
                <a:cs typeface="Arial"/>
              </a:rPr>
              <a:t>r</a:t>
            </a:r>
            <a:r>
              <a:rPr dirty="0" sz="1350" spc="95" i="1">
                <a:latin typeface="Arial"/>
                <a:cs typeface="Arial"/>
              </a:rPr>
              <a:t>u</a:t>
            </a:r>
            <a:r>
              <a:rPr dirty="0" sz="1350" spc="-75" i="1">
                <a:latin typeface="Arial"/>
                <a:cs typeface="Arial"/>
              </a:rPr>
              <a:t>e</a:t>
            </a:r>
            <a:r>
              <a:rPr dirty="0" sz="1350" spc="55" i="1">
                <a:latin typeface="Arial"/>
                <a:cs typeface="Arial"/>
              </a:rPr>
              <a:t> </a:t>
            </a:r>
            <a:r>
              <a:rPr dirty="0" baseline="16260" sz="3075" spc="-150" i="1">
                <a:latin typeface="Arial"/>
                <a:cs typeface="Arial"/>
              </a:rPr>
              <a:t>g</a:t>
            </a:r>
            <a:r>
              <a:rPr dirty="0" baseline="16260" sz="3075" spc="-315">
                <a:latin typeface="Georgia"/>
                <a:cs typeface="Georgia"/>
              </a:rPr>
              <a:t>[</a:t>
            </a:r>
            <a:r>
              <a:rPr dirty="0" baseline="16260" sz="3075" spc="37" i="1">
                <a:latin typeface="Arial"/>
                <a:cs typeface="Arial"/>
              </a:rPr>
              <a:t>v</a:t>
            </a:r>
            <a:r>
              <a:rPr dirty="0" baseline="16260" sz="3075" spc="-315">
                <a:latin typeface="Georgia"/>
                <a:cs typeface="Georgia"/>
              </a:rPr>
              <a:t>]</a:t>
            </a:r>
            <a:r>
              <a:rPr dirty="0" baseline="16260" sz="3075" spc="22">
                <a:latin typeface="Georgia"/>
                <a:cs typeface="Georgia"/>
              </a:rPr>
              <a:t>)</a:t>
            </a:r>
            <a:r>
              <a:rPr dirty="0" baseline="16260" sz="3075" spc="120">
                <a:latin typeface="Georgia"/>
                <a:cs typeface="Georgia"/>
              </a:rPr>
              <a:t> </a:t>
            </a:r>
            <a:r>
              <a:rPr dirty="0" baseline="16260" sz="3075" spc="-187">
                <a:latin typeface="Georgia"/>
                <a:cs typeface="Georgia"/>
              </a:rPr>
              <a:t>m</a:t>
            </a:r>
            <a:r>
              <a:rPr dirty="0" baseline="16260" sz="3075" spc="-60">
                <a:latin typeface="Georgia"/>
                <a:cs typeface="Georgia"/>
              </a:rPr>
              <a:t>o</a:t>
            </a:r>
            <a:r>
              <a:rPr dirty="0" baseline="16260" sz="3075" spc="-82">
                <a:latin typeface="Georgia"/>
                <a:cs typeface="Georgia"/>
              </a:rPr>
              <a:t>d</a:t>
            </a:r>
            <a:r>
              <a:rPr dirty="0" baseline="16260" sz="3075" spc="120">
                <a:latin typeface="Georgia"/>
                <a:cs typeface="Georgia"/>
              </a:rPr>
              <a:t> </a:t>
            </a:r>
            <a:r>
              <a:rPr dirty="0" baseline="16260" sz="3075" spc="419" i="1">
                <a:latin typeface="Arial"/>
                <a:cs typeface="Arial"/>
              </a:rPr>
              <a:t>r</a:t>
            </a:r>
            <a:r>
              <a:rPr dirty="0" baseline="16260" sz="3075">
                <a:latin typeface="Arial"/>
                <a:cs typeface="Arial"/>
              </a:rPr>
              <a:t>.</a:t>
            </a:r>
            <a:endParaRPr baseline="16260" sz="307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964680" cy="402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Ro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211" y="1386319"/>
            <a:ext cx="6762115" cy="60788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Atribui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TipoGraf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-170">
                <a:latin typeface="Lucida Sans Unicode"/>
                <a:cs typeface="Lucida Sans Unicode"/>
              </a:rPr>
              <a:t>∗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TipoArranjoAresta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244475" algn="l"/>
                <a:tab pos="678815" algn="l"/>
                <a:tab pos="1000125" algn="l"/>
                <a:tab pos="2379345" algn="l"/>
                <a:tab pos="462470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2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TipoValorVertic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20">
                <a:latin typeface="Arial"/>
                <a:cs typeface="Arial"/>
              </a:rPr>
              <a:t>TipoAre</a:t>
            </a:r>
            <a:r>
              <a:rPr dirty="0" sz="1700" spc="15">
                <a:latin typeface="Arial"/>
                <a:cs typeface="Arial"/>
              </a:rPr>
              <a:t>s</a:t>
            </a:r>
            <a:r>
              <a:rPr dirty="0" sz="1700" spc="15">
                <a:latin typeface="Arial"/>
                <a:cs typeface="Arial"/>
              </a:rPr>
              <a:t>t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1598295">
              <a:lnSpc>
                <a:spcPct val="100000"/>
              </a:lnSpc>
              <a:spcBef>
                <a:spcPts val="650"/>
              </a:spcBef>
            </a:pP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90" b="1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Visitad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29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5">
                <a:latin typeface="Arial"/>
                <a:cs typeface="Arial"/>
              </a:rPr>
              <a:t>AXNU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VE</a:t>
            </a:r>
            <a:r>
              <a:rPr dirty="0" sz="1700" spc="-40">
                <a:latin typeface="Arial"/>
                <a:cs typeface="Arial"/>
              </a:rPr>
              <a:t>R</a:t>
            </a:r>
            <a:r>
              <a:rPr dirty="0" sz="1700" spc="10">
                <a:latin typeface="Arial"/>
                <a:cs typeface="Arial"/>
              </a:rPr>
              <a:t>TICES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1444625">
              <a:lnSpc>
                <a:spcPct val="100000"/>
              </a:lnSpc>
              <a:spcBef>
                <a:spcPts val="650"/>
              </a:spcBef>
              <a:tabLst>
                <a:tab pos="3738879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5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4">
                <a:latin typeface="Arial"/>
                <a:cs typeface="Arial"/>
              </a:rPr>
              <a:t>&gt;</a:t>
            </a:r>
            <a:r>
              <a:rPr dirty="0" sz="1700" spc="-40">
                <a:latin typeface="Arial"/>
                <a:cs typeface="Arial"/>
              </a:rPr>
              <a:t>NumVertice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-305">
                <a:latin typeface="Lucida Sans Unicode"/>
                <a:cs typeface="Lucida Sans Unicode"/>
              </a:rPr>
              <a:t>−</a:t>
            </a:r>
            <a:r>
              <a:rPr dirty="0" sz="1700" spc="-16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50"/>
              </a:spcBef>
              <a:tabLst>
                <a:tab pos="248920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70">
                <a:latin typeface="Arial"/>
                <a:cs typeface="Arial"/>
              </a:rPr>
              <a:t>Visitad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F</a:t>
            </a:r>
            <a:r>
              <a:rPr dirty="0" sz="1700" spc="10">
                <a:latin typeface="Arial"/>
                <a:cs typeface="Arial"/>
              </a:rPr>
              <a:t>ALSE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algn="ctr" marR="1551940">
              <a:lnSpc>
                <a:spcPct val="100000"/>
              </a:lnSpc>
              <a:spcBef>
                <a:spcPts val="650"/>
              </a:spcBef>
              <a:tabLst>
                <a:tab pos="363156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5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50">
                <a:latin typeface="Arial"/>
                <a:cs typeface="Arial"/>
              </a:rPr>
              <a:t>&gt;</a:t>
            </a:r>
            <a:r>
              <a:rPr dirty="0" sz="1700" spc="-85">
                <a:latin typeface="Arial"/>
                <a:cs typeface="Arial"/>
              </a:rPr>
              <a:t>NumAresta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310">
                <a:latin typeface="Arial"/>
                <a:cs typeface="Arial"/>
              </a:rPr>
              <a:t> </a:t>
            </a:r>
            <a:r>
              <a:rPr dirty="0" sz="1700" spc="-305">
                <a:latin typeface="Lucida Sans Unicode"/>
                <a:cs typeface="Lucida Sans Unicode"/>
              </a:rPr>
              <a:t>−</a:t>
            </a:r>
            <a:r>
              <a:rPr dirty="0" sz="1700" spc="-16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50"/>
              </a:spcBef>
              <a:tabLst>
                <a:tab pos="1809114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L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algn="ctr" marR="1659255">
              <a:lnSpc>
                <a:spcPct val="100000"/>
              </a:lnSpc>
              <a:spcBef>
                <a:spcPts val="650"/>
              </a:spcBef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155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v</a:t>
            </a:r>
            <a:r>
              <a:rPr dirty="0" sz="1700" spc="-305">
                <a:latin typeface="Lucida Sans Unicode"/>
                <a:cs typeface="Lucida Sans Unicode"/>
              </a:rPr>
              <a:t>−</a:t>
            </a:r>
            <a:r>
              <a:rPr dirty="0" sz="1700" spc="-160">
                <a:latin typeface="Lucida Sans Unicode"/>
                <a:cs typeface="Lucida Sans Unicode"/>
              </a:rPr>
              <a:t>−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algn="ctr" marR="1689735">
              <a:lnSpc>
                <a:spcPct val="100000"/>
              </a:lnSpc>
              <a:spcBef>
                <a:spcPts val="650"/>
              </a:spcBef>
              <a:tabLst>
                <a:tab pos="213995" algn="l"/>
                <a:tab pos="52578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!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Visitad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[a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294765" marR="1995170" indent="-180340">
              <a:lnSpc>
                <a:spcPct val="131900"/>
              </a:lnSpc>
              <a:tabLst>
                <a:tab pos="336677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Visitad</a:t>
            </a:r>
            <a:r>
              <a:rPr dirty="0" sz="1700" spc="10">
                <a:latin typeface="Arial"/>
                <a:cs typeface="Arial"/>
              </a:rPr>
              <a:t>o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[a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21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T</a:t>
            </a:r>
            <a:r>
              <a:rPr dirty="0" sz="1700" spc="-55">
                <a:latin typeface="Arial"/>
                <a:cs typeface="Arial"/>
              </a:rPr>
              <a:t>R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19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u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v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10490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088390">
              <a:lnSpc>
                <a:spcPct val="100000"/>
              </a:lnSpc>
              <a:spcBef>
                <a:spcPts val="650"/>
              </a:spcBef>
            </a:pPr>
            <a:r>
              <a:rPr dirty="0" sz="1700" spc="15" b="1">
                <a:latin typeface="Arial"/>
                <a:cs typeface="Arial"/>
              </a:rPr>
              <a:t>e</a:t>
            </a:r>
            <a:r>
              <a:rPr dirty="0" sz="1700" spc="5" b="1">
                <a:latin typeface="Arial"/>
                <a:cs typeface="Arial"/>
              </a:rPr>
              <a:t>l</a:t>
            </a:r>
            <a:r>
              <a:rPr dirty="0" sz="1700" spc="15" b="1">
                <a:latin typeface="Arial"/>
                <a:cs typeface="Arial"/>
              </a:rPr>
              <a:t>s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spc="150" b="1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g[a</a:t>
            </a:r>
            <a:r>
              <a:rPr dirty="0" sz="1700" spc="5">
                <a:latin typeface="Arial"/>
                <a:cs typeface="Arial"/>
              </a:rPr>
              <a:t>.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60">
                <a:latin typeface="Arial"/>
                <a:cs typeface="Arial"/>
              </a:rPr>
              <a:t>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52145">
              <a:lnSpc>
                <a:spcPct val="100000"/>
              </a:lnSpc>
              <a:spcBef>
                <a:spcPts val="650"/>
              </a:spcBef>
            </a:pPr>
            <a:r>
              <a:rPr dirty="0" sz="1700" spc="130">
                <a:latin typeface="Arial"/>
                <a:cs typeface="Arial"/>
              </a:rPr>
              <a:t>g[</a:t>
            </a:r>
            <a:r>
              <a:rPr dirty="0" sz="1700" spc="150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-190">
                <a:latin typeface="Lucida Sans Unicode"/>
                <a:cs typeface="Lucida Sans Unicode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-15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3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0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7225">
              <a:lnSpc>
                <a:spcPct val="100000"/>
              </a:lnSpc>
              <a:spcBef>
                <a:spcPts val="650"/>
              </a:spcBef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g[</a:t>
            </a:r>
            <a:r>
              <a:rPr dirty="0" sz="1700" spc="110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130">
                <a:latin typeface="Arial"/>
                <a:cs typeface="Arial"/>
              </a:rPr>
              <a:t>g[</a:t>
            </a:r>
            <a:r>
              <a:rPr dirty="0" sz="1700" spc="75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Graf</a:t>
            </a:r>
            <a:r>
              <a:rPr dirty="0" sz="1700" spc="-185">
                <a:latin typeface="Arial"/>
                <a:cs typeface="Arial"/>
              </a:rPr>
              <a:t>o</a:t>
            </a:r>
            <a:r>
              <a:rPr dirty="0" sz="1700" spc="-345">
                <a:latin typeface="Lucida Sans Unicode"/>
                <a:cs typeface="Lucida Sans Unicode"/>
              </a:rPr>
              <a:t>−</a:t>
            </a:r>
            <a:r>
              <a:rPr dirty="0" sz="1700" spc="-20">
                <a:latin typeface="Arial"/>
                <a:cs typeface="Arial"/>
              </a:rPr>
              <a:t>&gt;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12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6908165" cy="384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áve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21295" y="5969190"/>
            <a:ext cx="8122284" cy="146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274955" marR="5080">
              <a:lnSpc>
                <a:spcPct val="116300"/>
              </a:lnSpc>
            </a:pP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8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abe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ará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lvi</a:t>
            </a:r>
            <a:r>
              <a:rPr dirty="0" sz="2050">
                <a:latin typeface="Arial"/>
                <a:cs typeface="Arial"/>
              </a:rPr>
              <a:t>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ando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639445">
              <a:lnSpc>
                <a:spcPct val="100000"/>
              </a:lnSpc>
              <a:spcBef>
                <a:spcPts val="830"/>
              </a:spcBef>
            </a:pPr>
            <a:r>
              <a:rPr dirty="0" sz="2050" spc="-40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-30" b="1">
                <a:latin typeface="Arial"/>
                <a:cs typeface="Arial"/>
              </a:rPr>
              <a:t>o</a:t>
            </a:r>
            <a:r>
              <a:rPr dirty="0" sz="2050" spc="10" b="1">
                <a:latin typeface="Arial"/>
                <a:cs typeface="Arial"/>
              </a:rPr>
              <a:t>w</a:t>
            </a:r>
            <a:r>
              <a:rPr dirty="0" sz="2050" b="1">
                <a:latin typeface="Arial"/>
                <a:cs typeface="Arial"/>
              </a:rPr>
              <a:t>nt</a:t>
            </a:r>
            <a:r>
              <a:rPr dirty="0" sz="2050" spc="5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35675" y="1511687"/>
          <a:ext cx="5293360" cy="425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266"/>
                <a:gridCol w="1082421"/>
                <a:gridCol w="404177"/>
                <a:gridCol w="1684083"/>
                <a:gridCol w="404164"/>
                <a:gridCol w="404291"/>
                <a:gridCol w="896454"/>
              </a:tblGrid>
              <a:tr h="429780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i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a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v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Vi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ado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u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j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Soma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258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 spc="-2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2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 spc="-2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5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}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95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→</a:t>
                      </a:r>
                      <a:r>
                        <a:rPr dirty="0" sz="185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21024"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 spc="-95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→</a:t>
                      </a:r>
                      <a:r>
                        <a:rPr dirty="0" sz="185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8320"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 spc="-95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→</a:t>
                      </a:r>
                      <a:r>
                        <a:rPr dirty="0" sz="185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252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 spc="-2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3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 spc="-2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5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}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-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-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21024"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 spc="-95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→</a:t>
                      </a:r>
                      <a:r>
                        <a:rPr dirty="0" sz="185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8250"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 spc="-95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→</a:t>
                      </a:r>
                      <a:r>
                        <a:rPr dirty="0" sz="185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2541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5">
                          <a:latin typeface="Lucida Sans Unicode"/>
                          <a:cs typeface="Lucida Sans Unicode"/>
                        </a:rPr>
                        <a:t>{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 spc="-2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2</a:t>
                      </a:r>
                      <a:r>
                        <a:rPr dirty="0" sz="1850" i="1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850" spc="-20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5">
                          <a:latin typeface="Tahoma"/>
                          <a:cs typeface="Tahoma"/>
                        </a:rPr>
                        <a:t>4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}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 spc="-95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al</a:t>
                      </a:r>
                      <a:r>
                        <a:rPr dirty="0" sz="1850" spc="-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5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latin typeface="Lucida Sans Unicode"/>
                          <a:cs typeface="Lucida Sans Unicode"/>
                        </a:rPr>
                        <a:t>→</a:t>
                      </a:r>
                      <a:r>
                        <a:rPr dirty="0" sz="1850" spc="-6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13861"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15413"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/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 spc="-229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850" spc="2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50">
                          <a:latin typeface="Arial"/>
                          <a:cs typeface="Arial"/>
                        </a:rPr>
                        <a:t>ue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85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7326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7415"/>
            <a:ext cx="8496300" cy="5813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áve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is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-15" b="1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og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l:</a:t>
            </a:r>
            <a:endParaRPr sz="2050">
              <a:latin typeface="Arial"/>
              <a:cs typeface="Arial"/>
            </a:endParaRPr>
          </a:p>
          <a:p>
            <a:pPr marL="484505" marR="4144645" indent="364490">
              <a:lnSpc>
                <a:spcPct val="137900"/>
              </a:lnSpc>
              <a:tabLst>
                <a:tab pos="2600960" algn="l"/>
              </a:tabLst>
            </a:pPr>
            <a:r>
              <a:rPr dirty="0" sz="2050">
                <a:latin typeface="Arial"/>
                <a:cs typeface="Arial"/>
              </a:rPr>
              <a:t>g[u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19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8100"/>
              </a:lnSpc>
              <a:tabLst>
                <a:tab pos="2600960" algn="l"/>
              </a:tabLst>
            </a:pP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8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and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ane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19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3225165" indent="364490">
              <a:lnSpc>
                <a:spcPct val="137900"/>
              </a:lnSpc>
            </a:pPr>
            <a:r>
              <a:rPr dirty="0" sz="2050" spc="5">
                <a:latin typeface="Arial"/>
                <a:cs typeface="Arial"/>
              </a:rPr>
              <a:t>wh</a:t>
            </a:r>
            <a:r>
              <a:rPr dirty="0" sz="2050" spc="5">
                <a:latin typeface="Arial"/>
                <a:cs typeface="Arial"/>
              </a:rPr>
              <a:t>ile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g[u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&lt;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g[u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g[u</a:t>
            </a:r>
            <a:r>
              <a:rPr dirty="0" sz="2050">
                <a:latin typeface="Arial"/>
                <a:cs typeface="Arial"/>
              </a:rPr>
              <a:t>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+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330">
                <a:latin typeface="Lucida Sans Unicode"/>
                <a:cs typeface="Lucida Sans Unicode"/>
              </a:rPr>
              <a:t>L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 marR="52069">
              <a:lnSpc>
                <a:spcPct val="118100"/>
              </a:lnSpc>
              <a:tabLst>
                <a:tab pos="2600960" algn="l"/>
              </a:tabLst>
            </a:pPr>
            <a:r>
              <a:rPr dirty="0" sz="2050" spc="-80" i="1">
                <a:latin typeface="Arial"/>
                <a:cs typeface="Arial"/>
              </a:rPr>
              <a:t>a</a:t>
            </a:r>
            <a:r>
              <a:rPr dirty="0" sz="2050" spc="-8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65">
                <a:latin typeface="Lucida Sans Unicode"/>
                <a:cs typeface="Lucida Sans Unicode"/>
              </a:rPr>
              <a:t>{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365">
                <a:latin typeface="Lucida Sans Unicode"/>
                <a:cs typeface="Lucida Sans Unicode"/>
              </a:rPr>
              <a:t>}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and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apó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ane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19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87105" cy="38595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1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yt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23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5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25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1886585" indent="364490">
              <a:lnSpc>
                <a:spcPct val="141700"/>
              </a:lnSpc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[0..</a:t>
            </a:r>
            <a:r>
              <a:rPr dirty="0" sz="2050" spc="10">
                <a:latin typeface="Arial"/>
                <a:cs typeface="Arial"/>
              </a:rPr>
              <a:t>MAX</a:t>
            </a:r>
            <a:r>
              <a:rPr dirty="0" sz="2050" spc="5">
                <a:latin typeface="Arial"/>
                <a:cs typeface="Arial"/>
              </a:rPr>
              <a:t>NU</a:t>
            </a:r>
            <a:r>
              <a:rPr dirty="0" sz="2050" spc="10">
                <a:latin typeface="Arial"/>
                <a:cs typeface="Arial"/>
              </a:rPr>
              <a:t>MVE</a:t>
            </a:r>
            <a:r>
              <a:rPr dirty="0" sz="2050" spc="-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TIC</a:t>
            </a:r>
            <a:r>
              <a:rPr dirty="0" sz="2050" spc="5">
                <a:latin typeface="Arial"/>
                <a:cs typeface="Arial"/>
              </a:rPr>
              <a:t>ES]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inte</a:t>
            </a:r>
            <a:r>
              <a:rPr dirty="0" sz="2050" spc="25" b="1">
                <a:latin typeface="Arial"/>
                <a:cs typeface="Arial"/>
              </a:rPr>
              <a:t>g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;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49630">
              <a:lnSpc>
                <a:spcPct val="100000"/>
              </a:lnSpc>
              <a:spcBef>
                <a:spcPts val="1025"/>
              </a:spcBef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[0..</a:t>
            </a:r>
            <a:r>
              <a:rPr dirty="0" sz="2050" spc="10">
                <a:latin typeface="Arial"/>
                <a:cs typeface="Arial"/>
              </a:rPr>
              <a:t>MAX</a:t>
            </a:r>
            <a:r>
              <a:rPr dirty="0" sz="2050" spc="5">
                <a:latin typeface="Arial"/>
                <a:cs typeface="Arial"/>
              </a:rPr>
              <a:t>NU</a:t>
            </a:r>
            <a:r>
              <a:rPr dirty="0" sz="2050" spc="10">
                <a:latin typeface="Arial"/>
                <a:cs typeface="Arial"/>
              </a:rPr>
              <a:t>MVE</a:t>
            </a:r>
            <a:r>
              <a:rPr dirty="0" sz="2050" spc="-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TIC</a:t>
            </a:r>
            <a:r>
              <a:rPr dirty="0" sz="2050" spc="5">
                <a:latin typeface="Arial"/>
                <a:cs typeface="Arial"/>
              </a:rPr>
              <a:t>ES]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yte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223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-254">
                <a:latin typeface="Lucida Sans Unicode"/>
                <a:cs typeface="Lucida Sans Unicode"/>
              </a:rPr>
              <a:t>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25" i="1">
                <a:latin typeface="Arial"/>
                <a:cs typeface="Arial"/>
              </a:rPr>
              <a:t>S</a:t>
            </a:r>
            <a:r>
              <a:rPr dirty="0" sz="2050" spc="1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10" i="1">
                <a:latin typeface="Arial"/>
                <a:cs typeface="Arial"/>
              </a:rPr>
              <a:t>hp</a:t>
            </a:r>
            <a:r>
              <a:rPr dirty="0" sz="2050" spc="130" i="1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1910"/>
              </a:spcBef>
            </a:pPr>
            <a:r>
              <a:rPr dirty="0" sz="2050" spc="-110" i="1">
                <a:latin typeface="Arial"/>
                <a:cs typeface="Arial"/>
              </a:rPr>
              <a:t>h</a:t>
            </a:r>
            <a:r>
              <a:rPr dirty="0" sz="2050" spc="15" i="1">
                <a:latin typeface="Arial"/>
                <a:cs typeface="Arial"/>
              </a:rPr>
              <a:t>p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292" i="1">
                <a:latin typeface="Arial"/>
                <a:cs typeface="Arial"/>
              </a:rPr>
              <a:t>i</a:t>
            </a:r>
            <a:r>
              <a:rPr dirty="0" baseline="-12345" sz="2025" spc="75">
                <a:latin typeface="Tahoma"/>
                <a:cs typeface="Tahoma"/>
              </a:rPr>
              <a:t>(</a:t>
            </a:r>
            <a:r>
              <a:rPr dirty="0" baseline="-12345" sz="2025" spc="179" i="1">
                <a:latin typeface="Arial"/>
                <a:cs typeface="Arial"/>
              </a:rPr>
              <a:t>k</a:t>
            </a:r>
            <a:r>
              <a:rPr dirty="0" baseline="-12345" sz="2025" spc="202">
                <a:latin typeface="Tahoma"/>
                <a:cs typeface="Tahoma"/>
              </a:rPr>
              <a:t>)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20" i="1">
                <a:latin typeface="Arial"/>
                <a:cs typeface="Arial"/>
              </a:rPr>
              <a:t> 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90">
                <a:latin typeface="Georgia"/>
                <a:cs typeface="Georgia"/>
              </a:rPr>
              <a:t>n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75">
                <a:latin typeface="Georgia"/>
                <a:cs typeface="Georgia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2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24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2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240">
                <a:latin typeface="Georgia"/>
                <a:cs typeface="Georgia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315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24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375" i="1">
                <a:latin typeface="Arial"/>
                <a:cs typeface="Arial"/>
              </a:rPr>
              <a:t>r</a:t>
            </a:r>
            <a:r>
              <a:rPr dirty="0" baseline="-12345" sz="2025" spc="89">
                <a:latin typeface="Lucida Sans Unicode"/>
                <a:cs typeface="Lucida Sans Unicode"/>
              </a:rPr>
              <a:t>−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9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594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412" i="1">
                <a:latin typeface="Arial"/>
                <a:cs typeface="Arial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lc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7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7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7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70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7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3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simil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m</a:t>
            </a:r>
            <a:r>
              <a:rPr dirty="0" sz="2050" spc="-40">
                <a:latin typeface="Georgia"/>
                <a:cs typeface="Georgia"/>
              </a:rPr>
              <a:t>o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-60">
                <a:latin typeface="Arial"/>
                <a:cs typeface="Arial"/>
              </a:rPr>
              <a:t>fe</a:t>
            </a:r>
            <a:r>
              <a:rPr dirty="0" sz="2050" spc="5">
                <a:latin typeface="Arial"/>
                <a:cs typeface="Arial"/>
              </a:rPr>
              <a:t>v”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ant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73135" cy="5677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435"/>
              </a:spcBef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h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-3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1610360" marR="4718685" indent="15240">
              <a:lnSpc>
                <a:spcPct val="136000"/>
              </a:lnSpc>
            </a:pP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735"/>
              </a:spcBef>
              <a:tabLst>
                <a:tab pos="240029" algn="l"/>
                <a:tab pos="67500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TipoArranjoVertice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735"/>
              </a:spcBef>
              <a:tabLst>
                <a:tab pos="972819" algn="l"/>
                <a:tab pos="1541780" algn="l"/>
                <a:tab pos="1723389" algn="l"/>
                <a:tab pos="2291715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055" marR="5369560" indent="-186690">
              <a:lnSpc>
                <a:spcPct val="136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v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g[a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5425">
              <a:lnSpc>
                <a:spcPct val="100000"/>
              </a:lnSpc>
              <a:spcBef>
                <a:spcPts val="735"/>
              </a:spcBef>
              <a:tabLst>
                <a:tab pos="1513840" algn="l"/>
              </a:tabLst>
            </a:pP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80" i="1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8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2330" cy="5492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yt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849630" indent="-627380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9" i="1">
                <a:latin typeface="Arial"/>
                <a:cs typeface="Arial"/>
              </a:rPr>
              <a:t>i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49630" marR="438150" indent="-627380">
              <a:lnSpc>
                <a:spcPct val="141700"/>
              </a:lnSpc>
              <a:spcBef>
                <a:spcPts val="86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 spc="10">
                <a:latin typeface="Arial"/>
                <a:cs typeface="Arial"/>
              </a:rPr>
              <a:t>MAX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MVE</a:t>
            </a:r>
            <a:r>
              <a:rPr dirty="0" sz="2050" spc="-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5">
                <a:latin typeface="Arial"/>
                <a:cs typeface="Arial"/>
              </a:rPr>
              <a:t>ES]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1025"/>
              </a:spcBef>
            </a:pP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49630">
              <a:lnSpc>
                <a:spcPct val="100000"/>
              </a:lnSpc>
              <a:spcBef>
                <a:spcPts val="1025"/>
              </a:spcBef>
            </a:pPr>
            <a:r>
              <a:rPr dirty="0" sz="2050" b="1">
                <a:latin typeface="Arial"/>
                <a:cs typeface="Arial"/>
              </a:rPr>
              <a:t>cons</a:t>
            </a:r>
            <a:r>
              <a:rPr dirty="0" sz="2050" spc="5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MAXGS</a:t>
            </a:r>
            <a:r>
              <a:rPr dirty="0" sz="2050">
                <a:latin typeface="Arial"/>
                <a:cs typeface="Arial"/>
              </a:rPr>
              <a:t>IZ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un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((</a:t>
            </a:r>
            <a:r>
              <a:rPr dirty="0" sz="2050" spc="10">
                <a:latin typeface="Arial"/>
                <a:cs typeface="Arial"/>
              </a:rPr>
              <a:t>MAX</a:t>
            </a:r>
            <a:r>
              <a:rPr dirty="0" sz="2050" spc="5">
                <a:latin typeface="Arial"/>
                <a:cs typeface="Arial"/>
              </a:rPr>
              <a:t>NU</a:t>
            </a:r>
            <a:r>
              <a:rPr dirty="0" sz="2050" spc="10">
                <a:latin typeface="Arial"/>
                <a:cs typeface="Arial"/>
              </a:rPr>
              <a:t>MVE</a:t>
            </a:r>
            <a:r>
              <a:rPr dirty="0" sz="2050" spc="-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TIC</a:t>
            </a:r>
            <a:r>
              <a:rPr dirty="0" sz="2050" spc="10">
                <a:latin typeface="Arial"/>
                <a:cs typeface="Arial"/>
              </a:rPr>
              <a:t>ES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+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3)/4</a:t>
            </a:r>
            <a:r>
              <a:rPr dirty="0" sz="2050" spc="5">
                <a:latin typeface="Arial"/>
                <a:cs typeface="Arial"/>
              </a:rPr>
              <a:t>)</a:t>
            </a:r>
            <a:endParaRPr sz="2050">
              <a:latin typeface="Arial"/>
              <a:cs typeface="Arial"/>
            </a:endParaRPr>
          </a:p>
          <a:p>
            <a:pPr marL="849630">
              <a:lnSpc>
                <a:spcPct val="100000"/>
              </a:lnSpc>
              <a:spcBef>
                <a:spcPts val="1025"/>
              </a:spcBef>
            </a:pP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spc="5" b="1">
                <a:latin typeface="Arial"/>
                <a:cs typeface="Arial"/>
              </a:rPr>
              <a:t>rr</a:t>
            </a:r>
            <a:r>
              <a:rPr dirty="0" sz="2050" spc="-4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y</a:t>
            </a:r>
            <a:r>
              <a:rPr dirty="0" sz="2050">
                <a:latin typeface="Arial"/>
                <a:cs typeface="Arial"/>
              </a:rPr>
              <a:t>[0..</a:t>
            </a:r>
            <a:r>
              <a:rPr dirty="0" sz="2050" spc="10">
                <a:latin typeface="Arial"/>
                <a:cs typeface="Arial"/>
              </a:rPr>
              <a:t>MAXGS</a:t>
            </a:r>
            <a:r>
              <a:rPr dirty="0" sz="2050">
                <a:latin typeface="Arial"/>
                <a:cs typeface="Arial"/>
              </a:rPr>
              <a:t>IZ</a:t>
            </a:r>
            <a:r>
              <a:rPr dirty="0" sz="2050" spc="5">
                <a:latin typeface="Arial"/>
                <a:cs typeface="Arial"/>
              </a:rPr>
              <a:t>E]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f</a:t>
            </a:r>
            <a:r>
              <a:rPr dirty="0" sz="2050" b="1">
                <a:latin typeface="Arial"/>
                <a:cs typeface="Arial"/>
              </a:rPr>
              <a:t> </a:t>
            </a:r>
            <a:r>
              <a:rPr dirty="0" sz="2050" spc="-40" b="1">
                <a:latin typeface="Arial"/>
                <a:cs typeface="Arial"/>
              </a:rPr>
              <a:t>b</a:t>
            </a:r>
            <a:r>
              <a:rPr dirty="0" sz="2050" b="1">
                <a:latin typeface="Arial"/>
                <a:cs typeface="Arial"/>
              </a:rPr>
              <a:t>yte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  <a:p>
            <a:pPr marL="484505" marR="457200">
              <a:lnSpc>
                <a:spcPct val="119700"/>
              </a:lnSpc>
              <a:spcBef>
                <a:spcPts val="540"/>
              </a:spcBef>
            </a:pPr>
            <a:r>
              <a:rPr dirty="0" sz="2050">
                <a:latin typeface="Arial"/>
                <a:cs typeface="Arial"/>
              </a:rPr>
              <a:t>ond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MAXGS</a:t>
            </a:r>
            <a:r>
              <a:rPr dirty="0" sz="2050">
                <a:latin typeface="Arial"/>
                <a:cs typeface="Arial"/>
              </a:rPr>
              <a:t>IZ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nd</a:t>
            </a:r>
            <a:r>
              <a:rPr dirty="0" sz="2050" spc="5">
                <a:latin typeface="Arial"/>
                <a:cs typeface="Arial"/>
              </a:rPr>
              <a:t>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ena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ore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198" y="851928"/>
            <a:ext cx="7529195" cy="1954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Qu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at</a:t>
            </a:r>
            <a:r>
              <a:rPr dirty="0" sz="2450" spc="-4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yt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2245"/>
              </a:spcBef>
              <a:tabLst>
                <a:tab pos="5495290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254">
                <a:latin typeface="Lucida Sans Unicode"/>
                <a:cs typeface="Lucida Sans Unicode"/>
              </a:rPr>
              <a:t> </a:t>
            </a:r>
            <a:r>
              <a:rPr dirty="0" sz="1700" spc="-160" i="1">
                <a:latin typeface="Arial"/>
                <a:cs typeface="Arial"/>
              </a:rPr>
              <a:t>Assum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spc="120" i="1">
                <a:latin typeface="Arial"/>
                <a:cs typeface="Arial"/>
              </a:rPr>
              <a:t> </a:t>
            </a:r>
            <a:r>
              <a:rPr dirty="0" sz="1700" spc="-75" i="1">
                <a:latin typeface="Arial"/>
                <a:cs typeface="Arial"/>
              </a:rPr>
              <a:t>qu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todas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5" i="1">
                <a:latin typeface="Arial"/>
                <a:cs typeface="Arial"/>
              </a:rPr>
              <a:t> </a:t>
            </a:r>
            <a:r>
              <a:rPr dirty="0" sz="1700" spc="15" i="1">
                <a:latin typeface="Arial"/>
                <a:cs typeface="Arial"/>
              </a:rPr>
              <a:t>entrada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e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3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2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150" i="1">
                <a:latin typeface="Arial"/>
                <a:cs typeface="Arial"/>
              </a:rPr>
              <a:t>b</a:t>
            </a:r>
            <a:r>
              <a:rPr dirty="0" sz="1700" spc="140" i="1">
                <a:latin typeface="Arial"/>
                <a:cs typeface="Arial"/>
              </a:rPr>
              <a:t>it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45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d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70" i="1">
                <a:latin typeface="Arial"/>
                <a:cs typeface="Arial"/>
              </a:rPr>
              <a:t>v</a:t>
            </a:r>
            <a:r>
              <a:rPr dirty="0" sz="1700" spc="75" i="1">
                <a:latin typeface="Arial"/>
                <a:cs typeface="Arial"/>
              </a:rPr>
              <a:t>eto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650"/>
              </a:spcBef>
              <a:tabLst>
                <a:tab pos="5495290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 </a:t>
            </a:r>
            <a:r>
              <a:rPr dirty="0" sz="1700" spc="10" i="1">
                <a:latin typeface="Arial"/>
                <a:cs typeface="Arial"/>
              </a:rPr>
              <a:t>g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0" i="1">
                <a:latin typeface="Arial"/>
                <a:cs typeface="Arial"/>
              </a:rPr>
              <a:t> </a:t>
            </a:r>
            <a:r>
              <a:rPr dirty="0" sz="1700" spc="-30" i="1">
                <a:latin typeface="Arial"/>
                <a:cs typeface="Arial"/>
              </a:rPr>
              <a:t>fora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5" i="1">
                <a:latin typeface="Arial"/>
                <a:cs typeface="Arial"/>
              </a:rPr>
              <a:t> </a:t>
            </a:r>
            <a:r>
              <a:rPr dirty="0" sz="1700" spc="125" i="1">
                <a:latin typeface="Arial"/>
                <a:cs typeface="Arial"/>
              </a:rPr>
              <a:t>inicializada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c</a:t>
            </a:r>
            <a:r>
              <a:rPr dirty="0" sz="1700" spc="-170" i="1">
                <a:latin typeface="Arial"/>
                <a:cs typeface="Arial"/>
              </a:rPr>
              <a:t>o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spc="13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85" i="1">
                <a:latin typeface="Arial"/>
                <a:cs typeface="Arial"/>
              </a:rPr>
              <a:t>valo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8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3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3672840" algn="l"/>
                <a:tab pos="409511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95">
                <a:latin typeface="Arial"/>
                <a:cs typeface="Arial"/>
              </a:rPr>
              <a:t>AtribuiValor2Bit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195">
                <a:latin typeface="Lucida Sans Unicode"/>
                <a:cs typeface="Lucida Sans Unicode"/>
              </a:rPr>
              <a:t>∗</a:t>
            </a:r>
            <a:r>
              <a:rPr dirty="0" sz="1700" spc="17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60">
                <a:latin typeface="Arial"/>
                <a:cs typeface="Arial"/>
              </a:rPr>
              <a:t>Indic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-95" b="1">
                <a:latin typeface="Arial"/>
                <a:cs typeface="Arial"/>
              </a:rPr>
              <a:t>unsigne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15" b="1">
                <a:latin typeface="Arial"/>
                <a:cs typeface="Arial"/>
              </a:rPr>
              <a:t> </a:t>
            </a: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25" b="1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Valo</a:t>
            </a:r>
            <a:r>
              <a:rPr dirty="0" sz="1700" spc="17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244475" algn="l"/>
                <a:tab pos="678815" algn="l"/>
                <a:tab pos="1545590" algn="l"/>
                <a:tab pos="195326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4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Indic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4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1561" y="3219234"/>
            <a:ext cx="3638550" cy="9671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905125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65">
                <a:latin typeface="Lucida Sans Unicode"/>
                <a:cs typeface="Lucida Sans Unicode"/>
              </a:rPr>
              <a:t> </a:t>
            </a:r>
            <a:r>
              <a:rPr dirty="0" sz="1700" spc="-140" i="1">
                <a:latin typeface="Arial"/>
                <a:cs typeface="Arial"/>
              </a:rPr>
              <a:t>Cad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0" i="1">
                <a:latin typeface="Arial"/>
                <a:cs typeface="Arial"/>
              </a:rPr>
              <a:t> </a:t>
            </a:r>
            <a:r>
              <a:rPr dirty="0" sz="1700" spc="85" i="1">
                <a:latin typeface="Arial"/>
                <a:cs typeface="Arial"/>
              </a:rPr>
              <a:t>valo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ocup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229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2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150" i="1">
                <a:latin typeface="Arial"/>
                <a:cs typeface="Arial"/>
              </a:rPr>
              <a:t>b</a:t>
            </a:r>
            <a:r>
              <a:rPr dirty="0" sz="1700" spc="140" i="1">
                <a:latin typeface="Arial"/>
                <a:cs typeface="Arial"/>
              </a:rPr>
              <a:t>it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1729105" algn="l"/>
                <a:tab pos="3440429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10">
                <a:latin typeface="Lucida Sans Unicode"/>
                <a:cs typeface="Lucida Sans Unicode"/>
              </a:rPr>
              <a:t> </a:t>
            </a:r>
            <a:r>
              <a:rPr dirty="0" sz="1700" spc="15" i="1">
                <a:latin typeface="Arial"/>
                <a:cs typeface="Arial"/>
              </a:rPr>
              <a:t>zer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45" i="1">
                <a:latin typeface="Arial"/>
                <a:cs typeface="Arial"/>
              </a:rPr>
              <a:t> </a:t>
            </a:r>
            <a:r>
              <a:rPr dirty="0" sz="1700" spc="-35" i="1">
                <a:latin typeface="Arial"/>
                <a:cs typeface="Arial"/>
              </a:rPr>
              <a:t>o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5" i="1">
                <a:latin typeface="Arial"/>
                <a:cs typeface="Arial"/>
              </a:rPr>
              <a:t> </a:t>
            </a:r>
            <a:r>
              <a:rPr dirty="0" sz="1700" spc="45" i="1">
                <a:latin typeface="Arial"/>
                <a:cs typeface="Arial"/>
              </a:rPr>
              <a:t>doi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150" i="1">
                <a:latin typeface="Arial"/>
                <a:cs typeface="Arial"/>
              </a:rPr>
              <a:t>b</a:t>
            </a:r>
            <a:r>
              <a:rPr dirty="0" sz="1700" spc="140" i="1">
                <a:latin typeface="Arial"/>
                <a:cs typeface="Arial"/>
              </a:rPr>
              <a:t>it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5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5" i="1">
                <a:latin typeface="Arial"/>
                <a:cs typeface="Arial"/>
              </a:rPr>
              <a:t> </a:t>
            </a:r>
            <a:r>
              <a:rPr dirty="0" sz="1700" spc="170" i="1">
                <a:latin typeface="Arial"/>
                <a:cs typeface="Arial"/>
              </a:rPr>
              <a:t>atribui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332105" algn="l"/>
                <a:tab pos="2583815" algn="l"/>
              </a:tabLst>
            </a:pP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105" i="1">
                <a:latin typeface="Arial"/>
                <a:cs typeface="Arial"/>
              </a:rPr>
              <a:t>realiz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60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 </a:t>
            </a:r>
            <a:r>
              <a:rPr dirty="0" sz="1700" spc="90" i="1">
                <a:latin typeface="Arial"/>
                <a:cs typeface="Arial"/>
              </a:rPr>
              <a:t>atribuica</a:t>
            </a:r>
            <a:r>
              <a:rPr dirty="0" sz="1700" spc="10" i="1">
                <a:latin typeface="Arial"/>
                <a:cs typeface="Arial"/>
              </a:rPr>
              <a:t>o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86" y="2794830"/>
            <a:ext cx="2662555" cy="17329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6055" marR="428625">
              <a:lnSpc>
                <a:spcPct val="131900"/>
              </a:lnSpc>
            </a:pP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Indic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4)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2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92405" marR="6985">
              <a:lnSpc>
                <a:spcPct val="131900"/>
              </a:lnSpc>
              <a:tabLst>
                <a:tab pos="1163955" algn="l"/>
              </a:tabLst>
            </a:pPr>
            <a:r>
              <a:rPr dirty="0" sz="1700" spc="1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10">
                <a:latin typeface="Arial"/>
                <a:cs typeface="Arial"/>
              </a:rPr>
              <a:t>&amp;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~(</a:t>
            </a:r>
            <a:r>
              <a:rPr dirty="0" sz="1700" spc="-195">
                <a:latin typeface="Arial"/>
                <a:cs typeface="Arial"/>
              </a:rPr>
              <a:t>3</a:t>
            </a:r>
            <a:r>
              <a:rPr dirty="0" sz="1700" spc="15">
                <a:latin typeface="Arial"/>
                <a:cs typeface="Arial"/>
              </a:rPr>
              <a:t>U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|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40">
                <a:latin typeface="Arial"/>
                <a:cs typeface="Arial"/>
              </a:rPr>
              <a:t>Valo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5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14629" algn="l"/>
                <a:tab pos="532765" algn="l"/>
                <a:tab pos="2464435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	</a:t>
            </a:r>
            <a:r>
              <a:rPr dirty="0" sz="1700" spc="95" i="1">
                <a:latin typeface="Arial"/>
                <a:cs typeface="Arial"/>
              </a:rPr>
              <a:t>AtribuiValor2Bit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697" y="4927676"/>
            <a:ext cx="4946015" cy="2333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460750" algn="l"/>
                <a:tab pos="3884295" algn="l"/>
              </a:tabLst>
            </a:pPr>
            <a:r>
              <a:rPr dirty="0" sz="1700" spc="-45" b="1">
                <a:latin typeface="Arial"/>
                <a:cs typeface="Arial"/>
              </a:rPr>
              <a:t>cha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80" b="1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ObtemValor2Bit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195">
                <a:latin typeface="Lucida Sans Unicode"/>
                <a:cs typeface="Lucida Sans Unicode"/>
              </a:rPr>
              <a:t>∗</a:t>
            </a:r>
            <a:r>
              <a:rPr dirty="0" sz="1700" spc="17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70">
                <a:latin typeface="Arial"/>
                <a:cs typeface="Arial"/>
              </a:rPr>
              <a:t>Indic</a:t>
            </a:r>
            <a:r>
              <a:rPr dirty="0" sz="1700" spc="21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720">
              <a:lnSpc>
                <a:spcPct val="100000"/>
              </a:lnSpc>
              <a:spcBef>
                <a:spcPts val="650"/>
              </a:spcBef>
              <a:tabLst>
                <a:tab pos="247015" algn="l"/>
                <a:tab pos="68135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7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2255">
              <a:lnSpc>
                <a:spcPct val="100000"/>
              </a:lnSpc>
              <a:spcBef>
                <a:spcPts val="650"/>
              </a:spcBef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Indic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4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650"/>
              </a:spcBef>
            </a:pP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70">
                <a:latin typeface="Arial"/>
                <a:cs typeface="Arial"/>
              </a:rPr>
              <a:t>Indic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16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4)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650"/>
              </a:spcBef>
              <a:tabLst>
                <a:tab pos="4747260" algn="l"/>
              </a:tabLst>
            </a:pP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8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2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2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65">
                <a:latin typeface="Lucida Sans Unicode"/>
                <a:cs typeface="Lucida Sans Unicode"/>
              </a:rPr>
              <a:t> </a:t>
            </a:r>
            <a:r>
              <a:rPr dirty="0" sz="1700" spc="-140" i="1">
                <a:latin typeface="Arial"/>
                <a:cs typeface="Arial"/>
              </a:rPr>
              <a:t>Cad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75" i="1">
                <a:latin typeface="Arial"/>
                <a:cs typeface="Arial"/>
              </a:rPr>
              <a:t> </a:t>
            </a:r>
            <a:r>
              <a:rPr dirty="0" sz="1700" spc="85" i="1">
                <a:latin typeface="Arial"/>
                <a:cs typeface="Arial"/>
              </a:rPr>
              <a:t>valo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0" i="1">
                <a:latin typeface="Arial"/>
                <a:cs typeface="Arial"/>
              </a:rPr>
              <a:t> </a:t>
            </a:r>
            <a:r>
              <a:rPr dirty="0" sz="1700" spc="-70" i="1">
                <a:latin typeface="Arial"/>
                <a:cs typeface="Arial"/>
              </a:rPr>
              <a:t>ocup</a:t>
            </a:r>
            <a:r>
              <a:rPr dirty="0" sz="1700" spc="10" i="1">
                <a:latin typeface="Arial"/>
                <a:cs typeface="Arial"/>
              </a:rPr>
              <a:t>a</a:t>
            </a:r>
            <a:r>
              <a:rPr dirty="0" sz="1700" spc="229" i="1">
                <a:latin typeface="Arial"/>
                <a:cs typeface="Arial"/>
              </a:rPr>
              <a:t> </a:t>
            </a:r>
            <a:r>
              <a:rPr dirty="0" sz="1700" spc="10" i="1">
                <a:latin typeface="Arial"/>
                <a:cs typeface="Arial"/>
              </a:rPr>
              <a:t>2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20" i="1">
                <a:latin typeface="Arial"/>
                <a:cs typeface="Arial"/>
              </a:rPr>
              <a:t> </a:t>
            </a:r>
            <a:r>
              <a:rPr dirty="0" sz="1700" spc="150" i="1">
                <a:latin typeface="Arial"/>
                <a:cs typeface="Arial"/>
              </a:rPr>
              <a:t>b</a:t>
            </a:r>
            <a:r>
              <a:rPr dirty="0" sz="1700" spc="140" i="1">
                <a:latin typeface="Arial"/>
                <a:cs typeface="Arial"/>
              </a:rPr>
              <a:t>it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	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650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3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2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1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20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Po</a:t>
            </a:r>
            <a:r>
              <a:rPr dirty="0" sz="1700" spc="-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 spc="195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3</a:t>
            </a:r>
            <a:r>
              <a:rPr dirty="0" sz="1700" spc="-5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">
              <a:lnSpc>
                <a:spcPct val="100000"/>
              </a:lnSpc>
              <a:spcBef>
                <a:spcPts val="650"/>
              </a:spcBef>
              <a:tabLst>
                <a:tab pos="248285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40">
                <a:latin typeface="Lucida Sans Unicode"/>
                <a:cs typeface="Lucida Sans Unicode"/>
              </a:rPr>
              <a:t> </a:t>
            </a:r>
            <a:r>
              <a:rPr dirty="0" sz="1700" spc="-15" i="1">
                <a:latin typeface="Arial"/>
                <a:cs typeface="Arial"/>
              </a:rPr>
              <a:t>ObtemValor2Bit</a:t>
            </a:r>
            <a:r>
              <a:rPr dirty="0" sz="1700" spc="10" i="1">
                <a:latin typeface="Arial"/>
                <a:cs typeface="Arial"/>
              </a:rPr>
              <a:t>s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0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39175" cy="59220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1135380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Como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ac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Bi</a:t>
            </a:r>
            <a:r>
              <a:rPr dirty="0" sz="2450" b="1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222250">
              <a:lnSpc>
                <a:spcPct val="100000"/>
              </a:lnSpc>
              <a:spcBef>
                <a:spcPts val="2225"/>
              </a:spcBef>
              <a:tabLst>
                <a:tab pos="484505" algn="l"/>
              </a:tabLst>
            </a:pPr>
            <a:r>
              <a:rPr dirty="0" sz="2050" spc="-265">
                <a:latin typeface="Lucida Sans Unicode"/>
                <a:cs typeface="Lucida Sans Unicode"/>
              </a:rPr>
              <a:t>•</a:t>
            </a:r>
            <a:r>
              <a:rPr dirty="0" sz="2050" spc="-265">
                <a:latin typeface="Lucida Sans Unicode"/>
                <a:cs typeface="Lucida Sans Unicode"/>
              </a:rPr>
              <a:t>	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5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6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-15">
                <a:latin typeface="Tahoma"/>
                <a:cs typeface="Tahoma"/>
              </a:rPr>
              <a:t>7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6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7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22250">
              <a:lnSpc>
                <a:spcPct val="100000"/>
              </a:lnSpc>
              <a:spcBef>
                <a:spcPts val="1480"/>
              </a:spcBef>
              <a:tabLst>
                <a:tab pos="484505" algn="l"/>
              </a:tabLst>
            </a:pPr>
            <a:r>
              <a:rPr dirty="0" sz="2050" spc="-265">
                <a:latin typeface="Lucida Sans Unicode"/>
                <a:cs typeface="Lucida Sans Unicode"/>
              </a:rPr>
              <a:t>•</a:t>
            </a:r>
            <a:r>
              <a:rPr dirty="0" sz="2050" spc="-265">
                <a:latin typeface="Lucida Sans Unicode"/>
                <a:cs typeface="Lucida Sans Unicode"/>
              </a:rPr>
              <a:t>	</a:t>
            </a: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hr”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4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5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6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-15">
                <a:latin typeface="Tahoma"/>
                <a:cs typeface="Tahoma"/>
              </a:rPr>
              <a:t>7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04">
                <a:latin typeface="Tahoma"/>
                <a:cs typeface="Tahom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12">
                <a:latin typeface="Tahoma"/>
                <a:cs typeface="Tahoma"/>
              </a:rPr>
              <a:t>1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5">
                <a:latin typeface="Georgia"/>
                <a:cs typeface="Georgia"/>
              </a:rPr>
              <a:t>V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I</a:t>
            </a:r>
            <a:r>
              <a:rPr dirty="0" sz="2050" spc="-90">
                <a:latin typeface="Georgia"/>
                <a:cs typeface="Georgia"/>
              </a:rPr>
              <a:t>n</a:t>
            </a:r>
            <a:r>
              <a:rPr dirty="0" sz="2050" spc="-55">
                <a:latin typeface="Georgia"/>
                <a:cs typeface="Georgia"/>
              </a:rPr>
              <a:t>d</a:t>
            </a:r>
            <a:r>
              <a:rPr dirty="0" sz="2050" spc="-45">
                <a:latin typeface="Georgia"/>
                <a:cs typeface="Georgia"/>
              </a:rPr>
              <a:t>i</a:t>
            </a:r>
            <a:r>
              <a:rPr dirty="0" sz="2050" spc="-35">
                <a:latin typeface="Georgia"/>
                <a:cs typeface="Georgia"/>
              </a:rPr>
              <a:t>c</a:t>
            </a:r>
            <a:r>
              <a:rPr dirty="0" sz="2050" spc="-95">
                <a:latin typeface="Georgia"/>
                <a:cs typeface="Georgia"/>
              </a:rPr>
              <a:t>e</a:t>
            </a:r>
            <a:r>
              <a:rPr dirty="0" sz="2050" spc="7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lvl="1" marL="852169" marR="33909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Georgia"/>
                <a:cs typeface="Georgia"/>
              </a:rPr>
              <a:t>V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-12345" sz="2025" spc="-15">
                <a:latin typeface="Tahoma"/>
                <a:cs typeface="Tahoma"/>
              </a:rPr>
              <a:t>2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77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508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163830" indent="-262255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35">
                <a:latin typeface="Lucida Sans Unicode"/>
                <a:cs typeface="Lucida Sans Unicode"/>
              </a:rPr>
              <a:t>∗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((</a:t>
            </a:r>
            <a:r>
              <a:rPr dirty="0" sz="2050" spc="-250">
                <a:latin typeface="Georgia"/>
                <a:cs typeface="Georgia"/>
              </a:rPr>
              <a:t>000000</a:t>
            </a:r>
            <a:r>
              <a:rPr dirty="0" sz="2050" spc="125">
                <a:latin typeface="Georgia"/>
                <a:cs typeface="Georgia"/>
              </a:rPr>
              <a:t>11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-12345" sz="2025" spc="-15">
                <a:latin typeface="Tahoma"/>
                <a:cs typeface="Tahoma"/>
              </a:rPr>
              <a:t>2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84">
                <a:latin typeface="Tahoma"/>
                <a:cs typeface="Tahom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111111</a:t>
            </a:r>
            <a:r>
              <a:rPr dirty="0" sz="2050" spc="-250">
                <a:latin typeface="Georgia"/>
                <a:cs typeface="Georgia"/>
              </a:rPr>
              <a:t>00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ctr" marR="1164590">
              <a:lnSpc>
                <a:spcPct val="100000"/>
              </a:lnSpc>
              <a:spcBef>
                <a:spcPts val="400"/>
              </a:spcBef>
            </a:pPr>
            <a:r>
              <a:rPr dirty="0" sz="2050">
                <a:latin typeface="Arial"/>
                <a:cs typeface="Arial"/>
              </a:rPr>
              <a:t>Log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g[</a:t>
            </a:r>
            <a:r>
              <a:rPr dirty="0" sz="2050">
                <a:latin typeface="Arial"/>
                <a:cs typeface="Arial"/>
              </a:rPr>
              <a:t>i]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111111</a:t>
            </a:r>
            <a:r>
              <a:rPr dirty="0" sz="2050" spc="-250">
                <a:latin typeface="Georgia"/>
                <a:cs typeface="Georgia"/>
              </a:rPr>
              <a:t>00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-12345" sz="2025" spc="-15">
                <a:latin typeface="Tahoma"/>
                <a:cs typeface="Tahoma"/>
              </a:rPr>
              <a:t>2</a:t>
            </a:r>
            <a:r>
              <a:rPr dirty="0" baseline="-12345" sz="2025">
                <a:latin typeface="Tahoma"/>
                <a:cs typeface="Tahoma"/>
              </a:rPr>
              <a:t> </a:t>
            </a:r>
            <a:r>
              <a:rPr dirty="0" baseline="-12345" sz="2025" spc="-284">
                <a:latin typeface="Tahoma"/>
                <a:cs typeface="Tahoma"/>
              </a:rPr>
              <a:t> 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 marL="852169" marR="43815" indent="-262890">
              <a:lnSpc>
                <a:spcPct val="116300"/>
              </a:lnSpc>
              <a:spcBef>
                <a:spcPts val="5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i]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liza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60">
                <a:latin typeface="Georgia"/>
                <a:cs typeface="Georgia"/>
              </a:rPr>
              <a:t>XXXXXX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554" y="851928"/>
            <a:ext cx="7283450" cy="2985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75">
              <a:lnSpc>
                <a:spcPct val="100000"/>
              </a:lnSpc>
            </a:pP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-3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ui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204" i="1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Bi</a:t>
            </a:r>
            <a:r>
              <a:rPr dirty="0" sz="2450" b="1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550" spc="-30" b="1">
                <a:latin typeface="Arial"/>
                <a:cs typeface="Arial"/>
              </a:rPr>
              <a:t>voi</a:t>
            </a:r>
            <a:r>
              <a:rPr dirty="0" sz="1550" b="1">
                <a:latin typeface="Arial"/>
                <a:cs typeface="Arial"/>
              </a:rPr>
              <a:t>d </a:t>
            </a:r>
            <a:r>
              <a:rPr dirty="0" sz="1550" spc="-45" b="1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Atribui</a:t>
            </a:r>
            <a:r>
              <a:rPr dirty="0" sz="1550">
                <a:latin typeface="Arial"/>
                <a:cs typeface="Arial"/>
              </a:rPr>
              <a:t>g 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50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TipoGra</a:t>
            </a:r>
            <a:r>
              <a:rPr dirty="0" sz="1550" spc="-5">
                <a:latin typeface="Arial"/>
                <a:cs typeface="Arial"/>
              </a:rPr>
              <a:t>f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-355">
                <a:latin typeface="Lucida Sans Unicode"/>
                <a:cs typeface="Lucida Sans Unicode"/>
              </a:rPr>
              <a:t>∗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-2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 spc="20">
                <a:latin typeface="Arial"/>
                <a:cs typeface="Arial"/>
              </a:rPr>
              <a:t>TipoArranjoAresta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120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1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Tipo</a:t>
            </a:r>
            <a:r>
              <a:rPr dirty="0" sz="1550">
                <a:latin typeface="Arial"/>
                <a:cs typeface="Arial"/>
              </a:rPr>
              <a:t>g</a:t>
            </a:r>
            <a:r>
              <a:rPr dirty="0" sz="1550" spc="180">
                <a:latin typeface="Arial"/>
                <a:cs typeface="Arial"/>
              </a:rPr>
              <a:t> </a:t>
            </a:r>
            <a:r>
              <a:rPr dirty="0" sz="1550" spc="-395">
                <a:latin typeface="Lucida Sans Unicode"/>
                <a:cs typeface="Lucida Sans Unicode"/>
              </a:rPr>
              <a:t>∗</a:t>
            </a:r>
            <a:r>
              <a:rPr dirty="0" sz="1550" spc="70">
                <a:latin typeface="Arial"/>
                <a:cs typeface="Arial"/>
              </a:rPr>
              <a:t>g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625"/>
              </a:spcBef>
              <a:tabLst>
                <a:tab pos="901700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130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	j</a:t>
            </a:r>
            <a:r>
              <a:rPr dirty="0" sz="1550" spc="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u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200">
                <a:latin typeface="Arial"/>
                <a:cs typeface="Arial"/>
              </a:rPr>
              <a:t> 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 spc="15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 spc="40">
                <a:latin typeface="Arial"/>
                <a:cs typeface="Arial"/>
              </a:rPr>
              <a:t>TipoValorVertic</a:t>
            </a:r>
            <a:r>
              <a:rPr dirty="0" sz="1550">
                <a:latin typeface="Arial"/>
                <a:cs typeface="Arial"/>
              </a:rPr>
              <a:t>e </a:t>
            </a:r>
            <a:r>
              <a:rPr dirty="0" sz="1550" spc="-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15">
                <a:latin typeface="Arial"/>
                <a:cs typeface="Arial"/>
              </a:rPr>
              <a:t> </a:t>
            </a:r>
            <a:r>
              <a:rPr dirty="0" sz="1550" spc="5">
                <a:latin typeface="Arial"/>
                <a:cs typeface="Arial"/>
              </a:rPr>
              <a:t>TipoArest</a:t>
            </a:r>
            <a:r>
              <a:rPr dirty="0" sz="1550">
                <a:latin typeface="Arial"/>
                <a:cs typeface="Arial"/>
              </a:rPr>
              <a:t>a 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625"/>
              </a:spcBef>
            </a:pPr>
            <a:r>
              <a:rPr dirty="0" sz="1550" spc="-90" b="1">
                <a:latin typeface="Arial"/>
                <a:cs typeface="Arial"/>
              </a:rPr>
              <a:t>un</a:t>
            </a:r>
            <a:r>
              <a:rPr dirty="0" sz="1550" spc="-95" b="1">
                <a:latin typeface="Arial"/>
                <a:cs typeface="Arial"/>
              </a:rPr>
              <a:t>s</a:t>
            </a:r>
            <a:r>
              <a:rPr dirty="0" sz="1550" spc="-90" b="1">
                <a:latin typeface="Arial"/>
                <a:cs typeface="Arial"/>
              </a:rPr>
              <a:t>ign</a:t>
            </a:r>
            <a:r>
              <a:rPr dirty="0" sz="1550" spc="-95" b="1">
                <a:latin typeface="Arial"/>
                <a:cs typeface="Arial"/>
              </a:rPr>
              <a:t>e</a:t>
            </a:r>
            <a:r>
              <a:rPr dirty="0" sz="1550" b="1">
                <a:latin typeface="Arial"/>
                <a:cs typeface="Arial"/>
              </a:rPr>
              <a:t>d </a:t>
            </a:r>
            <a:r>
              <a:rPr dirty="0" sz="1550" spc="-105" b="1">
                <a:latin typeface="Arial"/>
                <a:cs typeface="Arial"/>
              </a:rPr>
              <a:t> </a:t>
            </a:r>
            <a:r>
              <a:rPr dirty="0" sz="1550" spc="95" b="1">
                <a:latin typeface="Arial"/>
                <a:cs typeface="Arial"/>
              </a:rPr>
              <a:t>in</a:t>
            </a:r>
            <a:r>
              <a:rPr dirty="0" sz="1550" b="1">
                <a:latin typeface="Arial"/>
                <a:cs typeface="Arial"/>
              </a:rPr>
              <a:t>t </a:t>
            </a:r>
            <a:r>
              <a:rPr dirty="0" sz="1550" spc="60" b="1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valorg2bit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 spc="-90" b="1">
                <a:latin typeface="Arial"/>
                <a:cs typeface="Arial"/>
              </a:rPr>
              <a:t>un</a:t>
            </a:r>
            <a:r>
              <a:rPr dirty="0" sz="1550" spc="-95" b="1">
                <a:latin typeface="Arial"/>
                <a:cs typeface="Arial"/>
              </a:rPr>
              <a:t>s</a:t>
            </a:r>
            <a:r>
              <a:rPr dirty="0" sz="1550" spc="-90" b="1">
                <a:latin typeface="Arial"/>
                <a:cs typeface="Arial"/>
              </a:rPr>
              <a:t>ign</a:t>
            </a:r>
            <a:r>
              <a:rPr dirty="0" sz="1550" spc="-95" b="1">
                <a:latin typeface="Arial"/>
                <a:cs typeface="Arial"/>
              </a:rPr>
              <a:t>e</a:t>
            </a:r>
            <a:r>
              <a:rPr dirty="0" sz="1550" b="1">
                <a:latin typeface="Arial"/>
                <a:cs typeface="Arial"/>
              </a:rPr>
              <a:t>d</a:t>
            </a:r>
            <a:r>
              <a:rPr dirty="0" sz="1550" spc="185" b="1">
                <a:latin typeface="Arial"/>
                <a:cs typeface="Arial"/>
              </a:rPr>
              <a:t> </a:t>
            </a:r>
            <a:r>
              <a:rPr dirty="0" sz="1550" spc="-50" b="1">
                <a:latin typeface="Arial"/>
                <a:cs typeface="Arial"/>
              </a:rPr>
              <a:t>cha</a:t>
            </a:r>
            <a:r>
              <a:rPr dirty="0" sz="1550" b="1">
                <a:latin typeface="Arial"/>
                <a:cs typeface="Arial"/>
              </a:rPr>
              <a:t>r 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Visitad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M</a:t>
            </a:r>
            <a:r>
              <a:rPr dirty="0" sz="1550" spc="-5">
                <a:latin typeface="Arial"/>
                <a:cs typeface="Arial"/>
              </a:rPr>
              <a:t>AX</a:t>
            </a:r>
            <a:r>
              <a:rPr dirty="0" sz="1550">
                <a:latin typeface="Arial"/>
                <a:cs typeface="Arial"/>
              </a:rPr>
              <a:t>NUM</a:t>
            </a:r>
            <a:r>
              <a:rPr dirty="0" sz="1550" spc="-5">
                <a:latin typeface="Arial"/>
                <a:cs typeface="Arial"/>
              </a:rPr>
              <a:t>VE</a:t>
            </a:r>
            <a:r>
              <a:rPr dirty="0" sz="1550" spc="-50">
                <a:latin typeface="Arial"/>
                <a:cs typeface="Arial"/>
              </a:rPr>
              <a:t>R</a:t>
            </a:r>
            <a:r>
              <a:rPr dirty="0" sz="1550">
                <a:latin typeface="Arial"/>
                <a:cs typeface="Arial"/>
              </a:rPr>
              <a:t>TIC</a:t>
            </a:r>
            <a:r>
              <a:rPr dirty="0" sz="1550" spc="-5">
                <a:latin typeface="Arial"/>
                <a:cs typeface="Arial"/>
              </a:rPr>
              <a:t>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625"/>
              </a:spcBef>
              <a:tabLst>
                <a:tab pos="504825" algn="l"/>
              </a:tabLst>
            </a:pP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54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3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r 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&lt;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90">
                <a:latin typeface="Arial"/>
                <a:cs typeface="Arial"/>
              </a:rPr>
              <a:t>3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-150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440">
                <a:latin typeface="Lucida Sans Unicode"/>
                <a:cs typeface="Lucida Sans Unicode"/>
              </a:rPr>
              <a:t>∗</a:t>
            </a:r>
            <a:r>
              <a:rPr dirty="0" sz="1550">
                <a:latin typeface="Lucida Sans Unicode"/>
                <a:cs typeface="Lucida Sans Unicode"/>
              </a:rPr>
              <a:t> </a:t>
            </a:r>
            <a:r>
              <a:rPr dirty="0" sz="1550" spc="-85">
                <a:latin typeface="Lucida Sans Unicode"/>
                <a:cs typeface="Lucida Sans Unicode"/>
              </a:rPr>
              <a:t> </a:t>
            </a:r>
            <a:r>
              <a:rPr dirty="0" sz="1550" spc="40" i="1">
                <a:latin typeface="Arial"/>
                <a:cs typeface="Arial"/>
              </a:rPr>
              <a:t>valore</a:t>
            </a:r>
            <a:r>
              <a:rPr dirty="0" sz="1550" i="1">
                <a:latin typeface="Arial"/>
                <a:cs typeface="Arial"/>
              </a:rPr>
              <a:t>s </a:t>
            </a:r>
            <a:r>
              <a:rPr dirty="0" sz="1550" spc="-135" i="1">
                <a:latin typeface="Arial"/>
                <a:cs typeface="Arial"/>
              </a:rPr>
              <a:t> </a:t>
            </a:r>
            <a:r>
              <a:rPr dirty="0" sz="1550" spc="-70" i="1">
                <a:latin typeface="Arial"/>
                <a:cs typeface="Arial"/>
              </a:rPr>
              <a:t>d</a:t>
            </a:r>
            <a:r>
              <a:rPr dirty="0" sz="1550" i="1">
                <a:latin typeface="Arial"/>
                <a:cs typeface="Arial"/>
              </a:rPr>
              <a:t>e</a:t>
            </a:r>
            <a:r>
              <a:rPr dirty="0" sz="1550" spc="204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2 </a:t>
            </a:r>
            <a:r>
              <a:rPr dirty="0" sz="1550" spc="-30" i="1">
                <a:latin typeface="Arial"/>
                <a:cs typeface="Arial"/>
              </a:rPr>
              <a:t> </a:t>
            </a:r>
            <a:r>
              <a:rPr dirty="0" sz="1550" spc="125" i="1">
                <a:latin typeface="Arial"/>
                <a:cs typeface="Arial"/>
              </a:rPr>
              <a:t>bit</a:t>
            </a:r>
            <a:r>
              <a:rPr dirty="0" sz="1550" i="1">
                <a:latin typeface="Arial"/>
                <a:cs typeface="Arial"/>
              </a:rPr>
              <a:t>s </a:t>
            </a:r>
            <a:r>
              <a:rPr dirty="0" sz="1550" spc="-40" i="1">
                <a:latin typeface="Arial"/>
                <a:cs typeface="Arial"/>
              </a:rPr>
              <a:t> </a:t>
            </a:r>
            <a:r>
              <a:rPr dirty="0" sz="1550" spc="-65" i="1">
                <a:latin typeface="Arial"/>
                <a:cs typeface="Arial"/>
              </a:rPr>
              <a:t>requere</a:t>
            </a:r>
            <a:r>
              <a:rPr dirty="0" sz="1550" i="1">
                <a:latin typeface="Arial"/>
                <a:cs typeface="Arial"/>
              </a:rPr>
              <a:t>m </a:t>
            </a:r>
            <a:r>
              <a:rPr dirty="0" sz="1550" spc="-40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r </a:t>
            </a:r>
            <a:r>
              <a:rPr dirty="0" sz="1550" spc="-90" i="1">
                <a:latin typeface="Arial"/>
                <a:cs typeface="Arial"/>
              </a:rPr>
              <a:t> </a:t>
            </a:r>
            <a:r>
              <a:rPr dirty="0" sz="1550" spc="70" i="1">
                <a:latin typeface="Arial"/>
                <a:cs typeface="Arial"/>
              </a:rPr>
              <a:t>&lt;</a:t>
            </a:r>
            <a:r>
              <a:rPr dirty="0" sz="1550" i="1">
                <a:latin typeface="Arial"/>
                <a:cs typeface="Arial"/>
              </a:rPr>
              <a:t>=</a:t>
            </a:r>
            <a:r>
              <a:rPr dirty="0" sz="1550" spc="145" i="1">
                <a:latin typeface="Arial"/>
                <a:cs typeface="Arial"/>
              </a:rPr>
              <a:t> </a:t>
            </a:r>
            <a:r>
              <a:rPr dirty="0" sz="1550" i="1">
                <a:latin typeface="Arial"/>
                <a:cs typeface="Arial"/>
              </a:rPr>
              <a:t>3 </a:t>
            </a:r>
            <a:r>
              <a:rPr dirty="0" sz="1550" spc="-190" i="1">
                <a:latin typeface="Arial"/>
                <a:cs typeface="Arial"/>
              </a:rPr>
              <a:t> 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{  </a:t>
            </a: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200">
                <a:latin typeface="Arial"/>
                <a:cs typeface="Arial"/>
              </a:rPr>
              <a:t>&gt;</a:t>
            </a:r>
            <a:r>
              <a:rPr dirty="0" sz="1550" spc="-45">
                <a:latin typeface="Arial"/>
                <a:cs typeface="Arial"/>
              </a:rPr>
              <a:t>NumVertice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20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0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4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130">
                <a:latin typeface="Arial"/>
                <a:cs typeface="Arial"/>
              </a:rPr>
              <a:t>i</a:t>
            </a:r>
            <a:r>
              <a:rPr dirty="0" sz="1550" spc="-28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26084">
              <a:lnSpc>
                <a:spcPct val="100000"/>
              </a:lnSpc>
              <a:spcBef>
                <a:spcPts val="625"/>
              </a:spcBef>
              <a:tabLst>
                <a:tab pos="2637155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 spc="80">
                <a:latin typeface="Arial"/>
                <a:cs typeface="Arial"/>
              </a:rPr>
              <a:t>AtribuiValor2Bit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 spc="85">
                <a:latin typeface="Arial"/>
                <a:cs typeface="Arial"/>
              </a:rPr>
              <a:t>(</a:t>
            </a:r>
            <a:r>
              <a:rPr dirty="0" sz="1550" spc="150">
                <a:latin typeface="Arial"/>
                <a:cs typeface="Arial"/>
              </a:rPr>
              <a:t>g</a:t>
            </a:r>
            <a:r>
              <a:rPr dirty="0" sz="1550">
                <a:latin typeface="Arial"/>
                <a:cs typeface="Arial"/>
              </a:rPr>
              <a:t>,	i</a:t>
            </a:r>
            <a:r>
              <a:rPr dirty="0" sz="1550" spc="6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5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4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Visitad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00">
                <a:latin typeface="Arial"/>
                <a:cs typeface="Arial"/>
              </a:rPr>
              <a:t> </a:t>
            </a:r>
            <a:r>
              <a:rPr dirty="0" sz="1550" spc="-125">
                <a:latin typeface="Arial"/>
                <a:cs typeface="Arial"/>
              </a:rPr>
              <a:t>F</a:t>
            </a:r>
            <a:r>
              <a:rPr dirty="0" sz="1550" spc="-5">
                <a:latin typeface="Arial"/>
                <a:cs typeface="Arial"/>
              </a:rPr>
              <a:t>ALS</a:t>
            </a:r>
            <a:r>
              <a:rPr dirty="0" sz="1550">
                <a:latin typeface="Arial"/>
                <a:cs typeface="Arial"/>
              </a:rPr>
              <a:t>E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408940">
              <a:lnSpc>
                <a:spcPct val="100000"/>
              </a:lnSpc>
              <a:spcBef>
                <a:spcPts val="625"/>
              </a:spcBef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245">
                <a:latin typeface="Arial"/>
                <a:cs typeface="Arial"/>
              </a:rPr>
              <a:t>&gt;</a:t>
            </a:r>
            <a:r>
              <a:rPr dirty="0" sz="1550" spc="-85">
                <a:latin typeface="Arial"/>
                <a:cs typeface="Arial"/>
              </a:rPr>
              <a:t>NumAresta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185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0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 </a:t>
            </a:r>
            <a:r>
              <a:rPr dirty="0" sz="1550" spc="8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90">
                <a:latin typeface="Arial"/>
                <a:cs typeface="Arial"/>
              </a:rPr>
              <a:t> </a:t>
            </a:r>
            <a:r>
              <a:rPr dirty="0" sz="1550" spc="130">
                <a:latin typeface="Arial"/>
                <a:cs typeface="Arial"/>
              </a:rPr>
              <a:t>i</a:t>
            </a:r>
            <a:r>
              <a:rPr dirty="0" sz="1550" spc="-28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426084">
              <a:lnSpc>
                <a:spcPct val="100000"/>
              </a:lnSpc>
              <a:spcBef>
                <a:spcPts val="625"/>
              </a:spcBef>
              <a:tabLst>
                <a:tab pos="1629410" algn="l"/>
              </a:tabLst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-10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L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i</a:t>
            </a:r>
            <a:r>
              <a:rPr dirty="0" sz="1550" spc="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	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12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1352" y="4538446"/>
            <a:ext cx="742315" cy="2470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550">
                <a:latin typeface="Arial"/>
                <a:cs typeface="Arial"/>
              </a:rPr>
              <a:t>j </a:t>
            </a:r>
            <a:r>
              <a:rPr dirty="0" sz="1550" spc="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8211" y="3906710"/>
            <a:ext cx="5355590" cy="24580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ct val="100000"/>
              </a:lnSpc>
            </a:pPr>
            <a:r>
              <a:rPr dirty="0" sz="1550" spc="50" b="1">
                <a:latin typeface="Arial"/>
                <a:cs typeface="Arial"/>
              </a:rPr>
              <a:t>fo</a:t>
            </a:r>
            <a:r>
              <a:rPr dirty="0" sz="1550" b="1">
                <a:latin typeface="Arial"/>
                <a:cs typeface="Arial"/>
              </a:rPr>
              <a:t>r 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5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 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9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3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r </a:t>
            </a:r>
            <a:r>
              <a:rPr dirty="0" sz="1550" spc="-35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120">
                <a:latin typeface="Lucida Sans Unicode"/>
                <a:cs typeface="Lucida Sans Unicode"/>
              </a:rPr>
              <a:t> </a:t>
            </a:r>
            <a:r>
              <a:rPr dirty="0" sz="1550" spc="90">
                <a:latin typeface="Arial"/>
                <a:cs typeface="Arial"/>
              </a:rPr>
              <a:t>1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 spc="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 </a:t>
            </a:r>
            <a:r>
              <a:rPr dirty="0" sz="1550" spc="-135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00">
                <a:latin typeface="Arial"/>
                <a:cs typeface="Arial"/>
              </a:rPr>
              <a:t>0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 spc="195">
                <a:latin typeface="Arial"/>
                <a:cs typeface="Arial"/>
              </a:rPr>
              <a:t> </a:t>
            </a:r>
            <a:r>
              <a:rPr dirty="0" sz="1550" spc="-155">
                <a:latin typeface="Arial"/>
                <a:cs typeface="Arial"/>
              </a:rPr>
              <a:t>v</a:t>
            </a:r>
            <a:r>
              <a:rPr dirty="0" sz="1550" spc="-28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  <a:tabLst>
                <a:tab pos="231140" algn="l"/>
                <a:tab pos="511809" algn="l"/>
              </a:tabLst>
            </a:pPr>
            <a:r>
              <a:rPr dirty="0" sz="1550">
                <a:latin typeface="Arial"/>
                <a:cs typeface="Arial"/>
              </a:rPr>
              <a:t>{	</a:t>
            </a:r>
            <a:r>
              <a:rPr dirty="0" sz="1550" b="1">
                <a:latin typeface="Arial"/>
                <a:cs typeface="Arial"/>
              </a:rPr>
              <a:t>i</a:t>
            </a:r>
            <a:r>
              <a:rPr dirty="0" sz="1550" spc="-24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f	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!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Visitad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[a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endParaRPr sz="155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{ </a:t>
            </a:r>
            <a:r>
              <a:rPr dirty="0" sz="1550" spc="10">
                <a:latin typeface="Arial"/>
                <a:cs typeface="Arial"/>
              </a:rPr>
              <a:t> </a:t>
            </a:r>
            <a:r>
              <a:rPr dirty="0" sz="1550" spc="60">
                <a:latin typeface="Arial"/>
                <a:cs typeface="Arial"/>
              </a:rPr>
              <a:t>Visitad</a:t>
            </a:r>
            <a:r>
              <a:rPr dirty="0" sz="1550">
                <a:latin typeface="Arial"/>
                <a:cs typeface="Arial"/>
              </a:rPr>
              <a:t>o</a:t>
            </a:r>
            <a:r>
              <a:rPr dirty="0" sz="1550" spc="-204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[a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 spc="185">
                <a:latin typeface="Arial"/>
                <a:cs typeface="Arial"/>
              </a:rPr>
              <a:t>v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4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T</a:t>
            </a:r>
            <a:r>
              <a:rPr dirty="0" sz="1550" spc="-65">
                <a:latin typeface="Arial"/>
                <a:cs typeface="Arial"/>
              </a:rPr>
              <a:t>R</a:t>
            </a:r>
            <a:r>
              <a:rPr dirty="0" sz="1550">
                <a:latin typeface="Arial"/>
                <a:cs typeface="Arial"/>
              </a:rPr>
              <a:t>UE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u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200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19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18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07645">
              <a:lnSpc>
                <a:spcPct val="100000"/>
              </a:lnSpc>
              <a:spcBef>
                <a:spcPts val="625"/>
              </a:spcBef>
            </a:pPr>
            <a:r>
              <a:rPr dirty="0" sz="1550" b="1">
                <a:latin typeface="Arial"/>
                <a:cs typeface="Arial"/>
              </a:rPr>
              <a:t>else</a:t>
            </a:r>
            <a:r>
              <a:rPr dirty="0" sz="1550" spc="125" b="1">
                <a:latin typeface="Arial"/>
                <a:cs typeface="Arial"/>
              </a:rPr>
              <a:t> 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>
                <a:latin typeface="Arial"/>
                <a:cs typeface="Arial"/>
              </a:rPr>
              <a:t>a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+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25">
                <a:latin typeface="Arial"/>
                <a:cs typeface="Arial"/>
              </a:rPr>
              <a:t> </a:t>
            </a:r>
            <a:r>
              <a:rPr dirty="0" sz="1550" spc="-25">
                <a:latin typeface="Arial"/>
                <a:cs typeface="Arial"/>
              </a:rPr>
              <a:t>O</a:t>
            </a:r>
            <a:r>
              <a:rPr dirty="0" sz="1550" spc="-20">
                <a:latin typeface="Arial"/>
                <a:cs typeface="Arial"/>
              </a:rPr>
              <a:t>btemValor2Bit</a:t>
            </a:r>
            <a:r>
              <a:rPr dirty="0" sz="1550" spc="95">
                <a:latin typeface="Arial"/>
                <a:cs typeface="Arial"/>
              </a:rPr>
              <a:t>s</a:t>
            </a:r>
            <a:r>
              <a:rPr dirty="0" sz="1550" spc="85">
                <a:latin typeface="Arial"/>
                <a:cs typeface="Arial"/>
              </a:rPr>
              <a:t>(</a:t>
            </a:r>
            <a:r>
              <a:rPr dirty="0" sz="1550" spc="150">
                <a:latin typeface="Arial"/>
                <a:cs typeface="Arial"/>
              </a:rPr>
              <a:t>g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45">
                <a:latin typeface="Arial"/>
                <a:cs typeface="Arial"/>
              </a:rPr>
              <a:t> </a:t>
            </a:r>
            <a:r>
              <a:rPr dirty="0" sz="1550" spc="11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.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 spc="50">
                <a:latin typeface="Arial"/>
                <a:cs typeface="Arial"/>
              </a:rPr>
              <a:t>Vertice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[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v</a:t>
            </a:r>
            <a:r>
              <a:rPr dirty="0" sz="1550" spc="-21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]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625"/>
              </a:spcBef>
            </a:pPr>
            <a:r>
              <a:rPr dirty="0" sz="1550" spc="70">
                <a:latin typeface="Arial"/>
                <a:cs typeface="Arial"/>
              </a:rPr>
              <a:t>valorg2bit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= </a:t>
            </a:r>
            <a:r>
              <a:rPr dirty="0" sz="1550" spc="-13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j </a:t>
            </a:r>
            <a:r>
              <a:rPr dirty="0" sz="1550" spc="-120">
                <a:latin typeface="Arial"/>
                <a:cs typeface="Arial"/>
              </a:rPr>
              <a:t> </a:t>
            </a:r>
            <a:r>
              <a:rPr dirty="0" sz="1550" spc="5">
                <a:latin typeface="Lucida Sans Unicode"/>
                <a:cs typeface="Lucida Sans Unicode"/>
              </a:rPr>
              <a:t>−</a:t>
            </a:r>
            <a:r>
              <a:rPr dirty="0" sz="1550" spc="-190">
                <a:latin typeface="Lucida Sans Unicode"/>
                <a:cs typeface="Lucida Sans Unicode"/>
              </a:rPr>
              <a:t> </a:t>
            </a:r>
            <a:r>
              <a:rPr dirty="0" sz="1550" spc="-204">
                <a:latin typeface="Arial"/>
                <a:cs typeface="Arial"/>
              </a:rPr>
              <a:t>Som</a:t>
            </a:r>
            <a:r>
              <a:rPr dirty="0" sz="1550" spc="-150">
                <a:latin typeface="Arial"/>
                <a:cs typeface="Arial"/>
              </a:rPr>
              <a:t>a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11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%</a:t>
            </a:r>
            <a:r>
              <a:rPr dirty="0" sz="1550" spc="10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3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  <a:p>
            <a:pPr marL="24130" marR="50800" indent="-12065">
              <a:lnSpc>
                <a:spcPct val="133700"/>
              </a:lnSpc>
            </a:pPr>
            <a:r>
              <a:rPr dirty="0" sz="1550" spc="-15" b="1">
                <a:latin typeface="Arial"/>
                <a:cs typeface="Arial"/>
              </a:rPr>
              <a:t>whil</a:t>
            </a:r>
            <a:r>
              <a:rPr dirty="0" sz="1550" b="1">
                <a:latin typeface="Arial"/>
                <a:cs typeface="Arial"/>
              </a:rPr>
              <a:t>e </a:t>
            </a:r>
            <a:r>
              <a:rPr dirty="0" sz="1550" spc="-65" b="1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17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valorg2bit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&gt;</a:t>
            </a:r>
            <a:r>
              <a:rPr dirty="0" sz="1550" spc="19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3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120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 </a:t>
            </a:r>
            <a:r>
              <a:rPr dirty="0" sz="1550" spc="2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valorg2bit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-220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+</a:t>
            </a:r>
            <a:r>
              <a:rPr dirty="0" sz="1550">
                <a:latin typeface="Arial"/>
                <a:cs typeface="Arial"/>
              </a:rPr>
              <a:t>=</a:t>
            </a:r>
            <a:r>
              <a:rPr dirty="0" sz="1550" spc="130">
                <a:latin typeface="Arial"/>
                <a:cs typeface="Arial"/>
              </a:rPr>
              <a:t> </a:t>
            </a:r>
            <a:r>
              <a:rPr dirty="0" sz="1550" spc="-15">
                <a:latin typeface="Arial"/>
                <a:cs typeface="Arial"/>
              </a:rPr>
              <a:t>Graf</a:t>
            </a:r>
            <a:r>
              <a:rPr dirty="0" sz="1550" spc="-180">
                <a:latin typeface="Arial"/>
                <a:cs typeface="Arial"/>
              </a:rPr>
              <a:t>o</a:t>
            </a:r>
            <a:r>
              <a:rPr dirty="0" sz="1550" spc="-310">
                <a:latin typeface="Lucida Sans Unicode"/>
                <a:cs typeface="Lucida Sans Unicode"/>
              </a:rPr>
              <a:t>−</a:t>
            </a:r>
            <a:r>
              <a:rPr dirty="0" sz="1550" spc="-35">
                <a:latin typeface="Arial"/>
                <a:cs typeface="Arial"/>
              </a:rPr>
              <a:t>&gt;</a:t>
            </a:r>
            <a:r>
              <a:rPr dirty="0" sz="1550">
                <a:latin typeface="Arial"/>
                <a:cs typeface="Arial"/>
              </a:rPr>
              <a:t>r</a:t>
            </a:r>
            <a:r>
              <a:rPr dirty="0" sz="1550" spc="-1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r>
              <a:rPr dirty="0" sz="1550">
                <a:latin typeface="Arial"/>
                <a:cs typeface="Arial"/>
              </a:rPr>
              <a:t> </a:t>
            </a:r>
            <a:r>
              <a:rPr dirty="0" sz="1550" spc="80">
                <a:latin typeface="Arial"/>
                <a:cs typeface="Arial"/>
              </a:rPr>
              <a:t>AtribuiValor2Bit</a:t>
            </a:r>
            <a:r>
              <a:rPr dirty="0" sz="1550">
                <a:latin typeface="Arial"/>
                <a:cs typeface="Arial"/>
              </a:rPr>
              <a:t>s </a:t>
            </a:r>
            <a:r>
              <a:rPr dirty="0" sz="1550" spc="2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(</a:t>
            </a:r>
            <a:r>
              <a:rPr dirty="0" sz="1550" spc="-275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g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-30">
                <a:latin typeface="Arial"/>
                <a:cs typeface="Arial"/>
              </a:rPr>
              <a:t> </a:t>
            </a:r>
            <a:r>
              <a:rPr dirty="0" sz="1550" spc="150">
                <a:latin typeface="Arial"/>
                <a:cs typeface="Arial"/>
              </a:rPr>
              <a:t>u</a:t>
            </a:r>
            <a:r>
              <a:rPr dirty="0" sz="1550">
                <a:latin typeface="Arial"/>
                <a:cs typeface="Arial"/>
              </a:rPr>
              <a:t>, </a:t>
            </a:r>
            <a:r>
              <a:rPr dirty="0" sz="1550" spc="75">
                <a:latin typeface="Arial"/>
                <a:cs typeface="Arial"/>
              </a:rPr>
              <a:t> </a:t>
            </a:r>
            <a:r>
              <a:rPr dirty="0" sz="1550" spc="70">
                <a:latin typeface="Arial"/>
                <a:cs typeface="Arial"/>
              </a:rPr>
              <a:t>valorg2bit</a:t>
            </a:r>
            <a:r>
              <a:rPr dirty="0" sz="1550">
                <a:latin typeface="Arial"/>
                <a:cs typeface="Arial"/>
              </a:rPr>
              <a:t>s</a:t>
            </a:r>
            <a:r>
              <a:rPr dirty="0" sz="1550" spc="-17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)</a:t>
            </a:r>
            <a:r>
              <a:rPr dirty="0" sz="1550" spc="-245">
                <a:latin typeface="Arial"/>
                <a:cs typeface="Arial"/>
              </a:rPr>
              <a:t> </a:t>
            </a:r>
            <a:r>
              <a:rPr dirty="0" sz="1550">
                <a:latin typeface="Arial"/>
                <a:cs typeface="Arial"/>
              </a:rPr>
              <a:t>;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5570" y="6433774"/>
            <a:ext cx="2110740" cy="878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9255">
              <a:lnSpc>
                <a:spcPct val="100000"/>
              </a:lnSpc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196215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}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550">
                <a:latin typeface="Arial"/>
                <a:cs typeface="Arial"/>
              </a:rPr>
              <a:t>} </a:t>
            </a:r>
            <a:r>
              <a:rPr dirty="0" sz="1550" spc="45">
                <a:latin typeface="Arial"/>
                <a:cs typeface="Arial"/>
              </a:rPr>
              <a:t> </a:t>
            </a:r>
            <a:r>
              <a:rPr dirty="0" sz="1550" spc="95" i="1">
                <a:latin typeface="Arial"/>
                <a:cs typeface="Arial"/>
              </a:rPr>
              <a:t>/</a:t>
            </a:r>
            <a:r>
              <a:rPr dirty="0" sz="1550" spc="-725">
                <a:latin typeface="Lucida Sans Unicode"/>
                <a:cs typeface="Lucida Sans Unicode"/>
              </a:rPr>
              <a:t>∗</a:t>
            </a:r>
            <a:r>
              <a:rPr dirty="0" sz="1550" spc="-380">
                <a:latin typeface="Lucida Sans Unicode"/>
                <a:cs typeface="Lucida Sans Unicode"/>
              </a:rPr>
              <a:t>−</a:t>
            </a:r>
            <a:r>
              <a:rPr dirty="0" sz="1550" spc="-265">
                <a:latin typeface="Lucida Sans Unicode"/>
                <a:cs typeface="Lucida Sans Unicode"/>
              </a:rPr>
              <a:t>−</a:t>
            </a:r>
            <a:r>
              <a:rPr dirty="0" sz="1550" spc="-80" i="1">
                <a:latin typeface="Arial"/>
                <a:cs typeface="Arial"/>
              </a:rPr>
              <a:t>Fi</a:t>
            </a:r>
            <a:r>
              <a:rPr dirty="0" sz="1550" i="1">
                <a:latin typeface="Arial"/>
                <a:cs typeface="Arial"/>
              </a:rPr>
              <a:t>m </a:t>
            </a:r>
            <a:r>
              <a:rPr dirty="0" sz="1550" spc="-100" i="1">
                <a:latin typeface="Arial"/>
                <a:cs typeface="Arial"/>
              </a:rPr>
              <a:t> </a:t>
            </a:r>
            <a:r>
              <a:rPr dirty="0" sz="1550" spc="80" i="1">
                <a:latin typeface="Arial"/>
                <a:cs typeface="Arial"/>
              </a:rPr>
              <a:t>Atribui</a:t>
            </a:r>
            <a:r>
              <a:rPr dirty="0" sz="1550" spc="-75" i="1">
                <a:latin typeface="Arial"/>
                <a:cs typeface="Arial"/>
              </a:rPr>
              <a:t>g</a:t>
            </a:r>
            <a:r>
              <a:rPr dirty="0" sz="1550" spc="-475">
                <a:latin typeface="Lucida Sans Unicode"/>
                <a:cs typeface="Lucida Sans Unicode"/>
              </a:rPr>
              <a:t>−</a:t>
            </a:r>
            <a:r>
              <a:rPr dirty="0" sz="1550" spc="-140">
                <a:latin typeface="Lucida Sans Unicode"/>
                <a:cs typeface="Lucida Sans Unicode"/>
              </a:rPr>
              <a:t>−</a:t>
            </a:r>
            <a:r>
              <a:rPr dirty="0" sz="1550" spc="-345">
                <a:latin typeface="Lucida Sans Unicode"/>
                <a:cs typeface="Lucida Sans Unicode"/>
              </a:rPr>
              <a:t>∗</a:t>
            </a:r>
            <a:r>
              <a:rPr dirty="0" sz="1550" i="1">
                <a:latin typeface="Arial"/>
                <a:cs typeface="Arial"/>
              </a:rPr>
              <a:t>/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291705" cy="394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70" i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90" i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14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235" i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17041" y="1671154"/>
            <a:ext cx="4067810" cy="3441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h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-30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1604645" marR="219075" indent="15240">
              <a:lnSpc>
                <a:spcPct val="136000"/>
              </a:lnSpc>
            </a:pP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11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2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80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735"/>
              </a:spcBef>
              <a:tabLst>
                <a:tab pos="234315" algn="l"/>
                <a:tab pos="66929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 </a:t>
            </a:r>
            <a:r>
              <a:rPr dirty="0" sz="1700" spc="50">
                <a:latin typeface="Arial"/>
                <a:cs typeface="Arial"/>
              </a:rPr>
              <a:t>TipoArranjoVertice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735"/>
              </a:spcBef>
              <a:tabLst>
                <a:tab pos="967105" algn="l"/>
                <a:tab pos="1536065" algn="l"/>
                <a:tab pos="1717675" algn="l"/>
                <a:tab pos="228600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4340" marR="870585" indent="-186690">
              <a:lnSpc>
                <a:spcPct val="136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h</a:t>
            </a:r>
            <a:r>
              <a:rPr dirty="0" sz="1700" spc="30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-85">
                <a:latin typeface="Arial"/>
                <a:cs typeface="Arial"/>
              </a:rPr>
              <a:t>Peso</a:t>
            </a:r>
            <a:r>
              <a:rPr dirty="0" sz="1700" spc="95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v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90">
                <a:latin typeface="Arial"/>
                <a:cs typeface="Arial"/>
              </a:rPr>
              <a:t>+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10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g[a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3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735"/>
              </a:spcBef>
              <a:tabLst>
                <a:tab pos="1508125" algn="l"/>
              </a:tabLst>
            </a:pP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50" b="1">
                <a:latin typeface="Arial"/>
                <a:cs typeface="Arial"/>
              </a:rPr>
              <a:t> </a:t>
            </a:r>
            <a:r>
              <a:rPr dirty="0" sz="1700" spc="1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484" y="5195023"/>
            <a:ext cx="984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89548" y="2539451"/>
            <a:ext cx="3859529" cy="2254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  <a:tab pos="1092835" algn="l"/>
                <a:tab pos="2289810" algn="l"/>
                <a:tab pos="2728595" algn="l"/>
              </a:tabLst>
            </a:pP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 marR="1927860">
              <a:lnSpc>
                <a:spcPct val="119700"/>
              </a:lnSpc>
            </a:pP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+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g[a[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]]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and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 marR="5080">
              <a:lnSpc>
                <a:spcPct val="119700"/>
              </a:lnSpc>
              <a:tabLst>
                <a:tab pos="570865" algn="l"/>
                <a:tab pos="961390" algn="l"/>
                <a:tab pos="1257300" algn="l"/>
                <a:tab pos="1575435" algn="l"/>
              </a:tabLst>
            </a:pP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	</a:t>
            </a:r>
            <a:r>
              <a:rPr dirty="0" sz="2050" spc="-5">
                <a:latin typeface="Arial"/>
                <a:cs typeface="Arial"/>
              </a:rPr>
              <a:t>: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5">
                <a:latin typeface="Arial"/>
                <a:cs typeface="Arial"/>
              </a:rPr>
              <a:t>+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Bi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[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]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;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13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43141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90" i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85" i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35" i="1">
                <a:solidFill>
                  <a:srgbClr val="007F7A"/>
                </a:solidFill>
                <a:latin typeface="Arial"/>
                <a:cs typeface="Arial"/>
              </a:rPr>
              <a:t>k</a:t>
            </a:r>
            <a:endParaRPr sz="2450">
              <a:latin typeface="Arial"/>
              <a:cs typeface="Arial"/>
            </a:endParaRPr>
          </a:p>
          <a:p>
            <a:pPr marL="484505" marR="56642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65">
                <a:latin typeface="Arial"/>
                <a:cs typeface="Arial"/>
              </a:rPr>
              <a:t>r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e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spc="5" b="1">
                <a:latin typeface="Arial"/>
                <a:cs typeface="Arial"/>
              </a:rPr>
              <a:t>r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spc="5" b="1">
                <a:latin typeface="Arial"/>
                <a:cs typeface="Arial"/>
              </a:rPr>
              <a:t>ra</a:t>
            </a:r>
            <a:r>
              <a:rPr dirty="0" sz="2050" spc="-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spc="5" b="1">
                <a:latin typeface="Arial"/>
                <a:cs typeface="Arial"/>
              </a:rPr>
              <a:t>e</a:t>
            </a:r>
            <a:r>
              <a:rPr dirty="0" sz="2050" spc="-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 b="1">
                <a:latin typeface="Arial"/>
                <a:cs typeface="Arial"/>
              </a:rPr>
              <a:t>d</a:t>
            </a:r>
            <a:r>
              <a:rPr dirty="0" sz="2050" b="1">
                <a:latin typeface="Arial"/>
                <a:cs typeface="Arial"/>
              </a:rPr>
              <a:t>o</a:t>
            </a:r>
            <a:r>
              <a:rPr dirty="0" sz="2050" spc="5" b="1">
                <a:latin typeface="Arial"/>
                <a:cs typeface="Arial"/>
              </a:rPr>
              <a:t>s</a:t>
            </a:r>
            <a:r>
              <a:rPr dirty="0" sz="2050" spc="-5" b="1">
                <a:latin typeface="Arial"/>
                <a:cs typeface="Arial"/>
              </a:rPr>
              <a:t> </a:t>
            </a:r>
            <a:r>
              <a:rPr dirty="0" sz="2050" b="1">
                <a:latin typeface="Arial"/>
                <a:cs typeface="Arial"/>
              </a:rPr>
              <a:t>s</a:t>
            </a:r>
            <a:r>
              <a:rPr dirty="0" sz="2050" b="1">
                <a:latin typeface="Arial"/>
                <a:cs typeface="Arial"/>
              </a:rPr>
              <a:t>u</a:t>
            </a:r>
            <a:r>
              <a:rPr dirty="0" sz="2050" b="1">
                <a:latin typeface="Arial"/>
                <a:cs typeface="Arial"/>
              </a:rPr>
              <a:t>c</a:t>
            </a:r>
            <a:r>
              <a:rPr dirty="0" sz="2050" spc="-5" b="1">
                <a:latin typeface="Arial"/>
                <a:cs typeface="Arial"/>
              </a:rPr>
              <a:t>i</a:t>
            </a:r>
            <a:r>
              <a:rPr dirty="0" sz="2050" b="1">
                <a:latin typeface="Arial"/>
                <a:cs typeface="Arial"/>
              </a:rPr>
              <a:t>n</a:t>
            </a:r>
            <a:r>
              <a:rPr dirty="0" sz="2050" b="1">
                <a:latin typeface="Arial"/>
                <a:cs typeface="Arial"/>
              </a:rPr>
              <a:t>t</a:t>
            </a:r>
            <a:r>
              <a:rPr dirty="0" sz="2050" b="1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422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k</a:t>
            </a: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10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>
                <a:latin typeface="Arial"/>
                <a:cs typeface="Arial"/>
              </a:rPr>
              <a:t>: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36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ki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-85">
                <a:latin typeface="Georgia"/>
                <a:cs typeface="Georgia"/>
              </a:rPr>
              <a:t>: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210">
                <a:latin typeface="Georgia"/>
                <a:cs typeface="Georgia"/>
              </a:rPr>
              <a:t>[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210">
                <a:latin typeface="Georgia"/>
                <a:cs typeface="Georgia"/>
              </a:rPr>
              <a:t>]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22565" y="6479456"/>
            <a:ext cx="448309" cy="224154"/>
          </a:xfrm>
          <a:custGeom>
            <a:avLst/>
            <a:gdLst/>
            <a:ahLst/>
            <a:cxnLst/>
            <a:rect l="l" t="t" r="r" b="b"/>
            <a:pathLst>
              <a:path w="448310" h="224154">
                <a:moveTo>
                  <a:pt x="447883" y="223941"/>
                </a:moveTo>
                <a:lnTo>
                  <a:pt x="447883" y="0"/>
                </a:lnTo>
                <a:lnTo>
                  <a:pt x="0" y="0"/>
                </a:lnTo>
                <a:lnTo>
                  <a:pt x="0" y="223941"/>
                </a:lnTo>
                <a:lnTo>
                  <a:pt x="447883" y="223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17731" y="5934532"/>
            <a:ext cx="930275" cy="285115"/>
          </a:xfrm>
          <a:custGeom>
            <a:avLst/>
            <a:gdLst/>
            <a:ahLst/>
            <a:cxnLst/>
            <a:rect l="l" t="t" r="r" b="b"/>
            <a:pathLst>
              <a:path w="930275" h="285114">
                <a:moveTo>
                  <a:pt x="0" y="0"/>
                </a:moveTo>
                <a:lnTo>
                  <a:pt x="930170" y="284500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86119" y="6175895"/>
            <a:ext cx="62230" cy="53975"/>
          </a:xfrm>
          <a:custGeom>
            <a:avLst/>
            <a:gdLst/>
            <a:ahLst/>
            <a:cxnLst/>
            <a:rect l="l" t="t" r="r" b="b"/>
            <a:pathLst>
              <a:path w="62229" h="53975">
                <a:moveTo>
                  <a:pt x="0" y="53492"/>
                </a:moveTo>
                <a:lnTo>
                  <a:pt x="62217" y="43548"/>
                </a:lnTo>
                <a:lnTo>
                  <a:pt x="16179" y="0"/>
                </a:lnTo>
                <a:lnTo>
                  <a:pt x="0" y="53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86119" y="6175895"/>
            <a:ext cx="62230" cy="53975"/>
          </a:xfrm>
          <a:custGeom>
            <a:avLst/>
            <a:gdLst/>
            <a:ahLst/>
            <a:cxnLst/>
            <a:rect l="l" t="t" r="r" b="b"/>
            <a:pathLst>
              <a:path w="62229" h="53975">
                <a:moveTo>
                  <a:pt x="0" y="53492"/>
                </a:moveTo>
                <a:lnTo>
                  <a:pt x="62217" y="43548"/>
                </a:lnTo>
                <a:lnTo>
                  <a:pt x="16179" y="0"/>
                </a:lnTo>
                <a:lnTo>
                  <a:pt x="0" y="53492"/>
                </a:lnTo>
                <a:close/>
              </a:path>
            </a:pathLst>
          </a:custGeom>
          <a:ln w="46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25198" y="6165938"/>
            <a:ext cx="940435" cy="274955"/>
          </a:xfrm>
          <a:custGeom>
            <a:avLst/>
            <a:gdLst/>
            <a:ahLst/>
            <a:cxnLst/>
            <a:rect l="l" t="t" r="r" b="b"/>
            <a:pathLst>
              <a:path w="940435" h="274954">
                <a:moveTo>
                  <a:pt x="0" y="0"/>
                </a:moveTo>
                <a:lnTo>
                  <a:pt x="940230" y="274648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03543" y="6397346"/>
            <a:ext cx="62230" cy="53975"/>
          </a:xfrm>
          <a:custGeom>
            <a:avLst/>
            <a:gdLst/>
            <a:ahLst/>
            <a:cxnLst/>
            <a:rect l="l" t="t" r="r" b="b"/>
            <a:pathLst>
              <a:path w="62229" h="53975">
                <a:moveTo>
                  <a:pt x="0" y="53493"/>
                </a:moveTo>
                <a:lnTo>
                  <a:pt x="62204" y="43541"/>
                </a:lnTo>
                <a:lnTo>
                  <a:pt x="16179" y="0"/>
                </a:lnTo>
                <a:lnTo>
                  <a:pt x="0" y="534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03543" y="6397346"/>
            <a:ext cx="62230" cy="53975"/>
          </a:xfrm>
          <a:custGeom>
            <a:avLst/>
            <a:gdLst/>
            <a:ahLst/>
            <a:cxnLst/>
            <a:rect l="l" t="t" r="r" b="b"/>
            <a:pathLst>
              <a:path w="62229" h="53975">
                <a:moveTo>
                  <a:pt x="0" y="53493"/>
                </a:moveTo>
                <a:lnTo>
                  <a:pt x="62204" y="43541"/>
                </a:lnTo>
                <a:lnTo>
                  <a:pt x="16179" y="0"/>
                </a:lnTo>
                <a:lnTo>
                  <a:pt x="0" y="53493"/>
                </a:lnTo>
                <a:close/>
              </a:path>
            </a:pathLst>
          </a:custGeom>
          <a:ln w="46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21465" y="6700460"/>
            <a:ext cx="925830" cy="117475"/>
          </a:xfrm>
          <a:custGeom>
            <a:avLst/>
            <a:gdLst/>
            <a:ahLst/>
            <a:cxnLst/>
            <a:rect l="l" t="t" r="r" b="b"/>
            <a:pathLst>
              <a:path w="925829" h="117475">
                <a:moveTo>
                  <a:pt x="0" y="117396"/>
                </a:moveTo>
                <a:lnTo>
                  <a:pt x="925594" y="0"/>
                </a:lnTo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88621" y="6679762"/>
            <a:ext cx="60325" cy="55244"/>
          </a:xfrm>
          <a:custGeom>
            <a:avLst/>
            <a:gdLst/>
            <a:ahLst/>
            <a:cxnLst/>
            <a:rect l="l" t="t" r="r" b="b"/>
            <a:pathLst>
              <a:path w="60325" h="55245">
                <a:moveTo>
                  <a:pt x="0" y="0"/>
                </a:moveTo>
                <a:lnTo>
                  <a:pt x="7454" y="54739"/>
                </a:lnTo>
                <a:lnTo>
                  <a:pt x="59715" y="21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88621" y="6679762"/>
            <a:ext cx="60325" cy="55244"/>
          </a:xfrm>
          <a:custGeom>
            <a:avLst/>
            <a:gdLst/>
            <a:ahLst/>
            <a:cxnLst/>
            <a:rect l="l" t="t" r="r" b="b"/>
            <a:pathLst>
              <a:path w="60325" h="55245">
                <a:moveTo>
                  <a:pt x="7454" y="54739"/>
                </a:moveTo>
                <a:lnTo>
                  <a:pt x="59715" y="21149"/>
                </a:lnTo>
                <a:lnTo>
                  <a:pt x="0" y="0"/>
                </a:lnTo>
                <a:lnTo>
                  <a:pt x="7454" y="54739"/>
                </a:lnTo>
                <a:close/>
              </a:path>
            </a:pathLst>
          </a:custGeom>
          <a:ln w="46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95239" y="6249298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95239" y="5820077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95239" y="5820077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95239" y="6035304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95239" y="6035304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95239" y="6697175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95239" y="6697175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97716" y="6887527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97716" y="6887527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41"/>
                </a:moveTo>
                <a:lnTo>
                  <a:pt x="223941" y="0"/>
                </a:lnTo>
                <a:lnTo>
                  <a:pt x="0" y="0"/>
                </a:lnTo>
                <a:lnTo>
                  <a:pt x="0" y="223941"/>
                </a:lnTo>
                <a:lnTo>
                  <a:pt x="223941" y="223941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95239" y="6473239"/>
            <a:ext cx="224154" cy="224154"/>
          </a:xfrm>
          <a:custGeom>
            <a:avLst/>
            <a:gdLst/>
            <a:ahLst/>
            <a:cxnLst/>
            <a:rect l="l" t="t" r="r" b="b"/>
            <a:pathLst>
              <a:path w="224154" h="224154">
                <a:moveTo>
                  <a:pt x="223941" y="223936"/>
                </a:moveTo>
                <a:lnTo>
                  <a:pt x="223941" y="0"/>
                </a:lnTo>
                <a:lnTo>
                  <a:pt x="0" y="0"/>
                </a:lnTo>
                <a:lnTo>
                  <a:pt x="0" y="223936"/>
                </a:lnTo>
                <a:lnTo>
                  <a:pt x="223941" y="223936"/>
                </a:lnTo>
                <a:close/>
              </a:path>
            </a:pathLst>
          </a:custGeom>
          <a:ln w="93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284150" y="6121261"/>
            <a:ext cx="118110" cy="680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  <a:spcBef>
                <a:spcPts val="35"/>
              </a:spcBef>
            </a:pPr>
            <a:r>
              <a:rPr dirty="0" sz="140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40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39191" y="5866219"/>
            <a:ext cx="381000" cy="225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i="1">
                <a:latin typeface="Times New Roman"/>
                <a:cs typeface="Times New Roman"/>
              </a:rPr>
              <a:t>fhpm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07037" y="6394970"/>
            <a:ext cx="628015" cy="225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Ranking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15677" y="5482412"/>
            <a:ext cx="3328670" cy="0"/>
          </a:xfrm>
          <a:custGeom>
            <a:avLst/>
            <a:gdLst/>
            <a:ahLst/>
            <a:cxnLst/>
            <a:rect l="l" t="t" r="r" b="b"/>
            <a:pathLst>
              <a:path w="3328670" h="0">
                <a:moveTo>
                  <a:pt x="0" y="0"/>
                </a:moveTo>
                <a:lnTo>
                  <a:pt x="332864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20083" y="5482361"/>
            <a:ext cx="0" cy="1720214"/>
          </a:xfrm>
          <a:custGeom>
            <a:avLst/>
            <a:gdLst/>
            <a:ahLst/>
            <a:cxnLst/>
            <a:rect l="l" t="t" r="r" b="b"/>
            <a:pathLst>
              <a:path w="0" h="1720215">
                <a:moveTo>
                  <a:pt x="0" y="172010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039927" y="5482361"/>
            <a:ext cx="0" cy="1720214"/>
          </a:xfrm>
          <a:custGeom>
            <a:avLst/>
            <a:gdLst/>
            <a:ahLst/>
            <a:cxnLst/>
            <a:rect l="l" t="t" r="r" b="b"/>
            <a:pathLst>
              <a:path w="0" h="1720215">
                <a:moveTo>
                  <a:pt x="0" y="172010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15677" y="7202403"/>
            <a:ext cx="3328670" cy="0"/>
          </a:xfrm>
          <a:custGeom>
            <a:avLst/>
            <a:gdLst/>
            <a:ahLst/>
            <a:cxnLst/>
            <a:rect l="l" t="t" r="r" b="b"/>
            <a:pathLst>
              <a:path w="3328670" h="0">
                <a:moveTo>
                  <a:pt x="0" y="0"/>
                </a:moveTo>
                <a:lnTo>
                  <a:pt x="3328644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470094" y="6141370"/>
          <a:ext cx="462280" cy="654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883"/>
              </a:tblGrid>
              <a:tr h="217721">
                <a:tc>
                  <a:txBody>
                    <a:bodyPr/>
                    <a:lstStyle/>
                    <a:p>
                      <a:pPr marL="68580">
                        <a:lnSpc>
                          <a:spcPts val="146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9330">
                      <a:solidFill>
                        <a:srgbClr val="000000"/>
                      </a:solidFill>
                      <a:prstDash val="solid"/>
                    </a:lnT>
                    <a:lnB w="21771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210254">
                <a:tc>
                  <a:txBody>
                    <a:bodyPr/>
                    <a:lstStyle/>
                    <a:p>
                      <a:pPr marL="107950">
                        <a:lnSpc>
                          <a:spcPts val="14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jan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21771">
                      <a:solidFill>
                        <a:srgbClr val="000000"/>
                      </a:solidFill>
                      <a:prstDash val="solid"/>
                    </a:lnT>
                    <a:lnB w="24263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  <a:tr h="216475">
                <a:tc>
                  <a:txBody>
                    <a:bodyPr/>
                    <a:lstStyle/>
                    <a:p>
                      <a:pPr marL="98425">
                        <a:lnSpc>
                          <a:spcPts val="155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fev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330">
                      <a:solidFill>
                        <a:srgbClr val="000000"/>
                      </a:solidFill>
                      <a:prstDash val="solid"/>
                    </a:lnL>
                    <a:lnR w="9330">
                      <a:solidFill>
                        <a:srgbClr val="000000"/>
                      </a:solidFill>
                      <a:prstDash val="solid"/>
                    </a:lnR>
                    <a:lnT w="24263">
                      <a:solidFill>
                        <a:srgbClr val="000000"/>
                      </a:solidFill>
                      <a:prstDash val="solid"/>
                    </a:lnT>
                    <a:lnB w="9330">
                      <a:solidFill>
                        <a:srgbClr val="000000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3720083" y="5539665"/>
          <a:ext cx="1550670" cy="16630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155"/>
                <a:gridCol w="223941"/>
                <a:gridCol w="603384"/>
                <a:gridCol w="447883"/>
              </a:tblGrid>
              <a:tr h="280411"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605"/>
                        </a:lnSpc>
                      </a:pPr>
                      <a:r>
                        <a:rPr dirty="0" sz="1400" i="1">
                          <a:latin typeface="Times New Roman"/>
                          <a:cs typeface="Times New Roman"/>
                        </a:rPr>
                        <a:t>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/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62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i="1">
                          <a:latin typeface="Times New Roman"/>
                          <a:cs typeface="Times New Roman"/>
                        </a:rPr>
                        <a:t>fhp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9584">
                <a:tc>
                  <a:txBody>
                    <a:bodyPr/>
                    <a:lstStyle/>
                    <a:p>
                      <a:pPr marL="88265">
                        <a:lnSpc>
                          <a:spcPts val="16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ts val="16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4930">
                        <a:lnSpc>
                          <a:spcPts val="147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4610">
                <a:tc>
                  <a:txBody>
                    <a:bodyPr/>
                    <a:lstStyle/>
                    <a:p>
                      <a:pPr marL="88265">
                        <a:lnSpc>
                          <a:spcPts val="163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9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46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jan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2583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639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032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55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7146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45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045">
                        <a:lnSpc>
                          <a:spcPts val="155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fev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8081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ts val="149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4810760" cy="4025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90" i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85" i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35" i="1">
                <a:solidFill>
                  <a:srgbClr val="007F7A"/>
                </a:solidFill>
                <a:latin typeface="Arial"/>
                <a:cs typeface="Arial"/>
              </a:rPr>
              <a:t>k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03054" y="390061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0"/>
                </a:moveTo>
                <a:lnTo>
                  <a:pt x="248826" y="0"/>
                </a:lnTo>
                <a:lnTo>
                  <a:pt x="0" y="0"/>
                </a:lnTo>
                <a:lnTo>
                  <a:pt x="0" y="248820"/>
                </a:lnTo>
                <a:lnTo>
                  <a:pt x="248826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03054" y="4149437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03054" y="439826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0"/>
                </a:moveTo>
                <a:lnTo>
                  <a:pt x="248826" y="0"/>
                </a:lnTo>
                <a:lnTo>
                  <a:pt x="0" y="0"/>
                </a:lnTo>
                <a:lnTo>
                  <a:pt x="0" y="248820"/>
                </a:lnTo>
                <a:lnTo>
                  <a:pt x="248826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03054" y="464707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03054" y="191002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03054" y="215884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248826" y="248820"/>
                </a:moveTo>
                <a:lnTo>
                  <a:pt x="248826" y="0"/>
                </a:lnTo>
                <a:lnTo>
                  <a:pt x="0" y="0"/>
                </a:lnTo>
                <a:lnTo>
                  <a:pt x="0" y="248820"/>
                </a:lnTo>
                <a:lnTo>
                  <a:pt x="248826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03054" y="240767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503054" y="265649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248826" y="248820"/>
                </a:moveTo>
                <a:lnTo>
                  <a:pt x="248826" y="0"/>
                </a:lnTo>
                <a:lnTo>
                  <a:pt x="0" y="0"/>
                </a:lnTo>
                <a:lnTo>
                  <a:pt x="0" y="248820"/>
                </a:lnTo>
                <a:lnTo>
                  <a:pt x="248826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03054" y="2905307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19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03054" y="3154138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503054" y="3402962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0"/>
                </a:moveTo>
                <a:lnTo>
                  <a:pt x="248826" y="0"/>
                </a:lnTo>
                <a:lnTo>
                  <a:pt x="0" y="0"/>
                </a:lnTo>
                <a:lnTo>
                  <a:pt x="0" y="248820"/>
                </a:lnTo>
                <a:lnTo>
                  <a:pt x="248826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503054" y="3651788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03054" y="489590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503054" y="5144729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0"/>
                </a:moveTo>
                <a:lnTo>
                  <a:pt x="248826" y="0"/>
                </a:lnTo>
                <a:lnTo>
                  <a:pt x="0" y="0"/>
                </a:lnTo>
                <a:lnTo>
                  <a:pt x="0" y="248820"/>
                </a:lnTo>
                <a:lnTo>
                  <a:pt x="248826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03054" y="539355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6"/>
                </a:moveTo>
                <a:lnTo>
                  <a:pt x="248826" y="0"/>
                </a:lnTo>
                <a:lnTo>
                  <a:pt x="0" y="0"/>
                </a:lnTo>
                <a:lnTo>
                  <a:pt x="0" y="248826"/>
                </a:lnTo>
                <a:lnTo>
                  <a:pt x="248826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03054" y="5642378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6" y="248820"/>
                </a:moveTo>
                <a:lnTo>
                  <a:pt x="248826" y="0"/>
                </a:lnTo>
                <a:lnTo>
                  <a:pt x="0" y="0"/>
                </a:lnTo>
                <a:lnTo>
                  <a:pt x="0" y="248820"/>
                </a:lnTo>
                <a:lnTo>
                  <a:pt x="248826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66703" y="1810486"/>
            <a:ext cx="11430" cy="50165"/>
          </a:xfrm>
          <a:custGeom>
            <a:avLst/>
            <a:gdLst/>
            <a:ahLst/>
            <a:cxnLst/>
            <a:rect l="l" t="t" r="r" b="b"/>
            <a:pathLst>
              <a:path w="11429" h="50164">
                <a:moveTo>
                  <a:pt x="11061" y="0"/>
                </a:moveTo>
                <a:lnTo>
                  <a:pt x="0" y="49771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77764" y="1810486"/>
            <a:ext cx="11430" cy="50165"/>
          </a:xfrm>
          <a:custGeom>
            <a:avLst/>
            <a:gdLst/>
            <a:ahLst/>
            <a:cxnLst/>
            <a:rect l="l" t="t" r="r" b="b"/>
            <a:pathLst>
              <a:path w="11429" h="50164">
                <a:moveTo>
                  <a:pt x="0" y="0"/>
                </a:moveTo>
                <a:lnTo>
                  <a:pt x="11049" y="49771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900345" y="1860257"/>
            <a:ext cx="66675" cy="50165"/>
          </a:xfrm>
          <a:custGeom>
            <a:avLst/>
            <a:gdLst/>
            <a:ahLst/>
            <a:cxnLst/>
            <a:rect l="l" t="t" r="r" b="b"/>
            <a:pathLst>
              <a:path w="66675" h="50164">
                <a:moveTo>
                  <a:pt x="0" y="49758"/>
                </a:moveTo>
                <a:lnTo>
                  <a:pt x="0" y="29857"/>
                </a:lnTo>
                <a:lnTo>
                  <a:pt x="1104" y="19900"/>
                </a:lnTo>
                <a:lnTo>
                  <a:pt x="1104" y="13271"/>
                </a:lnTo>
                <a:lnTo>
                  <a:pt x="2222" y="8839"/>
                </a:lnTo>
                <a:lnTo>
                  <a:pt x="3314" y="5524"/>
                </a:lnTo>
                <a:lnTo>
                  <a:pt x="3314" y="3314"/>
                </a:lnTo>
                <a:lnTo>
                  <a:pt x="5524" y="2209"/>
                </a:lnTo>
                <a:lnTo>
                  <a:pt x="6642" y="1104"/>
                </a:lnTo>
                <a:lnTo>
                  <a:pt x="7747" y="0"/>
                </a:lnTo>
                <a:lnTo>
                  <a:pt x="66357" y="0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988814" y="1860257"/>
            <a:ext cx="66675" cy="50165"/>
          </a:xfrm>
          <a:custGeom>
            <a:avLst/>
            <a:gdLst/>
            <a:ahLst/>
            <a:cxnLst/>
            <a:rect l="l" t="t" r="r" b="b"/>
            <a:pathLst>
              <a:path w="66675" h="50164">
                <a:moveTo>
                  <a:pt x="66357" y="49758"/>
                </a:moveTo>
                <a:lnTo>
                  <a:pt x="66357" y="29857"/>
                </a:lnTo>
                <a:lnTo>
                  <a:pt x="65252" y="19900"/>
                </a:lnTo>
                <a:lnTo>
                  <a:pt x="65252" y="13271"/>
                </a:lnTo>
                <a:lnTo>
                  <a:pt x="64147" y="8839"/>
                </a:lnTo>
                <a:lnTo>
                  <a:pt x="63042" y="5524"/>
                </a:lnTo>
                <a:lnTo>
                  <a:pt x="63042" y="3314"/>
                </a:lnTo>
                <a:lnTo>
                  <a:pt x="60833" y="2209"/>
                </a:lnTo>
                <a:lnTo>
                  <a:pt x="59728" y="1104"/>
                </a:lnTo>
                <a:lnTo>
                  <a:pt x="58623" y="0"/>
                </a:lnTo>
                <a:lnTo>
                  <a:pt x="0" y="0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65762" y="1810486"/>
            <a:ext cx="11430" cy="50165"/>
          </a:xfrm>
          <a:custGeom>
            <a:avLst/>
            <a:gdLst/>
            <a:ahLst/>
            <a:cxnLst/>
            <a:rect l="l" t="t" r="r" b="b"/>
            <a:pathLst>
              <a:path w="11429" h="50164">
                <a:moveTo>
                  <a:pt x="11049" y="0"/>
                </a:moveTo>
                <a:lnTo>
                  <a:pt x="0" y="49771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76811" y="1810486"/>
            <a:ext cx="11430" cy="50165"/>
          </a:xfrm>
          <a:custGeom>
            <a:avLst/>
            <a:gdLst/>
            <a:ahLst/>
            <a:cxnLst/>
            <a:rect l="l" t="t" r="r" b="b"/>
            <a:pathLst>
              <a:path w="11429" h="50164">
                <a:moveTo>
                  <a:pt x="0" y="0"/>
                </a:moveTo>
                <a:lnTo>
                  <a:pt x="11061" y="49771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99405" y="1860257"/>
            <a:ext cx="66675" cy="50165"/>
          </a:xfrm>
          <a:custGeom>
            <a:avLst/>
            <a:gdLst/>
            <a:ahLst/>
            <a:cxnLst/>
            <a:rect l="l" t="t" r="r" b="b"/>
            <a:pathLst>
              <a:path w="66675" h="50164">
                <a:moveTo>
                  <a:pt x="0" y="49758"/>
                </a:moveTo>
                <a:lnTo>
                  <a:pt x="0" y="29857"/>
                </a:lnTo>
                <a:lnTo>
                  <a:pt x="1104" y="19900"/>
                </a:lnTo>
                <a:lnTo>
                  <a:pt x="1104" y="13271"/>
                </a:lnTo>
                <a:lnTo>
                  <a:pt x="2209" y="8839"/>
                </a:lnTo>
                <a:lnTo>
                  <a:pt x="3314" y="5524"/>
                </a:lnTo>
                <a:lnTo>
                  <a:pt x="3314" y="3314"/>
                </a:lnTo>
                <a:lnTo>
                  <a:pt x="5537" y="2209"/>
                </a:lnTo>
                <a:lnTo>
                  <a:pt x="6642" y="1104"/>
                </a:lnTo>
                <a:lnTo>
                  <a:pt x="7747" y="0"/>
                </a:lnTo>
                <a:lnTo>
                  <a:pt x="66357" y="0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187873" y="1860257"/>
            <a:ext cx="66675" cy="50165"/>
          </a:xfrm>
          <a:custGeom>
            <a:avLst/>
            <a:gdLst/>
            <a:ahLst/>
            <a:cxnLst/>
            <a:rect l="l" t="t" r="r" b="b"/>
            <a:pathLst>
              <a:path w="66675" h="50164">
                <a:moveTo>
                  <a:pt x="66357" y="49758"/>
                </a:moveTo>
                <a:lnTo>
                  <a:pt x="66357" y="29857"/>
                </a:lnTo>
                <a:lnTo>
                  <a:pt x="65252" y="19900"/>
                </a:lnTo>
                <a:lnTo>
                  <a:pt x="65252" y="13271"/>
                </a:lnTo>
                <a:lnTo>
                  <a:pt x="64147" y="8839"/>
                </a:lnTo>
                <a:lnTo>
                  <a:pt x="63042" y="5524"/>
                </a:lnTo>
                <a:lnTo>
                  <a:pt x="63042" y="3314"/>
                </a:lnTo>
                <a:lnTo>
                  <a:pt x="60833" y="2209"/>
                </a:lnTo>
                <a:lnTo>
                  <a:pt x="59715" y="1104"/>
                </a:lnTo>
                <a:lnTo>
                  <a:pt x="58610" y="0"/>
                </a:lnTo>
                <a:lnTo>
                  <a:pt x="0" y="0"/>
                </a:lnTo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70232" y="2357897"/>
            <a:ext cx="248920" cy="497840"/>
          </a:xfrm>
          <a:custGeom>
            <a:avLst/>
            <a:gdLst/>
            <a:ahLst/>
            <a:cxnLst/>
            <a:rect l="l" t="t" r="r" b="b"/>
            <a:pathLst>
              <a:path w="248919" h="497839">
                <a:moveTo>
                  <a:pt x="248826" y="497646"/>
                </a:moveTo>
                <a:lnTo>
                  <a:pt x="248826" y="0"/>
                </a:lnTo>
                <a:lnTo>
                  <a:pt x="0" y="0"/>
                </a:lnTo>
                <a:lnTo>
                  <a:pt x="0" y="497646"/>
                </a:lnTo>
                <a:lnTo>
                  <a:pt x="248826" y="49764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870227" y="2606725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 h="0">
                <a:moveTo>
                  <a:pt x="0" y="0"/>
                </a:moveTo>
                <a:lnTo>
                  <a:pt x="248831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870232" y="2855546"/>
            <a:ext cx="248920" cy="497840"/>
          </a:xfrm>
          <a:custGeom>
            <a:avLst/>
            <a:gdLst/>
            <a:ahLst/>
            <a:cxnLst/>
            <a:rect l="l" t="t" r="r" b="b"/>
            <a:pathLst>
              <a:path w="248919" h="497839">
                <a:moveTo>
                  <a:pt x="248826" y="497646"/>
                </a:moveTo>
                <a:lnTo>
                  <a:pt x="248826" y="0"/>
                </a:lnTo>
                <a:lnTo>
                  <a:pt x="0" y="0"/>
                </a:lnTo>
                <a:lnTo>
                  <a:pt x="0" y="497646"/>
                </a:lnTo>
                <a:lnTo>
                  <a:pt x="248826" y="49764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70227" y="3104375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 h="0">
                <a:moveTo>
                  <a:pt x="0" y="0"/>
                </a:moveTo>
                <a:lnTo>
                  <a:pt x="248831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870232" y="3353196"/>
            <a:ext cx="248920" cy="497840"/>
          </a:xfrm>
          <a:custGeom>
            <a:avLst/>
            <a:gdLst/>
            <a:ahLst/>
            <a:cxnLst/>
            <a:rect l="l" t="t" r="r" b="b"/>
            <a:pathLst>
              <a:path w="248919" h="497839">
                <a:moveTo>
                  <a:pt x="248826" y="497646"/>
                </a:moveTo>
                <a:lnTo>
                  <a:pt x="248826" y="0"/>
                </a:lnTo>
                <a:lnTo>
                  <a:pt x="0" y="0"/>
                </a:lnTo>
                <a:lnTo>
                  <a:pt x="0" y="497646"/>
                </a:lnTo>
                <a:lnTo>
                  <a:pt x="248826" y="49764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70227" y="3602024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 h="0">
                <a:moveTo>
                  <a:pt x="0" y="0"/>
                </a:moveTo>
                <a:lnTo>
                  <a:pt x="248831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70232" y="4348489"/>
            <a:ext cx="248920" cy="497840"/>
          </a:xfrm>
          <a:custGeom>
            <a:avLst/>
            <a:gdLst/>
            <a:ahLst/>
            <a:cxnLst/>
            <a:rect l="l" t="t" r="r" b="b"/>
            <a:pathLst>
              <a:path w="248919" h="497839">
                <a:moveTo>
                  <a:pt x="248826" y="497652"/>
                </a:moveTo>
                <a:lnTo>
                  <a:pt x="248826" y="0"/>
                </a:lnTo>
                <a:lnTo>
                  <a:pt x="0" y="0"/>
                </a:lnTo>
                <a:lnTo>
                  <a:pt x="0" y="497652"/>
                </a:lnTo>
                <a:lnTo>
                  <a:pt x="248826" y="497652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870227" y="4597311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 h="0">
                <a:moveTo>
                  <a:pt x="0" y="0"/>
                </a:moveTo>
                <a:lnTo>
                  <a:pt x="248831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870232" y="4846144"/>
            <a:ext cx="248920" cy="497840"/>
          </a:xfrm>
          <a:custGeom>
            <a:avLst/>
            <a:gdLst/>
            <a:ahLst/>
            <a:cxnLst/>
            <a:rect l="l" t="t" r="r" b="b"/>
            <a:pathLst>
              <a:path w="248919" h="497839">
                <a:moveTo>
                  <a:pt x="248826" y="497646"/>
                </a:moveTo>
                <a:lnTo>
                  <a:pt x="248826" y="0"/>
                </a:lnTo>
                <a:lnTo>
                  <a:pt x="0" y="0"/>
                </a:lnTo>
                <a:lnTo>
                  <a:pt x="0" y="497646"/>
                </a:lnTo>
                <a:lnTo>
                  <a:pt x="248826" y="49764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70227" y="5094960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 h="0">
                <a:moveTo>
                  <a:pt x="0" y="0"/>
                </a:moveTo>
                <a:lnTo>
                  <a:pt x="248831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64583" y="3104372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0" y="248820"/>
                </a:moveTo>
                <a:lnTo>
                  <a:pt x="248820" y="0"/>
                </a:lnTo>
                <a:lnTo>
                  <a:pt x="0" y="0"/>
                </a:lnTo>
                <a:lnTo>
                  <a:pt x="0" y="248820"/>
                </a:lnTo>
                <a:lnTo>
                  <a:pt x="248820" y="248820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64583" y="3353198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248820" y="248826"/>
                </a:moveTo>
                <a:lnTo>
                  <a:pt x="248820" y="0"/>
                </a:lnTo>
                <a:lnTo>
                  <a:pt x="0" y="0"/>
                </a:lnTo>
                <a:lnTo>
                  <a:pt x="0" y="248826"/>
                </a:lnTo>
                <a:lnTo>
                  <a:pt x="248820" y="24882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19058" y="3641839"/>
            <a:ext cx="895350" cy="706755"/>
          </a:xfrm>
          <a:custGeom>
            <a:avLst/>
            <a:gdLst/>
            <a:ahLst/>
            <a:cxnLst/>
            <a:rect l="l" t="t" r="r" b="b"/>
            <a:pathLst>
              <a:path w="895350" h="706754">
                <a:moveTo>
                  <a:pt x="0" y="706653"/>
                </a:moveTo>
                <a:lnTo>
                  <a:pt x="895095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14154" y="3610967"/>
            <a:ext cx="39370" cy="31115"/>
          </a:xfrm>
          <a:custGeom>
            <a:avLst/>
            <a:gdLst/>
            <a:ahLst/>
            <a:cxnLst/>
            <a:rect l="l" t="t" r="r" b="b"/>
            <a:pathLst>
              <a:path w="39369" h="31114">
                <a:moveTo>
                  <a:pt x="0" y="30872"/>
                </a:moveTo>
                <a:lnTo>
                  <a:pt x="39104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973895" y="3610864"/>
            <a:ext cx="80010" cy="71120"/>
          </a:xfrm>
          <a:custGeom>
            <a:avLst/>
            <a:gdLst/>
            <a:ahLst/>
            <a:cxnLst/>
            <a:rect l="l" t="t" r="r" b="b"/>
            <a:pathLst>
              <a:path w="80010" h="71120">
                <a:moveTo>
                  <a:pt x="0" y="30975"/>
                </a:moveTo>
                <a:lnTo>
                  <a:pt x="30975" y="70777"/>
                </a:lnTo>
                <a:lnTo>
                  <a:pt x="79629" y="0"/>
                </a:lnTo>
                <a:lnTo>
                  <a:pt x="0" y="309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973895" y="3610864"/>
            <a:ext cx="80010" cy="71120"/>
          </a:xfrm>
          <a:custGeom>
            <a:avLst/>
            <a:gdLst/>
            <a:ahLst/>
            <a:cxnLst/>
            <a:rect l="l" t="t" r="r" b="b"/>
            <a:pathLst>
              <a:path w="80010" h="71120">
                <a:moveTo>
                  <a:pt x="30975" y="70777"/>
                </a:moveTo>
                <a:lnTo>
                  <a:pt x="79629" y="0"/>
                </a:lnTo>
                <a:lnTo>
                  <a:pt x="0" y="30975"/>
                </a:lnTo>
                <a:lnTo>
                  <a:pt x="30975" y="70777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119058" y="2357907"/>
            <a:ext cx="894080" cy="941705"/>
          </a:xfrm>
          <a:custGeom>
            <a:avLst/>
            <a:gdLst/>
            <a:ahLst/>
            <a:cxnLst/>
            <a:rect l="l" t="t" r="r" b="b"/>
            <a:pathLst>
              <a:path w="894080" h="941704">
                <a:moveTo>
                  <a:pt x="0" y="0"/>
                </a:moveTo>
                <a:lnTo>
                  <a:pt x="894045" y="941095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13104" y="3299002"/>
            <a:ext cx="39370" cy="41275"/>
          </a:xfrm>
          <a:custGeom>
            <a:avLst/>
            <a:gdLst/>
            <a:ahLst/>
            <a:cxnLst/>
            <a:rect l="l" t="t" r="r" b="b"/>
            <a:pathLst>
              <a:path w="39369" h="41275">
                <a:moveTo>
                  <a:pt x="0" y="0"/>
                </a:moveTo>
                <a:lnTo>
                  <a:pt x="38948" y="40998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981642" y="3264725"/>
            <a:ext cx="74295" cy="77470"/>
          </a:xfrm>
          <a:custGeom>
            <a:avLst/>
            <a:gdLst/>
            <a:ahLst/>
            <a:cxnLst/>
            <a:rect l="l" t="t" r="r" b="b"/>
            <a:pathLst>
              <a:path w="74294" h="77470">
                <a:moveTo>
                  <a:pt x="0" y="34277"/>
                </a:moveTo>
                <a:lnTo>
                  <a:pt x="74091" y="77419"/>
                </a:lnTo>
                <a:lnTo>
                  <a:pt x="35382" y="0"/>
                </a:lnTo>
                <a:lnTo>
                  <a:pt x="0" y="34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981642" y="3264725"/>
            <a:ext cx="74295" cy="77470"/>
          </a:xfrm>
          <a:custGeom>
            <a:avLst/>
            <a:gdLst/>
            <a:ahLst/>
            <a:cxnLst/>
            <a:rect l="l" t="t" r="r" b="b"/>
            <a:pathLst>
              <a:path w="74294" h="77470">
                <a:moveTo>
                  <a:pt x="0" y="34277"/>
                </a:moveTo>
                <a:lnTo>
                  <a:pt x="74091" y="77419"/>
                </a:lnTo>
                <a:lnTo>
                  <a:pt x="35382" y="0"/>
                </a:lnTo>
                <a:lnTo>
                  <a:pt x="0" y="34277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870232" y="3850845"/>
            <a:ext cx="248920" cy="497840"/>
          </a:xfrm>
          <a:custGeom>
            <a:avLst/>
            <a:gdLst/>
            <a:ahLst/>
            <a:cxnLst/>
            <a:rect l="l" t="t" r="r" b="b"/>
            <a:pathLst>
              <a:path w="248919" h="497839">
                <a:moveTo>
                  <a:pt x="248826" y="497646"/>
                </a:moveTo>
                <a:lnTo>
                  <a:pt x="248826" y="0"/>
                </a:lnTo>
                <a:lnTo>
                  <a:pt x="0" y="0"/>
                </a:lnTo>
                <a:lnTo>
                  <a:pt x="0" y="497646"/>
                </a:lnTo>
                <a:lnTo>
                  <a:pt x="248826" y="497646"/>
                </a:lnTo>
                <a:close/>
              </a:path>
            </a:pathLst>
          </a:custGeom>
          <a:ln w="82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870227" y="4099674"/>
            <a:ext cx="248920" cy="0"/>
          </a:xfrm>
          <a:custGeom>
            <a:avLst/>
            <a:gdLst/>
            <a:ahLst/>
            <a:cxnLst/>
            <a:rect l="l" t="t" r="r" b="b"/>
            <a:pathLst>
              <a:path w="248919" h="0">
                <a:moveTo>
                  <a:pt x="0" y="0"/>
                </a:moveTo>
                <a:lnTo>
                  <a:pt x="248831" y="0"/>
                </a:lnTo>
              </a:path>
            </a:pathLst>
          </a:custGeom>
          <a:ln w="829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540121" y="1662292"/>
            <a:ext cx="166370" cy="2717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5720" marR="5080" indent="-33655">
              <a:lnSpc>
                <a:spcPct val="112900"/>
              </a:lnSpc>
            </a:pPr>
            <a:r>
              <a:rPr dirty="0" sz="1350" spc="-50">
                <a:latin typeface="Times New Roman"/>
                <a:cs typeface="Times New Roman"/>
              </a:rPr>
              <a:t>T</a:t>
            </a:r>
            <a:r>
              <a:rPr dirty="0" sz="950" spc="5">
                <a:latin typeface="Times New Roman"/>
                <a:cs typeface="Times New Roman"/>
              </a:rPr>
              <a:t>r</a:t>
            </a:r>
            <a:r>
              <a:rPr dirty="0" sz="950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134829" y="3115411"/>
            <a:ext cx="113664" cy="467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52826" y="2696057"/>
            <a:ext cx="669290" cy="405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1925" marR="5080" indent="-149860">
              <a:lnSpc>
                <a:spcPts val="1570"/>
              </a:lnSpc>
            </a:pPr>
            <a:r>
              <a:rPr dirty="0" sz="1350" spc="15">
                <a:latin typeface="Times New Roman"/>
                <a:cs typeface="Times New Roman"/>
              </a:rPr>
              <a:t>TabRank k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50475" y="3131997"/>
            <a:ext cx="113664" cy="467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08238" y="2485059"/>
            <a:ext cx="113664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08238" y="2982709"/>
            <a:ext cx="113664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957057" y="2086940"/>
            <a:ext cx="113664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08238" y="3480358"/>
            <a:ext cx="113664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708238" y="3978008"/>
            <a:ext cx="113664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3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708238" y="4475657"/>
            <a:ext cx="113664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4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708238" y="4973307"/>
            <a:ext cx="113664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5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934933" y="2368943"/>
            <a:ext cx="118745" cy="2950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78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380"/>
              </a:spcBef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38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38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38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endParaRPr sz="13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38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445292" y="1887880"/>
            <a:ext cx="982980" cy="3950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1760">
              <a:lnSpc>
                <a:spcPct val="100000"/>
              </a:lnSpc>
            </a:pPr>
            <a:r>
              <a:rPr dirty="0" sz="1350" spc="15">
                <a:latin typeface="Times New Roman"/>
                <a:cs typeface="Times New Roman"/>
              </a:rPr>
              <a:t>0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(0000)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(0001)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2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(0010)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3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(0011)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4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(0100)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5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(0101)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6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(0110)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7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(0111)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8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(1000)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9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(1001)</a:t>
            </a:r>
            <a:r>
              <a:rPr dirty="0" sz="1350" spc="80">
                <a:latin typeface="Times New Roman"/>
                <a:cs typeface="Times New Roman"/>
              </a:rPr>
              <a:t> </a:t>
            </a:r>
            <a:r>
              <a:rPr dirty="0" baseline="-23391" sz="1425" spc="7">
                <a:latin typeface="Times New Roman"/>
                <a:cs typeface="Times New Roman"/>
              </a:rPr>
              <a:t>2</a:t>
            </a:r>
            <a:endParaRPr baseline="-23391" sz="142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10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(1010)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11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(1011)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12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(1100)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13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(1101)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14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(1110)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350" spc="15">
                <a:latin typeface="Times New Roman"/>
                <a:cs typeface="Times New Roman"/>
              </a:rPr>
              <a:t>15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5">
                <a:latin typeface="Times New Roman"/>
                <a:cs typeface="Times New Roman"/>
              </a:rPr>
              <a:t>=</a:t>
            </a:r>
            <a:r>
              <a:rPr dirty="0" sz="1350" spc="5">
                <a:latin typeface="Times New Roman"/>
                <a:cs typeface="Times New Roman"/>
              </a:rPr>
              <a:t> </a:t>
            </a:r>
            <a:r>
              <a:rPr dirty="0" sz="1350" spc="10">
                <a:latin typeface="Times New Roman"/>
                <a:cs typeface="Times New Roman"/>
              </a:rPr>
              <a:t>(1111)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60360" y="3231527"/>
            <a:ext cx="16192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a)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997422" y="3231527"/>
            <a:ext cx="172085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10">
                <a:latin typeface="Times New Roman"/>
                <a:cs typeface="Times New Roman"/>
              </a:rPr>
              <a:t>b)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181988" y="1656575"/>
            <a:ext cx="4660900" cy="0"/>
          </a:xfrm>
          <a:custGeom>
            <a:avLst/>
            <a:gdLst/>
            <a:ahLst/>
            <a:cxnLst/>
            <a:rect l="l" t="t" r="r" b="b"/>
            <a:pathLst>
              <a:path w="4660900" h="0">
                <a:moveTo>
                  <a:pt x="0" y="0"/>
                </a:moveTo>
                <a:lnTo>
                  <a:pt x="46608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86383" y="1656511"/>
            <a:ext cx="0" cy="4318635"/>
          </a:xfrm>
          <a:custGeom>
            <a:avLst/>
            <a:gdLst/>
            <a:ahLst/>
            <a:cxnLst/>
            <a:rect l="l" t="t" r="r" b="b"/>
            <a:pathLst>
              <a:path w="0" h="4318635">
                <a:moveTo>
                  <a:pt x="0" y="431848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838393" y="1656511"/>
            <a:ext cx="0" cy="4318635"/>
          </a:xfrm>
          <a:custGeom>
            <a:avLst/>
            <a:gdLst/>
            <a:ahLst/>
            <a:cxnLst/>
            <a:rect l="l" t="t" r="r" b="b"/>
            <a:pathLst>
              <a:path w="0" h="4318635">
                <a:moveTo>
                  <a:pt x="0" y="431848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181988" y="5974943"/>
            <a:ext cx="4660900" cy="0"/>
          </a:xfrm>
          <a:custGeom>
            <a:avLst/>
            <a:gdLst/>
            <a:ahLst/>
            <a:cxnLst/>
            <a:rect l="l" t="t" r="r" b="b"/>
            <a:pathLst>
              <a:path w="4660900" h="0">
                <a:moveTo>
                  <a:pt x="0" y="0"/>
                </a:moveTo>
                <a:lnTo>
                  <a:pt x="46608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6325018" y="1494459"/>
            <a:ext cx="146748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6675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	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587337" y="1868563"/>
            <a:ext cx="110807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984311" y="1432913"/>
            <a:ext cx="1764664" cy="758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765" marR="5080" indent="-12700">
              <a:lnSpc>
                <a:spcPct val="119700"/>
              </a:lnSpc>
              <a:tabLst>
                <a:tab pos="746760" algn="l"/>
                <a:tab pos="1372235" algn="l"/>
              </a:tabLst>
            </a:pP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i="1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-459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propo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po</a:t>
            </a:r>
            <a:r>
              <a:rPr dirty="0" sz="2050" spc="5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325018" y="2242667"/>
            <a:ext cx="1987550" cy="822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>
              <a:lnSpc>
                <a:spcPct val="100000"/>
              </a:lnSpc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ag</a:t>
            </a:r>
            <a:r>
              <a:rPr dirty="0" sz="2050" spc="5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(2001)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275590" algn="l"/>
                <a:tab pos="941705" algn="l"/>
                <a:tab pos="1565910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sa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i="1">
                <a:latin typeface="Arial"/>
                <a:cs typeface="Arial"/>
              </a:rPr>
              <a:t>	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487689" y="2726499"/>
            <a:ext cx="1261110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ici</a:t>
            </a:r>
            <a:r>
              <a:rPr dirty="0" sz="2050">
                <a:latin typeface="Arial"/>
                <a:cs typeface="Arial"/>
              </a:rPr>
              <a:t>ona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587337" y="3039056"/>
            <a:ext cx="3161665" cy="15227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19700"/>
              </a:lnSpc>
            </a:pP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204">
                <a:latin typeface="Georgia"/>
                <a:cs typeface="Georgi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130" i="1">
                <a:latin typeface="Arial"/>
                <a:cs typeface="Arial"/>
              </a:rPr>
              <a:t> 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spc="13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130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9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8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19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k,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70">
                <a:latin typeface="Lucida Sans Unicode"/>
                <a:cs typeface="Lucida Sans Unicode"/>
              </a:rPr>
              <a:t>⌊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5">
                <a:latin typeface="Georgia"/>
                <a:cs typeface="Georgia"/>
              </a:rPr>
              <a:t>g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spc="-170">
                <a:latin typeface="Lucida Sans Unicode"/>
                <a:cs typeface="Lucida Sans Unicode"/>
              </a:rPr>
              <a:t>⌋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325018" y="4706632"/>
            <a:ext cx="82867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360467" y="4706632"/>
            <a:ext cx="2388235" cy="323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755015" algn="l"/>
                <a:tab pos="2083435" algn="l"/>
              </a:tabLst>
            </a:pP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	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587337" y="5019189"/>
            <a:ext cx="3161665" cy="1132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19700"/>
              </a:lnSpc>
            </a:pP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225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1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18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1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s-</a:t>
            </a:r>
            <a:r>
              <a:rPr dirty="0" sz="2050" spc="5">
                <a:latin typeface="Arial"/>
                <a:cs typeface="Arial"/>
              </a:rPr>
              <a:t> 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tabe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284" i="1">
                <a:latin typeface="Arial"/>
                <a:cs typeface="Arial"/>
              </a:rPr>
              <a:t>r </a:t>
            </a:r>
            <a:r>
              <a:rPr dirty="0" sz="2050">
                <a:latin typeface="Arial"/>
                <a:cs typeface="Arial"/>
              </a:rPr>
              <a:t>au</a:t>
            </a:r>
            <a:r>
              <a:rPr dirty="0" sz="2050">
                <a:latin typeface="Arial"/>
                <a:cs typeface="Arial"/>
              </a:rPr>
              <a:t>xili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1536" y="4439457"/>
          <a:ext cx="420370" cy="1452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518"/>
                <a:gridCol w="248826"/>
              </a:tblGrid>
              <a:tr h="207620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380"/>
                        </a:lnSpc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2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8824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882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882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882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1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8819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950"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350">
                          <a:latin typeface="Times New Roman"/>
                          <a:cs typeface="Times New Roman"/>
                        </a:rPr>
                        <a:t>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426450" cy="28663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565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90" i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-335" i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95" i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-90" i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85" i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35" i="1">
                <a:solidFill>
                  <a:srgbClr val="007F7A"/>
                </a:solidFill>
                <a:latin typeface="Arial"/>
                <a:cs typeface="Arial"/>
              </a:rPr>
              <a:t>k</a:t>
            </a:r>
            <a:endParaRPr sz="2450">
              <a:latin typeface="Arial"/>
              <a:cs typeface="Arial"/>
            </a:endParaRPr>
          </a:p>
          <a:p>
            <a:pPr marL="488950" marR="5080" indent="-262255">
              <a:lnSpc>
                <a:spcPct val="119700"/>
              </a:lnSpc>
              <a:spcBef>
                <a:spcPts val="231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2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sima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8950" marR="4457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  <a:tabLst>
                <a:tab pos="3021965" algn="l"/>
              </a:tabLst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spc="204" b="1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GeraTabRan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-195">
                <a:latin typeface="Lucida Sans Unicode"/>
                <a:cs typeface="Lucida Sans Unicode"/>
              </a:rPr>
              <a:t>∗</a:t>
            </a:r>
            <a:r>
              <a:rPr dirty="0" sz="1700" spc="17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TipoValorVertic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35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Tam</a:t>
            </a:r>
            <a:r>
              <a:rPr dirty="0" sz="1700" spc="-150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3852" y="3797820"/>
            <a:ext cx="873125" cy="270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40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9931" y="3797820"/>
            <a:ext cx="2269490" cy="2838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80">
                <a:latin typeface="Arial"/>
                <a:cs typeface="Arial"/>
              </a:rPr>
              <a:t>TipoTabRan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-290">
                <a:latin typeface="Lucida Sans Unicode"/>
                <a:cs typeface="Lucida Sans Unicode"/>
              </a:rPr>
              <a:t>∗</a:t>
            </a:r>
            <a:r>
              <a:rPr dirty="0" sz="1700" spc="-125">
                <a:latin typeface="Arial"/>
                <a:cs typeface="Arial"/>
              </a:rPr>
              <a:t>TabRan</a:t>
            </a:r>
            <a:r>
              <a:rPr dirty="0" sz="1700" spc="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186" y="4150207"/>
            <a:ext cx="7284720" cy="2045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13360" algn="l"/>
                <a:tab pos="64770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4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7010">
              <a:lnSpc>
                <a:spcPct val="100000"/>
              </a:lnSpc>
              <a:spcBef>
                <a:spcPts val="735"/>
              </a:spcBef>
              <a:tabLst>
                <a:tab pos="946150" algn="l"/>
                <a:tab pos="1514475" algn="l"/>
                <a:tab pos="1696720" algn="l"/>
                <a:tab pos="258572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25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Ta</a:t>
            </a:r>
            <a:r>
              <a:rPr dirty="0" sz="1700" spc="-195">
                <a:latin typeface="Arial"/>
                <a:cs typeface="Arial"/>
              </a:rPr>
              <a:t>m</a:t>
            </a:r>
            <a:r>
              <a:rPr dirty="0" sz="1700" spc="4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735"/>
              </a:spcBef>
              <a:tabLst>
                <a:tab pos="655320" algn="l"/>
                <a:tab pos="956944" algn="l"/>
                <a:tab pos="3437254" algn="l"/>
                <a:tab pos="362712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%</a:t>
            </a:r>
            <a:r>
              <a:rPr dirty="0" sz="1700" spc="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22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=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35">
                <a:latin typeface="Arial"/>
                <a:cs typeface="Arial"/>
              </a:rPr>
              <a:t> </a:t>
            </a:r>
            <a:r>
              <a:rPr dirty="0" sz="1700" spc="12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100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TabRan</a:t>
            </a:r>
            <a:r>
              <a:rPr dirty="0" sz="1700" spc="5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8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-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735"/>
              </a:spcBef>
              <a:tabLst>
                <a:tab pos="956944" algn="l"/>
                <a:tab pos="3121660" algn="l"/>
              </a:tabLst>
            </a:pP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ObtemValor2Bit</a:t>
            </a:r>
            <a:r>
              <a:rPr dirty="0" sz="1700" spc="120">
                <a:latin typeface="Arial"/>
                <a:cs typeface="Arial"/>
              </a:rPr>
              <a:t>s</a:t>
            </a:r>
            <a:r>
              <a:rPr dirty="0" sz="1700" spc="100">
                <a:latin typeface="Arial"/>
                <a:cs typeface="Arial"/>
              </a:rPr>
              <a:t>(</a:t>
            </a:r>
            <a:r>
              <a:rPr dirty="0" sz="1700" spc="175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204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20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TRI</a:t>
            </a:r>
            <a:r>
              <a:rPr dirty="0" sz="1700" spc="-10">
                <a:latin typeface="Arial"/>
                <a:cs typeface="Arial"/>
              </a:rPr>
              <a:t>B</a:t>
            </a:r>
            <a:r>
              <a:rPr dirty="0" sz="1700" spc="10">
                <a:latin typeface="Arial"/>
                <a:cs typeface="Arial"/>
              </a:rPr>
              <a:t>UIDO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65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214629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45">
                <a:latin typeface="Lucida Sans Unicode"/>
                <a:cs typeface="Lucida Sans Unicode"/>
              </a:rPr>
              <a:t> </a:t>
            </a:r>
            <a:r>
              <a:rPr dirty="0" sz="1700" spc="-120" i="1">
                <a:latin typeface="Arial"/>
                <a:cs typeface="Arial"/>
              </a:rPr>
              <a:t>GeraTabRan</a:t>
            </a:r>
            <a:r>
              <a:rPr dirty="0" sz="1700" spc="10" i="1">
                <a:latin typeface="Arial"/>
                <a:cs typeface="Arial"/>
              </a:rPr>
              <a:t>k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14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12505" cy="6389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0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baseline="-11437" sz="2550" spc="315" i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endParaRPr baseline="-11437" sz="2550">
              <a:latin typeface="Arial"/>
              <a:cs typeface="Arial"/>
            </a:endParaRPr>
          </a:p>
          <a:p>
            <a:pPr marL="484505" marR="110045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7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lc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 i="1">
                <a:latin typeface="Arial"/>
                <a:cs typeface="Arial"/>
              </a:rPr>
              <a:t>r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k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ice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≤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k.</a:t>
            </a:r>
            <a:endParaRPr sz="2050">
              <a:latin typeface="Arial"/>
              <a:cs typeface="Arial"/>
            </a:endParaRPr>
          </a:p>
          <a:p>
            <a:pPr lvl="1" marL="852169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 i="1">
                <a:latin typeface="Arial"/>
                <a:cs typeface="Arial"/>
              </a:rPr>
              <a:t>v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 i="1">
                <a:latin typeface="Arial"/>
                <a:cs typeface="Arial"/>
              </a:rPr>
              <a:t>u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877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6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9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50">
                <a:latin typeface="Georgia"/>
                <a:cs typeface="Georgia"/>
              </a:rPr>
              <a:t>0000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;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250">
                <a:latin typeface="Georgia"/>
                <a:cs typeface="Georgia"/>
              </a:rPr>
              <a:t>00</a:t>
            </a:r>
            <a:r>
              <a:rPr dirty="0" sz="2050" spc="125">
                <a:latin typeface="Georgia"/>
                <a:cs typeface="Georgia"/>
              </a:rPr>
              <a:t>11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baseline="-12345" sz="2025" spc="112">
                <a:latin typeface="Tahoma"/>
                <a:cs typeface="Tahom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ssim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13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=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5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Al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iss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 i="1">
                <a:latin typeface="Arial"/>
                <a:cs typeface="Arial"/>
              </a:rPr>
              <a:t>b</a:t>
            </a:r>
            <a:r>
              <a:rPr dirty="0" sz="2050" spc="5" i="1">
                <a:latin typeface="Arial"/>
                <a:cs typeface="Arial"/>
              </a:rPr>
              <a:t>y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i="1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4199255" cy="4197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80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baseline="-11437" sz="2550" spc="315" i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endParaRPr baseline="-11437" sz="2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7211" y="1542910"/>
            <a:ext cx="6029960" cy="38074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 spc="-25" b="1">
                <a:latin typeface="Arial"/>
                <a:cs typeface="Arial"/>
              </a:rPr>
              <a:t>voi</a:t>
            </a:r>
            <a:r>
              <a:rPr dirty="0" sz="1700" spc="10" b="1">
                <a:latin typeface="Arial"/>
                <a:cs typeface="Arial"/>
              </a:rPr>
              <a:t>d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195" b="1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GeraT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TipoT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160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735"/>
              </a:spcBef>
              <a:tabLst>
                <a:tab pos="244475" algn="l"/>
                <a:tab pos="678815" algn="l"/>
                <a:tab pos="100012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10" b="1">
                <a:latin typeface="Arial"/>
                <a:cs typeface="Arial"/>
              </a:rPr>
              <a:t>in</a:t>
            </a:r>
            <a:r>
              <a:rPr dirty="0" sz="1700" spc="5" b="1">
                <a:latin typeface="Arial"/>
                <a:cs typeface="Arial"/>
              </a:rPr>
              <a:t>t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0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735"/>
              </a:spcBef>
              <a:tabLst>
                <a:tab pos="977265" algn="l"/>
                <a:tab pos="1545590" algn="l"/>
                <a:tab pos="374904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4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M</a:t>
            </a:r>
            <a:r>
              <a:rPr dirty="0" sz="1700" spc="10">
                <a:latin typeface="Arial"/>
                <a:cs typeface="Arial"/>
              </a:rPr>
              <a:t>AXT</a:t>
            </a:r>
            <a:r>
              <a:rPr dirty="0" sz="1700" spc="-75">
                <a:latin typeface="Arial"/>
                <a:cs typeface="Arial"/>
              </a:rPr>
              <a:t>R</a:t>
            </a:r>
            <a:r>
              <a:rPr dirty="0" sz="1700" spc="-130">
                <a:latin typeface="Arial"/>
                <a:cs typeface="Arial"/>
              </a:rPr>
              <a:t>V</a:t>
            </a:r>
            <a:r>
              <a:rPr dirty="0" sz="1700" spc="10">
                <a:latin typeface="Arial"/>
                <a:cs typeface="Arial"/>
              </a:rPr>
              <a:t>ALUE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735"/>
              </a:spcBef>
              <a:tabLst>
                <a:tab pos="162242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11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0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2755">
              <a:lnSpc>
                <a:spcPct val="100000"/>
              </a:lnSpc>
              <a:spcBef>
                <a:spcPts val="735"/>
              </a:spcBef>
              <a:tabLst>
                <a:tab pos="1191260" algn="l"/>
                <a:tab pos="1759585" algn="l"/>
                <a:tab pos="1941830" algn="l"/>
              </a:tabLst>
            </a:pPr>
            <a:r>
              <a:rPr dirty="0" sz="1700" spc="65" b="1">
                <a:latin typeface="Arial"/>
                <a:cs typeface="Arial"/>
              </a:rPr>
              <a:t>fo</a:t>
            </a:r>
            <a:r>
              <a:rPr dirty="0" sz="1700" spc="5" b="1">
                <a:latin typeface="Arial"/>
                <a:cs typeface="Arial"/>
              </a:rPr>
              <a:t>r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15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1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20">
                <a:latin typeface="Arial"/>
                <a:cs typeface="Arial"/>
              </a:rPr>
              <a:t>&lt;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20">
                <a:latin typeface="Arial"/>
                <a:cs typeface="Arial"/>
              </a:rPr>
              <a:t>4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++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872490" marR="5080" indent="-186690">
              <a:lnSpc>
                <a:spcPct val="136000"/>
              </a:lnSpc>
              <a:tabLst>
                <a:tab pos="900430" algn="l"/>
                <a:tab pos="1205865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54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&amp;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3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55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20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TRI</a:t>
            </a:r>
            <a:r>
              <a:rPr dirty="0" sz="1700" spc="-10">
                <a:latin typeface="Arial"/>
                <a:cs typeface="Arial"/>
              </a:rPr>
              <a:t>B</a:t>
            </a:r>
            <a:r>
              <a:rPr dirty="0" sz="1700" spc="10">
                <a:latin typeface="Arial"/>
                <a:cs typeface="Arial"/>
              </a:rPr>
              <a:t>UIDO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 spc="2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65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10">
                <a:latin typeface="Arial"/>
                <a:cs typeface="Arial"/>
              </a:rPr>
              <a:t>a</a:t>
            </a:r>
            <a:r>
              <a:rPr dirty="0" sz="1700" spc="5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v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v</a:t>
            </a:r>
            <a:r>
              <a:rPr dirty="0" sz="1700" spc="215">
                <a:latin typeface="Arial"/>
                <a:cs typeface="Arial"/>
              </a:rPr>
              <a:t> </a:t>
            </a:r>
            <a:r>
              <a:rPr dirty="0" sz="1700" spc="150">
                <a:latin typeface="Arial"/>
                <a:cs typeface="Arial"/>
              </a:rPr>
              <a:t>&gt;</a:t>
            </a:r>
            <a:r>
              <a:rPr dirty="0" sz="1700" spc="10">
                <a:latin typeface="Arial"/>
                <a:cs typeface="Arial"/>
              </a:rPr>
              <a:t>&gt;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75">
                <a:latin typeface="Arial"/>
                <a:cs typeface="Arial"/>
              </a:rPr>
              <a:t>2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73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7675">
              <a:lnSpc>
                <a:spcPct val="100000"/>
              </a:lnSpc>
              <a:spcBef>
                <a:spcPts val="735"/>
              </a:spcBef>
            </a:pP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204">
                <a:latin typeface="Arial"/>
                <a:cs typeface="Arial"/>
              </a:rPr>
              <a:t>r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Som</a:t>
            </a:r>
            <a:r>
              <a:rPr dirty="0" sz="1700" spc="-35">
                <a:latin typeface="Arial"/>
                <a:cs typeface="Arial"/>
              </a:rPr>
              <a:t>a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735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735"/>
              </a:spcBef>
              <a:tabLst>
                <a:tab pos="245745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175">
                <a:latin typeface="Lucida Sans Unicode"/>
                <a:cs typeface="Lucida Sans Unicode"/>
              </a:rPr>
              <a:t> </a:t>
            </a:r>
            <a:r>
              <a:rPr dirty="0" sz="1700" spc="-50" i="1">
                <a:latin typeface="Arial"/>
                <a:cs typeface="Arial"/>
              </a:rPr>
              <a:t>GeraT</a:t>
            </a:r>
            <a:r>
              <a:rPr dirty="0" sz="1700" spc="5" i="1">
                <a:latin typeface="Arial"/>
                <a:cs typeface="Arial"/>
              </a:rPr>
              <a:t>r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4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6834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5814"/>
            <a:ext cx="8609330" cy="5856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70" i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90" i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14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235" i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"/>
              </a:spcBef>
              <a:buFont typeface="Lucida Sans Unicode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3342640">
              <a:lnSpc>
                <a:spcPct val="100000"/>
              </a:lnSpc>
            </a:pPr>
            <a:r>
              <a:rPr dirty="0" sz="2050" spc="-110" i="1">
                <a:latin typeface="Arial"/>
                <a:cs typeface="Arial"/>
              </a:rPr>
              <a:t>hp</a:t>
            </a:r>
            <a:r>
              <a:rPr dirty="0" sz="2050" spc="95" i="1">
                <a:latin typeface="Arial"/>
                <a:cs typeface="Arial"/>
              </a:rPr>
              <a:t>m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spc="-350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10" i="1">
                <a:latin typeface="Arial"/>
                <a:cs typeface="Arial"/>
              </a:rPr>
              <a:t>h</a:t>
            </a:r>
            <a:r>
              <a:rPr dirty="0" sz="2050" spc="15" i="1">
                <a:latin typeface="Arial"/>
                <a:cs typeface="Arial"/>
              </a:rPr>
              <a:t>p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0" i="1">
                <a:latin typeface="Arial"/>
                <a:cs typeface="Arial"/>
              </a:rPr>
              <a:t>x</a:t>
            </a:r>
            <a:r>
              <a:rPr dirty="0" sz="2050" spc="15">
                <a:latin typeface="Georgia"/>
                <a:cs typeface="Georgia"/>
              </a:rPr>
              <a:t>))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75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im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33350" indent="-262255">
              <a:lnSpc>
                <a:spcPct val="1175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baseline="30864" sz="2025" spc="-195" i="1">
                <a:latin typeface="Arial"/>
                <a:cs typeface="Arial"/>
              </a:rPr>
              <a:t>b</a:t>
            </a:r>
            <a:r>
              <a:rPr dirty="0" baseline="27777" sz="1500" spc="270">
                <a:latin typeface="Arial"/>
                <a:cs typeface="Arial"/>
              </a:rPr>
              <a:t>k</a:t>
            </a:r>
            <a:r>
              <a:rPr dirty="0" baseline="27777" sz="1500">
                <a:latin typeface="Arial"/>
                <a:cs typeface="Arial"/>
              </a:rPr>
              <a:t>  </a:t>
            </a:r>
            <a:r>
              <a:rPr dirty="0" baseline="27777" sz="1500" spc="-104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27" i="1">
                <a:latin typeface="Arial"/>
                <a:cs typeface="Arial"/>
              </a:rPr>
              <a:t>k</a:t>
            </a:r>
            <a:r>
              <a:rPr dirty="0" baseline="-12345" sz="2025" spc="-382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ivis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lo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à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“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”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81305" indent="-262255">
              <a:lnSpc>
                <a:spcPct val="117500"/>
              </a:lnSpc>
              <a:spcBef>
                <a:spcPts val="11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85" i="1">
                <a:latin typeface="Arial"/>
                <a:cs typeface="Arial"/>
              </a:rPr>
              <a:t>b</a:t>
            </a:r>
            <a:r>
              <a:rPr dirty="0" baseline="-12345" sz="2025" spc="127" i="1">
                <a:latin typeface="Arial"/>
                <a:cs typeface="Arial"/>
              </a:rPr>
              <a:t>k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82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930515" cy="148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8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-4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dirty="0" sz="2450" spc="2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2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70" i="1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dirty="0" sz="2450" spc="190" i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spc="114" i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-235" i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727835" marR="5080" indent="-1710055">
              <a:lnSpc>
                <a:spcPct val="131900"/>
              </a:lnSpc>
              <a:spcBef>
                <a:spcPts val="615"/>
              </a:spcBef>
              <a:tabLst>
                <a:tab pos="3554095" algn="l"/>
              </a:tabLst>
            </a:pP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204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hp</a:t>
            </a:r>
            <a:r>
              <a:rPr dirty="0" sz="1700" spc="15">
                <a:latin typeface="Arial"/>
                <a:cs typeface="Arial"/>
              </a:rPr>
              <a:t>m</a:t>
            </a:r>
            <a:r>
              <a:rPr dirty="0" sz="1700" spc="220">
                <a:latin typeface="Arial"/>
                <a:cs typeface="Arial"/>
              </a:rPr>
              <a:t> </a:t>
            </a:r>
            <a:r>
              <a:rPr dirty="0" sz="1700" spc="140">
                <a:latin typeface="Arial"/>
                <a:cs typeface="Arial"/>
              </a:rPr>
              <a:t>(</a:t>
            </a:r>
            <a:r>
              <a:rPr dirty="0" sz="1700" spc="-65">
                <a:latin typeface="Arial"/>
                <a:cs typeface="Arial"/>
              </a:rPr>
              <a:t>TipoChav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 spc="185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50">
                <a:latin typeface="Arial"/>
                <a:cs typeface="Arial"/>
              </a:rPr>
              <a:t>Ti</a:t>
            </a:r>
            <a:r>
              <a:rPr dirty="0" sz="1700" spc="60">
                <a:latin typeface="Arial"/>
                <a:cs typeface="Arial"/>
              </a:rPr>
              <a:t>po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TipoTodosPeso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9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260">
                <a:latin typeface="Lucida Sans Unicode"/>
                <a:cs typeface="Lucida Sans Unicode"/>
              </a:rPr>
              <a:t> </a:t>
            </a:r>
            <a:r>
              <a:rPr dirty="0" sz="1700" spc="114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TipoT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Tipo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-80">
                <a:latin typeface="Arial"/>
                <a:cs typeface="Arial"/>
              </a:rPr>
              <a:t>TipoTabRan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150">
                <a:latin typeface="Arial"/>
                <a:cs typeface="Arial"/>
              </a:rPr>
              <a:t> </a:t>
            </a:r>
            <a:r>
              <a:rPr dirty="0" sz="1700" spc="-290">
                <a:latin typeface="Lucida Sans Unicode"/>
                <a:cs typeface="Lucida Sans Unicode"/>
              </a:rPr>
              <a:t>∗</a:t>
            </a:r>
            <a:r>
              <a:rPr dirty="0" sz="1700" spc="-125">
                <a:latin typeface="Arial"/>
                <a:cs typeface="Arial"/>
              </a:rPr>
              <a:t>TabRan</a:t>
            </a:r>
            <a:r>
              <a:rPr dirty="0" sz="1700" spc="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50"/>
              </a:spcBef>
              <a:tabLst>
                <a:tab pos="1424940" algn="l"/>
                <a:tab pos="17462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 </a:t>
            </a:r>
            <a:r>
              <a:rPr dirty="0" sz="1700" spc="50">
                <a:latin typeface="Arial"/>
                <a:cs typeface="Arial"/>
              </a:rPr>
              <a:t>TipoIndi</a:t>
            </a:r>
            <a:r>
              <a:rPr dirty="0" sz="1700" spc="50">
                <a:latin typeface="Arial"/>
                <a:cs typeface="Arial"/>
              </a:rPr>
              <a:t>c</a:t>
            </a:r>
            <a:r>
              <a:rPr dirty="0" sz="1700" spc="10">
                <a:latin typeface="Arial"/>
                <a:cs typeface="Arial"/>
              </a:rPr>
              <a:t>e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7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 </a:t>
            </a:r>
            <a:r>
              <a:rPr dirty="0" sz="1700" spc="175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90">
                <a:latin typeface="Arial"/>
                <a:cs typeface="Arial"/>
              </a:rPr>
              <a:t> </a:t>
            </a:r>
            <a:r>
              <a:rPr dirty="0" sz="1700" spc="-100">
                <a:latin typeface="Arial"/>
                <a:cs typeface="Arial"/>
              </a:rPr>
              <a:t>Ran</a:t>
            </a:r>
            <a:r>
              <a:rPr dirty="0" sz="1700" spc="35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Byte</a:t>
            </a:r>
            <a:r>
              <a:rPr dirty="0" sz="1700" spc="160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3997" y="2411476"/>
            <a:ext cx="2019300" cy="1295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631190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r</a:t>
            </a:r>
            <a:r>
              <a:rPr dirty="0" sz="1700" spc="-5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75">
                <a:latin typeface="Arial"/>
                <a:cs typeface="Arial"/>
              </a:rPr>
              <a:t>Peso</a:t>
            </a:r>
            <a:r>
              <a:rPr dirty="0" sz="1700" spc="90">
                <a:latin typeface="Arial"/>
                <a:cs typeface="Arial"/>
              </a:rPr>
              <a:t>s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 spc="165">
                <a:latin typeface="Arial"/>
                <a:cs typeface="Arial"/>
              </a:rPr>
              <a:t>g</a:t>
            </a:r>
            <a:r>
              <a:rPr dirty="0" sz="1700" spc="215">
                <a:latin typeface="Arial"/>
                <a:cs typeface="Arial"/>
              </a:rPr>
              <a:t>)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7160" marR="5080" indent="-45720">
              <a:lnSpc>
                <a:spcPct val="131900"/>
              </a:lnSpc>
              <a:tabLst>
                <a:tab pos="438150" algn="l"/>
              </a:tabLst>
            </a:pPr>
            <a:r>
              <a:rPr dirty="0" sz="1700" spc="-120">
                <a:latin typeface="Arial"/>
                <a:cs typeface="Arial"/>
              </a:rPr>
              <a:t>Ran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-125">
                <a:latin typeface="Arial"/>
                <a:cs typeface="Arial"/>
              </a:rPr>
              <a:t>TabRan</a:t>
            </a:r>
            <a:r>
              <a:rPr dirty="0" sz="1700" spc="5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0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i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7160">
              <a:lnSpc>
                <a:spcPct val="100000"/>
              </a:lnSpc>
              <a:spcBef>
                <a:spcPts val="650"/>
              </a:spcBef>
            </a:pP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4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8425" y="2328829"/>
            <a:ext cx="1517015" cy="1719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8895" marR="5080" indent="-36830">
              <a:lnSpc>
                <a:spcPct val="131900"/>
              </a:lnSpc>
              <a:tabLst>
                <a:tab pos="875665" algn="l"/>
              </a:tabLst>
            </a:pPr>
            <a:r>
              <a:rPr dirty="0" sz="1700" spc="10">
                <a:latin typeface="Arial"/>
                <a:cs typeface="Arial"/>
              </a:rPr>
              <a:t>u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1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h</a:t>
            </a:r>
            <a:r>
              <a:rPr dirty="0" sz="1700" spc="10">
                <a:latin typeface="Arial"/>
                <a:cs typeface="Arial"/>
              </a:rPr>
              <a:t>p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105">
                <a:latin typeface="Arial"/>
                <a:cs typeface="Arial"/>
              </a:rPr>
              <a:t>(</a:t>
            </a:r>
            <a:r>
              <a:rPr dirty="0" sz="1700" spc="-100">
                <a:latin typeface="Arial"/>
                <a:cs typeface="Arial"/>
              </a:rPr>
              <a:t>Chav</a:t>
            </a:r>
            <a:r>
              <a:rPr dirty="0" sz="1700" spc="35">
                <a:latin typeface="Arial"/>
                <a:cs typeface="Arial"/>
              </a:rPr>
              <a:t>e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5">
                <a:latin typeface="Arial"/>
                <a:cs typeface="Arial"/>
              </a:rPr>
              <a:t> 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229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u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 marR="5080" indent="33020">
              <a:lnSpc>
                <a:spcPct val="131900"/>
              </a:lnSpc>
              <a:tabLst>
                <a:tab pos="661035" algn="l"/>
                <a:tab pos="978535" algn="l"/>
                <a:tab pos="1106805" algn="l"/>
              </a:tabLst>
            </a:pPr>
            <a:r>
              <a:rPr dirty="0" sz="1700">
                <a:latin typeface="Arial"/>
                <a:cs typeface="Arial"/>
              </a:rPr>
              <a:t>i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>
                <a:latin typeface="Lucida Sans Unicode"/>
                <a:cs typeface="Lucida Sans Unicode"/>
              </a:rPr>
              <a:t> </a:t>
            </a:r>
            <a:r>
              <a:rPr dirty="0" sz="1700" spc="-250">
                <a:latin typeface="Lucida Sans Unicode"/>
                <a:cs typeface="Lucida Sans Unicode"/>
              </a:rPr>
              <a:t> 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-24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Byte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	</a:t>
            </a:r>
            <a:r>
              <a:rPr dirty="0" sz="1700" spc="5">
                <a:latin typeface="Arial"/>
                <a:cs typeface="Arial"/>
              </a:rPr>
              <a:t>/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2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4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8174" y="4119803"/>
            <a:ext cx="6870700" cy="33585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6695">
              <a:lnSpc>
                <a:spcPct val="100000"/>
              </a:lnSpc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Ran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Ran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65">
                <a:latin typeface="Arial"/>
                <a:cs typeface="Arial"/>
              </a:rPr>
              <a:t> </a:t>
            </a:r>
            <a:r>
              <a:rPr dirty="0" sz="1700" spc="25">
                <a:latin typeface="Arial"/>
                <a:cs typeface="Arial"/>
              </a:rPr>
              <a:t>T</a:t>
            </a:r>
            <a:r>
              <a:rPr dirty="0" sz="1700" spc="204">
                <a:latin typeface="Arial"/>
                <a:cs typeface="Arial"/>
              </a:rPr>
              <a:t>r</a:t>
            </a:r>
            <a:r>
              <a:rPr dirty="0" sz="1700" spc="130">
                <a:latin typeface="Arial"/>
                <a:cs typeface="Arial"/>
              </a:rPr>
              <a:t>[g</a:t>
            </a:r>
            <a:r>
              <a:rPr dirty="0" sz="1700" spc="5">
                <a:latin typeface="Arial"/>
                <a:cs typeface="Arial"/>
              </a:rPr>
              <a:t>[</a:t>
            </a:r>
            <a:r>
              <a:rPr dirty="0" sz="1700" spc="-32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Byte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 spc="-229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]</a:t>
            </a:r>
            <a:r>
              <a:rPr dirty="0" sz="1700" spc="-20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3230">
              <a:lnSpc>
                <a:spcPct val="100000"/>
              </a:lnSpc>
              <a:spcBef>
                <a:spcPts val="650"/>
              </a:spcBef>
              <a:tabLst>
                <a:tab pos="1053465" algn="l"/>
                <a:tab pos="1695450" algn="l"/>
              </a:tabLst>
            </a:pP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30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4</a:t>
            </a:r>
            <a:r>
              <a:rPr dirty="0" sz="1700" spc="-30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25">
                <a:latin typeface="Arial"/>
                <a:cs typeface="Arial"/>
              </a:rPr>
              <a:t>Byte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15">
                <a:latin typeface="Arial"/>
                <a:cs typeface="Arial"/>
              </a:rPr>
              <a:t> </a:t>
            </a:r>
            <a:r>
              <a:rPr dirty="0" sz="1700" spc="-25">
                <a:latin typeface="Arial"/>
                <a:cs typeface="Arial"/>
              </a:rPr>
              <a:t>Byte</a:t>
            </a:r>
            <a:r>
              <a:rPr dirty="0" sz="1700" spc="10">
                <a:latin typeface="Arial"/>
                <a:cs typeface="Arial"/>
              </a:rPr>
              <a:t>g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50"/>
              </a:spcBef>
            </a:pP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30">
                <a:latin typeface="Arial"/>
                <a:cs typeface="Arial"/>
              </a:rPr>
              <a:t> </a:t>
            </a:r>
            <a:r>
              <a:rPr dirty="0" sz="1700" spc="-15">
                <a:latin typeface="Lucida Sans Unicode"/>
                <a:cs typeface="Lucida Sans Unicode"/>
              </a:rPr>
              <a:t>−</a:t>
            </a:r>
            <a:r>
              <a:rPr dirty="0" sz="1700" spc="8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Arial"/>
                <a:cs typeface="Arial"/>
              </a:rPr>
              <a:t>4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98120">
              <a:lnSpc>
                <a:spcPct val="100000"/>
              </a:lnSpc>
              <a:spcBef>
                <a:spcPts val="650"/>
              </a:spcBef>
              <a:tabLst>
                <a:tab pos="1160780" algn="l"/>
              </a:tabLst>
            </a:pPr>
            <a:r>
              <a:rPr dirty="0" sz="1700" spc="-5" b="1">
                <a:latin typeface="Arial"/>
                <a:cs typeface="Arial"/>
              </a:rPr>
              <a:t>whil</a:t>
            </a:r>
            <a:r>
              <a:rPr dirty="0" sz="1700" spc="10" b="1">
                <a:latin typeface="Arial"/>
                <a:cs typeface="Arial"/>
              </a:rPr>
              <a:t>e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10">
                <a:latin typeface="Arial"/>
                <a:cs typeface="Arial"/>
              </a:rPr>
              <a:t>&lt;</a:t>
            </a:r>
            <a:r>
              <a:rPr dirty="0" sz="1700" spc="175">
                <a:latin typeface="Arial"/>
                <a:cs typeface="Arial"/>
              </a:rPr>
              <a:t> </a:t>
            </a:r>
            <a:r>
              <a:rPr dirty="0" sz="1700" spc="85">
                <a:latin typeface="Arial"/>
                <a:cs typeface="Arial"/>
              </a:rPr>
              <a:t>u</a:t>
            </a:r>
            <a:r>
              <a:rPr dirty="0" sz="1700" spc="5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3230" marR="5080" indent="-217170">
              <a:lnSpc>
                <a:spcPct val="131900"/>
              </a:lnSpc>
              <a:tabLst>
                <a:tab pos="440690" algn="l"/>
                <a:tab pos="742950" algn="l"/>
              </a:tabLst>
            </a:pPr>
            <a:r>
              <a:rPr dirty="0" sz="1700" spc="5">
                <a:latin typeface="Arial"/>
                <a:cs typeface="Arial"/>
              </a:rPr>
              <a:t>{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5" b="1">
                <a:latin typeface="Arial"/>
                <a:cs typeface="Arial"/>
              </a:rPr>
              <a:t>i</a:t>
            </a:r>
            <a:r>
              <a:rPr dirty="0" sz="1700" spc="-265" b="1">
                <a:latin typeface="Arial"/>
                <a:cs typeface="Arial"/>
              </a:rPr>
              <a:t> </a:t>
            </a:r>
            <a:r>
              <a:rPr dirty="0" sz="1700" spc="5" b="1">
                <a:latin typeface="Arial"/>
                <a:cs typeface="Arial"/>
              </a:rPr>
              <a:t>f</a:t>
            </a:r>
            <a:r>
              <a:rPr dirty="0" sz="1700" b="1">
                <a:latin typeface="Arial"/>
                <a:cs typeface="Arial"/>
              </a:rPr>
              <a:t>	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285">
                <a:latin typeface="Arial"/>
                <a:cs typeface="Arial"/>
              </a:rPr>
              <a:t> </a:t>
            </a:r>
            <a:r>
              <a:rPr dirty="0" sz="1700" spc="-15">
                <a:latin typeface="Arial"/>
                <a:cs typeface="Arial"/>
              </a:rPr>
              <a:t>ObtemValor2Bit</a:t>
            </a:r>
            <a:r>
              <a:rPr dirty="0" sz="1700" spc="10">
                <a:latin typeface="Arial"/>
                <a:cs typeface="Arial"/>
              </a:rPr>
              <a:t>s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(</a:t>
            </a:r>
            <a:r>
              <a:rPr dirty="0" sz="1700" spc="-300">
                <a:latin typeface="Arial"/>
                <a:cs typeface="Arial"/>
              </a:rPr>
              <a:t> </a:t>
            </a:r>
            <a:r>
              <a:rPr dirty="0" sz="1700" spc="114">
                <a:latin typeface="Arial"/>
                <a:cs typeface="Arial"/>
              </a:rPr>
              <a:t>g</a:t>
            </a:r>
            <a:r>
              <a:rPr dirty="0" sz="1700" spc="5">
                <a:latin typeface="Arial"/>
                <a:cs typeface="Arial"/>
              </a:rPr>
              <a:t>,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 spc="-4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204">
                <a:latin typeface="Arial"/>
                <a:cs typeface="Arial"/>
              </a:rPr>
              <a:t>!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70">
                <a:latin typeface="Arial"/>
                <a:cs typeface="Arial"/>
              </a:rPr>
              <a:t> </a:t>
            </a:r>
            <a:r>
              <a:rPr dirty="0" sz="1700" spc="15">
                <a:latin typeface="Arial"/>
                <a:cs typeface="Arial"/>
              </a:rPr>
              <a:t>N</a:t>
            </a:r>
            <a:r>
              <a:rPr dirty="0" sz="1700" spc="-45">
                <a:latin typeface="Arial"/>
                <a:cs typeface="Arial"/>
              </a:rPr>
              <a:t>A</a:t>
            </a:r>
            <a:r>
              <a:rPr dirty="0" sz="1700" spc="-20">
                <a:latin typeface="Arial"/>
                <a:cs typeface="Arial"/>
              </a:rPr>
              <a:t>O</a:t>
            </a:r>
            <a:r>
              <a:rPr dirty="0" sz="1700" spc="-200">
                <a:latin typeface="Arial"/>
                <a:cs typeface="Arial"/>
              </a:rPr>
              <a:t>A</a:t>
            </a:r>
            <a:r>
              <a:rPr dirty="0" sz="1700" spc="10">
                <a:latin typeface="Arial"/>
                <a:cs typeface="Arial"/>
              </a:rPr>
              <a:t>TRI</a:t>
            </a:r>
            <a:r>
              <a:rPr dirty="0" sz="1700" spc="-10">
                <a:latin typeface="Arial"/>
                <a:cs typeface="Arial"/>
              </a:rPr>
              <a:t>B</a:t>
            </a:r>
            <a:r>
              <a:rPr dirty="0" sz="1700" spc="10">
                <a:latin typeface="Arial"/>
                <a:cs typeface="Arial"/>
              </a:rPr>
              <a:t>UIDO</a:t>
            </a:r>
            <a:r>
              <a:rPr dirty="0" sz="1700" spc="-265">
                <a:latin typeface="Arial"/>
                <a:cs typeface="Arial"/>
              </a:rPr>
              <a:t> </a:t>
            </a:r>
            <a:r>
              <a:rPr dirty="0" sz="1700" spc="5">
                <a:latin typeface="Arial"/>
                <a:cs typeface="Arial"/>
              </a:rPr>
              <a:t>)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75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Ran</a:t>
            </a:r>
            <a:r>
              <a:rPr dirty="0" sz="1700" spc="10">
                <a:latin typeface="Arial"/>
                <a:cs typeface="Arial"/>
              </a:rPr>
              <a:t>k</a:t>
            </a:r>
            <a:r>
              <a:rPr dirty="0" sz="1700" spc="15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 spc="160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Ran</a:t>
            </a:r>
            <a:r>
              <a:rPr dirty="0" sz="1700" spc="-100">
                <a:latin typeface="Arial"/>
                <a:cs typeface="Arial"/>
              </a:rPr>
              <a:t>k</a:t>
            </a:r>
            <a:r>
              <a:rPr dirty="0" sz="1700" spc="25">
                <a:latin typeface="Arial"/>
                <a:cs typeface="Arial"/>
              </a:rPr>
              <a:t>+1</a:t>
            </a:r>
            <a:r>
              <a:rPr dirty="0" sz="1700" spc="5">
                <a:latin typeface="Arial"/>
                <a:cs typeface="Arial"/>
              </a:rPr>
              <a:t>;</a:t>
            </a:r>
            <a:r>
              <a:rPr dirty="0" sz="1700" spc="5">
                <a:latin typeface="Arial"/>
                <a:cs typeface="Arial"/>
              </a:rPr>
              <a:t> 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=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45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j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35">
                <a:latin typeface="Arial"/>
                <a:cs typeface="Arial"/>
              </a:rPr>
              <a:t> </a:t>
            </a:r>
            <a:r>
              <a:rPr dirty="0" sz="1700" spc="10">
                <a:latin typeface="Arial"/>
                <a:cs typeface="Arial"/>
              </a:rPr>
              <a:t>+</a:t>
            </a:r>
            <a:r>
              <a:rPr dirty="0" sz="1700">
                <a:latin typeface="Arial"/>
                <a:cs typeface="Arial"/>
              </a:rPr>
              <a:t> </a:t>
            </a:r>
            <a:r>
              <a:rPr dirty="0" sz="1700" spc="-195">
                <a:latin typeface="Arial"/>
                <a:cs typeface="Arial"/>
              </a:rPr>
              <a:t> </a:t>
            </a:r>
            <a:r>
              <a:rPr dirty="0" sz="1700" spc="145">
                <a:latin typeface="Arial"/>
                <a:cs typeface="Arial"/>
              </a:rPr>
              <a:t>1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50"/>
              </a:spcBef>
            </a:pPr>
            <a:r>
              <a:rPr dirty="0" sz="1700" spc="5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01295">
              <a:lnSpc>
                <a:spcPct val="100000"/>
              </a:lnSpc>
              <a:spcBef>
                <a:spcPts val="650"/>
              </a:spcBef>
            </a:pPr>
            <a:r>
              <a:rPr dirty="0" sz="1700" spc="15" b="1">
                <a:latin typeface="Arial"/>
                <a:cs typeface="Arial"/>
              </a:rPr>
              <a:t>retur</a:t>
            </a:r>
            <a:r>
              <a:rPr dirty="0" sz="1700" spc="10" b="1">
                <a:latin typeface="Arial"/>
                <a:cs typeface="Arial"/>
              </a:rPr>
              <a:t>n</a:t>
            </a:r>
            <a:r>
              <a:rPr dirty="0" sz="1700" b="1">
                <a:latin typeface="Arial"/>
                <a:cs typeface="Arial"/>
              </a:rPr>
              <a:t> </a:t>
            </a:r>
            <a:r>
              <a:rPr dirty="0" sz="1700" spc="-220" b="1">
                <a:latin typeface="Arial"/>
                <a:cs typeface="Arial"/>
              </a:rPr>
              <a:t> </a:t>
            </a:r>
            <a:r>
              <a:rPr dirty="0" sz="1700" spc="-120">
                <a:latin typeface="Arial"/>
                <a:cs typeface="Arial"/>
              </a:rPr>
              <a:t>Ran</a:t>
            </a:r>
            <a:r>
              <a:rPr dirty="0" sz="1700" spc="60">
                <a:latin typeface="Arial"/>
                <a:cs typeface="Arial"/>
              </a:rPr>
              <a:t>k</a:t>
            </a:r>
            <a:r>
              <a:rPr dirty="0" sz="1700" spc="5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14629" algn="l"/>
              </a:tabLst>
            </a:pPr>
            <a:r>
              <a:rPr dirty="0" sz="1700" spc="5">
                <a:latin typeface="Arial"/>
                <a:cs typeface="Arial"/>
              </a:rPr>
              <a:t>}</a:t>
            </a:r>
            <a:r>
              <a:rPr dirty="0" sz="1700" spc="5">
                <a:latin typeface="Arial"/>
                <a:cs typeface="Arial"/>
              </a:rPr>
              <a:t>	</a:t>
            </a:r>
            <a:r>
              <a:rPr dirty="0" sz="1700" spc="120" i="1">
                <a:latin typeface="Arial"/>
                <a:cs typeface="Arial"/>
              </a:rPr>
              <a:t>/</a:t>
            </a:r>
            <a:r>
              <a:rPr dirty="0" sz="1700" spc="-270">
                <a:latin typeface="Lucida Sans Unicode"/>
                <a:cs typeface="Lucida Sans Unicode"/>
              </a:rPr>
              <a:t>∗</a:t>
            </a:r>
            <a:r>
              <a:rPr dirty="0" sz="1700" spc="215">
                <a:latin typeface="Lucida Sans Unicode"/>
                <a:cs typeface="Lucida Sans Unicode"/>
              </a:rPr>
              <a:t> </a:t>
            </a:r>
            <a:r>
              <a:rPr dirty="0" sz="1700" spc="-195" i="1">
                <a:latin typeface="Arial"/>
                <a:cs typeface="Arial"/>
              </a:rPr>
              <a:t>hp</a:t>
            </a:r>
            <a:r>
              <a:rPr dirty="0" sz="1700" spc="15" i="1">
                <a:latin typeface="Arial"/>
                <a:cs typeface="Arial"/>
              </a:rPr>
              <a:t>m</a:t>
            </a:r>
            <a:r>
              <a:rPr dirty="0" sz="1700" i="1">
                <a:latin typeface="Arial"/>
                <a:cs typeface="Arial"/>
              </a:rPr>
              <a:t> </a:t>
            </a:r>
            <a:r>
              <a:rPr dirty="0" sz="1700" spc="-195" i="1">
                <a:latin typeface="Arial"/>
                <a:cs typeface="Arial"/>
              </a:rPr>
              <a:t> </a:t>
            </a:r>
            <a:r>
              <a:rPr dirty="0" sz="1700" spc="-155">
                <a:latin typeface="Lucida Sans Unicode"/>
                <a:cs typeface="Lucida Sans Unicode"/>
              </a:rPr>
              <a:t>∗</a:t>
            </a:r>
            <a:r>
              <a:rPr dirty="0" sz="1700" spc="5" i="1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584440" cy="135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Bo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lho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2008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&gt;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30">
                <a:latin typeface="Lucida Sans Unicode"/>
                <a:cs typeface="Lucida Sans Unicode"/>
              </a:rPr>
              <a:t>∞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28425" y="2175002"/>
            <a:ext cx="288290" cy="532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1495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03443" y="2430094"/>
            <a:ext cx="1120775" cy="0"/>
          </a:xfrm>
          <a:custGeom>
            <a:avLst/>
            <a:gdLst/>
            <a:ahLst/>
            <a:cxnLst/>
            <a:rect l="l" t="t" r="r" b="b"/>
            <a:pathLst>
              <a:path w="1120775" h="0">
                <a:moveTo>
                  <a:pt x="0" y="0"/>
                </a:moveTo>
                <a:lnTo>
                  <a:pt x="1120254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522965" y="2670035"/>
            <a:ext cx="1384300" cy="352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979805" algn="l"/>
              </a:tabLst>
            </a:pP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 spc="209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>
                <a:latin typeface="Georgia"/>
                <a:cs typeface="Georgia"/>
              </a:rPr>
              <a:t>	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−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71984" y="2864777"/>
            <a:ext cx="128905" cy="0"/>
          </a:xfrm>
          <a:custGeom>
            <a:avLst/>
            <a:gdLst/>
            <a:ahLst/>
            <a:cxnLst/>
            <a:rect l="l" t="t" r="r" b="b"/>
            <a:pathLst>
              <a:path w="128904" h="0">
                <a:moveTo>
                  <a:pt x="0" y="0"/>
                </a:moveTo>
                <a:lnTo>
                  <a:pt x="128473" y="0"/>
                </a:lnTo>
              </a:path>
            </a:pathLst>
          </a:custGeom>
          <a:ln w="1051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939828" y="2300046"/>
            <a:ext cx="685800" cy="889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ct val="100000"/>
              </a:lnSpc>
            </a:pPr>
            <a:r>
              <a:rPr dirty="0" sz="2050" spc="950">
                <a:latin typeface="Arial"/>
                <a:cs typeface="Arial"/>
              </a:rPr>
              <a:t>.</a:t>
            </a:r>
            <a:r>
              <a:rPr dirty="0" sz="2050" spc="-365">
                <a:latin typeface="Arial"/>
                <a:cs typeface="Arial"/>
              </a:rPr>
              <a:t> </a:t>
            </a:r>
            <a:r>
              <a:rPr dirty="0" baseline="-40650" sz="3075" spc="-209">
                <a:latin typeface="Georgia"/>
                <a:cs typeface="Georgia"/>
              </a:rPr>
              <a:t>2</a:t>
            </a:r>
            <a:r>
              <a:rPr dirty="0" baseline="-40650" sz="3075" spc="-434">
                <a:latin typeface="Georgia"/>
                <a:cs typeface="Georgia"/>
              </a:rPr>
              <a:t> </a:t>
            </a:r>
            <a:r>
              <a:rPr dirty="0" sz="2050" spc="950">
                <a:latin typeface="Arial"/>
                <a:cs typeface="Arial"/>
              </a:rPr>
              <a:t>.</a:t>
            </a:r>
            <a:r>
              <a:rPr dirty="0" baseline="-18518" sz="2025" spc="-15">
                <a:latin typeface="Tahoma"/>
                <a:cs typeface="Tahoma"/>
              </a:rPr>
              <a:t>2</a:t>
            </a:r>
            <a:endParaRPr baseline="-18518" sz="2025">
              <a:latin typeface="Tahoma"/>
              <a:cs typeface="Tahoma"/>
            </a:endParaRPr>
          </a:p>
          <a:p>
            <a:pPr algn="ctr" marR="85090">
              <a:lnSpc>
                <a:spcPct val="100000"/>
              </a:lnSpc>
              <a:spcBef>
                <a:spcPts val="1870"/>
              </a:spcBef>
            </a:pPr>
            <a:r>
              <a:rPr dirty="0" sz="2050" spc="-160" i="1">
                <a:latin typeface="Arial"/>
                <a:cs typeface="Arial"/>
              </a:rPr>
              <a:t>c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10883" y="2670035"/>
            <a:ext cx="98425" cy="339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50" spc="-725">
                <a:latin typeface="Lucida Sans Unicode"/>
                <a:cs typeface="Lucida Sans Unicode"/>
              </a:rPr>
              <a:t>·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1282" y="3372690"/>
            <a:ext cx="8352790" cy="40563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4955" marR="52832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65" i="1">
                <a:latin typeface="Arial"/>
                <a:cs typeface="Arial"/>
              </a:rPr>
              <a:t>P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27777" sz="1500" spc="209">
                <a:latin typeface="Arial"/>
                <a:cs typeface="Arial"/>
              </a:rPr>
              <a:t>a</a:t>
            </a:r>
            <a:r>
              <a:rPr dirty="0" baseline="-27777" sz="1500" spc="209">
                <a:latin typeface="Arial"/>
                <a:cs typeface="Arial"/>
              </a:rPr>
              <a:t>  </a:t>
            </a:r>
            <a:r>
              <a:rPr dirty="0" baseline="-27777" sz="1500" spc="-135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55">
                <a:latin typeface="Georgia"/>
                <a:cs typeface="Georgia"/>
              </a:rPr>
              <a:t>9</a:t>
            </a:r>
            <a:r>
              <a:rPr dirty="0" sz="2050" spc="75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3497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ifica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algn="just" marL="274955" marR="4946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 spc="1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≥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25" i="1">
                <a:latin typeface="Arial"/>
                <a:cs typeface="Arial"/>
              </a:rPr>
              <a:t>r</a:t>
            </a:r>
            <a:r>
              <a:rPr dirty="0" sz="2050" spc="6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ili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215" i="1">
                <a:latin typeface="Arial"/>
                <a:cs typeface="Arial"/>
              </a:rPr>
              <a:t> </a:t>
            </a:r>
            <a:r>
              <a:rPr dirty="0" sz="2050" spc="140">
                <a:latin typeface="Lucida Sans Unicode"/>
                <a:cs typeface="Lucida Sans Unicode"/>
              </a:rPr>
              <a:t>→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30">
                <a:latin typeface="Lucida Sans Unicode"/>
                <a:cs typeface="Lucida Sans Unicode"/>
              </a:rPr>
              <a:t>∞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281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5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20" b="1">
                <a:solidFill>
                  <a:srgbClr val="007F7A"/>
                </a:solidFill>
                <a:latin typeface="Arial"/>
                <a:cs typeface="Arial"/>
              </a:rPr>
              <a:t>mpo</a:t>
            </a:r>
            <a:endParaRPr sz="2450">
              <a:latin typeface="Arial"/>
              <a:cs typeface="Arial"/>
            </a:endParaRPr>
          </a:p>
          <a:p>
            <a:pPr marL="484505" marR="252729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7</a:t>
            </a:r>
            <a:r>
              <a:rPr dirty="0" sz="2050" spc="-5">
                <a:latin typeface="Arial"/>
                <a:cs typeface="Arial"/>
              </a:rPr>
              <a:t>.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 spc="5">
                <a:latin typeface="Arial"/>
                <a:cs typeface="Arial"/>
              </a:rPr>
              <a:t>0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ific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 spc="5">
                <a:latin typeface="Arial"/>
                <a:cs typeface="Arial"/>
              </a:rPr>
              <a:t>clico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 i="1">
                <a:latin typeface="Arial"/>
                <a:cs typeface="Arial"/>
              </a:rPr>
              <a:t>V</a:t>
            </a:r>
            <a:r>
              <a:rPr dirty="0" sz="2050" spc="-120" i="1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45" i="1">
                <a:latin typeface="Arial"/>
                <a:cs typeface="Arial"/>
              </a:rPr>
              <a:t>A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 i="1">
                <a:latin typeface="Arial"/>
                <a:cs typeface="Arial"/>
              </a:rPr>
              <a:t>V</a:t>
            </a:r>
            <a:r>
              <a:rPr dirty="0" sz="2050" spc="-120" i="1">
                <a:latin typeface="Arial"/>
                <a:cs typeface="Arial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676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0" i="1">
                <a:latin typeface="Arial"/>
                <a:cs typeface="Arial"/>
              </a:rPr>
              <a:t>hp</a:t>
            </a:r>
            <a:r>
              <a:rPr dirty="0" sz="2050" spc="13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40">
                <a:latin typeface="Arial"/>
                <a:cs typeface="Arial"/>
              </a:rPr>
              <a:t>n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ê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10" i="1">
                <a:latin typeface="Arial"/>
                <a:cs typeface="Arial"/>
              </a:rPr>
              <a:t>hp</a:t>
            </a:r>
            <a:r>
              <a:rPr dirty="0" sz="2050" spc="-55" i="1">
                <a:latin typeface="Arial"/>
                <a:cs typeface="Arial"/>
              </a:rPr>
              <a:t>m</a:t>
            </a:r>
            <a:r>
              <a:rPr dirty="0" sz="2050" spc="1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sli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fi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iliz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ci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-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õ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siç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ú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85">
                <a:latin typeface="Arial"/>
                <a:cs typeface="Arial"/>
              </a:rPr>
              <a:t>r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spc="-225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5">
                <a:latin typeface="Georgia"/>
                <a:cs typeface="Georgia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ond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375" i="1">
                <a:latin typeface="Arial"/>
                <a:cs typeface="Arial"/>
              </a:rPr>
              <a:t>&lt;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49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60" i="1">
                <a:latin typeface="Arial"/>
                <a:cs typeface="Arial"/>
              </a:rPr>
              <a:t>r</a:t>
            </a:r>
            <a:r>
              <a:rPr dirty="0" sz="2050" spc="-110" i="1">
                <a:latin typeface="Arial"/>
                <a:cs typeface="Arial"/>
              </a:rPr>
              <a:t>a</a:t>
            </a:r>
            <a:r>
              <a:rPr dirty="0" sz="2050" spc="-10" i="1">
                <a:latin typeface="Arial"/>
                <a:cs typeface="Arial"/>
              </a:rPr>
              <a:t>n</a:t>
            </a:r>
            <a:r>
              <a:rPr dirty="0" sz="2050" spc="-100" i="1">
                <a:latin typeface="Arial"/>
                <a:cs typeface="Arial"/>
              </a:rPr>
              <a:t>k</a:t>
            </a:r>
            <a:r>
              <a:rPr dirty="0" sz="2050" spc="22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fici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já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70" i="1">
                <a:latin typeface="Arial"/>
                <a:cs typeface="Arial"/>
              </a:rPr>
              <a:t>T</a:t>
            </a:r>
            <a:r>
              <a:rPr dirty="0" baseline="-12345" sz="2025" spc="315" i="1">
                <a:latin typeface="Arial"/>
                <a:cs typeface="Arial"/>
              </a:rPr>
              <a:t>r</a:t>
            </a:r>
            <a:r>
              <a:rPr dirty="0" baseline="-12345" sz="2025" i="1">
                <a:latin typeface="Arial"/>
                <a:cs typeface="Arial"/>
              </a:rPr>
              <a:t> </a:t>
            </a:r>
            <a:r>
              <a:rPr dirty="0" baseline="-12345" sz="2025" spc="-7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spc="5" i="1">
                <a:latin typeface="Arial"/>
                <a:cs typeface="Arial"/>
              </a:rPr>
              <a:t>e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 spc="10">
                <a:latin typeface="Arial"/>
                <a:cs typeface="Arial"/>
              </a:rPr>
              <a:t>P</a:t>
            </a:r>
            <a:r>
              <a:rPr dirty="0" sz="2050" spc="-75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9025" cy="2727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0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-125" i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330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is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10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-</a:t>
            </a:r>
            <a:r>
              <a:rPr dirty="0" sz="2050" spc="-20">
                <a:latin typeface="Arial"/>
                <a:cs typeface="Arial"/>
              </a:rPr>
              <a:t>g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245" i="1">
                <a:latin typeface="Arial"/>
                <a:cs typeface="Arial"/>
              </a:rPr>
              <a:t>M</a:t>
            </a:r>
            <a:r>
              <a:rPr dirty="0" sz="2050" spc="22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jo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75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14</a:t>
            </a:r>
            <a:r>
              <a:rPr dirty="0" sz="120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8695" cy="562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ínima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0" i="1">
                <a:solidFill>
                  <a:srgbClr val="007F7A"/>
                </a:solidFill>
                <a:latin typeface="Arial"/>
                <a:cs typeface="Arial"/>
              </a:rPr>
              <a:t>hp</a:t>
            </a:r>
            <a:r>
              <a:rPr dirty="0" sz="2450" spc="-60" i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75" i="1">
                <a:latin typeface="Arial"/>
                <a:cs typeface="Arial"/>
              </a:rPr>
              <a:t>g</a:t>
            </a:r>
            <a:r>
              <a:rPr dirty="0" sz="2050" spc="8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-150">
                <a:latin typeface="Georgia"/>
                <a:cs typeface="Georgia"/>
              </a:rPr>
              <a:t>4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-3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b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k: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algn="ctr" marL="600075">
              <a:lnSpc>
                <a:spcPct val="100000"/>
              </a:lnSpc>
            </a:pP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00" i="1">
                <a:latin typeface="Arial"/>
                <a:cs typeface="Arial"/>
              </a:rPr>
              <a:t>g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20">
                <a:latin typeface="Georgia"/>
                <a:cs typeface="Georgia"/>
              </a:rPr>
              <a:t>T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30">
                <a:latin typeface="Georgia"/>
                <a:cs typeface="Georgia"/>
              </a:rPr>
              <a:t>b</a:t>
            </a:r>
            <a:r>
              <a:rPr dirty="0" sz="2050" spc="45">
                <a:latin typeface="Georgia"/>
                <a:cs typeface="Georgia"/>
              </a:rPr>
              <a:t>R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90">
                <a:latin typeface="Georgia"/>
                <a:cs typeface="Georgia"/>
              </a:rPr>
              <a:t>n</a:t>
            </a:r>
            <a:r>
              <a:rPr dirty="0" sz="2050" spc="-35">
                <a:latin typeface="Georgia"/>
                <a:cs typeface="Georgia"/>
              </a:rPr>
              <a:t>k</a:t>
            </a:r>
            <a:r>
              <a:rPr dirty="0" sz="2050" spc="-195">
                <a:latin typeface="Lucida Sans Unicode"/>
                <a:cs typeface="Lucida Sans Unicode"/>
              </a:rPr>
              <a:t>|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335">
                <a:latin typeface="Lucida Sans Unicode"/>
                <a:cs typeface="Lucida Sans Unicode"/>
              </a:rPr>
              <a:t>∗</a:t>
            </a:r>
            <a:r>
              <a:rPr dirty="0" sz="2050" spc="-190">
                <a:latin typeface="Lucida Sans Unicode"/>
                <a:cs typeface="Lucida Sans Unicode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90" i="1">
                <a:latin typeface="Arial"/>
                <a:cs typeface="Arial"/>
              </a:rPr>
              <a:t>k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0" i="1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marR="73025">
              <a:lnSpc>
                <a:spcPct val="119700"/>
              </a:lnSpc>
            </a:pP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>
                <a:latin typeface="Arial"/>
                <a:cs typeface="Arial"/>
              </a:rPr>
              <a:t>nd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tabe</a:t>
            </a:r>
            <a:r>
              <a:rPr dirty="0" sz="2050" spc="5">
                <a:latin typeface="Arial"/>
                <a:cs typeface="Arial"/>
              </a:rPr>
              <a:t>la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24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abRan</a:t>
            </a:r>
            <a:r>
              <a:rPr dirty="0" sz="2050" spc="5">
                <a:latin typeface="Arial"/>
                <a:cs typeface="Arial"/>
              </a:rPr>
              <a:t>k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3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ad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30" i="1">
                <a:latin typeface="Arial"/>
                <a:cs typeface="Arial"/>
              </a:rPr>
              <a:t>g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nte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25" i="1">
                <a:latin typeface="Arial"/>
                <a:cs typeface="Arial"/>
              </a:rPr>
              <a:t>k</a:t>
            </a:r>
            <a:r>
              <a:rPr dirty="0" sz="2050" spc="7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tere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2050">
              <a:latin typeface="Times New Roman"/>
              <a:cs typeface="Times New Roman"/>
            </a:endParaRPr>
          </a:p>
          <a:p>
            <a:pPr algn="ctr" marL="600710">
              <a:lnSpc>
                <a:spcPct val="100000"/>
              </a:lnSpc>
            </a:pP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14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-220" i="1">
                <a:latin typeface="Arial"/>
                <a:cs typeface="Arial"/>
              </a:rPr>
              <a:t> </a:t>
            </a:r>
            <a:r>
              <a:rPr dirty="0" sz="2050" spc="-50">
                <a:latin typeface="Georgia"/>
                <a:cs typeface="Georgia"/>
              </a:rPr>
              <a:t>p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-60">
                <a:latin typeface="Georgia"/>
                <a:cs typeface="Georgia"/>
              </a:rPr>
              <a:t>r</a:t>
            </a:r>
            <a:r>
              <a:rPr dirty="0" sz="2050" spc="-25">
                <a:latin typeface="Georgia"/>
                <a:cs typeface="Georgia"/>
              </a:rPr>
              <a:t>a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440" i="1">
                <a:latin typeface="Arial"/>
                <a:cs typeface="Arial"/>
              </a:rPr>
              <a:t>/</a:t>
            </a:r>
            <a:r>
              <a:rPr dirty="0" sz="2050" spc="-215">
                <a:latin typeface="Georgia"/>
                <a:cs typeface="Georgia"/>
              </a:rPr>
              <a:t>8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.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 spc="-10" i="1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spc="65" i="1">
                <a:latin typeface="Arial"/>
                <a:cs typeface="Arial"/>
              </a:rPr>
              <a:t>n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60" i="1">
                <a:latin typeface="Arial"/>
                <a:cs typeface="Arial"/>
              </a:rPr>
              <a:t>c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25">
                <a:latin typeface="Georgia"/>
                <a:cs typeface="Georgia"/>
              </a:rPr>
              <a:t>3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325" i="1">
                <a:latin typeface="Arial"/>
                <a:cs typeface="Arial"/>
              </a:rPr>
              <a:t>ǫ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=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0">
                <a:latin typeface="Georgia"/>
                <a:cs typeface="Georgia"/>
              </a:rPr>
              <a:t>0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75">
                <a:latin typeface="Georgia"/>
                <a:cs typeface="Georgia"/>
              </a:rPr>
              <a:t>5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4183379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ojet</a:t>
            </a:r>
            <a:r>
              <a:rPr dirty="0" sz="1200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lgo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o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</a:t>
            </a:r>
            <a:r>
              <a:rPr dirty="0" sz="1200" spc="-5">
                <a:latin typeface="Times New Roman"/>
                <a:cs typeface="Times New Roman"/>
              </a:rPr>
              <a:t>ap</a:t>
            </a:r>
            <a:r>
              <a:rPr dirty="0" sz="1200">
                <a:latin typeface="Times New Roman"/>
                <a:cs typeface="Times New Roman"/>
              </a:rPr>
              <a:t>.5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qui</a:t>
            </a:r>
            <a:r>
              <a:rPr dirty="0" sz="1200">
                <a:latin typeface="Times New Roman"/>
                <a:cs typeface="Times New Roman"/>
              </a:rPr>
              <a:t>sa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ó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m</a:t>
            </a:r>
            <a:r>
              <a:rPr dirty="0" sz="1200" spc="-5">
                <a:latin typeface="Times New Roman"/>
                <a:cs typeface="Times New Roman"/>
              </a:rPr>
              <a:t>á</a:t>
            </a:r>
            <a:r>
              <a:rPr dirty="0" sz="1200">
                <a:latin typeface="Times New Roman"/>
                <a:cs typeface="Times New Roman"/>
              </a:rPr>
              <a:t>r</a:t>
            </a:r>
            <a:r>
              <a:rPr dirty="0" sz="1200" spc="-5">
                <a:latin typeface="Times New Roman"/>
                <a:cs typeface="Times New Roman"/>
              </a:rPr>
              <a:t>i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5">
                <a:latin typeface="Times New Roman"/>
                <a:cs typeface="Times New Roman"/>
              </a:rPr>
              <a:t>5</a:t>
            </a:r>
            <a:r>
              <a:rPr dirty="0" sz="120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2150" y="339966"/>
            <a:ext cx="255270" cy="195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15</a:t>
            </a:r>
            <a:r>
              <a:rPr dirty="0" sz="120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 h="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0135" cy="5977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aç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Fun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20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10" b="1" i="1">
                <a:solidFill>
                  <a:srgbClr val="007F7A"/>
                </a:solidFill>
                <a:latin typeface="Arial"/>
                <a:cs typeface="Arial"/>
              </a:rPr>
              <a:t>as</a:t>
            </a:r>
            <a:r>
              <a:rPr dirty="0" sz="2450" spc="15" b="1" i="1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dirty="0" sz="2450" spc="5" b="1" i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60" b="1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er</a:t>
            </a:r>
            <a:r>
              <a:rPr dirty="0" sz="2450" spc="-25" b="1">
                <a:solidFill>
                  <a:srgbClr val="007F7A"/>
                </a:solidFill>
                <a:latin typeface="Arial"/>
                <a:cs typeface="Arial"/>
              </a:rPr>
              <a:t>f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dirty="0" sz="2450" b="1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dirty="0" sz="2450" spc="10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dirty="0" sz="2450" spc="15" b="1">
                <a:solidFill>
                  <a:srgbClr val="007F7A"/>
                </a:solidFill>
                <a:latin typeface="Arial"/>
                <a:cs typeface="Arial"/>
              </a:rPr>
              <a:t>ínima</a:t>
            </a:r>
            <a:r>
              <a:rPr dirty="0" sz="2450" spc="5" b="1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dirty="0" sz="2450" spc="-130" i="1">
                <a:solidFill>
                  <a:srgbClr val="007F7A"/>
                </a:solidFill>
                <a:latin typeface="Arial"/>
                <a:cs typeface="Arial"/>
              </a:rPr>
              <a:t>hp</a:t>
            </a:r>
            <a:r>
              <a:rPr dirty="0" sz="2450" spc="-60" i="1">
                <a:solidFill>
                  <a:srgbClr val="007F7A"/>
                </a:solidFill>
                <a:latin typeface="Arial"/>
                <a:cs typeface="Arial"/>
              </a:rPr>
              <a:t>m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1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>
                <a:latin typeface="Arial"/>
                <a:cs typeface="Arial"/>
              </a:rPr>
              <a:t>8</a:t>
            </a:r>
            <a:r>
              <a:rPr dirty="0" sz="2050">
                <a:latin typeface="Arial"/>
                <a:cs typeface="Arial"/>
              </a:rPr>
              <a:t>4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-204" i="1">
                <a:latin typeface="Arial"/>
                <a:cs typeface="Arial"/>
              </a:rPr>
              <a:t>e</a:t>
            </a:r>
            <a:r>
              <a:rPr dirty="0" sz="2050" spc="-110" i="1">
                <a:latin typeface="Arial"/>
                <a:cs typeface="Arial"/>
              </a:rPr>
              <a:t> </a:t>
            </a:r>
            <a:r>
              <a:rPr dirty="0" sz="2050" spc="250">
                <a:latin typeface="Georgia"/>
                <a:cs typeface="Georgia"/>
              </a:rPr>
              <a:t>+</a:t>
            </a:r>
            <a:r>
              <a:rPr dirty="0" sz="2050" spc="-35">
                <a:latin typeface="Georgia"/>
                <a:cs typeface="Georgia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spc="-25">
                <a:latin typeface="Lucida Sans Unicode"/>
                <a:cs typeface="Lucida Sans Unicode"/>
              </a:rPr>
              <a:t>≈</a:t>
            </a:r>
            <a:r>
              <a:rPr dirty="0" sz="2050" spc="-75">
                <a:latin typeface="Lucida Sans Unicode"/>
                <a:cs typeface="Lucida Sans Unicode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50">
                <a:latin typeface="Georgia"/>
                <a:cs typeface="Georgia"/>
              </a:rPr>
              <a:t>44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Assim,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55">
                <a:latin typeface="Georgia"/>
                <a:cs typeface="Georgia"/>
              </a:rPr>
              <a:t>6</a:t>
            </a:r>
            <a:r>
              <a:rPr dirty="0" sz="2050" spc="-140">
                <a:latin typeface="Georgia"/>
                <a:cs typeface="Georgia"/>
              </a:rPr>
              <a:t>2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é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15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5">
                <a:latin typeface="Arial"/>
                <a:cs typeface="Arial"/>
              </a:rPr>
              <a:t>ximo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limi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xim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25">
                <a:latin typeface="Georgia"/>
                <a:cs typeface="Georgia"/>
              </a:rPr>
              <a:t>1</a:t>
            </a:r>
            <a:r>
              <a:rPr dirty="0" sz="2050" spc="-10" i="1">
                <a:latin typeface="Arial"/>
                <a:cs typeface="Arial"/>
              </a:rPr>
              <a:t>,</a:t>
            </a:r>
            <a:r>
              <a:rPr dirty="0" sz="2050" spc="-150">
                <a:latin typeface="Georgia"/>
                <a:cs typeface="Georgia"/>
              </a:rPr>
              <a:t>44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ssa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sse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374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5">
                <a:latin typeface="Arial"/>
                <a:cs typeface="Arial"/>
              </a:rPr>
              <a:t>Es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g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10">
                <a:latin typeface="Arial"/>
                <a:cs typeface="Arial"/>
              </a:rPr>
              <a:t>mo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ziu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xi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marR="41275">
              <a:lnSpc>
                <a:spcPct val="116300"/>
              </a:lnSpc>
            </a:pP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10" i="1">
                <a:latin typeface="Arial"/>
                <a:cs typeface="Arial"/>
              </a:rPr>
              <a:t> </a:t>
            </a:r>
            <a:r>
              <a:rPr dirty="0" sz="2050" spc="-30">
                <a:latin typeface="Georgia"/>
                <a:cs typeface="Georgia"/>
              </a:rPr>
              <a:t>l</a:t>
            </a:r>
            <a:r>
              <a:rPr dirty="0" sz="2050" spc="-95">
                <a:latin typeface="Georgia"/>
                <a:cs typeface="Georgia"/>
              </a:rPr>
              <a:t>o</a:t>
            </a:r>
            <a:r>
              <a:rPr dirty="0" sz="2050" spc="-35">
                <a:latin typeface="Georgia"/>
                <a:cs typeface="Georgia"/>
              </a:rPr>
              <a:t>g</a:t>
            </a:r>
            <a:r>
              <a:rPr dirty="0" sz="2050" spc="-120">
                <a:latin typeface="Georgia"/>
                <a:cs typeface="Georgia"/>
              </a:rPr>
              <a:t> 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 i="1">
                <a:latin typeface="Arial"/>
                <a:cs typeface="Arial"/>
              </a:rPr>
              <a:t>O</a:t>
            </a:r>
            <a:r>
              <a:rPr dirty="0" sz="2050" spc="15">
                <a:latin typeface="Georgia"/>
                <a:cs typeface="Georgia"/>
              </a:rPr>
              <a:t>(</a:t>
            </a:r>
            <a:r>
              <a:rPr dirty="0" sz="2050" spc="135" i="1">
                <a:latin typeface="Arial"/>
                <a:cs typeface="Arial"/>
              </a:rPr>
              <a:t>N</a:t>
            </a:r>
            <a:r>
              <a:rPr dirty="0" sz="2050" spc="-355" i="1">
                <a:latin typeface="Arial"/>
                <a:cs typeface="Arial"/>
              </a:rPr>
              <a:t> </a:t>
            </a:r>
            <a:r>
              <a:rPr dirty="0" sz="2050" spc="15">
                <a:latin typeface="Georgia"/>
                <a:cs typeface="Georgia"/>
              </a:rPr>
              <a:t>)</a:t>
            </a:r>
            <a:r>
              <a:rPr dirty="0" sz="2050" spc="80">
                <a:latin typeface="Georgia"/>
                <a:cs typeface="Georgia"/>
              </a:rPr>
              <a:t> </a:t>
            </a:r>
            <a:r>
              <a:rPr dirty="0" sz="2050" i="1">
                <a:latin typeface="Arial"/>
                <a:cs typeface="Arial"/>
              </a:rPr>
              <a:t>b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spc="-5" i="1">
                <a:latin typeface="Arial"/>
                <a:cs typeface="Arial"/>
              </a:rPr>
              <a:t>t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r>
              <a:rPr dirty="0" sz="2050" spc="14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I</a:t>
            </a:r>
            <a:r>
              <a:rPr dirty="0" sz="2050" spc="5">
                <a:latin typeface="Arial"/>
                <a:cs typeface="Arial"/>
              </a:rPr>
              <a:t>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mi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per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ap</a:t>
            </a:r>
            <a:r>
              <a:rPr dirty="0" sz="2050" spc="5">
                <a:latin typeface="Arial"/>
                <a:cs typeface="Arial"/>
              </a:rPr>
              <a:t>lic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õe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ante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nã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on</a:t>
            </a:r>
            <a:r>
              <a:rPr dirty="0" sz="2050" spc="5">
                <a:latin typeface="Arial"/>
                <a:cs typeface="Arial"/>
              </a:rPr>
              <a:t>si</a:t>
            </a:r>
            <a:r>
              <a:rPr dirty="0" sz="2050">
                <a:latin typeface="Arial"/>
                <a:cs typeface="Arial"/>
              </a:rPr>
              <a:t>de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ada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bo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op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6379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dirty="0" sz="2050" spc="-95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-60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8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,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z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Z</a:t>
            </a:r>
            <a:r>
              <a:rPr dirty="0" sz="2050" spc="5">
                <a:latin typeface="Arial"/>
                <a:cs typeface="Arial"/>
              </a:rPr>
              <a:t>ivi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(</a:t>
            </a:r>
            <a:r>
              <a:rPr dirty="0" sz="2050">
                <a:latin typeface="Arial"/>
                <a:cs typeface="Arial"/>
              </a:rPr>
              <a:t>2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0</a:t>
            </a:r>
            <a:r>
              <a:rPr dirty="0" sz="2050">
                <a:latin typeface="Arial"/>
                <a:cs typeface="Arial"/>
              </a:rPr>
              <a:t>9</a:t>
            </a:r>
            <a:r>
              <a:rPr dirty="0" sz="2050" spc="5">
                <a:latin typeface="Arial"/>
                <a:cs typeface="Arial"/>
              </a:rPr>
              <a:t>)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10">
                <a:latin typeface="Arial"/>
                <a:cs typeface="Arial"/>
              </a:rPr>
              <a:t>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ç</a:t>
            </a:r>
            <a:r>
              <a:rPr dirty="0" sz="2050">
                <a:latin typeface="Arial"/>
                <a:cs typeface="Arial"/>
              </a:rPr>
              <a:t>ã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sh</a:t>
            </a:r>
            <a:r>
              <a:rPr dirty="0" sz="2050" spc="5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-65">
                <a:latin typeface="Arial"/>
                <a:cs typeface="Arial"/>
              </a:rPr>
              <a:t>f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 spc="-5">
                <a:latin typeface="Arial"/>
                <a:cs typeface="Arial"/>
              </a:rPr>
              <a:t>í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ima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l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misso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ço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-40">
                <a:latin typeface="Arial"/>
                <a:cs typeface="Arial"/>
              </a:rPr>
              <a:t>b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5">
                <a:latin typeface="Arial"/>
                <a:cs typeface="Arial"/>
              </a:rPr>
              <a:t>sca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q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 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é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a</a:t>
            </a:r>
            <a:r>
              <a:rPr dirty="0" sz="2050" spc="5" i="1">
                <a:latin typeface="Arial"/>
                <a:cs typeface="Arial"/>
              </a:rPr>
              <a:t>s</a:t>
            </a:r>
            <a:r>
              <a:rPr dirty="0" sz="2050" i="1">
                <a:latin typeface="Arial"/>
                <a:cs typeface="Arial"/>
              </a:rPr>
              <a:t>h</a:t>
            </a:r>
            <a:r>
              <a:rPr dirty="0" sz="2050" i="1">
                <a:latin typeface="Arial"/>
                <a:cs typeface="Arial"/>
              </a:rPr>
              <a:t>i</a:t>
            </a:r>
            <a:r>
              <a:rPr dirty="0" sz="2050" i="1">
                <a:latin typeface="Arial"/>
                <a:cs typeface="Arial"/>
              </a:rPr>
              <a:t>n</a:t>
            </a:r>
            <a:r>
              <a:rPr dirty="0" sz="2050" spc="5" i="1">
                <a:latin typeface="Arial"/>
                <a:cs typeface="Arial"/>
              </a:rPr>
              <a:t>g</a:t>
            </a:r>
            <a:r>
              <a:rPr dirty="0" sz="2050" i="1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-6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x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m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10">
                <a:latin typeface="Arial"/>
                <a:cs typeface="Arial"/>
              </a:rPr>
              <a:t>m</a:t>
            </a:r>
            <a:r>
              <a:rPr dirty="0" sz="2050">
                <a:latin typeface="Arial"/>
                <a:cs typeface="Arial"/>
              </a:rPr>
              <a:t>ó</a:t>
            </a:r>
            <a:r>
              <a:rPr dirty="0" sz="2050" spc="35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ia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5">
                <a:latin typeface="Arial"/>
                <a:cs typeface="Arial"/>
              </a:rPr>
              <a:t>r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</a:t>
            </a:r>
            <a:r>
              <a:rPr dirty="0" sz="2050">
                <a:latin typeface="Arial"/>
                <a:cs typeface="Arial"/>
              </a:rPr>
              <a:t>a</a:t>
            </a:r>
            <a:r>
              <a:rPr dirty="0" sz="2050" spc="-20">
                <a:latin typeface="Arial"/>
                <a:cs typeface="Arial"/>
              </a:rPr>
              <a:t>r</a:t>
            </a:r>
            <a:r>
              <a:rPr dirty="0" sz="2050" spc="5">
                <a:latin typeface="Arial"/>
                <a:cs typeface="Arial"/>
              </a:rPr>
              <a:t>a</a:t>
            </a:r>
            <a:r>
              <a:rPr dirty="0" sz="2050" spc="5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>
                <a:latin typeface="Arial"/>
                <a:cs typeface="Arial"/>
              </a:rPr>
              <a:t>j</a:t>
            </a:r>
            <a:r>
              <a:rPr dirty="0" sz="2050">
                <a:latin typeface="Arial"/>
                <a:cs typeface="Arial"/>
              </a:rPr>
              <a:t>u</a:t>
            </a:r>
            <a:r>
              <a:rPr dirty="0" sz="2050">
                <a:latin typeface="Arial"/>
                <a:cs typeface="Arial"/>
              </a:rPr>
              <a:t>n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>
                <a:latin typeface="Arial"/>
                <a:cs typeface="Arial"/>
              </a:rPr>
              <a:t>á</a:t>
            </a:r>
            <a:r>
              <a:rPr dirty="0" sz="2050" spc="-5">
                <a:latin typeface="Arial"/>
                <a:cs typeface="Arial"/>
              </a:rPr>
              <a:t>t</a:t>
            </a:r>
            <a:r>
              <a:rPr dirty="0" sz="2050" spc="5">
                <a:latin typeface="Arial"/>
                <a:cs typeface="Arial"/>
              </a:rPr>
              <a:t>ic</a:t>
            </a:r>
            <a:r>
              <a:rPr dirty="0" sz="2050">
                <a:latin typeface="Arial"/>
                <a:cs typeface="Arial"/>
              </a:rPr>
              <a:t>o</a:t>
            </a:r>
            <a:r>
              <a:rPr dirty="0" sz="2050" spc="5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</a:t>
            </a:r>
            <a:r>
              <a:rPr dirty="0" sz="2050" spc="5">
                <a:latin typeface="Arial"/>
                <a:cs typeface="Arial"/>
              </a:rPr>
              <a:t>e</a:t>
            </a:r>
            <a:r>
              <a:rPr dirty="0" sz="2050">
                <a:latin typeface="Arial"/>
                <a:cs typeface="Arial"/>
              </a:rPr>
              <a:t> </a:t>
            </a:r>
            <a:r>
              <a:rPr dirty="0" sz="2050" spc="5">
                <a:latin typeface="Arial"/>
                <a:cs typeface="Arial"/>
              </a:rPr>
              <a:t>c</a:t>
            </a:r>
            <a:r>
              <a:rPr dirty="0" sz="2050">
                <a:latin typeface="Arial"/>
                <a:cs typeface="Arial"/>
              </a:rPr>
              <a:t>h</a:t>
            </a:r>
            <a:r>
              <a:rPr dirty="0" sz="2050" spc="-40">
                <a:latin typeface="Arial"/>
                <a:cs typeface="Arial"/>
              </a:rPr>
              <a:t>a</a:t>
            </a:r>
            <a:r>
              <a:rPr dirty="0" sz="2050" spc="-50">
                <a:latin typeface="Arial"/>
                <a:cs typeface="Arial"/>
              </a:rPr>
              <a:t>v</a:t>
            </a:r>
            <a:r>
              <a:rPr dirty="0" sz="2050">
                <a:latin typeface="Arial"/>
                <a:cs typeface="Arial"/>
              </a:rPr>
              <a:t>e</a:t>
            </a:r>
            <a:r>
              <a:rPr dirty="0" sz="2050" spc="-30">
                <a:latin typeface="Arial"/>
                <a:cs typeface="Arial"/>
              </a:rPr>
              <a:t>s</a:t>
            </a:r>
            <a:r>
              <a:rPr dirty="0" sz="20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transp-cap5.dvi</dc:title>
  <dcterms:created xsi:type="dcterms:W3CDTF">2015-06-18T03:58:09Z</dcterms:created>
  <dcterms:modified xsi:type="dcterms:W3CDTF">2015-06-18T03:58:09Z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2010-09-07T00:00:00Z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