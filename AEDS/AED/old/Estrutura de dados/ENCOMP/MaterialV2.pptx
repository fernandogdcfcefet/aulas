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85" r:id="rId4"/>
    <p:sldMasterId id="2147483691" r:id="rId5"/>
    <p:sldMasterId id="2147483703" r:id="rId6"/>
  </p:sldMasterIdLst>
  <p:notesMasterIdLst>
    <p:notesMasterId r:id="rId298"/>
  </p:notesMasterIdLst>
  <p:handoutMasterIdLst>
    <p:handoutMasterId r:id="rId299"/>
  </p:handoutMasterIdLst>
  <p:sldIdLst>
    <p:sldId id="256" r:id="rId7"/>
    <p:sldId id="308" r:id="rId8"/>
    <p:sldId id="309" r:id="rId9"/>
    <p:sldId id="311" r:id="rId10"/>
    <p:sldId id="312" r:id="rId11"/>
    <p:sldId id="439" r:id="rId12"/>
    <p:sldId id="699" r:id="rId13"/>
    <p:sldId id="313" r:id="rId14"/>
    <p:sldId id="314" r:id="rId15"/>
    <p:sldId id="339" r:id="rId16"/>
    <p:sldId id="341" r:id="rId17"/>
    <p:sldId id="664" r:id="rId18"/>
    <p:sldId id="665" r:id="rId19"/>
    <p:sldId id="666" r:id="rId20"/>
    <p:sldId id="667" r:id="rId21"/>
    <p:sldId id="668" r:id="rId22"/>
    <p:sldId id="669" r:id="rId23"/>
    <p:sldId id="670" r:id="rId24"/>
    <p:sldId id="671" r:id="rId25"/>
    <p:sldId id="672" r:id="rId26"/>
    <p:sldId id="673" r:id="rId27"/>
    <p:sldId id="674" r:id="rId28"/>
    <p:sldId id="675" r:id="rId29"/>
    <p:sldId id="676" r:id="rId30"/>
    <p:sldId id="677" r:id="rId31"/>
    <p:sldId id="678" r:id="rId32"/>
    <p:sldId id="679" r:id="rId33"/>
    <p:sldId id="680" r:id="rId34"/>
    <p:sldId id="681" r:id="rId35"/>
    <p:sldId id="682" r:id="rId36"/>
    <p:sldId id="683" r:id="rId37"/>
    <p:sldId id="684" r:id="rId38"/>
    <p:sldId id="685" r:id="rId39"/>
    <p:sldId id="686" r:id="rId40"/>
    <p:sldId id="687" r:id="rId41"/>
    <p:sldId id="688" r:id="rId42"/>
    <p:sldId id="689" r:id="rId43"/>
    <p:sldId id="690" r:id="rId44"/>
    <p:sldId id="691" r:id="rId45"/>
    <p:sldId id="692" r:id="rId46"/>
    <p:sldId id="693" r:id="rId47"/>
    <p:sldId id="694" r:id="rId48"/>
    <p:sldId id="695" r:id="rId49"/>
    <p:sldId id="696" r:id="rId50"/>
    <p:sldId id="697" r:id="rId51"/>
    <p:sldId id="698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  <p:sldId id="350" r:id="rId61"/>
    <p:sldId id="351" r:id="rId62"/>
    <p:sldId id="352" r:id="rId63"/>
    <p:sldId id="353" r:id="rId64"/>
    <p:sldId id="354" r:id="rId65"/>
    <p:sldId id="355" r:id="rId66"/>
    <p:sldId id="356" r:id="rId67"/>
    <p:sldId id="357" r:id="rId68"/>
    <p:sldId id="358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795" r:id="rId85"/>
    <p:sldId id="796" r:id="rId86"/>
    <p:sldId id="797" r:id="rId87"/>
    <p:sldId id="798" r:id="rId88"/>
    <p:sldId id="334" r:id="rId89"/>
    <p:sldId id="335" r:id="rId90"/>
    <p:sldId id="336" r:id="rId91"/>
    <p:sldId id="337" r:id="rId92"/>
    <p:sldId id="338" r:id="rId93"/>
    <p:sldId id="566" r:id="rId94"/>
    <p:sldId id="567" r:id="rId95"/>
    <p:sldId id="568" r:id="rId96"/>
    <p:sldId id="569" r:id="rId97"/>
    <p:sldId id="570" r:id="rId98"/>
    <p:sldId id="571" r:id="rId99"/>
    <p:sldId id="572" r:id="rId100"/>
    <p:sldId id="573" r:id="rId101"/>
    <p:sldId id="574" r:id="rId102"/>
    <p:sldId id="575" r:id="rId103"/>
    <p:sldId id="576" r:id="rId104"/>
    <p:sldId id="577" r:id="rId105"/>
    <p:sldId id="578" r:id="rId106"/>
    <p:sldId id="579" r:id="rId107"/>
    <p:sldId id="580" r:id="rId108"/>
    <p:sldId id="581" r:id="rId109"/>
    <p:sldId id="582" r:id="rId110"/>
    <p:sldId id="583" r:id="rId111"/>
    <p:sldId id="584" r:id="rId112"/>
    <p:sldId id="585" r:id="rId113"/>
    <p:sldId id="586" r:id="rId114"/>
    <p:sldId id="587" r:id="rId115"/>
    <p:sldId id="588" r:id="rId116"/>
    <p:sldId id="589" r:id="rId117"/>
    <p:sldId id="590" r:id="rId118"/>
    <p:sldId id="591" r:id="rId119"/>
    <p:sldId id="592" r:id="rId120"/>
    <p:sldId id="593" r:id="rId121"/>
    <p:sldId id="594" r:id="rId122"/>
    <p:sldId id="595" r:id="rId123"/>
    <p:sldId id="596" r:id="rId124"/>
    <p:sldId id="597" r:id="rId125"/>
    <p:sldId id="598" r:id="rId126"/>
    <p:sldId id="599" r:id="rId127"/>
    <p:sldId id="625" r:id="rId128"/>
    <p:sldId id="600" r:id="rId129"/>
    <p:sldId id="601" r:id="rId130"/>
    <p:sldId id="602" r:id="rId131"/>
    <p:sldId id="603" r:id="rId132"/>
    <p:sldId id="604" r:id="rId133"/>
    <p:sldId id="605" r:id="rId134"/>
    <p:sldId id="606" r:id="rId135"/>
    <p:sldId id="607" r:id="rId136"/>
    <p:sldId id="608" r:id="rId137"/>
    <p:sldId id="609" r:id="rId138"/>
    <p:sldId id="610" r:id="rId139"/>
    <p:sldId id="611" r:id="rId140"/>
    <p:sldId id="612" r:id="rId141"/>
    <p:sldId id="613" r:id="rId142"/>
    <p:sldId id="614" r:id="rId143"/>
    <p:sldId id="615" r:id="rId144"/>
    <p:sldId id="616" r:id="rId145"/>
    <p:sldId id="617" r:id="rId146"/>
    <p:sldId id="618" r:id="rId147"/>
    <p:sldId id="619" r:id="rId148"/>
    <p:sldId id="620" r:id="rId149"/>
    <p:sldId id="621" r:id="rId150"/>
    <p:sldId id="622" r:id="rId151"/>
    <p:sldId id="623" r:id="rId152"/>
    <p:sldId id="624" r:id="rId153"/>
    <p:sldId id="626" r:id="rId154"/>
    <p:sldId id="627" r:id="rId155"/>
    <p:sldId id="628" r:id="rId156"/>
    <p:sldId id="629" r:id="rId157"/>
    <p:sldId id="630" r:id="rId158"/>
    <p:sldId id="631" r:id="rId159"/>
    <p:sldId id="632" r:id="rId160"/>
    <p:sldId id="633" r:id="rId161"/>
    <p:sldId id="634" r:id="rId162"/>
    <p:sldId id="635" r:id="rId163"/>
    <p:sldId id="636" r:id="rId164"/>
    <p:sldId id="637" r:id="rId165"/>
    <p:sldId id="638" r:id="rId166"/>
    <p:sldId id="639" r:id="rId167"/>
    <p:sldId id="640" r:id="rId168"/>
    <p:sldId id="641" r:id="rId169"/>
    <p:sldId id="642" r:id="rId170"/>
    <p:sldId id="643" r:id="rId171"/>
    <p:sldId id="644" r:id="rId172"/>
    <p:sldId id="645" r:id="rId173"/>
    <p:sldId id="654" r:id="rId174"/>
    <p:sldId id="655" r:id="rId175"/>
    <p:sldId id="656" r:id="rId176"/>
    <p:sldId id="657" r:id="rId177"/>
    <p:sldId id="658" r:id="rId178"/>
    <p:sldId id="659" r:id="rId179"/>
    <p:sldId id="660" r:id="rId180"/>
    <p:sldId id="661" r:id="rId181"/>
    <p:sldId id="662" r:id="rId182"/>
    <p:sldId id="663" r:id="rId183"/>
    <p:sldId id="648" r:id="rId184"/>
    <p:sldId id="649" r:id="rId185"/>
    <p:sldId id="650" r:id="rId186"/>
    <p:sldId id="651" r:id="rId187"/>
    <p:sldId id="652" r:id="rId188"/>
    <p:sldId id="653" r:id="rId189"/>
    <p:sldId id="646" r:id="rId190"/>
    <p:sldId id="647" r:id="rId191"/>
    <p:sldId id="518" r:id="rId192"/>
    <p:sldId id="519" r:id="rId193"/>
    <p:sldId id="520" r:id="rId194"/>
    <p:sldId id="521" r:id="rId195"/>
    <p:sldId id="522" r:id="rId196"/>
    <p:sldId id="523" r:id="rId197"/>
    <p:sldId id="524" r:id="rId198"/>
    <p:sldId id="525" r:id="rId199"/>
    <p:sldId id="526" r:id="rId200"/>
    <p:sldId id="527" r:id="rId201"/>
    <p:sldId id="528" r:id="rId202"/>
    <p:sldId id="529" r:id="rId203"/>
    <p:sldId id="530" r:id="rId204"/>
    <p:sldId id="531" r:id="rId205"/>
    <p:sldId id="532" r:id="rId206"/>
    <p:sldId id="533" r:id="rId207"/>
    <p:sldId id="534" r:id="rId208"/>
    <p:sldId id="535" r:id="rId209"/>
    <p:sldId id="536" r:id="rId210"/>
    <p:sldId id="537" r:id="rId211"/>
    <p:sldId id="538" r:id="rId212"/>
    <p:sldId id="539" r:id="rId213"/>
    <p:sldId id="540" r:id="rId214"/>
    <p:sldId id="541" r:id="rId215"/>
    <p:sldId id="542" r:id="rId216"/>
    <p:sldId id="543" r:id="rId217"/>
    <p:sldId id="544" r:id="rId218"/>
    <p:sldId id="545" r:id="rId219"/>
    <p:sldId id="546" r:id="rId220"/>
    <p:sldId id="547" r:id="rId221"/>
    <p:sldId id="548" r:id="rId222"/>
    <p:sldId id="549" r:id="rId223"/>
    <p:sldId id="550" r:id="rId224"/>
    <p:sldId id="551" r:id="rId225"/>
    <p:sldId id="552" r:id="rId226"/>
    <p:sldId id="553" r:id="rId227"/>
    <p:sldId id="554" r:id="rId228"/>
    <p:sldId id="555" r:id="rId229"/>
    <p:sldId id="556" r:id="rId230"/>
    <p:sldId id="557" r:id="rId231"/>
    <p:sldId id="558" r:id="rId232"/>
    <p:sldId id="559" r:id="rId233"/>
    <p:sldId id="560" r:id="rId234"/>
    <p:sldId id="561" r:id="rId235"/>
    <p:sldId id="562" r:id="rId236"/>
    <p:sldId id="563" r:id="rId237"/>
    <p:sldId id="564" r:id="rId238"/>
    <p:sldId id="565" r:id="rId239"/>
    <p:sldId id="777" r:id="rId240"/>
    <p:sldId id="440" r:id="rId241"/>
    <p:sldId id="441" r:id="rId242"/>
    <p:sldId id="442" r:id="rId243"/>
    <p:sldId id="257" r:id="rId244"/>
    <p:sldId id="258" r:id="rId245"/>
    <p:sldId id="259" r:id="rId246"/>
    <p:sldId id="260" r:id="rId247"/>
    <p:sldId id="261" r:id="rId248"/>
    <p:sldId id="262" r:id="rId249"/>
    <p:sldId id="263" r:id="rId250"/>
    <p:sldId id="264" r:id="rId251"/>
    <p:sldId id="265" r:id="rId252"/>
    <p:sldId id="266" r:id="rId253"/>
    <p:sldId id="267" r:id="rId254"/>
    <p:sldId id="268" r:id="rId255"/>
    <p:sldId id="269" r:id="rId256"/>
    <p:sldId id="270" r:id="rId257"/>
    <p:sldId id="271" r:id="rId258"/>
    <p:sldId id="282" r:id="rId259"/>
    <p:sldId id="283" r:id="rId260"/>
    <p:sldId id="284" r:id="rId261"/>
    <p:sldId id="285" r:id="rId262"/>
    <p:sldId id="286" r:id="rId263"/>
    <p:sldId id="287" r:id="rId264"/>
    <p:sldId id="288" r:id="rId265"/>
    <p:sldId id="289" r:id="rId266"/>
    <p:sldId id="290" r:id="rId267"/>
    <p:sldId id="291" r:id="rId268"/>
    <p:sldId id="297" r:id="rId269"/>
    <p:sldId id="298" r:id="rId270"/>
    <p:sldId id="299" r:id="rId271"/>
    <p:sldId id="300" r:id="rId272"/>
    <p:sldId id="301" r:id="rId273"/>
    <p:sldId id="302" r:id="rId274"/>
    <p:sldId id="303" r:id="rId275"/>
    <p:sldId id="443" r:id="rId276"/>
    <p:sldId id="304" r:id="rId277"/>
    <p:sldId id="305" r:id="rId278"/>
    <p:sldId id="306" r:id="rId279"/>
    <p:sldId id="307" r:id="rId280"/>
    <p:sldId id="778" r:id="rId281"/>
    <p:sldId id="779" r:id="rId282"/>
    <p:sldId id="780" r:id="rId283"/>
    <p:sldId id="781" r:id="rId284"/>
    <p:sldId id="782" r:id="rId285"/>
    <p:sldId id="783" r:id="rId286"/>
    <p:sldId id="784" r:id="rId287"/>
    <p:sldId id="785" r:id="rId288"/>
    <p:sldId id="786" r:id="rId289"/>
    <p:sldId id="787" r:id="rId290"/>
    <p:sldId id="788" r:id="rId291"/>
    <p:sldId id="789" r:id="rId292"/>
    <p:sldId id="790" r:id="rId293"/>
    <p:sldId id="791" r:id="rId294"/>
    <p:sldId id="792" r:id="rId295"/>
    <p:sldId id="793" r:id="rId296"/>
    <p:sldId id="794" r:id="rId297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62" y="-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7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99" Type="http://schemas.openxmlformats.org/officeDocument/2006/relationships/handoutMaster" Target="handoutMasters/handoutMaster1.xml"/><Relationship Id="rId303" Type="http://schemas.openxmlformats.org/officeDocument/2006/relationships/tableStyles" Target="tableStyles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59" Type="http://schemas.openxmlformats.org/officeDocument/2006/relationships/slide" Target="slides/slide153.xml"/><Relationship Id="rId170" Type="http://schemas.openxmlformats.org/officeDocument/2006/relationships/slide" Target="slides/slide164.xml"/><Relationship Id="rId191" Type="http://schemas.openxmlformats.org/officeDocument/2006/relationships/slide" Target="slides/slide185.xml"/><Relationship Id="rId205" Type="http://schemas.openxmlformats.org/officeDocument/2006/relationships/slide" Target="slides/slide199.xml"/><Relationship Id="rId226" Type="http://schemas.openxmlformats.org/officeDocument/2006/relationships/slide" Target="slides/slide220.xml"/><Relationship Id="rId247" Type="http://schemas.openxmlformats.org/officeDocument/2006/relationships/slide" Target="slides/slide241.xml"/><Relationship Id="rId107" Type="http://schemas.openxmlformats.org/officeDocument/2006/relationships/slide" Target="slides/slide101.xml"/><Relationship Id="rId268" Type="http://schemas.openxmlformats.org/officeDocument/2006/relationships/slide" Target="slides/slide262.xml"/><Relationship Id="rId289" Type="http://schemas.openxmlformats.org/officeDocument/2006/relationships/slide" Target="slides/slide283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slide" Target="slides/slide143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9.xml"/><Relationship Id="rId160" Type="http://schemas.openxmlformats.org/officeDocument/2006/relationships/slide" Target="slides/slide154.xml"/><Relationship Id="rId181" Type="http://schemas.openxmlformats.org/officeDocument/2006/relationships/slide" Target="slides/slide175.xml"/><Relationship Id="rId216" Type="http://schemas.openxmlformats.org/officeDocument/2006/relationships/slide" Target="slides/slide210.xml"/><Relationship Id="rId237" Type="http://schemas.openxmlformats.org/officeDocument/2006/relationships/slide" Target="slides/slide231.xml"/><Relationship Id="rId258" Type="http://schemas.openxmlformats.org/officeDocument/2006/relationships/slide" Target="slides/slide252.xml"/><Relationship Id="rId279" Type="http://schemas.openxmlformats.org/officeDocument/2006/relationships/slide" Target="slides/slide273.xml"/><Relationship Id="rId22" Type="http://schemas.openxmlformats.org/officeDocument/2006/relationships/slide" Target="slides/slide16.xml"/><Relationship Id="rId43" Type="http://schemas.openxmlformats.org/officeDocument/2006/relationships/slide" Target="slides/slide37.xml"/><Relationship Id="rId64" Type="http://schemas.openxmlformats.org/officeDocument/2006/relationships/slide" Target="slides/slide58.xml"/><Relationship Id="rId118" Type="http://schemas.openxmlformats.org/officeDocument/2006/relationships/slide" Target="slides/slide112.xml"/><Relationship Id="rId139" Type="http://schemas.openxmlformats.org/officeDocument/2006/relationships/slide" Target="slides/slide133.xml"/><Relationship Id="rId290" Type="http://schemas.openxmlformats.org/officeDocument/2006/relationships/slide" Target="slides/slide284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71" Type="http://schemas.openxmlformats.org/officeDocument/2006/relationships/slide" Target="slides/slide165.xml"/><Relationship Id="rId192" Type="http://schemas.openxmlformats.org/officeDocument/2006/relationships/slide" Target="slides/slide186.xml"/><Relationship Id="rId206" Type="http://schemas.openxmlformats.org/officeDocument/2006/relationships/slide" Target="slides/slide200.xml"/><Relationship Id="rId227" Type="http://schemas.openxmlformats.org/officeDocument/2006/relationships/slide" Target="slides/slide221.xml"/><Relationship Id="rId248" Type="http://schemas.openxmlformats.org/officeDocument/2006/relationships/slide" Target="slides/slide242.xml"/><Relationship Id="rId269" Type="http://schemas.openxmlformats.org/officeDocument/2006/relationships/slide" Target="slides/slide263.xml"/><Relationship Id="rId12" Type="http://schemas.openxmlformats.org/officeDocument/2006/relationships/slide" Target="slides/slide6.xml"/><Relationship Id="rId33" Type="http://schemas.openxmlformats.org/officeDocument/2006/relationships/slide" Target="slides/slide27.xml"/><Relationship Id="rId108" Type="http://schemas.openxmlformats.org/officeDocument/2006/relationships/slide" Target="slides/slide102.xml"/><Relationship Id="rId129" Type="http://schemas.openxmlformats.org/officeDocument/2006/relationships/slide" Target="slides/slide123.xml"/><Relationship Id="rId280" Type="http://schemas.openxmlformats.org/officeDocument/2006/relationships/slide" Target="slides/slide274.xml"/><Relationship Id="rId54" Type="http://schemas.openxmlformats.org/officeDocument/2006/relationships/slide" Target="slides/slide48.xml"/><Relationship Id="rId75" Type="http://schemas.openxmlformats.org/officeDocument/2006/relationships/slide" Target="slides/slide69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61" Type="http://schemas.openxmlformats.org/officeDocument/2006/relationships/slide" Target="slides/slide155.xml"/><Relationship Id="rId182" Type="http://schemas.openxmlformats.org/officeDocument/2006/relationships/slide" Target="slides/slide176.xml"/><Relationship Id="rId217" Type="http://schemas.openxmlformats.org/officeDocument/2006/relationships/slide" Target="slides/slide211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2.xml"/><Relationship Id="rId259" Type="http://schemas.openxmlformats.org/officeDocument/2006/relationships/slide" Target="slides/slide253.xml"/><Relationship Id="rId23" Type="http://schemas.openxmlformats.org/officeDocument/2006/relationships/slide" Target="slides/slide17.xml"/><Relationship Id="rId119" Type="http://schemas.openxmlformats.org/officeDocument/2006/relationships/slide" Target="slides/slide113.xml"/><Relationship Id="rId270" Type="http://schemas.openxmlformats.org/officeDocument/2006/relationships/slide" Target="slides/slide264.xml"/><Relationship Id="rId291" Type="http://schemas.openxmlformats.org/officeDocument/2006/relationships/slide" Target="slides/slide285.xml"/><Relationship Id="rId44" Type="http://schemas.openxmlformats.org/officeDocument/2006/relationships/slide" Target="slides/slide38.xml"/><Relationship Id="rId65" Type="http://schemas.openxmlformats.org/officeDocument/2006/relationships/slide" Target="slides/slide59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51" Type="http://schemas.openxmlformats.org/officeDocument/2006/relationships/slide" Target="slides/slide145.xml"/><Relationship Id="rId172" Type="http://schemas.openxmlformats.org/officeDocument/2006/relationships/slide" Target="slides/slide166.xml"/><Relationship Id="rId193" Type="http://schemas.openxmlformats.org/officeDocument/2006/relationships/slide" Target="slides/slide187.xml"/><Relationship Id="rId207" Type="http://schemas.openxmlformats.org/officeDocument/2006/relationships/slide" Target="slides/slide201.xml"/><Relationship Id="rId228" Type="http://schemas.openxmlformats.org/officeDocument/2006/relationships/slide" Target="slides/slide222.xml"/><Relationship Id="rId249" Type="http://schemas.openxmlformats.org/officeDocument/2006/relationships/slide" Target="slides/slide243.xml"/><Relationship Id="rId13" Type="http://schemas.openxmlformats.org/officeDocument/2006/relationships/slide" Target="slides/slide7.xml"/><Relationship Id="rId109" Type="http://schemas.openxmlformats.org/officeDocument/2006/relationships/slide" Target="slides/slide103.xml"/><Relationship Id="rId260" Type="http://schemas.openxmlformats.org/officeDocument/2006/relationships/slide" Target="slides/slide254.xml"/><Relationship Id="rId281" Type="http://schemas.openxmlformats.org/officeDocument/2006/relationships/slide" Target="slides/slide275.xml"/><Relationship Id="rId34" Type="http://schemas.openxmlformats.org/officeDocument/2006/relationships/slide" Target="slides/slide28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20" Type="http://schemas.openxmlformats.org/officeDocument/2006/relationships/slide" Target="slides/slide114.xml"/><Relationship Id="rId141" Type="http://schemas.openxmlformats.org/officeDocument/2006/relationships/slide" Target="slides/slide135.xml"/><Relationship Id="rId7" Type="http://schemas.openxmlformats.org/officeDocument/2006/relationships/slide" Target="slides/slide1.xml"/><Relationship Id="rId162" Type="http://schemas.openxmlformats.org/officeDocument/2006/relationships/slide" Target="slides/slide156.xml"/><Relationship Id="rId183" Type="http://schemas.openxmlformats.org/officeDocument/2006/relationships/slide" Target="slides/slide177.xml"/><Relationship Id="rId218" Type="http://schemas.openxmlformats.org/officeDocument/2006/relationships/slide" Target="slides/slide212.xml"/><Relationship Id="rId239" Type="http://schemas.openxmlformats.org/officeDocument/2006/relationships/slide" Target="slides/slide23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50" Type="http://schemas.openxmlformats.org/officeDocument/2006/relationships/slide" Target="slides/slide244.xml"/><Relationship Id="rId255" Type="http://schemas.openxmlformats.org/officeDocument/2006/relationships/slide" Target="slides/slide249.xml"/><Relationship Id="rId271" Type="http://schemas.openxmlformats.org/officeDocument/2006/relationships/slide" Target="slides/slide265.xml"/><Relationship Id="rId276" Type="http://schemas.openxmlformats.org/officeDocument/2006/relationships/slide" Target="slides/slide270.xml"/><Relationship Id="rId292" Type="http://schemas.openxmlformats.org/officeDocument/2006/relationships/slide" Target="slides/slide286.xml"/><Relationship Id="rId297" Type="http://schemas.openxmlformats.org/officeDocument/2006/relationships/slide" Target="slides/slide291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157" Type="http://schemas.openxmlformats.org/officeDocument/2006/relationships/slide" Target="slides/slide151.xml"/><Relationship Id="rId178" Type="http://schemas.openxmlformats.org/officeDocument/2006/relationships/slide" Target="slides/slide172.xml"/><Relationship Id="rId301" Type="http://schemas.openxmlformats.org/officeDocument/2006/relationships/viewProps" Target="viewProp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52" Type="http://schemas.openxmlformats.org/officeDocument/2006/relationships/slide" Target="slides/slide146.xml"/><Relationship Id="rId173" Type="http://schemas.openxmlformats.org/officeDocument/2006/relationships/slide" Target="slides/slide167.xml"/><Relationship Id="rId194" Type="http://schemas.openxmlformats.org/officeDocument/2006/relationships/slide" Target="slides/slide188.xml"/><Relationship Id="rId199" Type="http://schemas.openxmlformats.org/officeDocument/2006/relationships/slide" Target="slides/slide193.xml"/><Relationship Id="rId203" Type="http://schemas.openxmlformats.org/officeDocument/2006/relationships/slide" Target="slides/slide197.xml"/><Relationship Id="rId208" Type="http://schemas.openxmlformats.org/officeDocument/2006/relationships/slide" Target="slides/slide202.xml"/><Relationship Id="rId229" Type="http://schemas.openxmlformats.org/officeDocument/2006/relationships/slide" Target="slides/slide223.xml"/><Relationship Id="rId19" Type="http://schemas.openxmlformats.org/officeDocument/2006/relationships/slide" Target="slides/slide13.xml"/><Relationship Id="rId224" Type="http://schemas.openxmlformats.org/officeDocument/2006/relationships/slide" Target="slides/slide218.xml"/><Relationship Id="rId240" Type="http://schemas.openxmlformats.org/officeDocument/2006/relationships/slide" Target="slides/slide234.xml"/><Relationship Id="rId245" Type="http://schemas.openxmlformats.org/officeDocument/2006/relationships/slide" Target="slides/slide239.xml"/><Relationship Id="rId261" Type="http://schemas.openxmlformats.org/officeDocument/2006/relationships/slide" Target="slides/slide255.xml"/><Relationship Id="rId266" Type="http://schemas.openxmlformats.org/officeDocument/2006/relationships/slide" Target="slides/slide260.xml"/><Relationship Id="rId287" Type="http://schemas.openxmlformats.org/officeDocument/2006/relationships/slide" Target="slides/slide281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168" Type="http://schemas.openxmlformats.org/officeDocument/2006/relationships/slide" Target="slides/slide162.xml"/><Relationship Id="rId282" Type="http://schemas.openxmlformats.org/officeDocument/2006/relationships/slide" Target="slides/slide276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163" Type="http://schemas.openxmlformats.org/officeDocument/2006/relationships/slide" Target="slides/slide157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219" Type="http://schemas.openxmlformats.org/officeDocument/2006/relationships/slide" Target="slides/slide213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8.xml"/><Relationship Id="rId230" Type="http://schemas.openxmlformats.org/officeDocument/2006/relationships/slide" Target="slides/slide224.xml"/><Relationship Id="rId235" Type="http://schemas.openxmlformats.org/officeDocument/2006/relationships/slide" Target="slides/slide229.xml"/><Relationship Id="rId251" Type="http://schemas.openxmlformats.org/officeDocument/2006/relationships/slide" Target="slides/slide245.xml"/><Relationship Id="rId256" Type="http://schemas.openxmlformats.org/officeDocument/2006/relationships/slide" Target="slides/slide250.xml"/><Relationship Id="rId277" Type="http://schemas.openxmlformats.org/officeDocument/2006/relationships/slide" Target="slides/slide271.xml"/><Relationship Id="rId298" Type="http://schemas.openxmlformats.org/officeDocument/2006/relationships/notesMaster" Target="notesMasters/notesMaster1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158" Type="http://schemas.openxmlformats.org/officeDocument/2006/relationships/slide" Target="slides/slide152.xml"/><Relationship Id="rId272" Type="http://schemas.openxmlformats.org/officeDocument/2006/relationships/slide" Target="slides/slide266.xml"/><Relationship Id="rId293" Type="http://schemas.openxmlformats.org/officeDocument/2006/relationships/slide" Target="slides/slide287.xml"/><Relationship Id="rId302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3" Type="http://schemas.openxmlformats.org/officeDocument/2006/relationships/slide" Target="slides/slide147.xml"/><Relationship Id="rId174" Type="http://schemas.openxmlformats.org/officeDocument/2006/relationships/slide" Target="slides/slide168.xml"/><Relationship Id="rId179" Type="http://schemas.openxmlformats.org/officeDocument/2006/relationships/slide" Target="slides/slide173.xml"/><Relationship Id="rId195" Type="http://schemas.openxmlformats.org/officeDocument/2006/relationships/slide" Target="slides/slide189.xml"/><Relationship Id="rId209" Type="http://schemas.openxmlformats.org/officeDocument/2006/relationships/slide" Target="slides/slide203.xml"/><Relationship Id="rId190" Type="http://schemas.openxmlformats.org/officeDocument/2006/relationships/slide" Target="slides/slide184.xml"/><Relationship Id="rId204" Type="http://schemas.openxmlformats.org/officeDocument/2006/relationships/slide" Target="slides/slide198.xml"/><Relationship Id="rId220" Type="http://schemas.openxmlformats.org/officeDocument/2006/relationships/slide" Target="slides/slide214.xml"/><Relationship Id="rId225" Type="http://schemas.openxmlformats.org/officeDocument/2006/relationships/slide" Target="slides/slide219.xml"/><Relationship Id="rId241" Type="http://schemas.openxmlformats.org/officeDocument/2006/relationships/slide" Target="slides/slide235.xml"/><Relationship Id="rId246" Type="http://schemas.openxmlformats.org/officeDocument/2006/relationships/slide" Target="slides/slide240.xml"/><Relationship Id="rId267" Type="http://schemas.openxmlformats.org/officeDocument/2006/relationships/slide" Target="slides/slide261.xml"/><Relationship Id="rId288" Type="http://schemas.openxmlformats.org/officeDocument/2006/relationships/slide" Target="slides/slide282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262" Type="http://schemas.openxmlformats.org/officeDocument/2006/relationships/slide" Target="slides/slide256.xml"/><Relationship Id="rId283" Type="http://schemas.openxmlformats.org/officeDocument/2006/relationships/slide" Target="slides/slide277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slide" Target="slides/slide142.xml"/><Relationship Id="rId164" Type="http://schemas.openxmlformats.org/officeDocument/2006/relationships/slide" Target="slides/slide158.xml"/><Relationship Id="rId169" Type="http://schemas.openxmlformats.org/officeDocument/2006/relationships/slide" Target="slides/slide163.xml"/><Relationship Id="rId185" Type="http://schemas.openxmlformats.org/officeDocument/2006/relationships/slide" Target="slides/slide17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80" Type="http://schemas.openxmlformats.org/officeDocument/2006/relationships/slide" Target="slides/slide174.xml"/><Relationship Id="rId210" Type="http://schemas.openxmlformats.org/officeDocument/2006/relationships/slide" Target="slides/slide204.xml"/><Relationship Id="rId215" Type="http://schemas.openxmlformats.org/officeDocument/2006/relationships/slide" Target="slides/slide209.xml"/><Relationship Id="rId236" Type="http://schemas.openxmlformats.org/officeDocument/2006/relationships/slide" Target="slides/slide230.xml"/><Relationship Id="rId257" Type="http://schemas.openxmlformats.org/officeDocument/2006/relationships/slide" Target="slides/slide251.xml"/><Relationship Id="rId278" Type="http://schemas.openxmlformats.org/officeDocument/2006/relationships/slide" Target="slides/slide272.xml"/><Relationship Id="rId26" Type="http://schemas.openxmlformats.org/officeDocument/2006/relationships/slide" Target="slides/slide20.xml"/><Relationship Id="rId231" Type="http://schemas.openxmlformats.org/officeDocument/2006/relationships/slide" Target="slides/slide225.xml"/><Relationship Id="rId252" Type="http://schemas.openxmlformats.org/officeDocument/2006/relationships/slide" Target="slides/slide246.xml"/><Relationship Id="rId273" Type="http://schemas.openxmlformats.org/officeDocument/2006/relationships/slide" Target="slides/slide267.xml"/><Relationship Id="rId294" Type="http://schemas.openxmlformats.org/officeDocument/2006/relationships/slide" Target="slides/slide288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54" Type="http://schemas.openxmlformats.org/officeDocument/2006/relationships/slide" Target="slides/slide148.xml"/><Relationship Id="rId175" Type="http://schemas.openxmlformats.org/officeDocument/2006/relationships/slide" Target="slides/slide169.xml"/><Relationship Id="rId196" Type="http://schemas.openxmlformats.org/officeDocument/2006/relationships/slide" Target="slides/slide190.xml"/><Relationship Id="rId200" Type="http://schemas.openxmlformats.org/officeDocument/2006/relationships/slide" Target="slides/slide194.xml"/><Relationship Id="rId16" Type="http://schemas.openxmlformats.org/officeDocument/2006/relationships/slide" Target="slides/slide10.xml"/><Relationship Id="rId221" Type="http://schemas.openxmlformats.org/officeDocument/2006/relationships/slide" Target="slides/slide215.xml"/><Relationship Id="rId242" Type="http://schemas.openxmlformats.org/officeDocument/2006/relationships/slide" Target="slides/slide236.xml"/><Relationship Id="rId263" Type="http://schemas.openxmlformats.org/officeDocument/2006/relationships/slide" Target="slides/slide257.xml"/><Relationship Id="rId284" Type="http://schemas.openxmlformats.org/officeDocument/2006/relationships/slide" Target="slides/slide278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90" Type="http://schemas.openxmlformats.org/officeDocument/2006/relationships/slide" Target="slides/slide84.xml"/><Relationship Id="rId165" Type="http://schemas.openxmlformats.org/officeDocument/2006/relationships/slide" Target="slides/slide159.xml"/><Relationship Id="rId186" Type="http://schemas.openxmlformats.org/officeDocument/2006/relationships/slide" Target="slides/slide180.xml"/><Relationship Id="rId211" Type="http://schemas.openxmlformats.org/officeDocument/2006/relationships/slide" Target="slides/slide205.xml"/><Relationship Id="rId232" Type="http://schemas.openxmlformats.org/officeDocument/2006/relationships/slide" Target="slides/slide226.xml"/><Relationship Id="rId253" Type="http://schemas.openxmlformats.org/officeDocument/2006/relationships/slide" Target="slides/slide247.xml"/><Relationship Id="rId274" Type="http://schemas.openxmlformats.org/officeDocument/2006/relationships/slide" Target="slides/slide268.xml"/><Relationship Id="rId295" Type="http://schemas.openxmlformats.org/officeDocument/2006/relationships/slide" Target="slides/slide289.xml"/><Relationship Id="rId27" Type="http://schemas.openxmlformats.org/officeDocument/2006/relationships/slide" Target="slides/slide21.xml"/><Relationship Id="rId48" Type="http://schemas.openxmlformats.org/officeDocument/2006/relationships/slide" Target="slides/slide42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34" Type="http://schemas.openxmlformats.org/officeDocument/2006/relationships/slide" Target="slides/slide128.xml"/><Relationship Id="rId80" Type="http://schemas.openxmlformats.org/officeDocument/2006/relationships/slide" Target="slides/slide74.xml"/><Relationship Id="rId155" Type="http://schemas.openxmlformats.org/officeDocument/2006/relationships/slide" Target="slides/slide149.xml"/><Relationship Id="rId176" Type="http://schemas.openxmlformats.org/officeDocument/2006/relationships/slide" Target="slides/slide170.xml"/><Relationship Id="rId197" Type="http://schemas.openxmlformats.org/officeDocument/2006/relationships/slide" Target="slides/slide191.xml"/><Relationship Id="rId201" Type="http://schemas.openxmlformats.org/officeDocument/2006/relationships/slide" Target="slides/slide195.xml"/><Relationship Id="rId222" Type="http://schemas.openxmlformats.org/officeDocument/2006/relationships/slide" Target="slides/slide216.xml"/><Relationship Id="rId243" Type="http://schemas.openxmlformats.org/officeDocument/2006/relationships/slide" Target="slides/slide237.xml"/><Relationship Id="rId264" Type="http://schemas.openxmlformats.org/officeDocument/2006/relationships/slide" Target="slides/slide258.xml"/><Relationship Id="rId285" Type="http://schemas.openxmlformats.org/officeDocument/2006/relationships/slide" Target="slides/slide279.xml"/><Relationship Id="rId17" Type="http://schemas.openxmlformats.org/officeDocument/2006/relationships/slide" Target="slides/slide11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24" Type="http://schemas.openxmlformats.org/officeDocument/2006/relationships/slide" Target="slides/slide118.xml"/><Relationship Id="rId70" Type="http://schemas.openxmlformats.org/officeDocument/2006/relationships/slide" Target="slides/slide64.xml"/><Relationship Id="rId91" Type="http://schemas.openxmlformats.org/officeDocument/2006/relationships/slide" Target="slides/slide85.xml"/><Relationship Id="rId145" Type="http://schemas.openxmlformats.org/officeDocument/2006/relationships/slide" Target="slides/slide139.xml"/><Relationship Id="rId166" Type="http://schemas.openxmlformats.org/officeDocument/2006/relationships/slide" Target="slides/slide160.xml"/><Relationship Id="rId187" Type="http://schemas.openxmlformats.org/officeDocument/2006/relationships/slide" Target="slides/slide18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6.xml"/><Relationship Id="rId233" Type="http://schemas.openxmlformats.org/officeDocument/2006/relationships/slide" Target="slides/slide227.xml"/><Relationship Id="rId254" Type="http://schemas.openxmlformats.org/officeDocument/2006/relationships/slide" Target="slides/slide248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275" Type="http://schemas.openxmlformats.org/officeDocument/2006/relationships/slide" Target="slides/slide269.xml"/><Relationship Id="rId296" Type="http://schemas.openxmlformats.org/officeDocument/2006/relationships/slide" Target="slides/slide290.xml"/><Relationship Id="rId300" Type="http://schemas.openxmlformats.org/officeDocument/2006/relationships/presProps" Target="presProps.xml"/><Relationship Id="rId60" Type="http://schemas.openxmlformats.org/officeDocument/2006/relationships/slide" Target="slides/slide54.xml"/><Relationship Id="rId81" Type="http://schemas.openxmlformats.org/officeDocument/2006/relationships/slide" Target="slides/slide75.xml"/><Relationship Id="rId135" Type="http://schemas.openxmlformats.org/officeDocument/2006/relationships/slide" Target="slides/slide129.xml"/><Relationship Id="rId156" Type="http://schemas.openxmlformats.org/officeDocument/2006/relationships/slide" Target="slides/slide150.xml"/><Relationship Id="rId177" Type="http://schemas.openxmlformats.org/officeDocument/2006/relationships/slide" Target="slides/slide171.xml"/><Relationship Id="rId198" Type="http://schemas.openxmlformats.org/officeDocument/2006/relationships/slide" Target="slides/slide192.xml"/><Relationship Id="rId202" Type="http://schemas.openxmlformats.org/officeDocument/2006/relationships/slide" Target="slides/slide196.xml"/><Relationship Id="rId223" Type="http://schemas.openxmlformats.org/officeDocument/2006/relationships/slide" Target="slides/slide217.xml"/><Relationship Id="rId244" Type="http://schemas.openxmlformats.org/officeDocument/2006/relationships/slide" Target="slides/slide238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265" Type="http://schemas.openxmlformats.org/officeDocument/2006/relationships/slide" Target="slides/slide259.xml"/><Relationship Id="rId286" Type="http://schemas.openxmlformats.org/officeDocument/2006/relationships/slide" Target="slides/slide280.xml"/><Relationship Id="rId50" Type="http://schemas.openxmlformats.org/officeDocument/2006/relationships/slide" Target="slides/slide44.xml"/><Relationship Id="rId104" Type="http://schemas.openxmlformats.org/officeDocument/2006/relationships/slide" Target="slides/slide98.xml"/><Relationship Id="rId125" Type="http://schemas.openxmlformats.org/officeDocument/2006/relationships/slide" Target="slides/slide119.xml"/><Relationship Id="rId146" Type="http://schemas.openxmlformats.org/officeDocument/2006/relationships/slide" Target="slides/slide140.xml"/><Relationship Id="rId167" Type="http://schemas.openxmlformats.org/officeDocument/2006/relationships/slide" Target="slides/slide161.xml"/><Relationship Id="rId188" Type="http://schemas.openxmlformats.org/officeDocument/2006/relationships/slide" Target="slides/slide182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13" Type="http://schemas.openxmlformats.org/officeDocument/2006/relationships/slide" Target="slides/slide207.xml"/><Relationship Id="rId234" Type="http://schemas.openxmlformats.org/officeDocument/2006/relationships/slide" Target="slides/slide2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11/04/2019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11/04/2019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AFCE6-2794-4072-9B02-9131E56B3907}" type="slidenum">
              <a:rPr lang="pt-BR" smtClean="0"/>
              <a:t>290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5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26D2-01CF-4A1E-8F21-69C9D5064437}" type="datetime1">
              <a:rPr lang="en-US" smtClean="0"/>
              <a:t>4/11/2019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35CE-E74F-408F-BBE8-46BA919F4EA1}" type="datetime1">
              <a:rPr lang="en-US" smtClean="0"/>
              <a:t>4/11/2019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DB3A-8191-4CB2-8D44-725919351B0A}" type="datetime1">
              <a:rPr lang="en-US" smtClean="0"/>
              <a:t>4/11/2019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8960-FA20-4693-A0F9-F1BA6A5387EF}" type="datetime1">
              <a:rPr lang="en-US" smtClean="0"/>
              <a:t>4/11/2019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048A-2DD4-433F-A1B8-94AD01C5E802}" type="datetime1">
              <a:rPr lang="en-US" smtClean="0"/>
              <a:t>4/11/2019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F4B22F4D-54A3-4064-90AC-BF8620867796}" type="datetime1">
              <a:rPr lang="en-US" smtClean="0"/>
              <a:t>4/11/2019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4670" y="967807"/>
            <a:ext cx="8822055" cy="59247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49C056-62B9-4AD8-B468-EECF1CDA4D43}" type="datetime1">
              <a:rPr lang="en-US" smtClean="0"/>
              <a:t>4/11/2019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1096-83D1-421A-AD0B-BBF9767604A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534670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5112782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534670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5079365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4730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118494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712894" y="1763183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12894" y="4282017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0402C-4998-430B-94F1-DD3269B4914A}" type="datetime1">
              <a:rPr lang="en-US" smtClean="0"/>
              <a:t>4/11/2019</a:t>
            </a:fld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E9A4A-CA64-4DD6-B4DD-FC4F2BA2C0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74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1B93D-876C-4B5B-BBB8-35F80BB3CE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4A233-C3E6-4375-9FCF-16F5815F8A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3799A-74C1-49AD-8CDD-E8C5C49A1A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1DA87-C3E4-4A50-BE85-7458091DE3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A8E58-99F3-43D9-AC70-D3D4879C87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8E8D-52CC-4BB9-85F6-5EA06AE7B56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28FBB-760A-4A28-918C-49EB1D1BDC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3742D-14CF-43CF-B89F-08A21C7FB4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C80AE-1EA5-4714-AAAF-77A1A69EF4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45321-E977-4520-B200-C08FACE731B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91785-968A-49E7-92FD-6C9B8E0017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583D-A326-4FE5-B274-BA1E0CF1B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588A-B6A9-4652-93D4-7E672676A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C884A-CFAE-431A-9BA6-2E746B8EAA1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5EEA-FDF8-48EF-A074-F38FC2CFE4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76E42-816E-416F-888F-C76252F71A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B3BB9-CC7E-4E4A-B779-55E3C02FDC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B5D33-DA88-4AA8-8122-772BFC8B0E8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AE5D6-45F0-4084-8B70-0CBCF9784E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E02F9-C92A-4D68-BC82-99048AE6DAE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1A21-40C6-4112-AE2F-C1E4F795A0E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A2161-45EE-4D43-B259-245D33BD98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1A91-98EA-4BD4-90BE-7B165CC4CA9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AC68-6E4A-49EE-B1B6-8648C7E9E5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AE4D-43CC-4463-B43D-11F0CC21338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4/11/2019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1" r:id="rId7"/>
    <p:sldLayoutId id="2147483712" r:id="rId8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1D918-1BD7-41E6-8A0E-1A2FF59F163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9FFC-4343-4960-9A7A-46ABEA8393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F2AEC-1305-4EEE-A4C6-F57AE01007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40ABD-9CB4-47DF-BDF5-52C0B7BDFC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E672D-B3B0-4374-ADE5-E7E00CB42A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acaodescomplicada.wordpress.com/complementar/" TargetMode="External"/><Relationship Id="rId2" Type="http://schemas.openxmlformats.org/officeDocument/2006/relationships/hyperlink" Target="https://www.urionlinejudge.com.br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ites.google.com/site/laboratoriodealgoritmos/lpa-llpa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5.png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55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5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8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3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8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89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0.png"/><Relationship Id="rId4" Type="http://schemas.openxmlformats.org/officeDocument/2006/relationships/image" Target="../media/image92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7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5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7.png"/><Relationship Id="rId4" Type="http://schemas.openxmlformats.org/officeDocument/2006/relationships/image" Target="../media/image107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8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11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1.png"/><Relationship Id="rId4" Type="http://schemas.openxmlformats.org/officeDocument/2006/relationships/image" Target="../media/image82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9.png"/><Relationship Id="rId4" Type="http://schemas.openxmlformats.org/officeDocument/2006/relationships/image" Target="../media/image111.png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smtClean="0">
                <a:latin typeface="Arial"/>
                <a:cs typeface="Arial"/>
              </a:rPr>
              <a:t>samuel@cefetmg.br</a:t>
            </a:r>
            <a:endParaRPr lang="pt-BR" sz="1700" spc="5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Segunda 15:00 – 16:40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cs typeface="Calibri"/>
              </a:rPr>
              <a:t>Quinta 09:00 </a:t>
            </a:r>
            <a:r>
              <a:rPr lang="pt-BR" dirty="0">
                <a:cs typeface="Calibri"/>
              </a:rPr>
              <a:t>– </a:t>
            </a:r>
            <a:r>
              <a:rPr lang="pt-BR" dirty="0" smtClean="0">
                <a:cs typeface="Calibri"/>
              </a:rPr>
              <a:t>10:40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</a:t>
            </a:r>
            <a:endParaRPr lang="pt-BR" sz="2700" dirty="0" smtClean="0"/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Listas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Pilhas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Filas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Árvores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Grafos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endParaRPr lang="pt-BR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310022" y="2138952"/>
            <a:ext cx="7924831" cy="6476271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*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Transparências adaptadas. Originais por Charles Ornelas Almeida, Israel Guerra,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Nivio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Ziviani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André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Backers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Rodrigo Luís de Souza da Silva,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Alessandreia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Marta de Oliveira e João Paulo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Scoralick</a:t>
            </a:r>
            <a:endParaRPr lang="pt-BR" spc="5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 para lista de exercícios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3552394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</a:t>
            </a:r>
            <a:r>
              <a:rPr lang="pt-BR" sz="2800" dirty="0" smtClean="0">
                <a:hlinkClick r:id="rId2"/>
              </a:rPr>
              <a:t>www.urionlinejudge.com.br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https://programacaodescomplicada.wordpress.com/complementar</a:t>
            </a:r>
            <a:r>
              <a:rPr lang="pt-BR" sz="2800" dirty="0" smtClean="0">
                <a:hlinkClick r:id="rId3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4"/>
              </a:rPr>
              <a:t>https://</a:t>
            </a:r>
            <a:r>
              <a:rPr lang="pt-BR" sz="2800" dirty="0" smtClean="0">
                <a:hlinkClick r:id="rId4"/>
              </a:rPr>
              <a:t>sites.google.com/site/laboratoriodealgoritmos/lpa-llpa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795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 smtClean="0"/>
              <a:t>10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4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Variável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um </a:t>
            </a:r>
            <a:r>
              <a:rPr lang="pt-BR" b="1" i="1" dirty="0" smtClean="0"/>
              <a:t>valor</a:t>
            </a:r>
            <a:r>
              <a:rPr lang="pt-BR" dirty="0" smtClean="0"/>
              <a:t> que pode ser modificado pelo programa;</a:t>
            </a:r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r>
              <a:rPr lang="pt-BR" dirty="0" smtClean="0"/>
              <a:t>Ponteiro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o </a:t>
            </a:r>
            <a:r>
              <a:rPr lang="pt-BR" b="1" i="1" dirty="0" smtClean="0"/>
              <a:t>endereço de memória </a:t>
            </a:r>
            <a:r>
              <a:rPr lang="pt-BR" dirty="0" smtClean="0"/>
              <a:t>de uma outra variável.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Um ponteiro é uma variável como qualquer outra do programa – sua diferença é que ela não armazena um valor inteiro, real, caractere ou booleano.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Ela serve para armazenar endereços de memória (são valores inteiros sem sinal).</a:t>
            </a:r>
          </a:p>
        </p:txBody>
      </p:sp>
    </p:spTree>
    <p:extLst>
      <p:ext uri="{BB962C8B-B14F-4D97-AF65-F5344CB8AC3E}">
        <p14:creationId xmlns:p14="http://schemas.microsoft.com/office/powerpoint/2010/main" val="3753967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548037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Como qualquer variável, um ponteiro também possui um tipo 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É o </a:t>
            </a:r>
            <a:r>
              <a:rPr lang="pt-BR" b="1" i="1" dirty="0" smtClean="0"/>
              <a:t>asterisco</a:t>
            </a:r>
            <a:r>
              <a:rPr lang="pt-BR" dirty="0" smtClean="0"/>
              <a:t> (</a:t>
            </a:r>
            <a:r>
              <a:rPr lang="pt-BR" b="1" dirty="0" smtClean="0"/>
              <a:t>*</a:t>
            </a:r>
            <a:r>
              <a:rPr lang="pt-BR" dirty="0" smtClean="0"/>
              <a:t>) que informa ao compilador que aquela variável não vai guardar um valor mas sim um endereço para o tipo especificado.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757" y="4617881"/>
            <a:ext cx="2617655" cy="199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upo 2"/>
          <p:cNvGrpSpPr/>
          <p:nvPr/>
        </p:nvGrpSpPr>
        <p:grpSpPr>
          <a:xfrm>
            <a:off x="6032500" y="1652970"/>
            <a:ext cx="4589251" cy="1500805"/>
            <a:chOff x="4786314" y="1500174"/>
            <a:chExt cx="3924300" cy="13620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1500174"/>
              <a:ext cx="3924300" cy="136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" name="Retângulo 1"/>
            <p:cNvSpPr/>
            <p:nvPr/>
          </p:nvSpPr>
          <p:spPr>
            <a:xfrm>
              <a:off x="6619881" y="1772816"/>
              <a:ext cx="128583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5035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 smtClean="0"/>
              <a:t>Exemplos de declaração de variáveis e ponteiros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809" y="2518825"/>
            <a:ext cx="9601782" cy="40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840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Na linguagem C, quando declaramos </a:t>
            </a:r>
            <a:r>
              <a:rPr lang="pt-BR" dirty="0" smtClean="0"/>
              <a:t>um ponteiro </a:t>
            </a:r>
            <a:r>
              <a:rPr lang="pt-BR" dirty="0"/>
              <a:t>nós informamos ao compilador para que tipo de variável vamos apontá-lo. </a:t>
            </a:r>
          </a:p>
          <a:p>
            <a:pPr lvl="1"/>
            <a:r>
              <a:rPr lang="pt-BR" dirty="0"/>
              <a:t>Um ponteiro </a:t>
            </a:r>
            <a:r>
              <a:rPr lang="pt-BR" b="1" dirty="0" err="1"/>
              <a:t>int</a:t>
            </a:r>
            <a:r>
              <a:rPr lang="pt-BR" b="1" dirty="0"/>
              <a:t>*</a:t>
            </a:r>
            <a:r>
              <a:rPr lang="pt-BR" dirty="0"/>
              <a:t> aponta para um </a:t>
            </a:r>
            <a:r>
              <a:rPr lang="pt-BR" dirty="0" smtClean="0"/>
              <a:t>inteiro, isto é,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Esse ponteiro guarda </a:t>
            </a:r>
            <a:r>
              <a:rPr lang="pt-BR" dirty="0"/>
              <a:t>o endereço de memória onde se encontra </a:t>
            </a:r>
            <a:r>
              <a:rPr lang="pt-BR" dirty="0" smtClean="0"/>
              <a:t>armazenada uma </a:t>
            </a:r>
            <a:r>
              <a:rPr lang="pt-BR" dirty="0"/>
              <a:t>variável do tipo </a:t>
            </a:r>
            <a:r>
              <a:rPr lang="pt-BR" b="1" dirty="0" err="1"/>
              <a:t>int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4001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Ponteiros apontam para uma posição de memória.</a:t>
            </a:r>
          </a:p>
          <a:p>
            <a:pPr lvl="1" eaLnBrk="1" hangingPunct="1"/>
            <a:r>
              <a:rPr lang="pt-BR" b="1" dirty="0" smtClean="0"/>
              <a:t>Cuidado</a:t>
            </a:r>
            <a:r>
              <a:rPr lang="pt-BR" dirty="0" smtClean="0"/>
              <a:t>: Ponteiros não inicializados apontam para um lugar indefinido.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3567"/>
              </p:ext>
            </p:extLst>
          </p:nvPr>
        </p:nvGraphicFramePr>
        <p:xfrm>
          <a:off x="5792258" y="390139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????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Um ponteiro pode ter o valor especial NULL que é o endereço de nenhum lugar.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 = NULL;</a:t>
            </a:r>
          </a:p>
          <a:p>
            <a:pPr lvl="1" eaLnBrk="1" hangingPunct="1"/>
            <a:endParaRPr lang="pt-BR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4831"/>
              </p:ext>
            </p:extLst>
          </p:nvPr>
        </p:nvGraphicFramePr>
        <p:xfrm>
          <a:off x="5380141" y="453882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NULL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grpSp>
        <p:nvGrpSpPr>
          <p:cNvPr id="12" name="Grupo 11"/>
          <p:cNvGrpSpPr/>
          <p:nvPr/>
        </p:nvGrpSpPr>
        <p:grpSpPr>
          <a:xfrm>
            <a:off x="5519382" y="3313683"/>
            <a:ext cx="3091083" cy="2636922"/>
            <a:chOff x="5072066" y="2428868"/>
            <a:chExt cx="2643206" cy="2393173"/>
          </a:xfrm>
        </p:grpSpPr>
        <p:sp>
          <p:nvSpPr>
            <p:cNvPr id="6" name="Retângulo 5"/>
            <p:cNvSpPr/>
            <p:nvPr/>
          </p:nvSpPr>
          <p:spPr>
            <a:xfrm>
              <a:off x="5072066" y="2428868"/>
              <a:ext cx="2428892" cy="10001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/>
                <a:t>Nenhum lugar na memória</a:t>
              </a:r>
              <a:endParaRPr lang="pt-BR" b="1" dirty="0"/>
            </a:p>
          </p:txBody>
        </p:sp>
        <p:cxnSp>
          <p:nvCxnSpPr>
            <p:cNvPr id="8" name="Conector angulado 7"/>
            <p:cNvCxnSpPr>
              <a:endCxn id="6" idx="3"/>
            </p:cNvCxnSpPr>
            <p:nvPr/>
          </p:nvCxnSpPr>
          <p:spPr>
            <a:xfrm flipH="1" flipV="1">
              <a:off x="7500958" y="2928934"/>
              <a:ext cx="214314" cy="1893107"/>
            </a:xfrm>
            <a:prstGeom prst="bentConnector3">
              <a:avLst>
                <a:gd name="adj1" fmla="val -24888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264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4"/>
            <a:ext cx="9713172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Os ponteiros devem ser inicializados antes de serem usados.</a:t>
            </a:r>
          </a:p>
          <a:p>
            <a:r>
              <a:rPr lang="pt-BR" dirty="0" smtClean="0"/>
              <a:t>Assim, devemos apontar um ponteiro para um lugar conhecido</a:t>
            </a:r>
          </a:p>
          <a:p>
            <a:pPr lvl="1" eaLnBrk="1" hangingPunct="1"/>
            <a:r>
              <a:rPr lang="pt-BR" dirty="0" smtClean="0"/>
              <a:t>Podemos apontá-lo para uma variável que já exista no programa.</a:t>
            </a:r>
          </a:p>
        </p:txBody>
      </p:sp>
      <p:sp>
        <p:nvSpPr>
          <p:cNvPr id="2" name="Elipse 1"/>
          <p:cNvSpPr/>
          <p:nvPr/>
        </p:nvSpPr>
        <p:spPr>
          <a:xfrm>
            <a:off x="6576026" y="5703241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576026" y="6542852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16346"/>
              </p:ext>
            </p:extLst>
          </p:nvPr>
        </p:nvGraphicFramePr>
        <p:xfrm>
          <a:off x="3675845" y="4460109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4" name="Conector angulado 3"/>
          <p:cNvCxnSpPr>
            <a:stCxn id="2" idx="6"/>
            <a:endCxn id="7" idx="6"/>
          </p:cNvCxnSpPr>
          <p:nvPr/>
        </p:nvCxnSpPr>
        <p:spPr>
          <a:xfrm>
            <a:off x="6932472" y="5871163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368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232257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defRPr/>
            </a:pPr>
            <a:r>
              <a:rPr lang="pt-BR" dirty="0" smtClean="0"/>
              <a:t>O ponteiro armazena o endereço da variável para onde ele aponta. </a:t>
            </a:r>
          </a:p>
          <a:p>
            <a:pPr lvl="1" eaLnBrk="1" hangingPunct="1">
              <a:defRPr/>
            </a:pPr>
            <a:r>
              <a:rPr lang="pt-BR" sz="2300" dirty="0"/>
              <a:t>Para saber o endereço de memória de uma variável do nosso programa, usamos o operador </a:t>
            </a:r>
            <a:r>
              <a:rPr lang="pt-BR" sz="2300" b="1" dirty="0"/>
              <a:t>&amp;</a:t>
            </a:r>
            <a:r>
              <a:rPr lang="pt-BR" sz="2300" dirty="0"/>
              <a:t>. </a:t>
            </a:r>
          </a:p>
          <a:p>
            <a:pPr lvl="1">
              <a:defRPr/>
            </a:pPr>
            <a:r>
              <a:rPr lang="pt-BR" sz="2300" dirty="0"/>
              <a:t>Ao armazenar o endereço, o ponteiro estará apontando para aquela variável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34134" y="4541403"/>
            <a:ext cx="8298524" cy="2865173"/>
            <a:chOff x="1023938" y="3714752"/>
            <a:chExt cx="7096125" cy="2600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023938" y="3714752"/>
              <a:ext cx="7096125" cy="2600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1428728" y="5286388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Elipse 7"/>
          <p:cNvSpPr/>
          <p:nvPr/>
        </p:nvSpPr>
        <p:spPr>
          <a:xfrm>
            <a:off x="9583565" y="2659959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583565" y="3499570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6307"/>
              </p:ext>
            </p:extLst>
          </p:nvPr>
        </p:nvGraphicFramePr>
        <p:xfrm>
          <a:off x="6683384" y="1416827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11" name="Conector angulado 10"/>
          <p:cNvCxnSpPr>
            <a:stCxn id="8" idx="6"/>
            <a:endCxn id="9" idx="6"/>
          </p:cNvCxnSpPr>
          <p:nvPr/>
        </p:nvCxnSpPr>
        <p:spPr>
          <a:xfrm>
            <a:off x="9940012" y="2827881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48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Tendo um ponteiro armazenado um endereço de memória, como saber o valor guardado dentro dessa posição?</a:t>
            </a:r>
          </a:p>
        </p:txBody>
      </p:sp>
    </p:spTree>
    <p:extLst>
      <p:ext uri="{BB962C8B-B14F-4D97-AF65-F5344CB8AC3E}">
        <p14:creationId xmlns:p14="http://schemas.microsoft.com/office/powerpoint/2010/main" val="14857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711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40688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Para acessar o </a:t>
            </a:r>
            <a:r>
              <a:rPr lang="pt-BR" b="1" dirty="0" smtClean="0"/>
              <a:t>valor</a:t>
            </a:r>
            <a:r>
              <a:rPr lang="pt-BR" dirty="0" smtClean="0"/>
              <a:t> guardado dentro de uma posição na memória apontada por um ponteiro, basta usar o operador </a:t>
            </a:r>
            <a:r>
              <a:rPr lang="pt-BR" b="1" i="1" dirty="0" smtClean="0"/>
              <a:t>asterisco</a:t>
            </a:r>
            <a:r>
              <a:rPr lang="pt-BR" dirty="0" smtClean="0"/>
              <a:t> “*” na frente do nome do ponteiro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33952" y="3195796"/>
            <a:ext cx="9958229" cy="4282017"/>
            <a:chOff x="200054" y="2900386"/>
            <a:chExt cx="8515350" cy="38862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0054" y="2900386"/>
              <a:ext cx="85153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714348" y="5224186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36290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323340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b="1" dirty="0" smtClean="0"/>
              <a:t>*p</a:t>
            </a:r>
            <a:r>
              <a:rPr lang="pt-BR" dirty="0" smtClean="0"/>
              <a:t> :conteúdo da posição de memória apontado por </a:t>
            </a:r>
            <a:r>
              <a:rPr lang="pt-BR" b="1" dirty="0" smtClean="0"/>
              <a:t>p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b="1" dirty="0" smtClean="0"/>
              <a:t>&amp;c</a:t>
            </a:r>
            <a:r>
              <a:rPr lang="pt-BR" dirty="0" smtClean="0"/>
              <a:t>: o endereço na memória onde está armazenada a variável </a:t>
            </a:r>
            <a:r>
              <a:rPr lang="pt-BR" b="1" dirty="0" smtClean="0"/>
              <a:t>c</a:t>
            </a:r>
            <a:r>
              <a:rPr lang="pt-BR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52" y="3195796"/>
            <a:ext cx="9958229" cy="428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424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De modo geral, um ponteiro só pode receber o endereço de memória de uma variável do mesmo tipo do ponteiro</a:t>
            </a:r>
          </a:p>
          <a:p>
            <a:pPr lvl="1"/>
            <a:r>
              <a:rPr lang="pt-BR" dirty="0"/>
              <a:t>Isso ocorre porque diferentes tipos de variáveis ocupam espaços de memória de tamanhos diferentes</a:t>
            </a:r>
          </a:p>
          <a:p>
            <a:pPr lvl="1"/>
            <a:r>
              <a:rPr lang="pt-BR" dirty="0"/>
              <a:t>Na verdade, nós podemos atribuir a um ponteiro de inteiro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dirty="0"/>
              <a:t>) o endereço de uma variável do tipo </a:t>
            </a:r>
            <a:r>
              <a:rPr lang="pt-BR" b="1" dirty="0" err="1"/>
              <a:t>float</a:t>
            </a:r>
            <a:r>
              <a:rPr lang="pt-BR" dirty="0"/>
              <a:t>. No entanto, o compilador assume que qualquer endereço que esse ponteiro armazene obrigatoriamente apontará para uma variável do tipo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Isso gera problemas na interpretação dos valores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0526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762" y="1500805"/>
            <a:ext cx="9089390" cy="4554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386" name="Título 1"/>
          <p:cNvSpPr>
            <a:spLocks noGrp="1"/>
          </p:cNvSpPr>
          <p:nvPr>
            <p:ph type="ctrTitle"/>
          </p:nvPr>
        </p:nvSpPr>
        <p:spPr>
          <a:xfrm>
            <a:off x="802005" y="442580"/>
            <a:ext cx="9089390" cy="592470"/>
          </a:xfrm>
        </p:spPr>
        <p:txBody>
          <a:bodyPr/>
          <a:lstStyle/>
          <a:p>
            <a:r>
              <a:rPr lang="pt-BR" dirty="0" smtClean="0"/>
              <a:t>Utilização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b="8163"/>
          <a:stretch>
            <a:fillRect/>
          </a:stretch>
        </p:blipFill>
        <p:spPr bwMode="auto">
          <a:xfrm>
            <a:off x="584763" y="6081312"/>
            <a:ext cx="5536062" cy="14168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0347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Atribuição </a:t>
            </a:r>
          </a:p>
          <a:p>
            <a:pPr lvl="1" eaLnBrk="1" hangingPunct="1"/>
            <a:r>
              <a:rPr lang="pt-BR" dirty="0" smtClean="0"/>
              <a:t>p1 aponta para o mesmo lugar que p2;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3600" b="1" dirty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3600" b="1" dirty="0"/>
          </a:p>
          <a:p>
            <a:pPr lvl="1" eaLnBrk="1" hangingPunct="1"/>
            <a:endParaRPr lang="pt-BR" dirty="0" smtClean="0"/>
          </a:p>
          <a:p>
            <a:pPr lvl="1" eaLnBrk="1" hangingPunct="1"/>
            <a:r>
              <a:rPr lang="pt-BR" dirty="0" smtClean="0"/>
              <a:t>a variável apontada por p1 recebe o mesmo conteúdo da variável apontada por p2;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5700" y="2406650"/>
            <a:ext cx="4489000" cy="120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7770" y="5504726"/>
            <a:ext cx="4477861" cy="1815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6822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445837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pt-BR" dirty="0" smtClean="0"/>
              <a:t>Apenas duas operações aritméticas podem ser utilizadas com no endereço armazenado pelo ponteiro: adição e subtração</a:t>
            </a:r>
          </a:p>
          <a:p>
            <a:pPr>
              <a:lnSpc>
                <a:spcPct val="90000"/>
              </a:lnSpc>
              <a:defRPr/>
            </a:pPr>
            <a:r>
              <a:rPr lang="pt-BR" dirty="0" smtClean="0">
                <a:ea typeface="+mn-ea"/>
              </a:rPr>
              <a:t>podemos apenas somar e subtrair valores INTEIROS</a:t>
            </a:r>
            <a:endParaRPr lang="pt-BR" sz="2600" b="1" dirty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p++;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p--;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subtrai 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 = p+15;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+15 no endereço armazenado no ponteiro.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pt-BR" sz="2300" b="1" dirty="0"/>
          </a:p>
        </p:txBody>
      </p:sp>
    </p:spTree>
    <p:extLst>
      <p:ext uri="{BB962C8B-B14F-4D97-AF65-F5344CB8AC3E}">
        <p14:creationId xmlns:p14="http://schemas.microsoft.com/office/powerpoint/2010/main" val="1303228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5719863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pt-BR" dirty="0"/>
              <a:t>As operações de adição e subtração no endereço dependem do tipo de dado que o ponteiro aponta.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Considere um ponteiro para inteiro, </a:t>
            </a:r>
            <a:r>
              <a:rPr lang="pt-BR" dirty="0" err="1"/>
              <a:t>int</a:t>
            </a:r>
            <a:r>
              <a:rPr lang="pt-BR" dirty="0"/>
              <a:t> *. </a:t>
            </a:r>
            <a:endParaRPr lang="pt-BR" dirty="0" smtClean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O </a:t>
            </a:r>
            <a:r>
              <a:rPr lang="pt-BR" dirty="0"/>
              <a:t>tipo </a:t>
            </a:r>
            <a:r>
              <a:rPr lang="pt-BR" dirty="0" err="1"/>
              <a:t>int</a:t>
            </a:r>
            <a:r>
              <a:rPr lang="pt-BR" dirty="0"/>
              <a:t> ocupa um espaço de 4 bytes na memória.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Assim, nas operações de adição e subtração são adicionados/subtraídos 4 bytes por incremento/decremento, pois esse é o tamanho de um inteiro na memória e, portanto, é também o valor mínimo necessário para sair dessa posição reservada de memória</a:t>
            </a:r>
          </a:p>
          <a:p>
            <a:pPr>
              <a:lnSpc>
                <a:spcPct val="90000"/>
              </a:lnSpc>
              <a:defRPr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41720"/>
              </p:ext>
            </p:extLst>
          </p:nvPr>
        </p:nvGraphicFramePr>
        <p:xfrm>
          <a:off x="6505152" y="1259417"/>
          <a:ext cx="3603488" cy="5720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109"/>
                <a:gridCol w="1247236"/>
                <a:gridCol w="125314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a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b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c 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‘k’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129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d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‘s’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130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558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Ilegais com ponteiros</a:t>
            </a:r>
          </a:p>
          <a:p>
            <a:pPr lvl="1" eaLnBrk="1" hangingPunct="1"/>
            <a:r>
              <a:rPr lang="pt-BR" dirty="0" smtClean="0"/>
              <a:t>Dividir ou multiplicar ponteiros;</a:t>
            </a:r>
          </a:p>
          <a:p>
            <a:pPr lvl="1" eaLnBrk="1" hangingPunct="1"/>
            <a:r>
              <a:rPr lang="pt-BR" dirty="0" smtClean="0"/>
              <a:t>Somar o endereço de dois ponteiros;</a:t>
            </a:r>
          </a:p>
          <a:p>
            <a:pPr lvl="1" eaLnBrk="1" hangingPunct="1"/>
            <a:r>
              <a:rPr lang="pt-BR" dirty="0" smtClean="0"/>
              <a:t>Não se pode adicionar ou subtrair valores dos tipos </a:t>
            </a:r>
            <a:r>
              <a:rPr lang="pt-BR" b="1" dirty="0" err="1" smtClean="0"/>
              <a:t>float</a:t>
            </a:r>
            <a:r>
              <a:rPr lang="pt-BR" dirty="0" smtClean="0"/>
              <a:t> ou </a:t>
            </a:r>
            <a:r>
              <a:rPr lang="pt-BR" b="1" dirty="0" err="1" smtClean="0"/>
              <a:t>double</a:t>
            </a:r>
            <a:r>
              <a:rPr lang="pt-BR" dirty="0" smtClean="0"/>
              <a:t> de ponteiros.</a:t>
            </a:r>
          </a:p>
        </p:txBody>
      </p:sp>
    </p:spTree>
    <p:extLst>
      <p:ext uri="{BB962C8B-B14F-4D97-AF65-F5344CB8AC3E}">
        <p14:creationId xmlns:p14="http://schemas.microsoft.com/office/powerpoint/2010/main" val="1032220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Já sobre seu conteúdo apontado, valem todas as operações</a:t>
            </a:r>
          </a:p>
          <a:p>
            <a:pPr lvl="1" eaLnBrk="1" hangingPunct="1"/>
            <a:r>
              <a:rPr lang="pt-BR" dirty="0" smtClean="0"/>
              <a:t>(*p)++; </a:t>
            </a:r>
          </a:p>
          <a:p>
            <a:pPr lvl="2"/>
            <a:r>
              <a:rPr lang="pt-BR" dirty="0" smtClean="0"/>
              <a:t>incrementar o conteúdo da variável apontada pelo ponteiro p;</a:t>
            </a:r>
          </a:p>
          <a:p>
            <a:pPr lvl="1" eaLnBrk="1" hangingPunct="1"/>
            <a:r>
              <a:rPr lang="pt-BR" dirty="0" smtClean="0"/>
              <a:t>*p = (*p) * 10; </a:t>
            </a:r>
          </a:p>
          <a:p>
            <a:pPr lvl="2"/>
            <a:r>
              <a:rPr lang="pt-BR" dirty="0" smtClean="0"/>
              <a:t>multiplica o conteúdo da variável apontada pelo ponteiro p por 10;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54" y="4815547"/>
            <a:ext cx="2428293" cy="205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32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relacionais</a:t>
            </a:r>
          </a:p>
          <a:p>
            <a:pPr lvl="1" eaLnBrk="1" hangingPunct="1"/>
            <a:r>
              <a:rPr lang="pt-BR" b="1" dirty="0" smtClean="0"/>
              <a:t>==</a:t>
            </a:r>
            <a:r>
              <a:rPr lang="pt-BR" dirty="0" smtClean="0"/>
              <a:t> e </a:t>
            </a:r>
            <a:r>
              <a:rPr lang="pt-BR" b="1" dirty="0" smtClean="0"/>
              <a:t>!=</a:t>
            </a:r>
            <a:r>
              <a:rPr lang="pt-BR" dirty="0" smtClean="0"/>
              <a:t> para saber se dois ponteiros são iguais ou diferentes. </a:t>
            </a:r>
          </a:p>
          <a:p>
            <a:pPr lvl="1"/>
            <a:r>
              <a:rPr lang="pt-BR" b="1" dirty="0" smtClean="0"/>
              <a:t>&gt;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dirty="0" smtClean="0"/>
              <a:t>, </a:t>
            </a:r>
            <a:r>
              <a:rPr lang="pt-BR" b="1" dirty="0" smtClean="0"/>
              <a:t>&gt;=</a:t>
            </a:r>
            <a:r>
              <a:rPr lang="pt-BR" dirty="0" smtClean="0"/>
              <a:t> e </a:t>
            </a:r>
            <a:r>
              <a:rPr lang="pt-BR" b="1" dirty="0" smtClean="0"/>
              <a:t>&lt;=</a:t>
            </a:r>
            <a:r>
              <a:rPr lang="pt-BR" dirty="0" smtClean="0"/>
              <a:t> para saber qual ponteiro aponta para uma posição mais alta na memória.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4251" y="4103624"/>
            <a:ext cx="6404901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1022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Normalmente, um ponteiro aponta para um tipo específico de dado.</a:t>
            </a:r>
          </a:p>
          <a:p>
            <a:pPr lvl="1" eaLnBrk="1" hangingPunct="1"/>
            <a:r>
              <a:rPr lang="pt-BR" dirty="0" smtClean="0"/>
              <a:t>Um ponteiro genérico é um ponteiro que pode apontar para qualquer tipo de dado.</a:t>
            </a:r>
          </a:p>
          <a:p>
            <a:pPr eaLnBrk="1" hangingPunct="1"/>
            <a:r>
              <a:rPr lang="pt-BR" dirty="0" smtClean="0"/>
              <a:t>Declaração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844" y="3930434"/>
            <a:ext cx="3263715" cy="398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2015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391" y="2550342"/>
            <a:ext cx="8632693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Exemplos</a:t>
            </a:r>
          </a:p>
        </p:txBody>
      </p:sp>
    </p:spTree>
    <p:extLst>
      <p:ext uri="{BB962C8B-B14F-4D97-AF65-F5344CB8AC3E}">
        <p14:creationId xmlns:p14="http://schemas.microsoft.com/office/powerpoint/2010/main" val="63684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Para acessar o </a:t>
            </a:r>
            <a:r>
              <a:rPr lang="pt-BR" b="1" dirty="0"/>
              <a:t>conteúdo</a:t>
            </a:r>
            <a:r>
              <a:rPr lang="pt-BR" dirty="0"/>
              <a:t> de um ponteiro genérico é preciso antes convertê-lo para o tipo de ponteiro com o qual se deseja </a:t>
            </a:r>
            <a:r>
              <a:rPr lang="pt-BR" dirty="0" smtClean="0"/>
              <a:t>trabalhar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Isso é feito vai </a:t>
            </a:r>
            <a:r>
              <a:rPr lang="pt-BR" b="1" i="1" dirty="0" err="1" smtClean="0"/>
              <a:t>type</a:t>
            </a:r>
            <a:r>
              <a:rPr lang="pt-BR" b="1" i="1" dirty="0" smtClean="0"/>
              <a:t> </a:t>
            </a:r>
            <a:r>
              <a:rPr lang="pt-BR" b="1" i="1" dirty="0" err="1"/>
              <a:t>cast</a:t>
            </a:r>
            <a:endParaRPr lang="pt-BR" b="1" i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4273" y="3416194"/>
            <a:ext cx="8164856" cy="4061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8126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Ponteiros e </a:t>
            </a:r>
            <a:r>
              <a:rPr lang="pt-BR" dirty="0" err="1"/>
              <a:t>arrays</a:t>
            </a:r>
            <a:r>
              <a:rPr lang="pt-BR" dirty="0"/>
              <a:t> possuem uma ligação muito forte.</a:t>
            </a:r>
          </a:p>
          <a:p>
            <a:pPr lvl="1"/>
            <a:r>
              <a:rPr lang="pt-BR" dirty="0" err="1"/>
              <a:t>Arrays</a:t>
            </a:r>
            <a:r>
              <a:rPr lang="pt-BR" dirty="0"/>
              <a:t> são agrupamentos de dados do mesmo tipo na memória.</a:t>
            </a:r>
          </a:p>
          <a:p>
            <a:pPr lvl="1"/>
            <a:r>
              <a:rPr lang="pt-BR" dirty="0"/>
              <a:t>Quando declaramos um </a:t>
            </a:r>
            <a:r>
              <a:rPr lang="pt-BR" dirty="0" err="1"/>
              <a:t>array</a:t>
            </a:r>
            <a:r>
              <a:rPr lang="pt-BR" dirty="0"/>
              <a:t>, informamos ao computador para reservar uma certa quantidade de memória a fim de armazenar os elementos do </a:t>
            </a:r>
            <a:r>
              <a:rPr lang="pt-BR" dirty="0" err="1"/>
              <a:t>array</a:t>
            </a:r>
            <a:r>
              <a:rPr lang="pt-BR" dirty="0"/>
              <a:t> de forma </a:t>
            </a:r>
            <a:r>
              <a:rPr lang="pt-BR" dirty="0" err="1" smtClean="0"/>
              <a:t>sequencial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Como resultado dessa operação, o computador nos devolve um ponteiro que aponta para o começo dessa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  <a:r>
              <a:rPr lang="pt-BR" dirty="0"/>
              <a:t>de bytes na memória.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0410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4" y="1763184"/>
            <a:ext cx="5524923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 nome do </a:t>
            </a:r>
            <a:r>
              <a:rPr lang="pt-BR" dirty="0" err="1" smtClean="0"/>
              <a:t>array</a:t>
            </a:r>
            <a:r>
              <a:rPr lang="pt-BR" dirty="0" smtClean="0"/>
              <a:t> (sem índice) é apenas um ponteiro que aponta para o primeiro elemento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61421"/>
              </p:ext>
            </p:extLst>
          </p:nvPr>
        </p:nvGraphicFramePr>
        <p:xfrm>
          <a:off x="6505152" y="1259416"/>
          <a:ext cx="3475355" cy="4903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202917"/>
                <a:gridCol w="120855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vet</a:t>
                      </a:r>
                      <a:r>
                        <a:rPr lang="pt-BR" sz="1800" dirty="0" smtClean="0"/>
                        <a:t>[5]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3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4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5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7" name="Conector angulado 6"/>
          <p:cNvCxnSpPr/>
          <p:nvPr/>
        </p:nvCxnSpPr>
        <p:spPr>
          <a:xfrm>
            <a:off x="9695112" y="3139960"/>
            <a:ext cx="1857" cy="75565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9561" y="3620822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4114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713172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700" dirty="0"/>
              <a:t>Os colchetes </a:t>
            </a:r>
            <a:r>
              <a:rPr lang="pt-BR" sz="2700" b="1" dirty="0"/>
              <a:t>[ ]</a:t>
            </a:r>
            <a:r>
              <a:rPr lang="pt-BR" sz="2700" dirty="0"/>
              <a:t> substituem o uso conjunto de operações aritméticas e de acesso ao conteúdo (operador “*”) no acesso ao conteúdo de uma posição de um </a:t>
            </a:r>
            <a:r>
              <a:rPr lang="pt-BR" sz="2700" dirty="0" err="1"/>
              <a:t>array</a:t>
            </a:r>
            <a:r>
              <a:rPr lang="pt-BR" sz="2700" dirty="0"/>
              <a:t> ou ponteiro.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O valor entre colchetes é o deslocamento a partir da posição inicial do </a:t>
            </a:r>
            <a:r>
              <a:rPr lang="pt-BR" sz="2300" dirty="0" err="1"/>
              <a:t>array</a:t>
            </a:r>
            <a:r>
              <a:rPr lang="pt-BR" sz="2300" dirty="0"/>
              <a:t>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Nesse caso, </a:t>
            </a:r>
            <a:r>
              <a:rPr lang="pt-BR" sz="2300" b="1" dirty="0"/>
              <a:t>p[2]</a:t>
            </a:r>
            <a:r>
              <a:rPr lang="pt-BR" sz="2300" dirty="0"/>
              <a:t> equivale a </a:t>
            </a:r>
            <a:r>
              <a:rPr lang="pt-BR" sz="2300" b="1" dirty="0"/>
              <a:t>*(p+2)</a:t>
            </a:r>
            <a:r>
              <a:rPr lang="pt-BR" sz="2300" dirty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pt-BR" sz="27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700" dirty="0"/>
              <a:t>	</a:t>
            </a:r>
            <a:endParaRPr lang="pt-BR" sz="23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934" y="4565391"/>
            <a:ext cx="8543581" cy="2602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9732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Nesse exemplo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Temos que: </a:t>
            </a:r>
          </a:p>
          <a:p>
            <a:pPr lvl="1" eaLnBrk="1" hangingPunct="1"/>
            <a:r>
              <a:rPr lang="pt-BR" b="1" dirty="0" smtClean="0"/>
              <a:t>*p</a:t>
            </a:r>
            <a:r>
              <a:rPr lang="pt-BR" dirty="0" smtClean="0"/>
              <a:t> é equivalente a 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*(p+índice)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dirty="0" smtClean="0"/>
              <a:t> é equivalente a </a:t>
            </a:r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(</a:t>
            </a:r>
            <a:r>
              <a:rPr lang="pt-BR" b="1" dirty="0" err="1" smtClean="0"/>
              <a:t>vet</a:t>
            </a:r>
            <a:r>
              <a:rPr lang="pt-BR" b="1" dirty="0" smtClean="0"/>
              <a:t> + índice)</a:t>
            </a:r>
            <a:r>
              <a:rPr lang="pt-BR" dirty="0" smtClean="0"/>
              <a:t>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1675" y="2261701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54076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Ponteiros e Arrays</a:t>
            </a:r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1203296" y="2603500"/>
            <a:ext cx="2940109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719990" y="2603500"/>
            <a:ext cx="3063420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ço Reservado para Texto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011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err="1" smtClean="0"/>
              <a:t>Arrays</a:t>
            </a:r>
            <a:r>
              <a:rPr lang="pt-BR" dirty="0" smtClean="0"/>
              <a:t> Multidimensionais</a:t>
            </a:r>
          </a:p>
          <a:p>
            <a:pPr lvl="1" eaLnBrk="1" hangingPunct="1"/>
            <a:r>
              <a:rPr lang="pt-BR" dirty="0" smtClean="0"/>
              <a:t>Apesar de terem mais de uma dimensão, na memória os dados são armazenados linearmente. </a:t>
            </a:r>
          </a:p>
          <a:p>
            <a:pPr lvl="1" eaLnBrk="1" hangingPunct="1"/>
            <a:r>
              <a:rPr lang="pt-BR" dirty="0" smtClean="0"/>
              <a:t>Ex.: </a:t>
            </a:r>
          </a:p>
          <a:p>
            <a:pPr lvl="1" eaLnBrk="1" hangingPunct="1"/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 smtClean="0"/>
              <a:t>mat</a:t>
            </a:r>
            <a:r>
              <a:rPr lang="pt-BR" dirty="0" smtClean="0"/>
              <a:t>[5][5];</a:t>
            </a:r>
          </a:p>
          <a:p>
            <a:pPr eaLnBrk="1" hangingPunct="1"/>
            <a:endParaRPr lang="pt-BR" dirty="0" smtClean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grpSp>
        <p:nvGrpSpPr>
          <p:cNvPr id="66" name="Grupo 65"/>
          <p:cNvGrpSpPr/>
          <p:nvPr/>
        </p:nvGrpSpPr>
        <p:grpSpPr>
          <a:xfrm>
            <a:off x="3831802" y="3984680"/>
            <a:ext cx="3118908" cy="2316181"/>
            <a:chOff x="3276600" y="3048000"/>
            <a:chExt cx="2667000" cy="2102080"/>
          </a:xfrm>
        </p:grpSpPr>
        <p:grpSp>
          <p:nvGrpSpPr>
            <p:cNvPr id="67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69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95" name="Grupo 2"/>
          <p:cNvGrpSpPr/>
          <p:nvPr/>
        </p:nvGrpSpPr>
        <p:grpSpPr>
          <a:xfrm>
            <a:off x="356447" y="6503513"/>
            <a:ext cx="9178502" cy="659444"/>
            <a:chOff x="381000" y="5334000"/>
            <a:chExt cx="7848600" cy="598487"/>
          </a:xfrm>
        </p:grpSpPr>
        <p:grpSp>
          <p:nvGrpSpPr>
            <p:cNvPr id="96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03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98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99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101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102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097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780208" y="4097337"/>
            <a:ext cx="3786284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545447" y="4097337"/>
            <a:ext cx="3412507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"/>
          </p:nvPr>
        </p:nvSpPr>
        <p:spPr>
          <a:xfrm>
            <a:off x="534670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"/>
          </p:nvPr>
        </p:nvSpPr>
        <p:spPr>
          <a:xfrm>
            <a:off x="5079365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534670" y="1763183"/>
            <a:ext cx="9624060" cy="117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278" tIns="52139" rIns="104278" bIns="52139"/>
          <a:lstStyle/>
          <a:p>
            <a:pPr marL="391043" indent="-391043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</a:pPr>
            <a:r>
              <a:rPr lang="pt-BR" sz="2300" dirty="0"/>
              <a:t>Pode-se então percorrer as várias dimensões do </a:t>
            </a:r>
            <a:r>
              <a:rPr lang="pt-BR" sz="2300" dirty="0" err="1"/>
              <a:t>array</a:t>
            </a:r>
            <a:r>
              <a:rPr lang="pt-BR" sz="2300" dirty="0"/>
              <a:t> como se existisse apenas uma dimensão. As dimensões mais a direita mudam mais rápido</a:t>
            </a:r>
          </a:p>
        </p:txBody>
      </p:sp>
    </p:spTree>
    <p:extLst>
      <p:ext uri="{BB962C8B-B14F-4D97-AF65-F5344CB8AC3E}">
        <p14:creationId xmlns:p14="http://schemas.microsoft.com/office/powerpoint/2010/main" val="3845451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065172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 smtClean="0"/>
              <a:t>Existem duas abordagens para acessar o conteúdo de um ponteiro para uma </a:t>
            </a:r>
            <a:r>
              <a:rPr lang="pt-BR" dirty="0" err="1" smtClean="0"/>
              <a:t>struct</a:t>
            </a: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Abordagem 1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Devemos acessar o conteúdo do ponteiro para </a:t>
            </a:r>
            <a:r>
              <a:rPr lang="pt-BR" dirty="0" err="1" smtClean="0"/>
              <a:t>struct</a:t>
            </a:r>
            <a:r>
              <a:rPr lang="pt-BR" dirty="0" smtClean="0"/>
              <a:t> para somente depois acessar os seus campos e modificá-los.</a:t>
            </a:r>
          </a:p>
          <a:p>
            <a:pPr>
              <a:lnSpc>
                <a:spcPct val="90000"/>
              </a:lnSpc>
            </a:pPr>
            <a:r>
              <a:rPr lang="pt-BR" dirty="0" smtClean="0"/>
              <a:t>Abordagem 2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Podemos usar o </a:t>
            </a:r>
            <a:r>
              <a:rPr lang="pt-BR" b="1" i="1" dirty="0" smtClean="0"/>
              <a:t>operador seta </a:t>
            </a:r>
            <a:r>
              <a:rPr lang="pt-BR" i="1" dirty="0" smtClean="0"/>
              <a:t>“</a:t>
            </a:r>
            <a:r>
              <a:rPr lang="pt-BR" b="1" i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pt-BR" i="1" dirty="0" smtClean="0"/>
              <a:t>”</a:t>
            </a:r>
            <a:endParaRPr lang="pt-BR" dirty="0" smtClean="0"/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ponteiro-&gt;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nome_campo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7555" y="2597539"/>
            <a:ext cx="2673350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121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A linguagem C permite criar ponteiros com diferentes níveis de apontamento.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possível criar um ponteiro que aponte para outro ponteiro, criando assim vários níveis de apontamento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Assim, um ponteiro poderá apontar para outro ponteiro, que, por sua vez, aponta para outro ponteiro, que aponta para um terceiro ponteiro e assim por diante.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3960063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>
              <a:lnSpc>
                <a:spcPct val="90000"/>
              </a:lnSpc>
            </a:pPr>
            <a:r>
              <a:rPr lang="pt-BR" dirty="0"/>
              <a:t>Um ponteiro para um ponteiro é como se você anotasse o endereço de um papel que tem o endereço da casa do seu amigo.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Podemos </a:t>
            </a:r>
            <a:r>
              <a:rPr lang="pt-BR" dirty="0"/>
              <a:t>declarar um ponteiro para um ponteiro com a seguinte </a:t>
            </a:r>
            <a:r>
              <a:rPr lang="pt-BR" dirty="0" smtClean="0"/>
              <a:t>notação</a:t>
            </a:r>
          </a:p>
          <a:p>
            <a:pPr lvl="1">
              <a:lnSpc>
                <a:spcPct val="90000"/>
              </a:lnSpc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tipo_ponteiro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**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Acesso ao conteúdo</a:t>
            </a:r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**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/>
              <a:t> </a:t>
            </a:r>
            <a:r>
              <a:rPr lang="pt-BR" dirty="0"/>
              <a:t>é o conteúdo final da variável apontada; </a:t>
            </a:r>
          </a:p>
          <a:p>
            <a:pPr lvl="1">
              <a:lnSpc>
                <a:spcPct val="90000"/>
              </a:lnSpc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/>
              <a:t>é o conteúdo do ponteiro intermediário.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1184031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591" y="2177748"/>
            <a:ext cx="5823781" cy="2545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890" name="Título 1"/>
          <p:cNvSpPr>
            <a:spLocks noGrp="1"/>
          </p:cNvSpPr>
          <p:nvPr>
            <p:ph type="ctrTitle"/>
          </p:nvPr>
        </p:nvSpPr>
        <p:spPr>
          <a:xfrm>
            <a:off x="802005" y="806450"/>
            <a:ext cx="9089390" cy="653476"/>
          </a:xfrm>
        </p:spPr>
        <p:txBody>
          <a:bodyPr/>
          <a:lstStyle/>
          <a:p>
            <a:r>
              <a:rPr lang="pt-BR" dirty="0" smtClean="0"/>
              <a:t>Ponteiro para ponteiro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84302"/>
              </p:ext>
            </p:extLst>
          </p:nvPr>
        </p:nvGraphicFramePr>
        <p:xfrm>
          <a:off x="6015042" y="2825666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baseline="0" dirty="0" smtClean="0"/>
                        <a:t> x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6193266" y="5092616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/>
          <p:nvPr/>
        </p:nvCxnSpPr>
        <p:spPr>
          <a:xfrm>
            <a:off x="10114179" y="5848266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69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É a quantidade de asteriscos (*) na declaração do ponteiro que indica o número de níveis de apontamento que ele possui.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6186" y="3227251"/>
            <a:ext cx="9301030" cy="235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7124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592470"/>
          </a:xfrm>
        </p:spPr>
        <p:txBody>
          <a:bodyPr/>
          <a:lstStyle/>
          <a:p>
            <a:r>
              <a:rPr lang="pt-BR" dirty="0"/>
              <a:t>Ponteiro para ponteiro</a:t>
            </a:r>
            <a:endParaRPr lang="pt-BR" dirty="0" smtClean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2894" y="1763184"/>
            <a:ext cx="9267613" cy="415498"/>
          </a:xfrm>
        </p:spPr>
        <p:txBody>
          <a:bodyPr/>
          <a:lstStyle/>
          <a:p>
            <a:pPr eaLnBrk="1" hangingPunct="1"/>
            <a:r>
              <a:rPr lang="pt-BR" sz="2700" dirty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34" y="3232503"/>
            <a:ext cx="2818156" cy="2392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59279"/>
              </p:ext>
            </p:extLst>
          </p:nvPr>
        </p:nvGraphicFramePr>
        <p:xfrm>
          <a:off x="4722918" y="2474054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***p3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letra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‘a’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8822055" y="39853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4901142" y="4741004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8822055" y="54966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8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30450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11450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476825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863850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232481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906710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5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 err="1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 err="1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50" spc="-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50" dirty="0" smtClean="0">
                <a:solidFill>
                  <a:prstClr val="black"/>
                </a:solidFill>
                <a:latin typeface="Arial"/>
                <a:cs typeface="Arial"/>
              </a:rPr>
              <a:t>0,1 ou 2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 err="1" smtClean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 err="1" smtClean="0">
                <a:solidFill>
                  <a:prstClr val="black"/>
                </a:solidFill>
                <a:latin typeface="Arial"/>
                <a:cs typeface="Arial"/>
              </a:rPr>
              <a:t>ões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dirty="0" smtClean="0">
                <a:solidFill>
                  <a:prstClr val="black"/>
                </a:solidFill>
                <a:latin typeface="Arial"/>
                <a:cs typeface="Arial"/>
              </a:rPr>
              <a:t>respostas 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) 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ois 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cada cartão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lang="pt-BR"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3397250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5378450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Apesar de terem o comportamento de estruturas com mais de uma dimensão, na memória os dados são armazenados linearmente:</a:t>
            </a:r>
          </a:p>
          <a:p>
            <a:pPr marL="800100" lvl="1" indent="-342900" eaLnBrk="1" hangingPunct="1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mat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[5][5];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3831802" y="3358446"/>
            <a:ext cx="3118908" cy="2316181"/>
            <a:chOff x="3276600" y="3048000"/>
            <a:chExt cx="2667000" cy="2102080"/>
          </a:xfrm>
        </p:grpSpPr>
        <p:grpSp>
          <p:nvGrpSpPr>
            <p:cNvPr id="27686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689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2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3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4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5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6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7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8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0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1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2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3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4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5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6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7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8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9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0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1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2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3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7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27688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356447" y="5877278"/>
            <a:ext cx="9178502" cy="659444"/>
            <a:chOff x="381000" y="5334000"/>
            <a:chExt cx="7848600" cy="598487"/>
          </a:xfrm>
        </p:grpSpPr>
        <p:grpSp>
          <p:nvGrpSpPr>
            <p:cNvPr id="27654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661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2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3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4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4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5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6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7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8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9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0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1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2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55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27656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27657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27658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27659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27660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sp>
        <p:nvSpPr>
          <p:cNvPr id="67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: </a:t>
            </a:r>
            <a:r>
              <a:rPr lang="pt-BR" b="0" i="1" dirty="0" smtClean="0"/>
              <a:t>representação</a:t>
            </a:r>
            <a:endParaRPr lang="pt-BR" b="0" i="1" spc="-5" dirty="0"/>
          </a:p>
        </p:txBody>
      </p:sp>
    </p:spTree>
    <p:extLst>
      <p:ext uri="{BB962C8B-B14F-4D97-AF65-F5344CB8AC3E}">
        <p14:creationId xmlns:p14="http://schemas.microsoft.com/office/powerpoint/2010/main" val="36011736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marL="342900" indent="-342900" eaLnBrk="1" hangingPunct="1">
              <a:buFont typeface="Arial" pitchFamily="34" charset="0"/>
              <a:buChar char="•"/>
            </a:pP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array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N-dimensional funciona basicamente como outros tipos de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array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. Basta lembrar que o índice que varia mais rapidamente é o índice mais à direita.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vet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1 dimensão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float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mat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2 dimensões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double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cub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3 dimensões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X[5][5][5][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4 dimensões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: </a:t>
            </a:r>
            <a:r>
              <a:rPr lang="pt-BR" b="0" i="1" dirty="0" smtClean="0"/>
              <a:t>representação</a:t>
            </a:r>
            <a:endParaRPr lang="pt-BR" b="0" i="1" spc="-5" dirty="0"/>
          </a:p>
        </p:txBody>
      </p:sp>
    </p:spTree>
    <p:extLst>
      <p:ext uri="{BB962C8B-B14F-4D97-AF65-F5344CB8AC3E}">
        <p14:creationId xmlns:p14="http://schemas.microsoft.com/office/powerpoint/2010/main" val="31234490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 especiais</a:t>
            </a:r>
            <a:endParaRPr lang="pt-BR" b="0" i="1" spc="-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6" y="1949450"/>
            <a:ext cx="644842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98070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 especiais</a:t>
            </a:r>
            <a:endParaRPr lang="pt-BR" b="0" i="1" spc="-5" dirty="0"/>
          </a:p>
        </p:txBody>
      </p:sp>
      <p:sp>
        <p:nvSpPr>
          <p:cNvPr id="2" name="CaixaDeTexto 1"/>
          <p:cNvSpPr txBox="1"/>
          <p:nvPr/>
        </p:nvSpPr>
        <p:spPr>
          <a:xfrm>
            <a:off x="1689100" y="1492250"/>
            <a:ext cx="7924800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Quadradas: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Diagonal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diferente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Tridiagonal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| i-j | &gt; </a:t>
            </a: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lang="pt-BR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Triangular 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Inferior</a:t>
            </a: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&lt;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Triangular Superior</a:t>
            </a: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&gt;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Simetrica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M(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j,i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para todo i, j</a:t>
            </a:r>
          </a:p>
        </p:txBody>
      </p:sp>
    </p:spTree>
    <p:extLst>
      <p:ext uri="{BB962C8B-B14F-4D97-AF65-F5344CB8AC3E}">
        <p14:creationId xmlns:p14="http://schemas.microsoft.com/office/powerpoint/2010/main" val="17074255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104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99812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99812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9647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9647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 dirty="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 dirty="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 dirty="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435412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435412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418584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4793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4793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437809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 err="1" smtClean="0">
                <a:latin typeface="Courier New"/>
                <a:cs typeface="Courier New"/>
              </a:rPr>
              <a:t>dia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716580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lang="pt-BR" sz="2400" spc="-11" dirty="0" smtClean="0">
                <a:latin typeface="Arial"/>
                <a:cs typeface="Arial"/>
              </a:rPr>
              <a:t>Quando o ponteiro para uma estrutura é passado como parâmetro a forma de acesso muda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494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1302029"/>
            <a:r>
              <a:rPr sz="2300" b="1" spc="-6" dirty="0" smtClean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 dirty="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lang="pt-BR" sz="2300" spc="-6" dirty="0">
                <a:latin typeface="Courier New"/>
                <a:cs typeface="Courier New"/>
              </a:rPr>
              <a:t>S</a:t>
            </a:r>
            <a:r>
              <a:rPr sz="2300" spc="-6" dirty="0" err="1">
                <a:latin typeface="Courier New"/>
                <a:cs typeface="Courier New"/>
              </a:rPr>
              <a:t>canf</a:t>
            </a:r>
            <a:r>
              <a:rPr lang="pt-BR" sz="2300" spc="-6" dirty="0">
                <a:latin typeface="Courier New"/>
                <a:cs typeface="Courier New"/>
              </a:rPr>
              <a:t> </a:t>
            </a:r>
            <a:r>
              <a:rPr sz="2300" spc="-86" dirty="0" smtClean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 smtClean="0">
                <a:solidFill>
                  <a:srgbClr val="0000FF"/>
                </a:solidFill>
                <a:latin typeface="Courier New"/>
                <a:cs typeface="Courier New"/>
              </a:rPr>
              <a:t>"%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R="10862" algn="r"/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60" y="505035"/>
            <a:ext cx="750824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dirty="0" smtClean="0"/>
              <a:t>Recursividade - </a:t>
            </a:r>
            <a:r>
              <a:rPr dirty="0" err="1" smtClean="0"/>
              <a:t>D</a:t>
            </a:r>
            <a:r>
              <a:rPr spc="-10" dirty="0" err="1" smtClean="0"/>
              <a:t>efi</a:t>
            </a:r>
            <a:r>
              <a:rPr spc="5" dirty="0" err="1" smtClean="0"/>
              <a:t>n</a:t>
            </a:r>
            <a:r>
              <a:rPr dirty="0" err="1" smtClean="0"/>
              <a:t>i</a:t>
            </a:r>
            <a:r>
              <a:rPr spc="-10" dirty="0" err="1" smtClean="0"/>
              <a:t>ç</a:t>
            </a:r>
            <a:r>
              <a:rPr spc="0" dirty="0" err="1" smtClean="0"/>
              <a:t>ã</a:t>
            </a:r>
            <a:r>
              <a:rPr spc="-5" dirty="0" err="1" smtClean="0"/>
              <a:t>o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94079" y="1950096"/>
            <a:ext cx="8859520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5" dirty="0">
                <a:latin typeface="Arial"/>
                <a:cs typeface="Arial"/>
              </a:rPr>
              <a:t>ão é 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 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a,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ou indi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amen</a:t>
            </a:r>
            <a:r>
              <a:rPr sz="330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latin typeface="Times New Roman"/>
              <a:cs typeface="Times New Roman"/>
            </a:endParaRPr>
          </a:p>
          <a:p>
            <a:pPr marL="390525" marR="426084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opó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ar</a:t>
            </a:r>
            <a:r>
              <a:rPr sz="3300" dirty="0">
                <a:latin typeface="Arial"/>
                <a:cs typeface="Arial"/>
              </a:rPr>
              <a:t> s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ionali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e ou o</a:t>
            </a:r>
            <a:r>
              <a:rPr sz="3300" spc="-10" dirty="0">
                <a:latin typeface="Arial"/>
                <a:cs typeface="Arial"/>
              </a:rPr>
              <a:t>b</a:t>
            </a:r>
            <a:r>
              <a:rPr sz="3300" dirty="0">
                <a:latin typeface="Arial"/>
                <a:cs typeface="Arial"/>
              </a:rPr>
              <a:t>j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manei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mais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la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e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on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a.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52A33"/>
              </a:buClr>
              <a:buFont typeface="Wingdings"/>
              <a:buChar char=""/>
            </a:pPr>
            <a:endParaRPr sz="4450">
              <a:latin typeface="Times New Roman"/>
              <a:cs typeface="Times New Roman"/>
            </a:endParaRPr>
          </a:p>
          <a:p>
            <a:pPr marL="390525" marR="1050925" indent="-377825">
              <a:lnSpc>
                <a:spcPts val="3579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latin typeface="Arial"/>
                <a:cs typeface="Arial"/>
              </a:rPr>
              <a:t>Lin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ua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ens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spc="-5" dirty="0">
                <a:latin typeface="Arial"/>
                <a:cs typeface="Arial"/>
              </a:rPr>
              <a:t>m 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20" dirty="0">
                <a:latin typeface="Arial"/>
                <a:cs typeface="Arial"/>
              </a:rPr>
              <a:t>ã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ia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ão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as</a:t>
            </a:r>
            <a:r>
              <a:rPr sz="3300" dirty="0">
                <a:latin typeface="Arial"/>
                <a:cs typeface="Arial"/>
              </a:rPr>
              <a:t> r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</a:t>
            </a:r>
            <a:r>
              <a:rPr sz="3300" dirty="0">
                <a:latin typeface="Arial"/>
                <a:cs typeface="Arial"/>
              </a:rPr>
              <a:t>rs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as</a:t>
            </a:r>
            <a:endParaRPr sz="3300">
              <a:latin typeface="Arial"/>
              <a:cs typeface="Arial"/>
            </a:endParaRPr>
          </a:p>
          <a:p>
            <a:pPr marL="774065" lvl="1" indent="-382270">
              <a:lnSpc>
                <a:spcPct val="100000"/>
              </a:lnSpc>
              <a:spcBef>
                <a:spcPts val="309"/>
              </a:spcBef>
              <a:buClr>
                <a:srgbClr val="7F7F7F"/>
              </a:buClr>
              <a:buSzPct val="68421"/>
              <a:buFont typeface="Wingdings"/>
              <a:buChar char=""/>
              <a:tabLst>
                <a:tab pos="774700" algn="l"/>
              </a:tabLst>
            </a:pPr>
            <a:r>
              <a:rPr sz="2850" spc="10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 li</a:t>
            </a:r>
            <a:r>
              <a:rPr sz="2850" spc="5" dirty="0">
                <a:latin typeface="Arial"/>
                <a:cs typeface="Arial"/>
              </a:rPr>
              <a:t>ngua</a:t>
            </a:r>
            <a:r>
              <a:rPr sz="2850" spc="15" dirty="0">
                <a:latin typeface="Arial"/>
                <a:cs typeface="Arial"/>
              </a:rPr>
              <a:t>g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 é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li</a:t>
            </a:r>
            <a:r>
              <a:rPr sz="2850" spc="5" dirty="0">
                <a:latin typeface="Arial"/>
                <a:cs typeface="Arial"/>
              </a:rPr>
              <a:t>nguage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-5" dirty="0">
                <a:latin typeface="Arial"/>
                <a:cs typeface="Arial"/>
              </a:rPr>
              <a:t>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92225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566" y="2074705"/>
            <a:ext cx="7235190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b="1" spc="15" dirty="0">
                <a:latin typeface="Arial"/>
                <a:cs typeface="Arial"/>
              </a:rPr>
              <a:t>C</a:t>
            </a:r>
            <a:r>
              <a:rPr sz="2850" b="1" spc="5" dirty="0">
                <a:latin typeface="Arial"/>
                <a:cs typeface="Arial"/>
              </a:rPr>
              <a:t>á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cu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va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or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de</a:t>
            </a:r>
            <a:r>
              <a:rPr sz="2850" b="1" dirty="0">
                <a:latin typeface="Arial"/>
                <a:cs typeface="Arial"/>
              </a:rPr>
              <a:t> 2</a:t>
            </a:r>
            <a:r>
              <a:rPr sz="2775" b="1" spc="15" baseline="27027" dirty="0">
                <a:latin typeface="Arial"/>
                <a:cs typeface="Arial"/>
              </a:rPr>
              <a:t>n</a:t>
            </a:r>
            <a:r>
              <a:rPr sz="2775" b="1" baseline="27027" dirty="0">
                <a:latin typeface="Arial"/>
                <a:cs typeface="Arial"/>
              </a:rPr>
              <a:t> </a:t>
            </a:r>
            <a:r>
              <a:rPr sz="2775" b="1" spc="-359" baseline="27027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pa</a:t>
            </a:r>
            <a:r>
              <a:rPr sz="2850" b="1" spc="15" dirty="0">
                <a:latin typeface="Arial"/>
                <a:cs typeface="Arial"/>
              </a:rPr>
              <a:t>r</a:t>
            </a:r>
            <a:r>
              <a:rPr sz="2850" b="1" spc="5" dirty="0">
                <a:latin typeface="Arial"/>
                <a:cs typeface="Arial"/>
              </a:rPr>
              <a:t>a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u</a:t>
            </a:r>
            <a:r>
              <a:rPr sz="2850" b="1" spc="15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 nú</a:t>
            </a:r>
            <a:r>
              <a:rPr sz="2850" b="1" spc="20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ero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n: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Ap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ende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os 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52" baseline="27027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…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57538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2085"/>
            <a:ext cx="58337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Arial"/>
                <a:cs typeface="Arial"/>
              </a:rPr>
              <a:t>I</a:t>
            </a:r>
            <a:r>
              <a:rPr sz="2650" spc="-15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ple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en</a:t>
            </a:r>
            <a:r>
              <a:rPr sz="2650" spc="-1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a</a:t>
            </a:r>
            <a:r>
              <a:rPr sz="2650" dirty="0">
                <a:latin typeface="Arial"/>
                <a:cs typeface="Arial"/>
              </a:rPr>
              <a:t>ç</a:t>
            </a:r>
            <a:r>
              <a:rPr sz="2650" spc="-15" dirty="0">
                <a:latin typeface="Arial"/>
                <a:cs typeface="Arial"/>
              </a:rPr>
              <a:t>ã</a:t>
            </a:r>
            <a:r>
              <a:rPr sz="2650" spc="-10" dirty="0">
                <a:latin typeface="Arial"/>
                <a:cs typeface="Arial"/>
              </a:rPr>
              <a:t>o</a:t>
            </a:r>
            <a:r>
              <a:rPr sz="2650" spc="5" dirty="0">
                <a:latin typeface="Arial"/>
                <a:cs typeface="Arial"/>
              </a:rPr>
              <a:t> 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u</a:t>
            </a:r>
            <a:r>
              <a:rPr sz="2650" spc="-5" dirty="0">
                <a:latin typeface="Arial"/>
                <a:cs typeface="Arial"/>
              </a:rPr>
              <a:t>i</a:t>
            </a:r>
            <a:r>
              <a:rPr sz="2650" spc="0" dirty="0">
                <a:latin typeface="Arial"/>
                <a:cs typeface="Arial"/>
              </a:rPr>
              <a:t>t</a:t>
            </a:r>
            <a:r>
              <a:rPr sz="2650" spc="-10" dirty="0">
                <a:latin typeface="Arial"/>
                <a:cs typeface="Arial"/>
              </a:rPr>
              <a:t>o s</a:t>
            </a:r>
            <a:r>
              <a:rPr sz="2650" spc="0" dirty="0">
                <a:latin typeface="Arial"/>
                <a:cs typeface="Arial"/>
              </a:rPr>
              <a:t>i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p</a:t>
            </a:r>
            <a:r>
              <a:rPr sz="2650" spc="0" dirty="0">
                <a:latin typeface="Arial"/>
                <a:cs typeface="Arial"/>
              </a:rPr>
              <a:t>l</a:t>
            </a:r>
            <a:r>
              <a:rPr sz="2650" spc="-15" dirty="0">
                <a:latin typeface="Arial"/>
                <a:cs typeface="Arial"/>
              </a:rPr>
              <a:t>e</a:t>
            </a:r>
            <a:r>
              <a:rPr sz="2650" spc="-10" dirty="0">
                <a:latin typeface="Arial"/>
                <a:cs typeface="Arial"/>
              </a:rPr>
              <a:t>s</a:t>
            </a:r>
            <a:r>
              <a:rPr sz="2650" spc="-5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2743941"/>
            <a:ext cx="4204970" cy="3091122"/>
          </a:xfrm>
          <a:custGeom>
            <a:avLst/>
            <a:gdLst/>
            <a:ahLst/>
            <a:cxnLst/>
            <a:rect l="l" t="t" r="r" b="b"/>
            <a:pathLst>
              <a:path w="4204970" h="3093720">
                <a:moveTo>
                  <a:pt x="0" y="0"/>
                </a:moveTo>
                <a:lnTo>
                  <a:pt x="0" y="3093719"/>
                </a:lnTo>
                <a:lnTo>
                  <a:pt x="4204715" y="3093719"/>
                </a:lnTo>
                <a:lnTo>
                  <a:pt x="4204715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267" y="2776171"/>
            <a:ext cx="255778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dirty="0">
                <a:latin typeface="Courier New"/>
                <a:cs typeface="Courier New"/>
              </a:rPr>
              <a:t>te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c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a(i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9492" y="3417960"/>
            <a:ext cx="1481455" cy="113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03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f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r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485" y="4273005"/>
            <a:ext cx="53721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i++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00" y="4273005"/>
            <a:ext cx="201930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&lt;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403860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*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2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492" y="4541003"/>
            <a:ext cx="808355" cy="76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03860">
              <a:lnSpc>
                <a:spcPct val="140000"/>
              </a:lnSpc>
            </a:pP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 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10" dirty="0">
                <a:latin typeface="Courier New"/>
                <a:cs typeface="Courier New"/>
              </a:rPr>
              <a:t>e</a:t>
            </a:r>
            <a:r>
              <a:rPr sz="1750" dirty="0">
                <a:latin typeface="Courier New"/>
                <a:cs typeface="Courier New"/>
              </a:rPr>
              <a:t>t</a:t>
            </a:r>
            <a:r>
              <a:rPr sz="1750" spc="10" dirty="0">
                <a:latin typeface="Courier New"/>
                <a:cs typeface="Courier New"/>
              </a:rPr>
              <a:t>u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716" y="5020661"/>
            <a:ext cx="8064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ot)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267" y="5395249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832119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4" y="2074705"/>
            <a:ext cx="688276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1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1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ar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or de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37" baseline="27027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endo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2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: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324" y="4171491"/>
            <a:ext cx="3442335" cy="149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2630">
              <a:lnSpc>
                <a:spcPts val="3340"/>
              </a:lnSpc>
            </a:pP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1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4275" spc="7" baseline="-17543" dirty="0">
                <a:latin typeface="Arial"/>
                <a:cs typeface="Arial"/>
              </a:rPr>
              <a:t>2</a:t>
            </a:r>
            <a:r>
              <a:rPr sz="1850" spc="1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22960">
              <a:lnSpc>
                <a:spcPct val="100000"/>
              </a:lnSpc>
              <a:spcBef>
                <a:spcPts val="1580"/>
              </a:spcBef>
            </a:pPr>
            <a:r>
              <a:rPr sz="2850" spc="5" dirty="0">
                <a:latin typeface="Arial"/>
                <a:cs typeface="Arial"/>
              </a:rPr>
              <a:t>2 *</a:t>
            </a:r>
            <a:r>
              <a:rPr sz="2850" spc="2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&gt; 1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887" y="4061094"/>
            <a:ext cx="117475" cy="1773969"/>
          </a:xfrm>
          <a:custGeom>
            <a:avLst/>
            <a:gdLst/>
            <a:ahLst/>
            <a:cxnLst/>
            <a:rect l="l" t="t" r="r" b="b"/>
            <a:pathLst>
              <a:path w="117475" h="1775460">
                <a:moveTo>
                  <a:pt x="117347" y="0"/>
                </a:moveTo>
                <a:lnTo>
                  <a:pt x="85114" y="24416"/>
                </a:lnTo>
                <a:lnTo>
                  <a:pt x="69616" y="60899"/>
                </a:lnTo>
                <a:lnTo>
                  <a:pt x="61020" y="101437"/>
                </a:lnTo>
                <a:lnTo>
                  <a:pt x="58002" y="139798"/>
                </a:lnTo>
                <a:lnTo>
                  <a:pt x="57911" y="147827"/>
                </a:lnTo>
                <a:lnTo>
                  <a:pt x="57911" y="740663"/>
                </a:lnTo>
                <a:lnTo>
                  <a:pt x="57826" y="748693"/>
                </a:lnTo>
                <a:lnTo>
                  <a:pt x="54961" y="787054"/>
                </a:lnTo>
                <a:lnTo>
                  <a:pt x="46744" y="827592"/>
                </a:lnTo>
                <a:lnTo>
                  <a:pt x="31769" y="864075"/>
                </a:lnTo>
                <a:lnTo>
                  <a:pt x="0" y="888491"/>
                </a:lnTo>
                <a:lnTo>
                  <a:pt x="3179" y="888708"/>
                </a:lnTo>
                <a:lnTo>
                  <a:pt x="34210" y="916826"/>
                </a:lnTo>
                <a:lnTo>
                  <a:pt x="48439" y="954959"/>
                </a:lnTo>
                <a:lnTo>
                  <a:pt x="55844" y="996794"/>
                </a:lnTo>
                <a:lnTo>
                  <a:pt x="57911" y="1036319"/>
                </a:lnTo>
                <a:lnTo>
                  <a:pt x="57911" y="1627631"/>
                </a:lnTo>
                <a:lnTo>
                  <a:pt x="58002" y="1635803"/>
                </a:lnTo>
                <a:lnTo>
                  <a:pt x="61020" y="1674607"/>
                </a:lnTo>
                <a:lnTo>
                  <a:pt x="69616" y="1715219"/>
                </a:lnTo>
                <a:lnTo>
                  <a:pt x="85114" y="1751432"/>
                </a:lnTo>
                <a:lnTo>
                  <a:pt x="114163" y="1775243"/>
                </a:lnTo>
                <a:lnTo>
                  <a:pt x="117347" y="1775459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85921317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80" y="1931326"/>
            <a:ext cx="8485505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igni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a que,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spc="-1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ulo do 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alor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</a:t>
            </a:r>
            <a:r>
              <a:rPr sz="3300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n </a:t>
            </a:r>
            <a:r>
              <a:rPr sz="3300" spc="-5" dirty="0">
                <a:latin typeface="Arial"/>
                <a:cs typeface="Arial"/>
              </a:rPr>
              <a:t>pa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um de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</a:t>
            </a:r>
            <a:r>
              <a:rPr sz="3300" spc="10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nado n,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há ne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ade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que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e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aos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los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io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or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emplo: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é 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-7" baseline="25252" dirty="0">
                <a:latin typeface="Arial"/>
                <a:cs typeface="Arial"/>
              </a:rPr>
              <a:t>4</a:t>
            </a:r>
            <a:r>
              <a:rPr sz="3300" spc="-5" dirty="0">
                <a:latin typeface="Arial"/>
                <a:cs typeface="Arial"/>
              </a:rPr>
              <a:t>?</a:t>
            </a:r>
            <a:endParaRPr sz="33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02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77470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51657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75420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77141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56302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40393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736907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749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6304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03282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44838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4195445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60498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5163185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1996439">
              <a:lnSpc>
                <a:spcPct val="100000"/>
              </a:lnSpc>
            </a:pP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an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o,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 </a:t>
            </a:r>
            <a:r>
              <a:rPr sz="3300" spc="-457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spc="2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89409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948573"/>
            <a:ext cx="8625205" cy="4873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pa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: </a:t>
            </a:r>
            <a:r>
              <a:rPr sz="3500" spc="10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ur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o</a:t>
            </a:r>
            <a:r>
              <a:rPr sz="3500" spc="15" dirty="0">
                <a:latin typeface="Arial"/>
                <a:cs typeface="Arial"/>
              </a:rPr>
              <a:t>u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15" dirty="0">
                <a:latin typeface="Arial"/>
                <a:cs typeface="Arial"/>
              </a:rPr>
              <a:t>e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57531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Tod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20" dirty="0">
                <a:latin typeface="Arial"/>
                <a:cs typeface="Arial"/>
              </a:rPr>
              <a:t>p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og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</a:t>
            </a:r>
            <a:r>
              <a:rPr sz="3500" spc="10" dirty="0">
                <a:latin typeface="Arial"/>
                <a:cs typeface="Arial"/>
              </a:rPr>
              <a:t>rs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10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10" dirty="0">
                <a:latin typeface="Arial"/>
                <a:cs typeface="Arial"/>
              </a:rPr>
              <a:t>s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20" dirty="0">
                <a:latin typeface="Arial"/>
                <a:cs typeface="Arial"/>
              </a:rPr>
              <a:t>u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r u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on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ç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ad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!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302260" indent="-377825">
              <a:lnSpc>
                <a:spcPts val="379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vo</a:t>
            </a:r>
            <a:r>
              <a:rPr sz="3500" spc="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0453211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7396" y="3631686"/>
            <a:ext cx="147383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Arial"/>
                <a:cs typeface="Arial"/>
              </a:rPr>
              <a:t>2,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993" y="3631686"/>
            <a:ext cx="243840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B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se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ã</a:t>
            </a:r>
            <a:r>
              <a:rPr sz="2400" spc="1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5" y="3939276"/>
            <a:ext cx="3130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17361" dirty="0">
                <a:latin typeface="Arial"/>
                <a:cs typeface="Arial"/>
              </a:rPr>
              <a:t>2</a:t>
            </a:r>
            <a:r>
              <a:rPr sz="16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395" y="4848339"/>
            <a:ext cx="223901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" dirty="0">
                <a:latin typeface="Arial"/>
                <a:cs typeface="Arial"/>
              </a:rPr>
              <a:t>2 </a:t>
            </a:r>
            <a:r>
              <a:rPr sz="2400" spc="5" dirty="0">
                <a:latin typeface="Arial"/>
                <a:cs typeface="Arial"/>
              </a:rPr>
              <a:t>*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75" baseline="25252" dirty="0">
                <a:latin typeface="Arial"/>
                <a:cs typeface="Arial"/>
              </a:rPr>
              <a:t>n-1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 &gt;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7479" y="4848339"/>
            <a:ext cx="221742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sso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i</a:t>
            </a:r>
            <a:r>
              <a:rPr sz="2400" spc="10" dirty="0">
                <a:latin typeface="Arial"/>
                <a:cs typeface="Arial"/>
              </a:rPr>
              <a:t>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3103" y="3458097"/>
            <a:ext cx="318770" cy="1982709"/>
          </a:xfrm>
          <a:custGeom>
            <a:avLst/>
            <a:gdLst/>
            <a:ahLst/>
            <a:cxnLst/>
            <a:rect l="l" t="t" r="r" b="b"/>
            <a:pathLst>
              <a:path w="318769" h="1984375">
                <a:moveTo>
                  <a:pt x="318515" y="0"/>
                </a:moveTo>
                <a:lnTo>
                  <a:pt x="279521" y="4983"/>
                </a:lnTo>
                <a:lnTo>
                  <a:pt x="244015" y="19118"/>
                </a:lnTo>
                <a:lnTo>
                  <a:pt x="209197" y="44907"/>
                </a:lnTo>
                <a:lnTo>
                  <a:pt x="185075" y="74528"/>
                </a:lnTo>
                <a:lnTo>
                  <a:pt x="168087" y="109452"/>
                </a:lnTo>
                <a:lnTo>
                  <a:pt x="159394" y="148455"/>
                </a:lnTo>
                <a:lnTo>
                  <a:pt x="158495" y="166115"/>
                </a:lnTo>
                <a:lnTo>
                  <a:pt x="158495" y="827531"/>
                </a:lnTo>
                <a:lnTo>
                  <a:pt x="158397" y="833468"/>
                </a:lnTo>
                <a:lnTo>
                  <a:pt x="152407" y="873291"/>
                </a:lnTo>
                <a:lnTo>
                  <a:pt x="137929" y="909247"/>
                </a:lnTo>
                <a:lnTo>
                  <a:pt x="112394" y="944117"/>
                </a:lnTo>
                <a:lnTo>
                  <a:pt x="78839" y="970690"/>
                </a:lnTo>
                <a:lnTo>
                  <a:pt x="38899" y="987235"/>
                </a:lnTo>
                <a:lnTo>
                  <a:pt x="0" y="992123"/>
                </a:lnTo>
                <a:lnTo>
                  <a:pt x="5738" y="992229"/>
                </a:lnTo>
                <a:lnTo>
                  <a:pt x="44185" y="998595"/>
                </a:lnTo>
                <a:lnTo>
                  <a:pt x="83417" y="1016790"/>
                </a:lnTo>
                <a:lnTo>
                  <a:pt x="116058" y="1044882"/>
                </a:lnTo>
                <a:lnTo>
                  <a:pt x="137929" y="1076143"/>
                </a:lnTo>
                <a:lnTo>
                  <a:pt x="152407" y="1112357"/>
                </a:lnTo>
                <a:lnTo>
                  <a:pt x="158397" y="1152300"/>
                </a:lnTo>
                <a:lnTo>
                  <a:pt x="158495" y="1158239"/>
                </a:lnTo>
                <a:lnTo>
                  <a:pt x="158495" y="1818131"/>
                </a:lnTo>
                <a:lnTo>
                  <a:pt x="158596" y="1824071"/>
                </a:lnTo>
                <a:lnTo>
                  <a:pt x="164706" y="1864014"/>
                </a:lnTo>
                <a:lnTo>
                  <a:pt x="179442" y="1900228"/>
                </a:lnTo>
                <a:lnTo>
                  <a:pt x="201645" y="1931489"/>
                </a:lnTo>
                <a:lnTo>
                  <a:pt x="234674" y="1959581"/>
                </a:lnTo>
                <a:lnTo>
                  <a:pt x="274208" y="1977776"/>
                </a:lnTo>
                <a:lnTo>
                  <a:pt x="312775" y="1984142"/>
                </a:lnTo>
                <a:lnTo>
                  <a:pt x="318515" y="1984247"/>
                </a:lnTo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100583"/>
                </a:lnTo>
                <a:lnTo>
                  <a:pt x="178307" y="100583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100583"/>
                </a:lnTo>
                <a:lnTo>
                  <a:pt x="713231" y="100583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1" name="object 11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99059"/>
                </a:lnTo>
                <a:lnTo>
                  <a:pt x="178307" y="99059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99059"/>
                </a:lnTo>
                <a:lnTo>
                  <a:pt x="713231" y="99059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76460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5" y="2060241"/>
            <a:ext cx="9067800" cy="5404388"/>
          </a:xfrm>
          <a:custGeom>
            <a:avLst/>
            <a:gdLst/>
            <a:ahLst/>
            <a:cxnLst/>
            <a:rect l="l" t="t" r="r" b="b"/>
            <a:pathLst>
              <a:path w="9067800" h="5408930">
                <a:moveTo>
                  <a:pt x="0" y="0"/>
                </a:moveTo>
                <a:lnTo>
                  <a:pt x="0" y="5408675"/>
                </a:lnTo>
                <a:lnTo>
                  <a:pt x="9067799" y="5408675"/>
                </a:lnTo>
                <a:lnTo>
                  <a:pt x="9067799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071" y="2109728"/>
            <a:ext cx="457835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 Po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5" dirty="0">
                <a:latin typeface="Arial"/>
                <a:cs typeface="Arial"/>
              </a:rPr>
              <a:t>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-10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n)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{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338" y="3158882"/>
            <a:ext cx="28809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Ba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da</a:t>
            </a:r>
            <a:r>
              <a:rPr sz="2850" spc="10" dirty="0">
                <a:latin typeface="Arial"/>
                <a:cs typeface="Arial"/>
              </a:rPr>
              <a:t> 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ão</a:t>
            </a:r>
            <a:endParaRPr sz="2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0" y="3069049"/>
            <a:ext cx="2133600" cy="1581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065" marR="5080" indent="-405765">
              <a:lnSpc>
                <a:spcPct val="120700"/>
              </a:lnSpc>
              <a:tabLst>
                <a:tab pos="498475" algn="l"/>
              </a:tabLst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dirty="0">
                <a:latin typeface="Arial"/>
                <a:cs typeface="Arial"/>
              </a:rPr>
              <a:t>f	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=</a:t>
            </a:r>
            <a:r>
              <a:rPr sz="2850" spc="5" dirty="0">
                <a:latin typeface="Arial"/>
                <a:cs typeface="Arial"/>
              </a:rPr>
              <a:t>= 1)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10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0" y="4731851"/>
            <a:ext cx="699008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925">
              <a:lnSpc>
                <a:spcPct val="100000"/>
              </a:lnSpc>
            </a:pP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</a:t>
            </a:r>
            <a:r>
              <a:rPr sz="2850" spc="15" dirty="0">
                <a:latin typeface="Arial"/>
                <a:cs typeface="Arial"/>
              </a:rPr>
              <a:t>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-10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- 1</a:t>
            </a:r>
            <a:r>
              <a:rPr sz="2850" spc="10" dirty="0">
                <a:latin typeface="Arial"/>
                <a:cs typeface="Arial"/>
              </a:rPr>
              <a:t>))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}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759" y="6827115"/>
            <a:ext cx="26142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Pa</a:t>
            </a:r>
            <a:r>
              <a:rPr sz="2850" spc="-5" dirty="0">
                <a:latin typeface="Arial"/>
                <a:cs typeface="Arial"/>
              </a:rPr>
              <a:t>s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397763"/>
                </a:moveTo>
                <a:lnTo>
                  <a:pt x="358139" y="0"/>
                </a:lnTo>
                <a:lnTo>
                  <a:pt x="0" y="198119"/>
                </a:lnTo>
                <a:lnTo>
                  <a:pt x="358139" y="397763"/>
                </a:lnTo>
                <a:close/>
              </a:path>
              <a:path w="1428114" h="398145">
                <a:moveTo>
                  <a:pt x="1427987" y="298703"/>
                </a:moveTo>
                <a:lnTo>
                  <a:pt x="1427987" y="99059"/>
                </a:lnTo>
                <a:lnTo>
                  <a:pt x="358139" y="99059"/>
                </a:lnTo>
                <a:lnTo>
                  <a:pt x="358139" y="298703"/>
                </a:lnTo>
                <a:lnTo>
                  <a:pt x="1427987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0"/>
                </a:moveTo>
                <a:lnTo>
                  <a:pt x="358139" y="99059"/>
                </a:lnTo>
                <a:lnTo>
                  <a:pt x="1427987" y="99059"/>
                </a:lnTo>
                <a:lnTo>
                  <a:pt x="1427987" y="298703"/>
                </a:lnTo>
                <a:lnTo>
                  <a:pt x="358139" y="298703"/>
                </a:lnTo>
                <a:lnTo>
                  <a:pt x="358139" y="397763"/>
                </a:lnTo>
                <a:lnTo>
                  <a:pt x="0" y="198119"/>
                </a:lnTo>
                <a:lnTo>
                  <a:pt x="358139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198119" y="0"/>
                </a:lnTo>
                <a:lnTo>
                  <a:pt x="0" y="356615"/>
                </a:lnTo>
                <a:lnTo>
                  <a:pt x="99059" y="356615"/>
                </a:lnTo>
                <a:lnTo>
                  <a:pt x="99059" y="1426463"/>
                </a:lnTo>
                <a:lnTo>
                  <a:pt x="297179" y="1426463"/>
                </a:lnTo>
                <a:lnTo>
                  <a:pt x="297179" y="356615"/>
                </a:lnTo>
                <a:lnTo>
                  <a:pt x="396239" y="356615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297179" y="356615"/>
                </a:lnTo>
                <a:lnTo>
                  <a:pt x="297179" y="1426463"/>
                </a:lnTo>
                <a:lnTo>
                  <a:pt x="99059" y="1426463"/>
                </a:lnTo>
                <a:lnTo>
                  <a:pt x="99059" y="356615"/>
                </a:lnTo>
                <a:lnTo>
                  <a:pt x="0" y="356615"/>
                </a:lnTo>
                <a:lnTo>
                  <a:pt x="198119" y="0"/>
                </a:lnTo>
                <a:lnTo>
                  <a:pt x="396239" y="356615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7828049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71668"/>
            <a:ext cx="8209915" cy="3517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7655">
              <a:lnSpc>
                <a:spcPct val="100699"/>
              </a:lnSpc>
            </a:pP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as 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an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x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a?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1615"/>
              </a:spcBef>
            </a:pPr>
            <a:r>
              <a:rPr sz="2850" spc="5" dirty="0">
                <a:latin typeface="Arial"/>
                <a:cs typeface="Arial"/>
              </a:rPr>
              <a:t>Suponha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2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ha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ada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gu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ód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go</a:t>
            </a:r>
            <a:r>
              <a:rPr sz="28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850" spc="-1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850" spc="1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850" spc="-10" dirty="0" err="1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2850" spc="-10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06294355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u="sng" spc="5" dirty="0" err="1" smtClean="0">
                <a:latin typeface="Arial"/>
                <a:cs typeface="Arial"/>
              </a:rPr>
              <a:t>int</a:t>
            </a:r>
            <a:r>
              <a:rPr sz="1950" spc="1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smtClean="0">
                <a:latin typeface="Arial"/>
                <a:cs typeface="Arial"/>
              </a:rPr>
              <a:t>u</a:t>
            </a:r>
            <a:r>
              <a:rPr sz="1950" u="sng" spc="5" dirty="0" err="1" smtClean="0">
                <a:latin typeface="Arial"/>
                <a:cs typeface="Arial"/>
              </a:rPr>
              <a:t>r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498" y="5010508"/>
            <a:ext cx="2999740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-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Recu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5" y="2664761"/>
            <a:ext cx="1231900" cy="2305652"/>
          </a:xfrm>
          <a:custGeom>
            <a:avLst/>
            <a:gdLst/>
            <a:ahLst/>
            <a:cxnLst/>
            <a:rect l="l" t="t" r="r" b="b"/>
            <a:pathLst>
              <a:path w="1231900" h="2307590">
                <a:moveTo>
                  <a:pt x="138683" y="48767"/>
                </a:moveTo>
                <a:lnTo>
                  <a:pt x="25907" y="0"/>
                </a:lnTo>
                <a:lnTo>
                  <a:pt x="0" y="120395"/>
                </a:lnTo>
                <a:lnTo>
                  <a:pt x="48767" y="95208"/>
                </a:lnTo>
                <a:lnTo>
                  <a:pt x="48767" y="77723"/>
                </a:lnTo>
                <a:lnTo>
                  <a:pt x="76199" y="62483"/>
                </a:lnTo>
                <a:lnTo>
                  <a:pt x="83780" y="77124"/>
                </a:lnTo>
                <a:lnTo>
                  <a:pt x="138683" y="48767"/>
                </a:lnTo>
                <a:close/>
              </a:path>
              <a:path w="1231900" h="2307590">
                <a:moveTo>
                  <a:pt x="83780" y="77124"/>
                </a:moveTo>
                <a:lnTo>
                  <a:pt x="76199" y="62483"/>
                </a:lnTo>
                <a:lnTo>
                  <a:pt x="48767" y="77723"/>
                </a:lnTo>
                <a:lnTo>
                  <a:pt x="55906" y="91520"/>
                </a:lnTo>
                <a:lnTo>
                  <a:pt x="83780" y="77124"/>
                </a:lnTo>
                <a:close/>
              </a:path>
              <a:path w="1231900" h="2307590">
                <a:moveTo>
                  <a:pt x="55906" y="91520"/>
                </a:moveTo>
                <a:lnTo>
                  <a:pt x="48767" y="77723"/>
                </a:lnTo>
                <a:lnTo>
                  <a:pt x="48767" y="95208"/>
                </a:lnTo>
                <a:lnTo>
                  <a:pt x="55906" y="91520"/>
                </a:lnTo>
                <a:close/>
              </a:path>
              <a:path w="1231900" h="2307590">
                <a:moveTo>
                  <a:pt x="1231391" y="2293619"/>
                </a:moveTo>
                <a:lnTo>
                  <a:pt x="83780" y="77124"/>
                </a:lnTo>
                <a:lnTo>
                  <a:pt x="55906" y="91520"/>
                </a:lnTo>
                <a:lnTo>
                  <a:pt x="1202435" y="2307335"/>
                </a:lnTo>
                <a:lnTo>
                  <a:pt x="1231391" y="229361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496" y="35060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7416582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 err="1" smtClean="0">
                <a:latin typeface="Arial"/>
                <a:cs typeface="Arial"/>
              </a:rPr>
              <a:t>F</a:t>
            </a:r>
            <a:r>
              <a:rPr sz="1950" spc="5" dirty="0" err="1" smtClean="0">
                <a:latin typeface="Arial"/>
                <a:cs typeface="Arial"/>
              </a:rPr>
              <a:t>at</a:t>
            </a:r>
            <a:r>
              <a:rPr sz="1950" spc="15" dirty="0" err="1" smtClean="0">
                <a:latin typeface="Arial"/>
                <a:cs typeface="Arial"/>
              </a:rPr>
              <a:t>o</a:t>
            </a:r>
            <a:r>
              <a:rPr sz="1950" spc="5" dirty="0" err="1" smtClean="0">
                <a:latin typeface="Arial"/>
                <a:cs typeface="Arial"/>
              </a:rPr>
              <a:t>rial</a:t>
            </a:r>
            <a:r>
              <a:rPr sz="1950" spc="15" dirty="0" err="1" smtClean="0">
                <a:latin typeface="Arial"/>
                <a:cs typeface="Arial"/>
              </a:rPr>
              <a:t>Recu</a:t>
            </a:r>
            <a:r>
              <a:rPr sz="1950" spc="5" dirty="0" err="1" smtClean="0">
                <a:latin typeface="Arial"/>
                <a:cs typeface="Arial"/>
              </a:rPr>
              <a:t>r</a:t>
            </a:r>
            <a:r>
              <a:rPr sz="1950" spc="15" dirty="0" err="1" smtClean="0">
                <a:latin typeface="Arial"/>
                <a:cs typeface="Arial"/>
              </a:rPr>
              <a:t>s</a:t>
            </a:r>
            <a:r>
              <a:rPr sz="1950" spc="-5" dirty="0" err="1" smtClean="0">
                <a:latin typeface="Arial"/>
                <a:cs typeface="Arial"/>
              </a:rPr>
              <a:t>i</a:t>
            </a:r>
            <a:r>
              <a:rPr sz="1950" spc="15" dirty="0" err="1" smtClean="0">
                <a:latin typeface="Arial"/>
                <a:cs typeface="Arial"/>
              </a:rPr>
              <a:t>vo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194354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33205634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474051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(1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435890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29737613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937290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ne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363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2963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2963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96621767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8887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6111" y="2664760"/>
            <a:ext cx="158750" cy="2457925"/>
          </a:xfrm>
          <a:custGeom>
            <a:avLst/>
            <a:gdLst/>
            <a:ahLst/>
            <a:cxnLst/>
            <a:rect l="l" t="t" r="r" b="b"/>
            <a:pathLst>
              <a:path w="158750" h="2459990">
                <a:moveTo>
                  <a:pt x="158495" y="2365247"/>
                </a:moveTo>
                <a:lnTo>
                  <a:pt x="0" y="2365247"/>
                </a:lnTo>
                <a:lnTo>
                  <a:pt x="64007" y="2441565"/>
                </a:lnTo>
                <a:lnTo>
                  <a:pt x="64007" y="2380487"/>
                </a:lnTo>
                <a:lnTo>
                  <a:pt x="94487" y="2380487"/>
                </a:lnTo>
                <a:lnTo>
                  <a:pt x="94487" y="2441565"/>
                </a:lnTo>
                <a:lnTo>
                  <a:pt x="158495" y="2365247"/>
                </a:lnTo>
                <a:close/>
              </a:path>
              <a:path w="158750" h="2459990">
                <a:moveTo>
                  <a:pt x="94487" y="2365247"/>
                </a:moveTo>
                <a:lnTo>
                  <a:pt x="94487" y="0"/>
                </a:lnTo>
                <a:lnTo>
                  <a:pt x="64007" y="0"/>
                </a:lnTo>
                <a:lnTo>
                  <a:pt x="64007" y="2365247"/>
                </a:lnTo>
                <a:lnTo>
                  <a:pt x="94487" y="2365247"/>
                </a:lnTo>
                <a:close/>
              </a:path>
              <a:path w="158750" h="2459990">
                <a:moveTo>
                  <a:pt x="94487" y="2441565"/>
                </a:moveTo>
                <a:lnTo>
                  <a:pt x="94487" y="2380487"/>
                </a:lnTo>
                <a:lnTo>
                  <a:pt x="64007" y="2380487"/>
                </a:lnTo>
                <a:lnTo>
                  <a:pt x="64007" y="2441565"/>
                </a:lnTo>
                <a:lnTo>
                  <a:pt x="79247" y="2459735"/>
                </a:lnTo>
                <a:lnTo>
                  <a:pt x="94487" y="244156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107" y="5322666"/>
            <a:ext cx="944244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70" dirty="0" smtClean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1760" y="3664425"/>
            <a:ext cx="3054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7142614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2005" y="8826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843" y="2307648"/>
            <a:ext cx="8321040" cy="1418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marR="5080" indent="-53340">
              <a:lnSpc>
                <a:spcPct val="101099"/>
              </a:lnSpc>
            </a:pPr>
            <a:r>
              <a:rPr sz="3050" spc="15" dirty="0">
                <a:latin typeface="Arial"/>
                <a:cs typeface="Arial"/>
              </a:rPr>
              <a:t>Escre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um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25" dirty="0">
                <a:latin typeface="Arial"/>
                <a:cs typeface="Arial"/>
              </a:rPr>
              <a:t>ó</a:t>
            </a:r>
            <a:r>
              <a:rPr sz="3050" spc="15" dirty="0">
                <a:latin typeface="Arial"/>
                <a:cs typeface="Arial"/>
              </a:rPr>
              <a:t>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g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re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urs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p</a:t>
            </a:r>
            <a:r>
              <a:rPr sz="3050" spc="15" dirty="0">
                <a:latin typeface="Arial"/>
                <a:cs typeface="Arial"/>
              </a:rPr>
              <a:t>ara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10" dirty="0">
                <a:latin typeface="Arial"/>
                <a:cs typeface="Arial"/>
              </a:rPr>
              <a:t>r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á</a:t>
            </a:r>
            <a:r>
              <a:rPr sz="3050" spc="20" dirty="0">
                <a:latin typeface="Arial"/>
                <a:cs typeface="Arial"/>
              </a:rPr>
              <a:t>x</a:t>
            </a:r>
            <a:r>
              <a:rPr sz="3050" spc="15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o 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10" dirty="0">
                <a:latin typeface="Arial"/>
                <a:cs typeface="Arial"/>
              </a:rPr>
              <a:t>r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25" dirty="0">
                <a:latin typeface="Arial"/>
                <a:cs typeface="Arial"/>
              </a:rPr>
              <a:t>mum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MDC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e do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spc="25" dirty="0">
                <a:latin typeface="Arial"/>
                <a:cs typeface="Arial"/>
              </a:rPr>
              <a:t>úm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25" dirty="0">
                <a:latin typeface="Arial"/>
                <a:cs typeface="Arial"/>
              </a:rPr>
              <a:t>r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25" dirty="0">
                <a:latin typeface="Arial"/>
                <a:cs typeface="Arial"/>
              </a:rPr>
              <a:t>e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ros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po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dirty="0">
                <a:latin typeface="Arial"/>
                <a:cs typeface="Arial"/>
              </a:rPr>
              <a:t>iti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20" dirty="0">
                <a:latin typeface="Arial"/>
                <a:cs typeface="Arial"/>
              </a:rPr>
              <a:t> N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eg</a:t>
            </a:r>
            <a:r>
              <a:rPr sz="3050" spc="2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3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spc="15" dirty="0">
                <a:latin typeface="Arial"/>
                <a:cs typeface="Arial"/>
              </a:rPr>
              <a:t>eira</a:t>
            </a:r>
            <a:r>
              <a:rPr sz="3050" spc="5" dirty="0">
                <a:latin typeface="Arial"/>
                <a:cs typeface="Arial"/>
              </a:rPr>
              <a:t>: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132" y="4228594"/>
            <a:ext cx="8567928" cy="152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530301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368" y="4409797"/>
            <a:ext cx="951230" cy="317233"/>
          </a:xfrm>
          <a:custGeom>
            <a:avLst/>
            <a:gdLst/>
            <a:ahLst/>
            <a:cxnLst/>
            <a:rect l="l" t="t" r="r" b="b"/>
            <a:pathLst>
              <a:path w="951230" h="317500">
                <a:moveTo>
                  <a:pt x="0" y="0"/>
                </a:moveTo>
                <a:lnTo>
                  <a:pt x="0" y="316991"/>
                </a:lnTo>
                <a:lnTo>
                  <a:pt x="950975" y="316991"/>
                </a:lnTo>
                <a:lnTo>
                  <a:pt x="95097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8725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3904615" cy="1402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40195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&gt;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=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)==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0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ur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6336" y="4091550"/>
            <a:ext cx="3889375" cy="317233"/>
          </a:xfrm>
          <a:custGeom>
            <a:avLst/>
            <a:gdLst/>
            <a:ahLst/>
            <a:cxnLst/>
            <a:rect l="l" t="t" r="r" b="b"/>
            <a:pathLst>
              <a:path w="3889375" h="317500">
                <a:moveTo>
                  <a:pt x="0" y="0"/>
                </a:moveTo>
                <a:lnTo>
                  <a:pt x="0" y="316991"/>
                </a:lnTo>
                <a:lnTo>
                  <a:pt x="3889247" y="316991"/>
                </a:lnTo>
                <a:lnTo>
                  <a:pt x="3889247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68869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659" y="2971079"/>
            <a:ext cx="202120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7458" y="2864489"/>
            <a:ext cx="1481455" cy="151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985" indent="-134620">
              <a:lnSpc>
                <a:spcPct val="1400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233" y="5963224"/>
            <a:ext cx="402590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ct val="100000"/>
              </a:lnSpc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6335" y="4409797"/>
            <a:ext cx="3810000" cy="713141"/>
          </a:xfrm>
          <a:custGeom>
            <a:avLst/>
            <a:gdLst/>
            <a:ahLst/>
            <a:cxnLst/>
            <a:rect l="l" t="t" r="r" b="b"/>
            <a:pathLst>
              <a:path w="3810000" h="713739">
                <a:moveTo>
                  <a:pt x="0" y="0"/>
                </a:moveTo>
                <a:lnTo>
                  <a:pt x="0" y="713231"/>
                </a:lnTo>
                <a:lnTo>
                  <a:pt x="3809999" y="71323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21588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&lt;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45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409797"/>
            <a:ext cx="3810000" cy="317233"/>
          </a:xfrm>
          <a:custGeom>
            <a:avLst/>
            <a:gdLst/>
            <a:ahLst/>
            <a:cxnLst/>
            <a:rect l="l" t="t" r="r" b="b"/>
            <a:pathLst>
              <a:path w="3810000" h="317500">
                <a:moveTo>
                  <a:pt x="0" y="0"/>
                </a:moveTo>
                <a:lnTo>
                  <a:pt x="0" y="316991"/>
                </a:lnTo>
                <a:lnTo>
                  <a:pt x="3809999" y="31699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068055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&lt;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637540" marR="854075" indent="269240">
              <a:lnSpc>
                <a:spcPct val="140600"/>
              </a:lnSpc>
            </a:pPr>
            <a:r>
              <a:rPr sz="1750" dirty="0">
                <a:latin typeface="Courier New"/>
                <a:cs typeface="Courier New"/>
              </a:rPr>
              <a:t>re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 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D</a:t>
            </a:r>
            <a:r>
              <a:rPr sz="1750" spc="10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(m</a:t>
            </a:r>
            <a:r>
              <a:rPr sz="1750" spc="10" dirty="0">
                <a:latin typeface="Courier New"/>
                <a:cs typeface="Courier New"/>
              </a:rPr>
              <a:t>,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10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m))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728047"/>
            <a:ext cx="3810000" cy="315330"/>
          </a:xfrm>
          <a:custGeom>
            <a:avLst/>
            <a:gdLst/>
            <a:ahLst/>
            <a:cxnLst/>
            <a:rect l="l" t="t" r="r" b="b"/>
            <a:pathLst>
              <a:path w="3810000" h="315595">
                <a:moveTo>
                  <a:pt x="0" y="0"/>
                </a:moveTo>
                <a:lnTo>
                  <a:pt x="0" y="315467"/>
                </a:lnTo>
                <a:lnTo>
                  <a:pt x="3809999" y="315467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76658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501807"/>
            <a:ext cx="7468870" cy="93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920">
              <a:lnSpc>
                <a:spcPct val="92000"/>
              </a:lnSpc>
              <a:tabLst>
                <a:tab pos="641985" algn="l"/>
              </a:tabLst>
            </a:pPr>
            <a:r>
              <a:rPr sz="2200" spc="-5" dirty="0">
                <a:solidFill>
                  <a:srgbClr val="852A33"/>
                </a:solidFill>
                <a:latin typeface="Arial"/>
                <a:cs typeface="Arial"/>
              </a:rPr>
              <a:t>1</a:t>
            </a:r>
            <a:r>
              <a:rPr sz="2200" dirty="0">
                <a:solidFill>
                  <a:srgbClr val="852A33"/>
                </a:solidFill>
                <a:latin typeface="Arial"/>
                <a:cs typeface="Arial"/>
              </a:rPr>
              <a:t>)	</a:t>
            </a: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ã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spc="-15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-é</a:t>
            </a:r>
            <a:r>
              <a:rPr sz="2200" dirty="0">
                <a:latin typeface="Arial"/>
                <a:cs typeface="Arial"/>
              </a:rPr>
              <a:t>simo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bona</a:t>
            </a:r>
            <a:r>
              <a:rPr sz="2200" dirty="0">
                <a:latin typeface="Arial"/>
                <a:cs typeface="Arial"/>
              </a:rPr>
              <a:t>cci.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dad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por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2" y="3673815"/>
            <a:ext cx="8392795" cy="2900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285">
              <a:lnSpc>
                <a:spcPts val="239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ja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v</a:t>
            </a:r>
            <a:r>
              <a:rPr sz="2200" spc="-5" dirty="0">
                <a:latin typeface="Arial"/>
                <a:cs typeface="Arial"/>
              </a:rPr>
              <a:t>eto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nte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s. </a:t>
            </a:r>
            <a:r>
              <a:rPr sz="2200" spc="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õe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rsi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par</a:t>
            </a:r>
            <a:r>
              <a:rPr sz="2200" dirty="0">
                <a:latin typeface="Arial"/>
                <a:cs typeface="Arial"/>
              </a:rPr>
              <a:t>a 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35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á</a:t>
            </a:r>
            <a:r>
              <a:rPr sz="2200" spc="-15" dirty="0">
                <a:latin typeface="Arial"/>
                <a:cs typeface="Arial"/>
              </a:rPr>
              <a:t>x</a:t>
            </a:r>
            <a:r>
              <a:rPr sz="2200" dirty="0">
                <a:latin typeface="Arial"/>
                <a:cs typeface="Arial"/>
              </a:rPr>
              <a:t>imo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éd</a:t>
            </a:r>
            <a:r>
              <a:rPr sz="2200" dirty="0">
                <a:latin typeface="Arial"/>
                <a:cs typeface="Arial"/>
              </a:rPr>
              <a:t>ia</a:t>
            </a:r>
            <a:r>
              <a:rPr sz="2200" spc="-5" dirty="0">
                <a:latin typeface="Arial"/>
                <a:cs typeface="Arial"/>
              </a:rPr>
              <a:t> ar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ét</a:t>
            </a:r>
            <a:r>
              <a:rPr sz="2200" dirty="0">
                <a:latin typeface="Arial"/>
                <a:cs typeface="Arial"/>
              </a:rPr>
              <a:t>ica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Font typeface="Arial"/>
              <a:buAutoNum type="alphaLcParenR"/>
            </a:pPr>
            <a:endParaRPr sz="3250">
              <a:latin typeface="Times New Roman"/>
              <a:cs typeface="Times New Roman"/>
            </a:endParaRPr>
          </a:p>
          <a:p>
            <a:pPr marL="641985" marR="318770" indent="-629285">
              <a:lnSpc>
                <a:spcPts val="238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qu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ima</a:t>
            </a:r>
            <a:r>
              <a:rPr sz="2200" spc="-5" dirty="0">
                <a:latin typeface="Arial"/>
                <a:cs typeface="Arial"/>
              </a:rPr>
              <a:t> n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t</a:t>
            </a:r>
            <a:r>
              <a:rPr sz="2200" dirty="0">
                <a:latin typeface="Arial"/>
                <a:cs typeface="Arial"/>
              </a:rPr>
              <a:t>ela</a:t>
            </a:r>
            <a:r>
              <a:rPr sz="2200" spc="-5" dirty="0">
                <a:latin typeface="Arial"/>
                <a:cs typeface="Arial"/>
              </a:rPr>
              <a:t> 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15" dirty="0">
                <a:latin typeface="Arial"/>
                <a:cs typeface="Arial"/>
              </a:rPr>
              <a:t>í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pare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à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 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forne</a:t>
            </a:r>
            <a:r>
              <a:rPr sz="2200" dirty="0">
                <a:latin typeface="Arial"/>
                <a:cs typeface="Arial"/>
              </a:rPr>
              <a:t>ci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á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0847" y="2506398"/>
            <a:ext cx="5236464" cy="962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5662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672491"/>
          </a:xfrm>
          <a:prstGeom prst="rect">
            <a:avLst/>
          </a:prstGeom>
        </p:spPr>
        <p:txBody>
          <a:bodyPr vert="horz" wrap="square" lIns="0" tIns="79247" rIns="0" bIns="0" rtlCol="0">
            <a:spAutoFit/>
          </a:bodyPr>
          <a:lstStyle/>
          <a:p>
            <a:pPr marL="1079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2" y="1470876"/>
            <a:ext cx="9130665" cy="513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30353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ed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me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pr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 i</a:t>
            </a:r>
            <a:r>
              <a:rPr sz="2600" spc="25" dirty="0">
                <a:latin typeface="Arial"/>
                <a:cs typeface="Arial"/>
              </a:rPr>
              <a:t>mp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t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sé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20" dirty="0">
                <a:latin typeface="Arial"/>
                <a:cs typeface="Arial"/>
              </a:rPr>
              <a:t>te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[i,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5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 incr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Clr>
                <a:srgbClr val="852A33"/>
              </a:buClr>
              <a:buFont typeface="Arial"/>
              <a:buAutoNum type="arabicParenR" startAt="4"/>
            </a:pPr>
            <a:endParaRPr sz="3550">
              <a:latin typeface="Times New Roman"/>
              <a:cs typeface="Times New Roman"/>
            </a:endParaRPr>
          </a:p>
          <a:p>
            <a:pPr marL="641985" marR="508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f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10" dirty="0">
                <a:latin typeface="Arial"/>
                <a:cs typeface="Arial"/>
              </a:rPr>
              <a:t>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So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(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q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ér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alores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[i</a:t>
            </a:r>
            <a:r>
              <a:rPr sz="2600" spc="25" dirty="0">
                <a:latin typeface="Arial"/>
                <a:cs typeface="Arial"/>
              </a:rPr>
              <a:t>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20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852A33"/>
              </a:buClr>
              <a:buFont typeface="Arial"/>
              <a:buAutoNum type="arabicParenR" startAt="4"/>
            </a:pPr>
            <a:endParaRPr sz="3600">
              <a:latin typeface="Times New Roman"/>
              <a:cs typeface="Times New Roman"/>
            </a:endParaRPr>
          </a:p>
          <a:p>
            <a:pPr marL="641985" marR="243840" indent="-629285">
              <a:lnSpc>
                <a:spcPts val="286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15" dirty="0">
                <a:latin typeface="Arial"/>
                <a:cs typeface="Arial"/>
              </a:rPr>
              <a:t>Fa</a:t>
            </a:r>
            <a:r>
              <a:rPr sz="2600" spc="25" dirty="0">
                <a:latin typeface="Arial"/>
                <a:cs typeface="Arial"/>
              </a:rPr>
              <a:t>ç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u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curs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ul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0" dirty="0">
                <a:latin typeface="Arial"/>
                <a:cs typeface="Arial"/>
              </a:rPr>
              <a:t>é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5" dirty="0">
                <a:latin typeface="Arial"/>
                <a:cs typeface="Arial"/>
              </a:rPr>
              <a:t>ri</a:t>
            </a:r>
            <a:r>
              <a:rPr sz="2600" spc="20" dirty="0">
                <a:latin typeface="Arial"/>
                <a:cs typeface="Arial"/>
              </a:rPr>
              <a:t>ta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eg</a:t>
            </a:r>
            <a:r>
              <a:rPr sz="2600" spc="15" dirty="0">
                <a:latin typeface="Arial"/>
                <a:cs typeface="Arial"/>
              </a:rPr>
              <a:t>ui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&gt;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0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15" dirty="0">
                <a:latin typeface="Arial"/>
                <a:cs typeface="Arial"/>
              </a:rPr>
              <a:t>eci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arâ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pa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sm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660"/>
              </a:lnSpc>
            </a:pP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20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2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3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..</a:t>
            </a:r>
            <a:r>
              <a:rPr sz="2600" spc="10" dirty="0">
                <a:latin typeface="Arial"/>
                <a:cs typeface="Arial"/>
              </a:rPr>
              <a:t>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10" dirty="0">
                <a:latin typeface="Arial"/>
                <a:cs typeface="Arial"/>
              </a:rPr>
              <a:t>!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990"/>
              </a:lnSpc>
            </a:pPr>
            <a:r>
              <a:rPr sz="2600" spc="25" dirty="0">
                <a:latin typeface="Arial"/>
                <a:cs typeface="Arial"/>
              </a:rPr>
              <a:t>OBS</a:t>
            </a:r>
            <a:r>
              <a:rPr sz="2600" spc="10" dirty="0">
                <a:latin typeface="Arial"/>
                <a:cs typeface="Arial"/>
              </a:rPr>
              <a:t>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or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25" dirty="0">
                <a:latin typeface="Arial"/>
                <a:cs typeface="Arial"/>
              </a:rPr>
              <a:t>ambé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rec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si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477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07413" y="2615806"/>
            <a:ext cx="7278573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/>
              <a:t>Dados</a:t>
            </a:r>
            <a:r>
              <a:rPr spc="5" dirty="0"/>
              <a:t> </a:t>
            </a:r>
            <a:r>
              <a:rPr spc="15" dirty="0" err="1" smtClean="0"/>
              <a:t>Básicas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975402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 smtClean="0">
                <a:latin typeface="Arial"/>
                <a:cs typeface="Arial"/>
              </a:rPr>
              <a:t>com alocação estática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</a:t>
            </a:r>
            <a:r>
              <a:rPr lang="pt-BR" sz="2050" dirty="0" smtClean="0">
                <a:latin typeface="Arial"/>
                <a:cs typeface="Arial"/>
              </a:rPr>
              <a:t>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 </a:t>
            </a: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Fila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</a:t>
            </a:r>
            <a:endParaRPr sz="2050" dirty="0" smtClean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 smtClean="0">
                <a:latin typeface="Arial"/>
                <a:cs typeface="Arial"/>
              </a:rPr>
              <a:t>d</a:t>
            </a:r>
            <a:r>
              <a:rPr sz="2050" spc="5" dirty="0" smtClean="0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sz="2050" dirty="0" err="1" smtClean="0">
                <a:latin typeface="Arial"/>
                <a:cs typeface="Arial"/>
              </a:rPr>
              <a:t>Fila</a:t>
            </a:r>
            <a:r>
              <a:rPr sz="2050" spc="5" dirty="0" err="1" smtClean="0">
                <a:latin typeface="Arial"/>
                <a:cs typeface="Arial"/>
              </a:rPr>
              <a:t>s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724900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b="1" spc="5" dirty="0">
              <a:solidFill>
                <a:srgbClr val="007F7A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73833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 err="1" smtClean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270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25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190" dirty="0" smtClean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8530411" cy="610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/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651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70" dirty="0" smtClean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>
                <a:latin typeface="Arial"/>
                <a:cs typeface="Arial"/>
              </a:rPr>
              <a:t>TipoList</a:t>
            </a:r>
            <a:r>
              <a:rPr sz="1700" spc="10" dirty="0" err="1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00" dirty="0" smtClean="0">
                <a:latin typeface="Lucida Sans Unicode"/>
                <a:cs typeface="Lucida Sans Unicode"/>
              </a:rPr>
              <a:t> 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 err="1">
                <a:latin typeface="Arial"/>
                <a:cs typeface="Arial"/>
              </a:rPr>
              <a:t>TipoIte</a:t>
            </a:r>
            <a:r>
              <a:rPr sz="1700" spc="15" dirty="0" err="1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75" dirty="0" smtClean="0">
                <a:latin typeface="Lucida Sans Unicode"/>
                <a:cs typeface="Lucida Sans Unicode"/>
              </a:rPr>
              <a:t>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0" dirty="0" smtClean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15" dirty="0" smtClean="0">
                <a:latin typeface="Lucida Sans Unicode"/>
                <a:cs typeface="Lucida Sans Unicode"/>
              </a:rPr>
              <a:t> </a:t>
            </a: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8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500" dirty="0" smtClean="0">
                <a:latin typeface="Lucida Sans Unicode"/>
                <a:cs typeface="Lucida Sans Unicode"/>
              </a:rPr>
              <a:t>                         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" dirty="0" smtClean="0">
                <a:latin typeface="Arial"/>
                <a:cs typeface="Arial"/>
              </a:rPr>
              <a:t>m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80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130" dirty="0" smtClean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 smtClean="0">
                <a:latin typeface="Arial"/>
                <a:cs typeface="Arial"/>
              </a:rPr>
              <a:t>Ultim</a:t>
            </a:r>
            <a:r>
              <a:rPr sz="1700" spc="-75" dirty="0" smtClean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endParaRPr lang="pt-BR" sz="1700" spc="5" dirty="0" smtClean="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lang="pt-BR" sz="1700" spc="5">
                <a:latin typeface="Arial"/>
                <a:cs typeface="Arial"/>
              </a:rPr>
              <a:t>	</a:t>
            </a:r>
            <a:r>
              <a:rPr sz="1700" spc="100" smtClean="0">
                <a:latin typeface="Arial"/>
                <a:cs typeface="Arial"/>
              </a:rPr>
              <a:t>List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130" dirty="0" smtClean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-114" dirty="0" smtClean="0">
                <a:latin typeface="Arial"/>
                <a:cs typeface="Arial"/>
              </a:rPr>
              <a:t>x</a:t>
            </a:r>
            <a:r>
              <a:rPr lang="pt-BR" sz="1700" spc="-114" dirty="0" smtClean="0">
                <a:latin typeface="Arial"/>
                <a:cs typeface="Arial"/>
              </a:rPr>
              <a:t> </a:t>
            </a:r>
            <a:r>
              <a:rPr sz="1700" spc="-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lang="pt-BR" sz="1700" spc="5" dirty="0" smtClean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5" dirty="0" smtClean="0">
                <a:latin typeface="Arial"/>
                <a:cs typeface="Arial"/>
              </a:rPr>
              <a:t>"</a:t>
            </a:r>
            <a:r>
              <a:rPr lang="pt-BR" sz="1700" spc="-225" dirty="0" smtClean="0">
                <a:latin typeface="Arial"/>
                <a:cs typeface="Arial"/>
              </a:rPr>
              <a:t>     </a:t>
            </a:r>
            <a:r>
              <a:rPr sz="1700" spc="-385" dirty="0" smtClean="0">
                <a:latin typeface="Arial"/>
                <a:cs typeface="Arial"/>
              </a:rPr>
              <a:t>%</a:t>
            </a:r>
            <a:r>
              <a:rPr lang="pt-BR" sz="1700" spc="-385" dirty="0" smtClean="0">
                <a:latin typeface="Arial"/>
                <a:cs typeface="Arial"/>
              </a:rPr>
              <a:t>         </a:t>
            </a:r>
            <a:r>
              <a:rPr sz="1700" spc="130" dirty="0" smtClean="0">
                <a:latin typeface="Arial"/>
                <a:cs typeface="Arial"/>
              </a:rPr>
              <a:t>d</a:t>
            </a:r>
            <a:r>
              <a:rPr lang="pt-BR" sz="1700" spc="130" dirty="0" smtClean="0">
                <a:latin typeface="Arial"/>
                <a:cs typeface="Arial"/>
              </a:rPr>
              <a:t>  </a:t>
            </a:r>
            <a:r>
              <a:rPr sz="1700" spc="130" dirty="0" smtClean="0">
                <a:latin typeface="Arial"/>
                <a:cs typeface="Arial"/>
              </a:rPr>
              <a:t>\</a:t>
            </a:r>
            <a:r>
              <a:rPr sz="1700" spc="65" dirty="0" smtClean="0">
                <a:latin typeface="Arial"/>
                <a:cs typeface="Arial"/>
              </a:rPr>
              <a:t>n</a:t>
            </a:r>
            <a:r>
              <a:rPr lang="pt-BR" sz="1700" spc="65" dirty="0" smtClean="0">
                <a:latin typeface="Arial"/>
                <a:cs typeface="Arial"/>
              </a:rPr>
              <a:t>  </a:t>
            </a:r>
            <a:r>
              <a:rPr sz="1700" spc="5" dirty="0" smtClean="0">
                <a:latin typeface="Arial"/>
                <a:cs typeface="Arial"/>
              </a:rPr>
              <a:t>"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 err="1">
                <a:latin typeface="Arial"/>
                <a:cs typeface="Arial"/>
              </a:rPr>
              <a:t>Imprim</a:t>
            </a:r>
            <a:r>
              <a:rPr sz="1700" i="1" spc="10" dirty="0" err="1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80" dirty="0" smtClean="0">
                <a:latin typeface="Lucida Sans Unicode"/>
                <a:cs typeface="Lucida Sans Unicode"/>
              </a:rPr>
              <a:t>   </a:t>
            </a:r>
            <a:r>
              <a:rPr sz="1700" i="1" spc="5" dirty="0" smtClean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9516974" cy="4467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estática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7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739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9444811" cy="658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7692289" cy="631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smtClean="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spc="85" smtClean="0">
                <a:latin typeface="Arial"/>
                <a:cs typeface="Arial"/>
              </a:rPr>
              <a:t>fre</a:t>
            </a:r>
            <a:r>
              <a:rPr sz="1700" spc="10" smtClean="0">
                <a:latin typeface="Arial"/>
                <a:cs typeface="Arial"/>
              </a:rPr>
              <a:t>e</a:t>
            </a:r>
            <a:r>
              <a:rPr sz="1700" spc="-260" smtClean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9682074" cy="3692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 dirty="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 dirty="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 dirty="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2398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92883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1828390"/>
            <a:ext cx="3561765" cy="494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8724895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7997011" cy="649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8971397" cy="1413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2977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 smtClean="0">
                <a:latin typeface="Arial"/>
                <a:cs typeface="Arial"/>
              </a:rPr>
              <a:t>es</a:t>
            </a:r>
            <a:r>
              <a:rPr sz="1700" spc="5" dirty="0" err="1" smtClean="0">
                <a:latin typeface="Arial"/>
                <a:cs typeface="Arial"/>
              </a:rPr>
              <a:t>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125" dirty="0" smtClean="0">
                <a:latin typeface="Arial"/>
                <a:cs typeface="Arial"/>
              </a:rPr>
              <a:t>Fil</a:t>
            </a:r>
            <a:r>
              <a:rPr sz="1700" spc="10" dirty="0" smtClean="0">
                <a:latin typeface="Arial"/>
                <a:cs typeface="Arial"/>
              </a:rPr>
              <a:t>a</a:t>
            </a:r>
            <a:r>
              <a:rPr sz="1700" spc="-22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6025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5805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8728937" cy="3156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07413" y="2615806"/>
            <a:ext cx="7278573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pc="15" dirty="0" smtClean="0"/>
              <a:t>Árvores de Pesquisa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240160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5505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4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adequad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equen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undá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5219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3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4328"/>
            <a:ext cx="758634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8178" y="2124252"/>
            <a:ext cx="379095" cy="351790"/>
          </a:xfrm>
          <a:custGeom>
            <a:avLst/>
            <a:gdLst/>
            <a:ahLst/>
            <a:cxnLst/>
            <a:rect l="l" t="t" r="r" b="b"/>
            <a:pathLst>
              <a:path w="379095" h="351789">
                <a:moveTo>
                  <a:pt x="378574" y="175768"/>
                </a:moveTo>
                <a:lnTo>
                  <a:pt x="373414" y="134842"/>
                </a:lnTo>
                <a:lnTo>
                  <a:pt x="358732" y="97346"/>
                </a:lnTo>
                <a:lnTo>
                  <a:pt x="335718" y="64387"/>
                </a:lnTo>
                <a:lnTo>
                  <a:pt x="305566" y="37071"/>
                </a:lnTo>
                <a:lnTo>
                  <a:pt x="269468" y="16507"/>
                </a:lnTo>
                <a:lnTo>
                  <a:pt x="228618" y="3801"/>
                </a:lnTo>
                <a:lnTo>
                  <a:pt x="189280" y="0"/>
                </a:lnTo>
                <a:lnTo>
                  <a:pt x="184238" y="61"/>
                </a:lnTo>
                <a:lnTo>
                  <a:pt x="145207" y="4790"/>
                </a:lnTo>
                <a:lnTo>
                  <a:pt x="104828" y="18424"/>
                </a:lnTo>
                <a:lnTo>
                  <a:pt x="69334" y="39793"/>
                </a:lnTo>
                <a:lnTo>
                  <a:pt x="39919" y="67790"/>
                </a:lnTo>
                <a:lnTo>
                  <a:pt x="17775" y="101309"/>
                </a:lnTo>
                <a:lnTo>
                  <a:pt x="4093" y="139240"/>
                </a:lnTo>
                <a:lnTo>
                  <a:pt x="0" y="175768"/>
                </a:lnTo>
                <a:lnTo>
                  <a:pt x="65" y="180450"/>
                </a:lnTo>
                <a:lnTo>
                  <a:pt x="6341" y="221049"/>
                </a:lnTo>
                <a:lnTo>
                  <a:pt x="22006" y="258095"/>
                </a:lnTo>
                <a:lnTo>
                  <a:pt x="45870" y="290482"/>
                </a:lnTo>
                <a:lnTo>
                  <a:pt x="76738" y="317103"/>
                </a:lnTo>
                <a:lnTo>
                  <a:pt x="113421" y="336848"/>
                </a:lnTo>
                <a:lnTo>
                  <a:pt x="149943" y="347734"/>
                </a:lnTo>
                <a:lnTo>
                  <a:pt x="189280" y="351536"/>
                </a:lnTo>
                <a:lnTo>
                  <a:pt x="194323" y="351474"/>
                </a:lnTo>
                <a:lnTo>
                  <a:pt x="233354" y="346745"/>
                </a:lnTo>
                <a:lnTo>
                  <a:pt x="273735" y="333111"/>
                </a:lnTo>
                <a:lnTo>
                  <a:pt x="309231" y="311742"/>
                </a:lnTo>
                <a:lnTo>
                  <a:pt x="338649" y="283745"/>
                </a:lnTo>
                <a:lnTo>
                  <a:pt x="360796" y="250226"/>
                </a:lnTo>
                <a:lnTo>
                  <a:pt x="374480" y="212295"/>
                </a:lnTo>
                <a:lnTo>
                  <a:pt x="378574" y="17576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5417" y="3057156"/>
            <a:ext cx="392430" cy="419734"/>
          </a:xfrm>
          <a:custGeom>
            <a:avLst/>
            <a:gdLst/>
            <a:ahLst/>
            <a:cxnLst/>
            <a:rect l="l" t="t" r="r" b="b"/>
            <a:pathLst>
              <a:path w="392429" h="419735">
                <a:moveTo>
                  <a:pt x="392099" y="0"/>
                </a:moveTo>
                <a:lnTo>
                  <a:pt x="0" y="41913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5417" y="3476294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750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517" y="3057156"/>
            <a:ext cx="419734" cy="405765"/>
          </a:xfrm>
          <a:custGeom>
            <a:avLst/>
            <a:gdLst/>
            <a:ahLst/>
            <a:cxnLst/>
            <a:rect l="l" t="t" r="r" b="b"/>
            <a:pathLst>
              <a:path w="419735" h="405764">
                <a:moveTo>
                  <a:pt x="0" y="0"/>
                </a:moveTo>
                <a:lnTo>
                  <a:pt x="419125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16993" y="3057156"/>
            <a:ext cx="500380" cy="405765"/>
          </a:xfrm>
          <a:custGeom>
            <a:avLst/>
            <a:gdLst/>
            <a:ahLst/>
            <a:cxnLst/>
            <a:rect l="l" t="t" r="r" b="b"/>
            <a:pathLst>
              <a:path w="500379" h="405764">
                <a:moveTo>
                  <a:pt x="500265" y="0"/>
                </a:moveTo>
                <a:lnTo>
                  <a:pt x="0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93" y="3462769"/>
            <a:ext cx="960119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59954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7259" y="3057156"/>
            <a:ext cx="473709" cy="405765"/>
          </a:xfrm>
          <a:custGeom>
            <a:avLst/>
            <a:gdLst/>
            <a:ahLst/>
            <a:cxnLst/>
            <a:rect l="l" t="t" r="r" b="b"/>
            <a:pathLst>
              <a:path w="473709" h="405764">
                <a:moveTo>
                  <a:pt x="0" y="0"/>
                </a:moveTo>
                <a:lnTo>
                  <a:pt x="473214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7721" y="2146046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253" y="3146564"/>
            <a:ext cx="15176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526" y="3146564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517" y="2475788"/>
            <a:ext cx="906144" cy="581660"/>
          </a:xfrm>
          <a:custGeom>
            <a:avLst/>
            <a:gdLst/>
            <a:ahLst/>
            <a:cxnLst/>
            <a:rect l="l" t="t" r="r" b="b"/>
            <a:pathLst>
              <a:path w="906145" h="581660">
                <a:moveTo>
                  <a:pt x="905865" y="0"/>
                </a:moveTo>
                <a:lnTo>
                  <a:pt x="0" y="581367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517" y="2975991"/>
            <a:ext cx="106045" cy="81280"/>
          </a:xfrm>
          <a:custGeom>
            <a:avLst/>
            <a:gdLst/>
            <a:ahLst/>
            <a:cxnLst/>
            <a:rect l="l" t="t" r="r" b="b"/>
            <a:pathLst>
              <a:path w="106045" h="81280">
                <a:moveTo>
                  <a:pt x="0" y="81165"/>
                </a:moveTo>
                <a:lnTo>
                  <a:pt x="105625" y="45504"/>
                </a:lnTo>
                <a:lnTo>
                  <a:pt x="76415" y="0"/>
                </a:lnTo>
                <a:lnTo>
                  <a:pt x="0" y="81165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8023" y="2475788"/>
            <a:ext cx="1136015" cy="554355"/>
          </a:xfrm>
          <a:custGeom>
            <a:avLst/>
            <a:gdLst/>
            <a:ahLst/>
            <a:cxnLst/>
            <a:rect l="l" t="t" r="r" b="b"/>
            <a:pathLst>
              <a:path w="1136014" h="554355">
                <a:moveTo>
                  <a:pt x="0" y="0"/>
                </a:moveTo>
                <a:lnTo>
                  <a:pt x="1135710" y="554329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94666" y="2958376"/>
            <a:ext cx="109220" cy="71755"/>
          </a:xfrm>
          <a:custGeom>
            <a:avLst/>
            <a:gdLst/>
            <a:ahLst/>
            <a:cxnLst/>
            <a:rect l="l" t="t" r="r" b="b"/>
            <a:pathLst>
              <a:path w="109220" h="71755">
                <a:moveTo>
                  <a:pt x="109067" y="71742"/>
                </a:moveTo>
                <a:lnTo>
                  <a:pt x="23723" y="0"/>
                </a:lnTo>
                <a:lnTo>
                  <a:pt x="0" y="48602"/>
                </a:lnTo>
                <a:lnTo>
                  <a:pt x="109067" y="71742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83613" y="3842067"/>
            <a:ext cx="315023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551" y="4484992"/>
            <a:ext cx="368935" cy="394335"/>
          </a:xfrm>
          <a:custGeom>
            <a:avLst/>
            <a:gdLst/>
            <a:ahLst/>
            <a:cxnLst/>
            <a:rect l="l" t="t" r="r" b="b"/>
            <a:pathLst>
              <a:path w="368935" h="394335">
                <a:moveTo>
                  <a:pt x="368757" y="0"/>
                </a:moveTo>
                <a:lnTo>
                  <a:pt x="0" y="394195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17126" y="489190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>
                <a:moveTo>
                  <a:pt x="0" y="0"/>
                </a:moveTo>
                <a:lnTo>
                  <a:pt x="940968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47" y="4472279"/>
            <a:ext cx="521970" cy="407034"/>
          </a:xfrm>
          <a:custGeom>
            <a:avLst/>
            <a:gdLst/>
            <a:ahLst/>
            <a:cxnLst/>
            <a:rect l="l" t="t" r="r" b="b"/>
            <a:pathLst>
              <a:path w="521970" h="407035">
                <a:moveTo>
                  <a:pt x="0" y="0"/>
                </a:moveTo>
                <a:lnTo>
                  <a:pt x="521347" y="40690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66729" y="4535855"/>
            <a:ext cx="203835" cy="165735"/>
          </a:xfrm>
          <a:custGeom>
            <a:avLst/>
            <a:gdLst/>
            <a:ahLst/>
            <a:cxnLst/>
            <a:rect l="l" t="t" r="r" b="b"/>
            <a:pathLst>
              <a:path w="203835" h="165735">
                <a:moveTo>
                  <a:pt x="203454" y="0"/>
                </a:moveTo>
                <a:lnTo>
                  <a:pt x="0" y="165303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6729" y="4701158"/>
            <a:ext cx="216535" cy="114935"/>
          </a:xfrm>
          <a:custGeom>
            <a:avLst/>
            <a:gdLst/>
            <a:ahLst/>
            <a:cxnLst/>
            <a:rect l="l" t="t" r="r" b="b"/>
            <a:pathLst>
              <a:path w="216535" h="114935">
                <a:moveTo>
                  <a:pt x="0" y="0"/>
                </a:moveTo>
                <a:lnTo>
                  <a:pt x="216166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97803" y="4510430"/>
            <a:ext cx="229235" cy="191135"/>
          </a:xfrm>
          <a:custGeom>
            <a:avLst/>
            <a:gdLst/>
            <a:ahLst/>
            <a:cxnLst/>
            <a:rect l="l" t="t" r="r" b="b"/>
            <a:pathLst>
              <a:path w="229235" h="191135">
                <a:moveTo>
                  <a:pt x="228879" y="0"/>
                </a:moveTo>
                <a:lnTo>
                  <a:pt x="0" y="19072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7803" y="4701158"/>
            <a:ext cx="267335" cy="114935"/>
          </a:xfrm>
          <a:custGeom>
            <a:avLst/>
            <a:gdLst/>
            <a:ahLst/>
            <a:cxnLst/>
            <a:rect l="l" t="t" r="r" b="b"/>
            <a:pathLst>
              <a:path w="267335" h="114935">
                <a:moveTo>
                  <a:pt x="0" y="0"/>
                </a:moveTo>
                <a:lnTo>
                  <a:pt x="267030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75195" y="442141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6044" y="0"/>
                </a:moveTo>
                <a:lnTo>
                  <a:pt x="0" y="356044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75195" y="4777460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>
                <a:moveTo>
                  <a:pt x="0" y="0"/>
                </a:moveTo>
                <a:lnTo>
                  <a:pt x="762952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31240" y="4408703"/>
            <a:ext cx="419734" cy="368935"/>
          </a:xfrm>
          <a:custGeom>
            <a:avLst/>
            <a:gdLst/>
            <a:ahLst/>
            <a:cxnLst/>
            <a:rect l="l" t="t" r="r" b="b"/>
            <a:pathLst>
              <a:path w="419734" h="368935">
                <a:moveTo>
                  <a:pt x="0" y="0"/>
                </a:moveTo>
                <a:lnTo>
                  <a:pt x="419620" y="368757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7820" y="4408703"/>
            <a:ext cx="407034" cy="432434"/>
          </a:xfrm>
          <a:custGeom>
            <a:avLst/>
            <a:gdLst/>
            <a:ahLst/>
            <a:cxnLst/>
            <a:rect l="l" t="t" r="r" b="b"/>
            <a:pathLst>
              <a:path w="407035" h="432435">
                <a:moveTo>
                  <a:pt x="406908" y="216166"/>
                </a:moveTo>
                <a:lnTo>
                  <a:pt x="403629" y="177308"/>
                </a:lnTo>
                <a:lnTo>
                  <a:pt x="392591" y="136355"/>
                </a:lnTo>
                <a:lnTo>
                  <a:pt x="374559" y="99165"/>
                </a:lnTo>
                <a:lnTo>
                  <a:pt x="350350" y="66605"/>
                </a:lnTo>
                <a:lnTo>
                  <a:pt x="320784" y="39545"/>
                </a:lnTo>
                <a:lnTo>
                  <a:pt x="286678" y="18854"/>
                </a:lnTo>
                <a:lnTo>
                  <a:pt x="248851" y="5401"/>
                </a:lnTo>
                <a:lnTo>
                  <a:pt x="208123" y="55"/>
                </a:lnTo>
                <a:lnTo>
                  <a:pt x="203454" y="0"/>
                </a:lnTo>
                <a:lnTo>
                  <a:pt x="198784" y="55"/>
                </a:lnTo>
                <a:lnTo>
                  <a:pt x="158056" y="5401"/>
                </a:lnTo>
                <a:lnTo>
                  <a:pt x="120229" y="18854"/>
                </a:lnTo>
                <a:lnTo>
                  <a:pt x="86123" y="39545"/>
                </a:lnTo>
                <a:lnTo>
                  <a:pt x="56557" y="66605"/>
                </a:lnTo>
                <a:lnTo>
                  <a:pt x="32348" y="99165"/>
                </a:lnTo>
                <a:lnTo>
                  <a:pt x="14316" y="136355"/>
                </a:lnTo>
                <a:lnTo>
                  <a:pt x="3278" y="177308"/>
                </a:lnTo>
                <a:lnTo>
                  <a:pt x="0" y="216166"/>
                </a:lnTo>
                <a:lnTo>
                  <a:pt x="52" y="221127"/>
                </a:lnTo>
                <a:lnTo>
                  <a:pt x="4133" y="259730"/>
                </a:lnTo>
                <a:lnTo>
                  <a:pt x="15989" y="300306"/>
                </a:lnTo>
                <a:lnTo>
                  <a:pt x="34748" y="337025"/>
                </a:lnTo>
                <a:lnTo>
                  <a:pt x="59593" y="369017"/>
                </a:lnTo>
                <a:lnTo>
                  <a:pt x="89704" y="395414"/>
                </a:lnTo>
                <a:lnTo>
                  <a:pt x="124263" y="415345"/>
                </a:lnTo>
                <a:lnTo>
                  <a:pt x="162453" y="427941"/>
                </a:lnTo>
                <a:lnTo>
                  <a:pt x="203454" y="432333"/>
                </a:lnTo>
                <a:lnTo>
                  <a:pt x="208123" y="432277"/>
                </a:lnTo>
                <a:lnTo>
                  <a:pt x="248851" y="426931"/>
                </a:lnTo>
                <a:lnTo>
                  <a:pt x="286678" y="413476"/>
                </a:lnTo>
                <a:lnTo>
                  <a:pt x="320784" y="392784"/>
                </a:lnTo>
                <a:lnTo>
                  <a:pt x="350350" y="365723"/>
                </a:lnTo>
                <a:lnTo>
                  <a:pt x="374559" y="333162"/>
                </a:lnTo>
                <a:lnTo>
                  <a:pt x="392591" y="295972"/>
                </a:lnTo>
                <a:lnTo>
                  <a:pt x="403629" y="255021"/>
                </a:lnTo>
                <a:lnTo>
                  <a:pt x="406908" y="216166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0458" y="4570438"/>
            <a:ext cx="14414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0423" y="4494148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3101" y="4481423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0987" y="5174417"/>
            <a:ext cx="7595234" cy="154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marR="5080" indent="-349885">
              <a:lnSpc>
                <a:spcPct val="117100"/>
              </a:lnSpc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marL="362585" marR="92075" indent="-349885">
              <a:lnSpc>
                <a:spcPct val="117000"/>
              </a:lnSpc>
              <a:spcBef>
                <a:spcPts val="575"/>
              </a:spcBef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402632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4557"/>
            <a:ext cx="75863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46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21295" y="4126217"/>
            <a:ext cx="8297545" cy="261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24840" algn="l"/>
              </a:tabLst>
            </a:pPr>
            <a:r>
              <a:rPr sz="2050" spc="10" dirty="0">
                <a:latin typeface="Arial"/>
                <a:cs typeface="Arial"/>
              </a:rPr>
              <a:t>O	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í</a:t>
            </a:r>
            <a:r>
              <a:rPr sz="2050" b="1" dirty="0">
                <a:latin typeface="Arial"/>
                <a:cs typeface="Arial"/>
              </a:rPr>
              <a:t>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0.</a:t>
            </a:r>
            <a:endParaRPr sz="2050">
              <a:latin typeface="Arial"/>
              <a:cs typeface="Arial"/>
            </a:endParaRPr>
          </a:p>
          <a:p>
            <a:pPr marL="274955" marR="292735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tu</a:t>
            </a:r>
            <a:r>
              <a:rPr sz="2050" b="1" spc="5" dirty="0">
                <a:latin typeface="Arial"/>
                <a:cs typeface="Arial"/>
              </a:rPr>
              <a:t>ra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5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66" y="1492250"/>
            <a:ext cx="5115534" cy="25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23376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69320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897" y="832055"/>
            <a:ext cx="8568690" cy="4964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5080">
              <a:lnSpc>
                <a:spcPct val="1082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Dicion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 usa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395"/>
              </a:spcBef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0979" marR="5464175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7329" marR="5888990" indent="-215265">
              <a:lnSpc>
                <a:spcPts val="2720"/>
              </a:lnSpc>
              <a:spcBef>
                <a:spcPts val="200"/>
              </a:spcBef>
              <a:tabLst>
                <a:tab pos="2276475" algn="l"/>
              </a:tabLst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14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13992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541385" cy="631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endParaRPr sz="24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pare-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8950" marR="2673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a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467359" algn="l"/>
                <a:tab pos="19494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present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8632530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606790" cy="611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serir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 marL="488950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46405" marR="2559050" indent="-196850">
              <a:lnSpc>
                <a:spcPts val="2650"/>
              </a:lnSpc>
              <a:spcBef>
                <a:spcPts val="18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10" dirty="0">
                <a:latin typeface="Arial"/>
                <a:cs typeface="Arial"/>
              </a:rPr>
              <a:t>r</a:t>
            </a:r>
            <a:r>
              <a:rPr sz="1700" spc="150" dirty="0">
                <a:latin typeface="Arial"/>
                <a:cs typeface="Arial"/>
              </a:rPr>
              <a:t>)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(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5585" marR="4756785" indent="21590">
              <a:lnSpc>
                <a:spcPct val="129700"/>
              </a:lnSpc>
              <a:tabLst>
                <a:tab pos="5378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788670" algn="l"/>
                <a:tab pos="2182495" algn="l"/>
                <a:tab pos="2378075" algn="l"/>
                <a:tab pos="3669029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j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74529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0582" y="851928"/>
            <a:ext cx="7022465" cy="5963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Inic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zar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9050"/>
            <a:r>
              <a:rPr lang="pt-BR" sz="1700" spc="-100" dirty="0" smtClean="0">
                <a:latin typeface="Arial"/>
                <a:cs typeface="Arial"/>
              </a:rPr>
              <a:t>{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15" dirty="0" smtClean="0">
                <a:latin typeface="Lucida Sans Unicode"/>
                <a:cs typeface="Lucida Sans Unicode"/>
              </a:rPr>
              <a:t>−</a:t>
            </a:r>
            <a:r>
              <a:rPr lang="pt-BR" sz="1700" spc="-165" dirty="0" smtClean="0">
                <a:latin typeface="Lucida Sans Unicode"/>
                <a:cs typeface="Lucida Sans Unicode"/>
              </a:rPr>
              <a:t> </a:t>
            </a:r>
            <a:r>
              <a:rPr lang="pt-BR" sz="1700" i="1" spc="10" dirty="0" smtClean="0">
                <a:latin typeface="Times New Roman"/>
                <a:cs typeface="Times New Roman"/>
              </a:rPr>
              <a:t>E</a:t>
            </a:r>
            <a:r>
              <a:rPr lang="pt-BR" sz="1700" i="1" spc="5" dirty="0" smtClean="0">
                <a:latin typeface="Times New Roman"/>
                <a:cs typeface="Times New Roman"/>
              </a:rPr>
              <a:t>nt</a:t>
            </a:r>
            <a:r>
              <a:rPr lang="pt-BR" sz="1700" i="1" spc="-25" dirty="0" smtClean="0">
                <a:latin typeface="Times New Roman"/>
                <a:cs typeface="Times New Roman"/>
              </a:rPr>
              <a:t>r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aqui 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de</a:t>
            </a:r>
            <a:r>
              <a:rPr lang="pt-BR" sz="1700" i="1" spc="-45" dirty="0" smtClean="0">
                <a:latin typeface="Times New Roman"/>
                <a:cs typeface="Times New Roman"/>
              </a:rPr>
              <a:t>f</a:t>
            </a:r>
            <a:r>
              <a:rPr lang="pt-BR" sz="1700" i="1" spc="-50" dirty="0" smtClean="0">
                <a:latin typeface="Times New Roman"/>
                <a:cs typeface="Times New Roman"/>
              </a:rPr>
              <a:t>i</a:t>
            </a:r>
            <a:r>
              <a:rPr lang="pt-BR" sz="1700" i="1" spc="5" dirty="0" smtClean="0">
                <a:latin typeface="Times New Roman"/>
                <a:cs typeface="Times New Roman"/>
              </a:rPr>
              <a:t>niçã</a:t>
            </a:r>
            <a:r>
              <a:rPr lang="pt-BR" sz="1700" i="1" spc="10" dirty="0" smtClean="0">
                <a:latin typeface="Times New Roman"/>
                <a:cs typeface="Times New Roman"/>
              </a:rPr>
              <a:t>o</a:t>
            </a:r>
            <a:r>
              <a:rPr lang="pt-BR" sz="1700" i="1" spc="5" dirty="0" smtClean="0">
                <a:latin typeface="Times New Roman"/>
                <a:cs typeface="Times New Roman"/>
              </a:rPr>
              <a:t> dos tipos</a:t>
            </a:r>
            <a:r>
              <a:rPr lang="pt-BR" sz="1700" i="1" spc="-100" dirty="0" smtClean="0">
                <a:latin typeface="Times New Roman"/>
                <a:cs typeface="Times New Roman"/>
              </a:rPr>
              <a:t> 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65" dirty="0" smtClean="0">
                <a:latin typeface="Lucida Sans Unicode"/>
                <a:cs typeface="Lucida Sans Unicode"/>
              </a:rPr>
              <a:t>−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endParaRPr lang="pt-BR" sz="1700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30" dirty="0" smtClean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 err="1">
                <a:latin typeface="Arial"/>
                <a:cs typeface="Arial"/>
              </a:rPr>
              <a:t>TipoApontado</a:t>
            </a:r>
            <a:r>
              <a:rPr sz="1700" spc="5" dirty="0" err="1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85" dirty="0" smtClean="0">
                <a:latin typeface="Lucida Sans Unicode"/>
                <a:cs typeface="Lucida Sans Unicode"/>
              </a:rPr>
              <a:t>∗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15" dirty="0">
                <a:latin typeface="Lucida Sans Unicode"/>
                <a:cs typeface="Lucida Sans Unicode"/>
              </a:rPr>
              <a:t> 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};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605"/>
              </a:spcBef>
            </a:pPr>
            <a:r>
              <a:rPr sz="1700" spc="-100" dirty="0" smtClean="0">
                <a:latin typeface="Arial"/>
                <a:cs typeface="Arial"/>
              </a:rPr>
              <a:t>{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Lucida Sans Unicode"/>
                <a:cs typeface="Lucida Sans Unicode"/>
              </a:rPr>
              <a:t> </a:t>
            </a:r>
            <a:r>
              <a:rPr sz="1700" i="1" spc="10" dirty="0">
                <a:latin typeface="Times New Roman"/>
                <a:cs typeface="Times New Roman"/>
              </a:rPr>
              <a:t>E</a:t>
            </a:r>
            <a:r>
              <a:rPr sz="1700" i="1" spc="5" dirty="0">
                <a:latin typeface="Times New Roman"/>
                <a:cs typeface="Times New Roman"/>
              </a:rPr>
              <a:t>nt</a:t>
            </a:r>
            <a:r>
              <a:rPr sz="1700" i="1" spc="-2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a</a:t>
            </a:r>
            <a:r>
              <a:rPr sz="1700" i="1" spc="15" dirty="0">
                <a:latin typeface="Times New Roman"/>
                <a:cs typeface="Times New Roman"/>
              </a:rPr>
              <a:t>m</a:t>
            </a:r>
            <a:r>
              <a:rPr sz="1700" i="1" spc="5" dirty="0">
                <a:latin typeface="Times New Roman"/>
                <a:cs typeface="Times New Roman"/>
              </a:rPr>
              <a:t> aqui os p</a:t>
            </a:r>
            <a:r>
              <a:rPr sz="1700" i="1" spc="-7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oced</a:t>
            </a:r>
            <a:r>
              <a:rPr sz="1700" i="1" spc="10" dirty="0">
                <a:latin typeface="Times New Roman"/>
                <a:cs typeface="Times New Roman"/>
              </a:rPr>
              <a:t>im</a:t>
            </a:r>
            <a:r>
              <a:rPr sz="1700" i="1" spc="5" dirty="0">
                <a:latin typeface="Times New Roman"/>
                <a:cs typeface="Times New Roman"/>
              </a:rPr>
              <a:t>entos Ins</a:t>
            </a:r>
            <a:r>
              <a:rPr sz="1700" i="1" dirty="0">
                <a:latin typeface="Times New Roman"/>
                <a:cs typeface="Times New Roman"/>
              </a:rPr>
              <a:t>e</a:t>
            </a:r>
            <a:r>
              <a:rPr sz="1700" i="1" spc="-60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e e Ini</a:t>
            </a:r>
            <a:r>
              <a:rPr sz="1700" i="1" dirty="0">
                <a:latin typeface="Times New Roman"/>
                <a:cs typeface="Times New Roman"/>
              </a:rPr>
              <a:t>c</a:t>
            </a:r>
            <a:r>
              <a:rPr sz="1700" i="1" spc="5" dirty="0">
                <a:latin typeface="Times New Roman"/>
                <a:cs typeface="Times New Roman"/>
              </a:rPr>
              <a:t>ializa</a:t>
            </a:r>
            <a:r>
              <a:rPr sz="1700" i="1" spc="-100" dirty="0">
                <a:latin typeface="Times New Roman"/>
                <a:cs typeface="Times New Roman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05"/>
              </a:spcBef>
            </a:pPr>
            <a:r>
              <a:rPr sz="1700" b="1" spc="110" dirty="0" err="1">
                <a:latin typeface="Arial"/>
                <a:cs typeface="Arial"/>
              </a:rPr>
              <a:t>in</a:t>
            </a:r>
            <a:r>
              <a:rPr sz="1700" b="1" spc="5" dirty="0" err="1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 smtClean="0">
                <a:latin typeface="Arial"/>
                <a:cs typeface="Arial"/>
              </a:rPr>
              <a:t>mai</a:t>
            </a:r>
            <a:r>
              <a:rPr sz="1700" spc="70" dirty="0" smtClean="0">
                <a:latin typeface="Arial"/>
                <a:cs typeface="Arial"/>
              </a:rPr>
              <a:t>n</a:t>
            </a:r>
            <a:r>
              <a:rPr lang="pt-BR" sz="1700" spc="70" dirty="0" smtClean="0">
                <a:latin typeface="Arial"/>
                <a:cs typeface="Arial"/>
              </a:rPr>
              <a:t>( 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8445" marR="2300605" indent="-20891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5" dirty="0" err="1" smtClean="0">
                <a:latin typeface="Arial"/>
                <a:cs typeface="Arial"/>
              </a:rPr>
              <a:t>Tipo</a:t>
            </a:r>
            <a:r>
              <a:rPr lang="pt-BR" sz="1700" spc="55" dirty="0" smtClean="0">
                <a:latin typeface="Arial"/>
                <a:cs typeface="Arial"/>
              </a:rPr>
              <a:t>Apontador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15" dirty="0" smtClean="0">
                <a:latin typeface="Arial"/>
                <a:cs typeface="Arial"/>
              </a:rPr>
              <a:t> </a:t>
            </a:r>
            <a:r>
              <a:rPr lang="pt-BR" sz="1700" spc="15" dirty="0" smtClean="0">
                <a:latin typeface="Arial"/>
                <a:cs typeface="Arial"/>
              </a:rPr>
              <a:t>r</a:t>
            </a:r>
            <a:r>
              <a:rPr lang="pt-BR" sz="1700" spc="75" dirty="0" smtClean="0">
                <a:latin typeface="Arial"/>
                <a:cs typeface="Arial"/>
              </a:rPr>
              <a:t>aiz</a:t>
            </a:r>
            <a:r>
              <a:rPr sz="1700" spc="-1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70" dirty="0" err="1">
                <a:latin typeface="Arial"/>
                <a:cs typeface="Arial"/>
              </a:rPr>
              <a:t>Inicializ</a:t>
            </a:r>
            <a:r>
              <a:rPr sz="1700" spc="165" dirty="0" err="1">
                <a:latin typeface="Arial"/>
                <a:cs typeface="Arial"/>
              </a:rPr>
              <a:t>a</a:t>
            </a:r>
            <a:r>
              <a:rPr sz="1700" spc="-10" dirty="0" smtClean="0">
                <a:latin typeface="Arial"/>
                <a:cs typeface="Arial"/>
              </a:rPr>
              <a:t>(</a:t>
            </a:r>
            <a:r>
              <a:rPr sz="1700" spc="7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3456940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 </a:t>
            </a:r>
            <a:r>
              <a:rPr lang="pt-BR" sz="1700" spc="25" dirty="0" smtClean="0">
                <a:latin typeface="Arial"/>
                <a:cs typeface="Arial"/>
              </a:rPr>
              <a:t>   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-1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2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0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smtClean="0">
                <a:latin typeface="Arial"/>
                <a:cs typeface="Arial"/>
              </a:rPr>
              <a:t> </a:t>
            </a:r>
            <a:r>
              <a:rPr sz="1700" spc="5" smtClean="0">
                <a:latin typeface="Arial"/>
                <a:cs typeface="Arial"/>
              </a:rPr>
              <a:t>{ </a:t>
            </a:r>
            <a:r>
              <a:rPr sz="1700" spc="-5" smtClean="0">
                <a:latin typeface="Arial"/>
                <a:cs typeface="Arial"/>
              </a:rPr>
              <a:t> </a:t>
            </a:r>
            <a:endParaRPr lang="pt-BR" sz="1700" spc="-5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-5" dirty="0" smtClean="0">
                <a:latin typeface="Arial"/>
                <a:cs typeface="Arial"/>
              </a:rPr>
              <a:t>	</a:t>
            </a:r>
            <a:r>
              <a:rPr sz="1700" spc="40" dirty="0" err="1" smtClean="0">
                <a:latin typeface="Arial"/>
                <a:cs typeface="Arial"/>
              </a:rPr>
              <a:t>I</a:t>
            </a:r>
            <a:r>
              <a:rPr sz="1700" spc="50" dirty="0" err="1" smtClean="0">
                <a:latin typeface="Arial"/>
                <a:cs typeface="Arial"/>
              </a:rPr>
              <a:t>n</a:t>
            </a:r>
            <a:r>
              <a:rPr sz="1700" spc="45" dirty="0" err="1" smtClean="0">
                <a:latin typeface="Arial"/>
                <a:cs typeface="Arial"/>
              </a:rPr>
              <a:t>s</a:t>
            </a:r>
            <a:r>
              <a:rPr sz="1700" spc="50" dirty="0" err="1" smtClean="0">
                <a:latin typeface="Arial"/>
                <a:cs typeface="Arial"/>
              </a:rPr>
              <a:t>e</a:t>
            </a:r>
            <a:r>
              <a:rPr sz="1700" spc="40" dirty="0" err="1" smtClean="0">
                <a:latin typeface="Arial"/>
                <a:cs typeface="Arial"/>
              </a:rPr>
              <a:t>r</a:t>
            </a:r>
            <a:r>
              <a:rPr sz="1700" spc="175" dirty="0" err="1" smtClean="0">
                <a:latin typeface="Arial"/>
                <a:cs typeface="Arial"/>
              </a:rPr>
              <a:t>e</a:t>
            </a:r>
            <a:r>
              <a:rPr sz="1700" spc="130" dirty="0" smtClean="0">
                <a:latin typeface="Arial"/>
                <a:cs typeface="Arial"/>
              </a:rPr>
              <a:t>(</a:t>
            </a:r>
            <a:r>
              <a:rPr sz="1700" spc="15" dirty="0" smtClean="0">
                <a:latin typeface="Arial"/>
                <a:cs typeface="Arial"/>
              </a:rPr>
              <a:t>x</a:t>
            </a:r>
            <a:r>
              <a:rPr sz="1700" spc="25" dirty="0" smtClean="0">
                <a:latin typeface="Arial"/>
                <a:cs typeface="Arial"/>
              </a:rPr>
              <a:t>,</a:t>
            </a:r>
            <a:r>
              <a:rPr sz="1700" spc="10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	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90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5" dirty="0" smtClean="0">
                <a:latin typeface="Arial"/>
                <a:cs typeface="Arial"/>
              </a:rPr>
              <a:t>"</a:t>
            </a:r>
            <a:r>
              <a:rPr sz="1700" spc="-19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46220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125" cy="397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2885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querda;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6262279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605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50516" y="1662374"/>
            <a:ext cx="3256472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9064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344" y="25988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0590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6955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8481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711" y="170558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5125" y="304923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1326" y="4048325"/>
            <a:ext cx="87376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b="1" dirty="0">
                <a:latin typeface="Arial"/>
                <a:cs typeface="Arial"/>
              </a:rPr>
              <a:t>Assi</a:t>
            </a:r>
            <a:r>
              <a:rPr sz="2050" b="1" spc="5" dirty="0">
                <a:latin typeface="Arial"/>
                <a:cs typeface="Arial"/>
              </a:rPr>
              <a:t>m: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5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tro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á-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4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entã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5.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6032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791200" cy="135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0237" y="2196797"/>
            <a:ext cx="4684395" cy="103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 marR="5080" indent="-69850">
              <a:lnSpc>
                <a:spcPct val="129700"/>
              </a:lnSpc>
              <a:tabLst>
                <a:tab pos="208279" algn="l"/>
              </a:tabLst>
            </a:pPr>
            <a:r>
              <a:rPr sz="1700" spc="5" dirty="0">
                <a:latin typeface="Arial"/>
                <a:cs typeface="Arial"/>
              </a:rPr>
              <a:t>:	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605"/>
              </a:spcBef>
            </a:pP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86" y="2196797"/>
            <a:ext cx="3409315" cy="136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-40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 err="1">
                <a:latin typeface="Arial"/>
                <a:cs typeface="Arial"/>
              </a:rPr>
              <a:t>Re</a:t>
            </a:r>
            <a:r>
              <a:rPr sz="1700" spc="25" dirty="0" err="1">
                <a:latin typeface="Arial"/>
                <a:cs typeface="Arial"/>
              </a:rPr>
              <a:t>g</a:t>
            </a:r>
            <a:r>
              <a:rPr sz="1700" spc="60" dirty="0" err="1">
                <a:latin typeface="Arial"/>
                <a:cs typeface="Arial"/>
              </a:rPr>
              <a:t>.</a:t>
            </a:r>
            <a:r>
              <a:rPr sz="1700" spc="-120" dirty="0" err="1">
                <a:latin typeface="Arial"/>
                <a:cs typeface="Arial"/>
              </a:rPr>
              <a:t>Chav</a:t>
            </a:r>
            <a:r>
              <a:rPr sz="1700" spc="135" dirty="0" err="1">
                <a:latin typeface="Arial"/>
                <a:cs typeface="Arial"/>
              </a:rPr>
              <a:t>e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dirty="0" smtClean="0">
                <a:latin typeface="Arial"/>
                <a:cs typeface="Arial"/>
              </a:rPr>
              <a:t> {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40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f</a:t>
            </a:r>
            <a:r>
              <a:rPr lang="pt-BR" sz="1700" b="1" spc="5" dirty="0">
                <a:latin typeface="Arial"/>
                <a:cs typeface="Arial"/>
              </a:rPr>
              <a:t> </a:t>
            </a:r>
            <a:r>
              <a:rPr lang="pt-BR" sz="1700" b="1" spc="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endParaRPr lang="pt-BR" sz="1700" spc="5" dirty="0" smtClean="0">
              <a:latin typeface="Arial"/>
              <a:cs typeface="Arial"/>
            </a:endParaRPr>
          </a:p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46" y="3541422"/>
            <a:ext cx="8555990" cy="3832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340" marR="5361305" indent="-198120">
              <a:lnSpc>
                <a:spcPct val="129700"/>
              </a:lnSpc>
              <a:tabLst>
                <a:tab pos="160083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190" dirty="0" smtClean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95580" marR="1597025" indent="40640">
              <a:lnSpc>
                <a:spcPts val="2650"/>
              </a:lnSpc>
              <a:spcBef>
                <a:spcPts val="185"/>
              </a:spcBef>
              <a:tabLst>
                <a:tab pos="529590" algn="l"/>
                <a:tab pos="13868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70" dirty="0">
                <a:latin typeface="Arial"/>
                <a:cs typeface="Arial"/>
              </a:rPr>
              <a:t>r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10" dirty="0" smtClean="0">
                <a:latin typeface="Arial"/>
                <a:cs typeface="Arial"/>
              </a:rPr>
              <a:t>x</a:t>
            </a:r>
            <a:r>
              <a:rPr sz="1700" spc="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467359" marR="5080" indent="-262255">
              <a:lnSpc>
                <a:spcPct val="1163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</a:t>
            </a:r>
            <a:r>
              <a:rPr sz="2050" b="1" spc="-5" dirty="0">
                <a:latin typeface="Arial"/>
                <a:cs typeface="Arial"/>
              </a:rPr>
              <a:t>.</a:t>
            </a:r>
            <a:r>
              <a:rPr sz="2050" b="1" spc="5" dirty="0">
                <a:latin typeface="Arial"/>
                <a:cs typeface="Arial"/>
              </a:rPr>
              <a:t>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2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Wi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h, 1976,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211.</a:t>
            </a:r>
          </a:p>
        </p:txBody>
      </p:sp>
    </p:spTree>
    <p:extLst>
      <p:ext uri="{BB962C8B-B14F-4D97-AF65-F5344CB8AC3E}">
        <p14:creationId xmlns:p14="http://schemas.microsoft.com/office/powerpoint/2010/main" val="320401428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5791200" cy="4207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118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 marR="3539490" indent="1905">
              <a:lnSpc>
                <a:spcPct val="133100"/>
              </a:lnSpc>
            </a:pP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q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967479" indent="-12065">
              <a:lnSpc>
                <a:spcPts val="2720"/>
              </a:lnSpc>
              <a:spcBef>
                <a:spcPts val="200"/>
              </a:spcBef>
            </a:pP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620096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0374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Nó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5480" y="1594771"/>
            <a:ext cx="3747382" cy="1633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384" y="3620383"/>
            <a:ext cx="2519341" cy="1721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24068" y="5835886"/>
            <a:ext cx="1810383" cy="1367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73" y="5886520"/>
            <a:ext cx="1835700" cy="14305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50647" y="189899"/>
                </a:lnTo>
                <a:lnTo>
                  <a:pt x="164592" y="101282"/>
                </a:lnTo>
                <a:lnTo>
                  <a:pt x="151930" y="88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151930" y="88621"/>
                </a:lnTo>
                <a:lnTo>
                  <a:pt x="164592" y="101282"/>
                </a:lnTo>
                <a:lnTo>
                  <a:pt x="50647" y="189899"/>
                </a:lnTo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59806" y="1645945"/>
            <a:ext cx="2705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bye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303" y="2127034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5324" y="2494165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1227" y="2115426"/>
            <a:ext cx="39052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easy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8067" y="248150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6250" y="4203268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6634" y="4165295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5311" y="4646371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9008" y="643143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6112" y="5888113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0995" y="6483136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6882" y="5951410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5255" y="660973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90523" y="6584418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to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1076" y="365994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bye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2724259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22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981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põe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cent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al.</a:t>
            </a:r>
            <a:endParaRPr sz="2050">
              <a:latin typeface="Arial"/>
              <a:cs typeface="Arial"/>
            </a:endParaRPr>
          </a:p>
          <a:p>
            <a:pPr marL="484505" marR="146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2415653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4715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311975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029653"/>
            <a:ext cx="3400425" cy="14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740" marR="727710" indent="-193675">
              <a:lnSpc>
                <a:spcPct val="133200"/>
              </a:lnSpc>
              <a:tabLst>
                <a:tab pos="226695" algn="l"/>
                <a:tab pos="528320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1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5740" marR="5080" indent="16510">
              <a:lnSpc>
                <a:spcPts val="2720"/>
              </a:lnSpc>
              <a:spcBef>
                <a:spcPts val="200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7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3495725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715" y="1636252"/>
            <a:ext cx="37973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1, 2,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3, 4, 5,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6, 7.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5835" y="3176163"/>
            <a:ext cx="3256477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64388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7668" y="41126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5913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2266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3805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8035" y="321937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0449" y="456302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1564921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29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 marL="484505" marR="224154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apare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1447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uni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ond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317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45" y="5127383"/>
            <a:ext cx="6197055" cy="240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8460826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6645" cy="170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e-balan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tenta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ante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735414"/>
            <a:ext cx="141732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263" y="2735414"/>
            <a:ext cx="633730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obte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bon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a, pró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047850"/>
            <a:ext cx="8522335" cy="700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63855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ót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á</a:t>
            </a:r>
            <a:r>
              <a:rPr sz="2050" spc="65" dirty="0" err="1">
                <a:latin typeface="Arial"/>
                <a:cs typeface="Arial"/>
              </a:rPr>
              <a:t>r</a:t>
            </a:r>
            <a:r>
              <a:rPr sz="2050" spc="-50" dirty="0" err="1">
                <a:latin typeface="Arial"/>
                <a:cs typeface="Arial"/>
              </a:rPr>
              <a:t>v</a:t>
            </a:r>
            <a:r>
              <a:rPr sz="2050" dirty="0" err="1">
                <a:latin typeface="Arial"/>
                <a:cs typeface="Arial"/>
              </a:rPr>
              <a:t>or</a:t>
            </a:r>
            <a:r>
              <a:rPr sz="2050" spc="-30" dirty="0" err="1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.</a:t>
            </a:r>
            <a:endParaRPr sz="2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7178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1422</TotalTime>
  <Words>14321</Words>
  <Application>Microsoft Office PowerPoint</Application>
  <PresentationFormat>Personalizar</PresentationFormat>
  <Paragraphs>3296</Paragraphs>
  <Slides>291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6</vt:i4>
      </vt:variant>
      <vt:variant>
        <vt:lpstr>Títulos de slides</vt:lpstr>
      </vt:variant>
      <vt:variant>
        <vt:i4>291</vt:i4>
      </vt:variant>
    </vt:vector>
  </HeadingPairs>
  <TitlesOfParts>
    <vt:vector size="297" baseType="lpstr">
      <vt:lpstr>Office Theme</vt:lpstr>
      <vt:lpstr>1_Office Theme</vt:lpstr>
      <vt:lpstr>2_Office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Definição</vt:lpstr>
      <vt:lpstr>Declaração</vt:lpstr>
      <vt:lpstr>Declaração</vt:lpstr>
      <vt:lpstr>Declaração</vt:lpstr>
      <vt:lpstr>Inicialização</vt:lpstr>
      <vt:lpstr>Inicialização</vt:lpstr>
      <vt:lpstr>Inicialização</vt:lpstr>
      <vt:lpstr>Inicialização</vt:lpstr>
      <vt:lpstr>Utilização</vt:lpstr>
      <vt:lpstr>Utilização</vt:lpstr>
      <vt:lpstr>Utilização</vt:lpstr>
      <vt:lpstr>Utilização</vt:lpstr>
      <vt:lpstr>Utilização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Ponteiros Genéricos</vt:lpstr>
      <vt:lpstr>Ponteiros Genéricos</vt:lpstr>
      <vt:lpstr>Ponteiros Genéricos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 para struct</vt:lpstr>
      <vt:lpstr>Ponteiro para ponteiro</vt:lpstr>
      <vt:lpstr>Ponteiro para ponteiro</vt:lpstr>
      <vt:lpstr>Ponteiro para ponteiro</vt:lpstr>
      <vt:lpstr>Ponteiro para ponteiro</vt:lpstr>
      <vt:lpstr>Ponteiro para ponteiro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Apresentação do PowerPoint</vt:lpstr>
      <vt:lpstr>Apresentação do PowerPoint</vt:lpstr>
      <vt:lpstr>Apresentação do PowerPoint</vt:lpstr>
      <vt:lpstr>Apresentação do PowerPoint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Recursividade - Definição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Exercício</vt:lpstr>
      <vt:lpstr>Exercício</vt:lpstr>
      <vt:lpstr>Exercício</vt:lpstr>
      <vt:lpstr>Exercício</vt:lpstr>
      <vt:lpstr>Exercício</vt:lpstr>
      <vt:lpstr>Exercício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Estruturas de Dados Básicas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Árvores de Pesquisa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95</cp:revision>
  <dcterms:created xsi:type="dcterms:W3CDTF">2015-06-18T03:37:37Z</dcterms:created>
  <dcterms:modified xsi:type="dcterms:W3CDTF">2019-04-11T13:44:27Z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