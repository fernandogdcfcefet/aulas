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0"/>
  </p:notesMasterIdLst>
  <p:handoutMasterIdLst>
    <p:handoutMasterId r:id="rId81"/>
  </p:handoutMasterIdLst>
  <p:sldIdLst>
    <p:sldId id="256" r:id="rId2"/>
    <p:sldId id="308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329" r:id="rId22"/>
    <p:sldId id="330" r:id="rId23"/>
    <p:sldId id="331" r:id="rId24"/>
    <p:sldId id="332" r:id="rId25"/>
    <p:sldId id="333" r:id="rId26"/>
    <p:sldId id="334" r:id="rId27"/>
    <p:sldId id="335" r:id="rId28"/>
    <p:sldId id="336" r:id="rId29"/>
    <p:sldId id="337" r:id="rId30"/>
    <p:sldId id="338" r:id="rId31"/>
    <p:sldId id="339" r:id="rId32"/>
    <p:sldId id="340" r:id="rId33"/>
    <p:sldId id="341" r:id="rId34"/>
    <p:sldId id="342" r:id="rId35"/>
    <p:sldId id="343" r:id="rId36"/>
    <p:sldId id="344" r:id="rId37"/>
    <p:sldId id="345" r:id="rId38"/>
    <p:sldId id="346" r:id="rId39"/>
    <p:sldId id="347" r:id="rId40"/>
    <p:sldId id="348" r:id="rId41"/>
    <p:sldId id="349" r:id="rId42"/>
    <p:sldId id="350" r:id="rId43"/>
    <p:sldId id="351" r:id="rId44"/>
    <p:sldId id="352" r:id="rId45"/>
    <p:sldId id="353" r:id="rId46"/>
    <p:sldId id="354" r:id="rId47"/>
    <p:sldId id="355" r:id="rId48"/>
    <p:sldId id="356" r:id="rId49"/>
    <p:sldId id="357" r:id="rId50"/>
    <p:sldId id="358" r:id="rId51"/>
    <p:sldId id="359" r:id="rId52"/>
    <p:sldId id="360" r:id="rId53"/>
    <p:sldId id="361" r:id="rId54"/>
    <p:sldId id="362" r:id="rId55"/>
    <p:sldId id="363" r:id="rId56"/>
    <p:sldId id="364" r:id="rId57"/>
    <p:sldId id="365" r:id="rId58"/>
    <p:sldId id="366" r:id="rId59"/>
    <p:sldId id="367" r:id="rId60"/>
    <p:sldId id="368" r:id="rId61"/>
    <p:sldId id="369" r:id="rId62"/>
    <p:sldId id="370" r:id="rId63"/>
    <p:sldId id="371" r:id="rId64"/>
    <p:sldId id="372" r:id="rId65"/>
    <p:sldId id="373" r:id="rId66"/>
    <p:sldId id="374" r:id="rId67"/>
    <p:sldId id="375" r:id="rId68"/>
    <p:sldId id="376" r:id="rId69"/>
    <p:sldId id="377" r:id="rId70"/>
    <p:sldId id="378" r:id="rId71"/>
    <p:sldId id="379" r:id="rId72"/>
    <p:sldId id="380" r:id="rId73"/>
    <p:sldId id="381" r:id="rId74"/>
    <p:sldId id="382" r:id="rId75"/>
    <p:sldId id="383" r:id="rId76"/>
    <p:sldId id="384" r:id="rId77"/>
    <p:sldId id="385" r:id="rId78"/>
    <p:sldId id="386" r:id="rId79"/>
  </p:sldIdLst>
  <p:sldSz cx="10693400" cy="7556500"/>
  <p:notesSz cx="10693400" cy="7556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696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8172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presProps" Target="presProp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233DDF-8ADD-4D40-831B-EFAF5BDF5914}" type="datetimeFigureOut">
              <a:rPr lang="pt-BR" smtClean="0"/>
              <a:t>02/08/2019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717708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6057900" y="717708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B885A2-398D-461C-BB59-C5B0075AFC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17021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DEDF46-074E-4C45-B1DA-59B0957AE473}" type="datetimeFigureOut">
              <a:rPr lang="pt-BR" smtClean="0"/>
              <a:t>02/08/2019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0025" cy="2833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069975" y="3589338"/>
            <a:ext cx="8553450" cy="3400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91FBF-96AB-4ED4-B7B8-8DDEA26A06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24493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54"/>
            <a:ext cx="9089390" cy="6534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79"/>
            <a:ext cx="748537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826D2-01CF-4A1E-8F21-69C9D5064437}" type="datetime1">
              <a:rPr lang="en-US" smtClean="0"/>
              <a:t>8/2/2019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5669" y="2385219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8863052" y="114414"/>
                </a:moveTo>
                <a:lnTo>
                  <a:pt x="8863052" y="0"/>
                </a:lnTo>
                <a:lnTo>
                  <a:pt x="0" y="0"/>
                </a:lnTo>
                <a:lnTo>
                  <a:pt x="0" y="114414"/>
                </a:lnTo>
                <a:lnTo>
                  <a:pt x="8863052" y="11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635CE-E74F-408F-BBE8-46BA919F4EA1}" type="datetime1">
              <a:rPr lang="en-US" smtClean="0"/>
              <a:t>8/2/2019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6"/>
            <a:ext cx="465162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6"/>
            <a:ext cx="465162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DDB3A-8191-4CB2-8D44-725919351B0A}" type="datetime1">
              <a:rPr lang="en-US" smtClean="0"/>
              <a:t>8/2/2019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88960-FA20-4693-A0F9-F1BA6A5387EF}" type="datetime1">
              <a:rPr lang="en-US" smtClean="0"/>
              <a:t>8/2/2019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0048A-2DD4-433F-A1B8-94AD01C5E802}" type="datetime1">
              <a:rPr lang="en-US" smtClean="0"/>
              <a:t>8/2/2019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34670" y="7027584"/>
            <a:ext cx="2459482" cy="276999"/>
          </a:xfrm>
        </p:spPr>
        <p:txBody>
          <a:bodyPr/>
          <a:lstStyle/>
          <a:p>
            <a:fld id="{F4B22F4D-54A3-4064-90AC-BF8620867796}" type="datetime1">
              <a:rPr lang="en-US" smtClean="0"/>
              <a:t>8/2/2019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35772" y="7027584"/>
            <a:ext cx="3421887" cy="276999"/>
          </a:xfrm>
        </p:spPr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99248" y="7027584"/>
            <a:ext cx="2459482" cy="276999"/>
          </a:xfrm>
        </p:spPr>
        <p:txBody>
          <a:bodyPr/>
          <a:lstStyle/>
          <a:p>
            <a:fld id="{8FB07F6C-0016-4895-A221-D3E20ADBC4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5817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7429" y="2615806"/>
            <a:ext cx="7278573" cy="655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86" y="1737996"/>
            <a:ext cx="962405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46"/>
            <a:ext cx="3421887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6"/>
            <a:ext cx="2459482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C2EC9-1968-4C6F-B01E-40A2E6A655B2}" type="datetime1">
              <a:rPr lang="en-US" smtClean="0"/>
              <a:t>8/2/2019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6"/>
            <a:ext cx="2459482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047" y="2025650"/>
            <a:ext cx="7278573" cy="130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dirty="0"/>
              <a:t>Classificação e Pesquisa de </a:t>
            </a:r>
            <a:r>
              <a:rPr lang="pt-BR" dirty="0" smtClean="0"/>
              <a:t>Dados</a:t>
            </a:r>
            <a:endParaRPr sz="5325" baseline="24256" dirty="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5669" y="3526841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3274604" y="5228285"/>
            <a:ext cx="4145279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z="1700" spc="5" dirty="0" smtClean="0">
                <a:latin typeface="Arial"/>
                <a:cs typeface="Arial"/>
              </a:rPr>
              <a:t>Samuel da Costa Alves </a:t>
            </a:r>
            <a:r>
              <a:rPr lang="pt-BR" sz="1700" spc="5" dirty="0" err="1" smtClean="0">
                <a:latin typeface="Arial"/>
                <a:cs typeface="Arial"/>
              </a:rPr>
              <a:t>Basilio</a:t>
            </a:r>
            <a:endParaRPr lang="pt-BR" sz="1700" spc="5" dirty="0" smtClean="0">
              <a:latin typeface="Arial"/>
              <a:cs typeface="Arial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3258895" y="5726440"/>
            <a:ext cx="4145279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z="1700" spc="5" smtClean="0">
                <a:latin typeface="Arial"/>
                <a:cs typeface="Arial"/>
              </a:rPr>
              <a:t>samuel@cefetmg.br</a:t>
            </a:r>
            <a:endParaRPr lang="pt-BR" sz="1700" spc="5" dirty="0" smtClean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2005" y="349289"/>
            <a:ext cx="9089390" cy="1586864"/>
          </a:xfrm>
        </p:spPr>
        <p:txBody>
          <a:bodyPr>
            <a:normAutofit/>
          </a:bodyPr>
          <a:lstStyle/>
          <a:p>
            <a:r>
              <a:rPr lang="pt-BR" dirty="0"/>
              <a:t>Apresentação da Disciplina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534670" y="1763222"/>
            <a:ext cx="9624060" cy="5373511"/>
          </a:xfrm>
          <a:prstGeom prst="rect">
            <a:avLst/>
          </a:prstGeom>
        </p:spPr>
        <p:txBody>
          <a:bodyPr lIns="104278" tIns="52139" rIns="104278" bIns="52139">
            <a:noAutofit/>
          </a:bodyPr>
          <a:lstStyle/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spc="5" dirty="0">
                <a:latin typeface="Calibri"/>
                <a:cs typeface="Calibri"/>
              </a:rPr>
              <a:t>Ho</a:t>
            </a:r>
            <a:r>
              <a:rPr lang="pt-BR" spc="-64" dirty="0">
                <a:latin typeface="Calibri"/>
                <a:cs typeface="Calibri"/>
              </a:rPr>
              <a:t>r</a:t>
            </a:r>
            <a:r>
              <a:rPr lang="pt-BR" dirty="0" smtClean="0">
                <a:latin typeface="Calibri"/>
                <a:cs typeface="Calibri"/>
              </a:rPr>
              <a:t>á</a:t>
            </a:r>
            <a:r>
              <a:rPr lang="pt-BR" spc="-5" dirty="0">
                <a:latin typeface="Calibri"/>
                <a:cs typeface="Calibri"/>
              </a:rPr>
              <a:t>r</a:t>
            </a:r>
            <a:r>
              <a:rPr lang="pt-BR" spc="5" dirty="0">
                <a:latin typeface="Calibri"/>
                <a:cs typeface="Calibri"/>
              </a:rPr>
              <a:t>ios </a:t>
            </a:r>
            <a:r>
              <a:rPr lang="pt-BR" dirty="0" smtClean="0">
                <a:latin typeface="Calibri"/>
                <a:cs typeface="Calibri"/>
              </a:rPr>
              <a:t>: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Terça 10:40 </a:t>
            </a:r>
            <a:r>
              <a:rPr lang="pt-BR" dirty="0" smtClean="0">
                <a:latin typeface="Calibri"/>
                <a:cs typeface="Calibri"/>
              </a:rPr>
              <a:t>– </a:t>
            </a:r>
            <a:r>
              <a:rPr lang="pt-BR" dirty="0" smtClean="0">
                <a:latin typeface="Calibri"/>
                <a:cs typeface="Calibri"/>
              </a:rPr>
              <a:t>12:20</a:t>
            </a:r>
            <a:endParaRPr lang="pt-BR" dirty="0" smtClean="0">
              <a:latin typeface="Calibri"/>
              <a:cs typeface="Calibri"/>
            </a:endParaRP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cs typeface="Calibri"/>
              </a:rPr>
              <a:t>Sexta 13:20 </a:t>
            </a:r>
            <a:r>
              <a:rPr lang="pt-BR" dirty="0">
                <a:cs typeface="Calibri"/>
              </a:rPr>
              <a:t>– </a:t>
            </a:r>
            <a:r>
              <a:rPr lang="pt-BR" dirty="0" smtClean="0">
                <a:cs typeface="Calibri"/>
              </a:rPr>
              <a:t>15:00</a:t>
            </a:r>
            <a:r>
              <a:rPr lang="pt-BR" dirty="0" smtClean="0">
                <a:latin typeface="Calibri"/>
                <a:cs typeface="Calibri"/>
              </a:rPr>
              <a:t>; 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spc="-5" dirty="0">
                <a:latin typeface="Calibri"/>
                <a:cs typeface="Calibri"/>
              </a:rPr>
              <a:t>C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-50" dirty="0">
                <a:latin typeface="Calibri"/>
                <a:cs typeface="Calibri"/>
              </a:rPr>
              <a:t>r</a:t>
            </a:r>
            <a:r>
              <a:rPr lang="pt-BR" spc="-54" dirty="0">
                <a:latin typeface="Calibri"/>
                <a:cs typeface="Calibri"/>
              </a:rPr>
              <a:t>g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dirty="0">
                <a:latin typeface="Calibri"/>
                <a:cs typeface="Calibri"/>
              </a:rPr>
              <a:t>o</a:t>
            </a:r>
            <a:r>
              <a:rPr lang="pt-BR" spc="-59" dirty="0">
                <a:latin typeface="Calibri"/>
                <a:cs typeface="Calibri"/>
              </a:rPr>
              <a:t>r</a:t>
            </a:r>
            <a:r>
              <a:rPr lang="pt-BR" dirty="0">
                <a:latin typeface="Calibri"/>
                <a:cs typeface="Calibri"/>
              </a:rPr>
              <a:t>ár</a:t>
            </a:r>
            <a:r>
              <a:rPr lang="pt-BR" spc="-5" dirty="0">
                <a:latin typeface="Calibri"/>
                <a:cs typeface="Calibri"/>
              </a:rPr>
              <a:t>i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 smtClean="0">
                <a:latin typeface="Calibri"/>
                <a:cs typeface="Calibri"/>
              </a:rPr>
              <a:t>s</a:t>
            </a:r>
            <a:r>
              <a:rPr lang="pt-BR" spc="5" dirty="0" smtClean="0">
                <a:latin typeface="Calibri"/>
                <a:cs typeface="Calibri"/>
              </a:rPr>
              <a:t>e</a:t>
            </a:r>
            <a:r>
              <a:rPr lang="pt-BR" spc="-5" dirty="0" smtClean="0">
                <a:latin typeface="Calibri"/>
                <a:cs typeface="Calibri"/>
              </a:rPr>
              <a:t>m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-5" dirty="0" smtClean="0">
                <a:latin typeface="Calibri"/>
                <a:cs typeface="Calibri"/>
              </a:rPr>
              <a:t>n</a:t>
            </a:r>
            <a:r>
              <a:rPr lang="pt-BR" dirty="0" smtClean="0">
                <a:latin typeface="Calibri"/>
                <a:cs typeface="Calibri"/>
              </a:rPr>
              <a:t>al:</a:t>
            </a:r>
            <a:endParaRPr lang="pt-BR" dirty="0">
              <a:latin typeface="Calibri"/>
              <a:cs typeface="Calibri"/>
            </a:endParaRPr>
          </a:p>
          <a:p>
            <a:pPr marL="439821" marR="83888" lvl="1">
              <a:lnSpc>
                <a:spcPct val="101725"/>
              </a:lnSpc>
              <a:spcBef>
                <a:spcPts val="602"/>
              </a:spcBef>
            </a:pPr>
            <a:r>
              <a:rPr lang="pt-BR" spc="14" dirty="0" smtClean="0">
                <a:latin typeface="Calibri"/>
                <a:cs typeface="Calibri"/>
              </a:rPr>
              <a:t>4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spc="-50" dirty="0">
                <a:latin typeface="Calibri"/>
                <a:cs typeface="Calibri"/>
              </a:rPr>
              <a:t>/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ul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dirty="0">
                <a:latin typeface="Calibri"/>
                <a:cs typeface="Calibri"/>
              </a:rPr>
              <a:t>s;</a:t>
            </a:r>
          </a:p>
          <a:p>
            <a:pPr marR="83888">
              <a:lnSpc>
                <a:spcPct val="101725"/>
              </a:lnSpc>
              <a:spcBef>
                <a:spcPts val="713"/>
              </a:spcBef>
            </a:pPr>
            <a:r>
              <a:rPr lang="pt-BR" spc="-5" dirty="0">
                <a:latin typeface="Calibri"/>
                <a:cs typeface="Calibri"/>
              </a:rPr>
              <a:t>C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-50" dirty="0">
                <a:latin typeface="Calibri"/>
                <a:cs typeface="Calibri"/>
              </a:rPr>
              <a:t>r</a:t>
            </a:r>
            <a:r>
              <a:rPr lang="pt-BR" spc="-54" dirty="0">
                <a:latin typeface="Calibri"/>
                <a:cs typeface="Calibri"/>
              </a:rPr>
              <a:t>g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dirty="0">
                <a:latin typeface="Calibri"/>
                <a:cs typeface="Calibri"/>
              </a:rPr>
              <a:t>o</a:t>
            </a:r>
            <a:r>
              <a:rPr lang="pt-BR" spc="-59" dirty="0">
                <a:latin typeface="Calibri"/>
                <a:cs typeface="Calibri"/>
              </a:rPr>
              <a:t>r</a:t>
            </a:r>
            <a:r>
              <a:rPr lang="pt-BR" dirty="0">
                <a:latin typeface="Calibri"/>
                <a:cs typeface="Calibri"/>
              </a:rPr>
              <a:t>ár</a:t>
            </a:r>
            <a:r>
              <a:rPr lang="pt-BR" spc="-5" dirty="0">
                <a:latin typeface="Calibri"/>
                <a:cs typeface="Calibri"/>
              </a:rPr>
              <a:t>i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 </a:t>
            </a:r>
            <a:r>
              <a:rPr lang="pt-BR" spc="9" dirty="0" smtClean="0">
                <a:latin typeface="Calibri"/>
                <a:cs typeface="Calibri"/>
              </a:rPr>
              <a:t>total </a:t>
            </a:r>
            <a:r>
              <a:rPr lang="pt-BR" dirty="0" smtClean="0">
                <a:latin typeface="Calibri"/>
                <a:cs typeface="Calibri"/>
              </a:rPr>
              <a:t>:</a:t>
            </a:r>
            <a:endParaRPr lang="pt-BR" dirty="0">
              <a:latin typeface="Calibri"/>
              <a:cs typeface="Calibri"/>
            </a:endParaRPr>
          </a:p>
          <a:p>
            <a:pPr marL="439821" marR="83888" lvl="1">
              <a:lnSpc>
                <a:spcPct val="101725"/>
              </a:lnSpc>
              <a:spcBef>
                <a:spcPts val="602"/>
              </a:spcBef>
            </a:pPr>
            <a:r>
              <a:rPr lang="pt-BR" dirty="0" smtClean="0">
                <a:latin typeface="Calibri"/>
                <a:cs typeface="Calibri"/>
              </a:rPr>
              <a:t>60</a:t>
            </a:r>
            <a:r>
              <a:rPr lang="pt-BR" spc="-5" dirty="0" smtClean="0">
                <a:latin typeface="Calibri"/>
                <a:cs typeface="Calibri"/>
              </a:rPr>
              <a:t>h</a:t>
            </a:r>
            <a:r>
              <a:rPr lang="pt-BR" spc="-50" dirty="0" smtClean="0">
                <a:latin typeface="Calibri"/>
                <a:cs typeface="Calibri"/>
              </a:rPr>
              <a:t>/</a:t>
            </a:r>
            <a:r>
              <a:rPr lang="pt-BR" spc="5" dirty="0" smtClean="0">
                <a:latin typeface="Calibri"/>
                <a:cs typeface="Calibri"/>
              </a:rPr>
              <a:t>a</a:t>
            </a:r>
            <a:r>
              <a:rPr lang="pt-BR" spc="-5" dirty="0" smtClean="0">
                <a:latin typeface="Calibri"/>
                <a:cs typeface="Calibri"/>
              </a:rPr>
              <a:t>ul</a:t>
            </a:r>
            <a:r>
              <a:rPr lang="pt-BR" spc="5" dirty="0" smtClean="0">
                <a:latin typeface="Calibri"/>
                <a:cs typeface="Calibri"/>
              </a:rPr>
              <a:t>a</a:t>
            </a:r>
            <a:r>
              <a:rPr lang="pt-BR" dirty="0" smtClean="0">
                <a:latin typeface="Calibri"/>
                <a:cs typeface="Calibri"/>
              </a:rPr>
              <a:t>s</a:t>
            </a:r>
            <a:r>
              <a:rPr lang="pt-BR" dirty="0">
                <a:latin typeface="Calibri"/>
                <a:cs typeface="Calibri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16688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6"/>
            <a:ext cx="7519828" cy="13901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87013" marR="51429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3" y="1951247"/>
            <a:ext cx="196849" cy="3682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860"/>
              </a:lnSpc>
              <a:spcBef>
                <a:spcPts val="143"/>
              </a:spcBef>
            </a:pPr>
            <a:endParaRPr sz="27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0442" y="2342645"/>
            <a:ext cx="8505144" cy="14274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Métodos de </a:t>
            </a:r>
            <a:r>
              <a:rPr lang="pt-BR" sz="2800" dirty="0" smtClean="0"/>
              <a:t>Ordenação;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 smtClean="0"/>
              <a:t>Pesquisa </a:t>
            </a:r>
            <a:r>
              <a:rPr lang="pt-BR" sz="2800" dirty="0"/>
              <a:t>de </a:t>
            </a:r>
            <a:r>
              <a:rPr lang="pt-BR" sz="2800" dirty="0" smtClean="0"/>
              <a:t>Dados;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 smtClean="0"/>
              <a:t>Organização </a:t>
            </a:r>
            <a:r>
              <a:rPr lang="pt-BR" sz="2800" dirty="0"/>
              <a:t>de </a:t>
            </a:r>
            <a:r>
              <a:rPr lang="pt-BR" sz="2800" dirty="0" smtClean="0"/>
              <a:t>Arquivos;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 smtClean="0"/>
              <a:t>Estudo da Complexidade </a:t>
            </a:r>
            <a:r>
              <a:rPr lang="pt-BR" sz="2800" dirty="0"/>
              <a:t>dos Métodos Apresentados.</a:t>
            </a:r>
            <a:endParaRPr lang="pt-BR" sz="2700" dirty="0" smtClean="0"/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endParaRPr lang="pt-BR" sz="2700" dirty="0"/>
          </a:p>
        </p:txBody>
      </p:sp>
      <p:sp>
        <p:nvSpPr>
          <p:cNvPr id="5" name="object 5"/>
          <p:cNvSpPr txBox="1"/>
          <p:nvPr/>
        </p:nvSpPr>
        <p:spPr>
          <a:xfrm>
            <a:off x="2224495" y="4177846"/>
            <a:ext cx="152653" cy="88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ct val="95825"/>
              </a:lnSpc>
              <a:spcBef>
                <a:spcPts val="100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object 9"/>
          <p:cNvSpPr txBox="1"/>
          <p:nvPr/>
        </p:nvSpPr>
        <p:spPr>
          <a:xfrm>
            <a:off x="1557279" y="604603"/>
            <a:ext cx="7630926" cy="1304035"/>
          </a:xfrm>
          <a:prstGeom prst="rect">
            <a:avLst/>
          </a:prstGeom>
        </p:spPr>
        <p:txBody>
          <a:bodyPr vert="horz" lIns="104278" tIns="52139" rIns="104278" bIns="52139" rtlCol="0" anchor="ctr">
            <a:normAutofit/>
          </a:bodyPr>
          <a:lstStyle>
            <a:lvl1pPr>
              <a:spcBef>
                <a:spcPct val="0"/>
              </a:spcBef>
              <a:buNone/>
              <a:defRPr sz="40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 smtClean="0"/>
              <a:t>Conteúdo da Disciplina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135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5"/>
            <a:ext cx="7717954" cy="5144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7292" marR="33805" algn="ctr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Principais </a:t>
            </a:r>
            <a:r>
              <a:rPr sz="4600" spc="-114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Referências</a:t>
            </a:r>
            <a:r>
              <a:rPr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sz="4600" spc="-114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Bibliográficas</a:t>
            </a:r>
            <a:endParaRPr lang="pt-BR" sz="4600" spc="-114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817292" marR="33805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22" y="445822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0022" y="500686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10022" y="55555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310022" y="2138952"/>
            <a:ext cx="7924831" cy="4860444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DROZDEK. Adam. Estrutura de Dados e Algoritmos em C++. </a:t>
            </a:r>
            <a:r>
              <a:rPr lang="pt-BR" sz="2400" dirty="0" smtClean="0"/>
              <a:t>2002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smtClean="0"/>
              <a:t>LEISERSON</a:t>
            </a:r>
            <a:r>
              <a:rPr lang="pt-BR" sz="2400" dirty="0"/>
              <a:t>, C. E.; STEIN, C.; RIVEST, R. L., CORMEN, </a:t>
            </a:r>
            <a:r>
              <a:rPr lang="pt-BR" sz="2400" dirty="0" smtClean="0"/>
              <a:t>T.H. Algoritmos: Teoria </a:t>
            </a:r>
            <a:r>
              <a:rPr lang="pt-BR" sz="2400" dirty="0"/>
              <a:t>e Prática. Tradução da 2ª edição americana. </a:t>
            </a:r>
            <a:r>
              <a:rPr lang="pt-BR" sz="2400" dirty="0" smtClean="0"/>
              <a:t>2002.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smtClean="0"/>
              <a:t>PREISS</a:t>
            </a:r>
            <a:r>
              <a:rPr lang="pt-BR" sz="2400" dirty="0"/>
              <a:t>, Bruno. Estrutura de Dados e Algoritmos. </a:t>
            </a:r>
            <a:r>
              <a:rPr lang="pt-BR" sz="2400" dirty="0" smtClean="0"/>
              <a:t>2001.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smtClean="0"/>
              <a:t>ZIVIANI</a:t>
            </a:r>
            <a:r>
              <a:rPr lang="pt-BR" sz="2400" dirty="0"/>
              <a:t>, NIVIO. Projeto de Algoritmos com Implementação em Java e C</a:t>
            </a:r>
            <a:r>
              <a:rPr lang="pt-BR" sz="2400" dirty="0" smtClean="0"/>
              <a:t>++. 2007</a:t>
            </a:r>
            <a:r>
              <a:rPr lang="pt-BR" sz="2400" dirty="0"/>
              <a:t>.</a:t>
            </a:r>
            <a:endParaRPr lang="pt-BR" sz="2400" u="sng" dirty="0" smtClean="0"/>
          </a:p>
          <a:p>
            <a:pPr lvl="1">
              <a:lnSpc>
                <a:spcPct val="150000"/>
              </a:lnSpc>
            </a:pPr>
            <a:endParaRPr lang="pt-BR" u="sng" dirty="0" smtClean="0"/>
          </a:p>
          <a:p>
            <a:pPr lvl="1">
              <a:lnSpc>
                <a:spcPct val="150000"/>
              </a:lnSpc>
            </a:pPr>
            <a:r>
              <a:rPr lang="pt-BR" dirty="0"/>
              <a:t>*</a:t>
            </a:r>
            <a:r>
              <a:rPr lang="pt-BR" spc="5" dirty="0">
                <a:latin typeface="Times New Roman" pitchFamily="18" charset="0"/>
                <a:cs typeface="Times New Roman" pitchFamily="18" charset="0"/>
              </a:rPr>
              <a:t>Transparências adaptadas. Originais por Charles Ornelas Almeida, Israel </a:t>
            </a:r>
            <a:r>
              <a:rPr lang="pt-BR" spc="5" dirty="0" smtClean="0">
                <a:latin typeface="Times New Roman" pitchFamily="18" charset="0"/>
                <a:cs typeface="Times New Roman" pitchFamily="18" charset="0"/>
              </a:rPr>
              <a:t>Guerra e </a:t>
            </a:r>
            <a:r>
              <a:rPr lang="pt-BR" spc="5" dirty="0" err="1">
                <a:latin typeface="Times New Roman" pitchFamily="18" charset="0"/>
                <a:cs typeface="Times New Roman" pitchFamily="18" charset="0"/>
              </a:rPr>
              <a:t>Nivio</a:t>
            </a:r>
            <a:r>
              <a:rPr lang="pt-BR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pc="5" dirty="0" err="1" smtClean="0">
                <a:latin typeface="Times New Roman" pitchFamily="18" charset="0"/>
                <a:cs typeface="Times New Roman" pitchFamily="18" charset="0"/>
              </a:rPr>
              <a:t>Ziviani</a:t>
            </a:r>
            <a:r>
              <a:rPr lang="pt-BR" spc="5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pt-BR" dirty="0"/>
          </a:p>
          <a:p>
            <a:pPr marL="325869" indent="-325869">
              <a:buFont typeface="Arial" pitchFamily="34" charset="0"/>
              <a:buChar char="•"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680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1310022" y="1947845"/>
            <a:ext cx="215899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65"/>
              </a:lnSpc>
              <a:spcBef>
                <a:spcPts val="159"/>
              </a:spcBef>
            </a:pPr>
            <a:endParaRPr sz="30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0998" y="1440762"/>
            <a:ext cx="8072669" cy="772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662"/>
              </a:lnSpc>
              <a:spcBef>
                <a:spcPts val="105"/>
              </a:spcBef>
            </a:pPr>
            <a:endParaRPr sz="3000" spc="-5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75922" y="1970825"/>
            <a:ext cx="576047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55234" y="1970825"/>
            <a:ext cx="937503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97307" y="1970825"/>
            <a:ext cx="471614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7217" y="3159028"/>
            <a:ext cx="258879" cy="752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760"/>
              </a:lnSpc>
              <a:spcBef>
                <a:spcPts val="138"/>
              </a:spcBef>
            </a:pPr>
            <a:endParaRPr sz="26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685" y="1404163"/>
            <a:ext cx="9484876" cy="752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r>
              <a:rPr lang="pt-BR" sz="2300" dirty="0"/>
              <a:t>Avaliação 1</a:t>
            </a:r>
          </a:p>
          <a:p>
            <a:pPr lvl="1"/>
            <a:r>
              <a:rPr lang="pt-BR" sz="2300" dirty="0" smtClean="0"/>
              <a:t>30 </a:t>
            </a:r>
            <a:r>
              <a:rPr lang="pt-BR" sz="2300" dirty="0" smtClean="0"/>
              <a:t>pontos</a:t>
            </a:r>
          </a:p>
          <a:p>
            <a:pPr lvl="1"/>
            <a:endParaRPr lang="pt-BR" sz="2300" dirty="0"/>
          </a:p>
          <a:p>
            <a:r>
              <a:rPr lang="pt-BR" sz="2300" dirty="0" smtClean="0"/>
              <a:t>Seminário 1</a:t>
            </a:r>
            <a:endParaRPr lang="pt-BR" sz="2300" dirty="0"/>
          </a:p>
          <a:p>
            <a:pPr lvl="1"/>
            <a:r>
              <a:rPr lang="pt-BR" sz="2300" dirty="0" smtClean="0"/>
              <a:t>35</a:t>
            </a:r>
            <a:r>
              <a:rPr lang="pt-BR" sz="2300" dirty="0" smtClean="0"/>
              <a:t>pontos</a:t>
            </a:r>
            <a:endParaRPr lang="pt-BR" sz="2300" dirty="0" smtClean="0"/>
          </a:p>
          <a:p>
            <a:pPr lvl="1"/>
            <a:endParaRPr lang="pt-BR" sz="2300" dirty="0" smtClean="0"/>
          </a:p>
          <a:p>
            <a:r>
              <a:rPr lang="pt-BR" sz="2300" dirty="0"/>
              <a:t>Seminário </a:t>
            </a:r>
            <a:r>
              <a:rPr lang="pt-BR" sz="2300" dirty="0" smtClean="0"/>
              <a:t>2</a:t>
            </a:r>
            <a:endParaRPr lang="pt-BR" sz="2300" dirty="0" smtClean="0"/>
          </a:p>
          <a:p>
            <a:pPr lvl="1"/>
            <a:r>
              <a:rPr lang="pt-BR" sz="2300" dirty="0" smtClean="0"/>
              <a:t>35pontos</a:t>
            </a:r>
            <a:endParaRPr lang="pt-BR" sz="2300" dirty="0" smtClean="0"/>
          </a:p>
          <a:p>
            <a:pPr lvl="1"/>
            <a:endParaRPr lang="pt-BR" sz="2300" dirty="0"/>
          </a:p>
          <a:p>
            <a:r>
              <a:rPr lang="pt-BR" sz="2300" dirty="0"/>
              <a:t>Total 100 pontos</a:t>
            </a:r>
          </a:p>
          <a:p>
            <a:endParaRPr lang="pt-BR" sz="2300" dirty="0"/>
          </a:p>
          <a:p>
            <a:r>
              <a:rPr lang="pt-BR" sz="2300" dirty="0"/>
              <a:t>Aproveitamento mínimo de 60%.</a:t>
            </a:r>
          </a:p>
          <a:p>
            <a:r>
              <a:rPr lang="pt-BR" sz="2300" dirty="0"/>
              <a:t>Presença mínima: 75%. 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4495" y="3944689"/>
            <a:ext cx="164845" cy="13101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345"/>
              </a:lnSpc>
              <a:spcBef>
                <a:spcPts val="117"/>
              </a:spcBef>
            </a:pPr>
            <a:endParaRPr sz="2200" dirty="0">
              <a:latin typeface="Arial"/>
              <a:cs typeface="Arial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1649415" y="425450"/>
            <a:ext cx="8076172" cy="7878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87013" marR="51429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Método de Avaliação </a:t>
            </a:r>
            <a:r>
              <a:rPr lang="pt-BR" sz="3600" spc="5" baseline="3103" dirty="0">
                <a:latin typeface="Calibri"/>
                <a:cs typeface="Calibri"/>
              </a:rPr>
              <a:t>(previsão)</a:t>
            </a:r>
            <a:endParaRPr sz="27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800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431166" y="950087"/>
            <a:ext cx="2262884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4584"/>
              </a:lnSpc>
              <a:spcBef>
                <a:spcPts val="229"/>
              </a:spcBef>
            </a:pPr>
            <a:r>
              <a:rPr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Dúvidas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0019" y="2033492"/>
            <a:ext cx="228853" cy="2187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374"/>
              </a:lnSpc>
              <a:spcBef>
                <a:spcPts val="16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75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92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92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652918" y="2058074"/>
            <a:ext cx="2207579" cy="2187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 marR="61708">
              <a:lnSpc>
                <a:spcPts val="3360"/>
              </a:lnSpc>
              <a:spcBef>
                <a:spcPts val="168"/>
              </a:spcBef>
            </a:pPr>
            <a:r>
              <a:rPr sz="4800" spc="-5" baseline="3413" dirty="0">
                <a:latin typeface="Calibri"/>
                <a:cs typeface="Calibri"/>
              </a:rPr>
              <a:t>Dú</a:t>
            </a:r>
            <a:r>
              <a:rPr sz="4800" spc="5" baseline="3413" dirty="0">
                <a:latin typeface="Calibri"/>
                <a:cs typeface="Calibri"/>
              </a:rPr>
              <a:t>v</a:t>
            </a:r>
            <a:r>
              <a:rPr sz="4800" spc="-5" baseline="3413" dirty="0">
                <a:latin typeface="Calibri"/>
                <a:cs typeface="Calibri"/>
              </a:rPr>
              <a:t>id</a:t>
            </a:r>
            <a:r>
              <a:rPr sz="4800" baseline="3413" dirty="0">
                <a:latin typeface="Calibri"/>
                <a:cs typeface="Calibri"/>
              </a:rPr>
              <a:t>a</a:t>
            </a:r>
            <a:r>
              <a:rPr sz="4800" spc="-5" baseline="3413" dirty="0">
                <a:latin typeface="Calibri"/>
                <a:cs typeface="Calibri"/>
              </a:rPr>
              <a:t>s</a:t>
            </a:r>
            <a:r>
              <a:rPr sz="4800" baseline="3413" dirty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  <a:p>
            <a:pPr marL="12698">
              <a:lnSpc>
                <a:spcPts val="4609"/>
              </a:lnSpc>
              <a:spcBef>
                <a:spcPts val="122"/>
              </a:spcBef>
            </a:pPr>
            <a:r>
              <a:rPr sz="3200" spc="-59" dirty="0">
                <a:latin typeface="Calibri"/>
                <a:cs typeface="Calibri"/>
              </a:rPr>
              <a:t>P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0" dirty="0">
                <a:latin typeface="Calibri"/>
                <a:cs typeface="Calibri"/>
              </a:rPr>
              <a:t>r</a:t>
            </a:r>
            <a:r>
              <a:rPr sz="3200" spc="5" dirty="0">
                <a:latin typeface="Calibri"/>
                <a:cs typeface="Calibri"/>
              </a:rPr>
              <a:t>g</a:t>
            </a:r>
            <a:r>
              <a:rPr sz="3200" spc="-5" dirty="0">
                <a:latin typeface="Calibri"/>
                <a:cs typeface="Calibri"/>
              </a:rPr>
              <a:t>u</a:t>
            </a:r>
            <a:r>
              <a:rPr sz="3200" spc="-29" dirty="0">
                <a:latin typeface="Calibri"/>
                <a:cs typeface="Calibri"/>
              </a:rPr>
              <a:t>n</a:t>
            </a:r>
            <a:r>
              <a:rPr sz="3200" spc="-39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 S</a:t>
            </a:r>
            <a:r>
              <a:rPr sz="3200" spc="-5" dirty="0">
                <a:latin typeface="Calibri"/>
                <a:cs typeface="Calibri"/>
              </a:rPr>
              <a:t>u</a:t>
            </a:r>
            <a:r>
              <a:rPr sz="3200" spc="-19" dirty="0">
                <a:latin typeface="Calibri"/>
                <a:cs typeface="Calibri"/>
              </a:rPr>
              <a:t>g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39" dirty="0">
                <a:latin typeface="Calibri"/>
                <a:cs typeface="Calibri"/>
              </a:rPr>
              <a:t>st</a:t>
            </a:r>
            <a:r>
              <a:rPr sz="3200" dirty="0">
                <a:latin typeface="Calibri"/>
                <a:cs typeface="Calibri"/>
              </a:rPr>
              <a:t>õ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 </a:t>
            </a:r>
            <a:r>
              <a:rPr sz="3200" spc="-59" dirty="0">
                <a:latin typeface="Calibri"/>
                <a:cs typeface="Calibri"/>
              </a:rPr>
              <a:t>R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quisi</a:t>
            </a:r>
            <a:r>
              <a:rPr sz="3200" spc="-19" dirty="0">
                <a:latin typeface="Calibri"/>
                <a:cs typeface="Calibri"/>
              </a:rPr>
              <a:t>ç</a:t>
            </a:r>
            <a:r>
              <a:rPr sz="3200" dirty="0">
                <a:latin typeface="Calibri"/>
                <a:cs typeface="Calibri"/>
              </a:rPr>
              <a:t>õ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6635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70925" cy="4401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Medida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mpo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og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ma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proje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é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influen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6510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ana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cis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proje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fina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uda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a s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upad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0033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área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onal,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imiz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a, probabilidade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6045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379459" cy="6279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497330" algn="ctr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Tipos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mos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b="1" spc="5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ná</a:t>
            </a:r>
            <a:r>
              <a:rPr sz="2050" b="1" spc="-5" dirty="0">
                <a:latin typeface="Arial"/>
                <a:cs typeface="Arial"/>
              </a:rPr>
              <a:t>li</a:t>
            </a:r>
            <a:r>
              <a:rPr sz="2050" b="1" dirty="0">
                <a:latin typeface="Arial"/>
                <a:cs typeface="Arial"/>
              </a:rPr>
              <a:t>s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u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 a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go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10" dirty="0">
                <a:latin typeface="Arial"/>
                <a:cs typeface="Arial"/>
              </a:rPr>
              <a:t>mo</a:t>
            </a:r>
            <a:r>
              <a:rPr sz="2050" b="1" dirty="0">
                <a:latin typeface="Arial"/>
                <a:cs typeface="Arial"/>
              </a:rPr>
              <a:t> pa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cu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98170" lvl="1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ual </a:t>
            </a:r>
            <a:r>
              <a:rPr sz="2050" spc="5" dirty="0">
                <a:latin typeface="Arial"/>
                <a:cs typeface="Arial"/>
              </a:rPr>
              <a:t>é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?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igada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1114425" marR="5080" lvl="2" indent="-262255">
              <a:lnSpc>
                <a:spcPct val="116300"/>
              </a:lnSpc>
              <a:spcBef>
                <a:spcPts val="21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dirty="0">
                <a:latin typeface="Arial"/>
                <a:cs typeface="Arial"/>
              </a:rPr>
              <a:t>aná</a:t>
            </a:r>
            <a:r>
              <a:rPr sz="2050" spc="5" dirty="0">
                <a:latin typeface="Arial"/>
                <a:cs typeface="Arial"/>
              </a:rPr>
              <a:t>lise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ada,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00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b="1" spc="5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ná</a:t>
            </a:r>
            <a:r>
              <a:rPr sz="2050" b="1" spc="-5" dirty="0">
                <a:latin typeface="Arial"/>
                <a:cs typeface="Arial"/>
              </a:rPr>
              <a:t>li</a:t>
            </a:r>
            <a:r>
              <a:rPr sz="2050" b="1" dirty="0">
                <a:latin typeface="Arial"/>
                <a:cs typeface="Arial"/>
              </a:rPr>
              <a:t>s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u</a:t>
            </a:r>
            <a:r>
              <a:rPr sz="2050" b="1" spc="10" dirty="0">
                <a:latin typeface="Arial"/>
                <a:cs typeface="Arial"/>
              </a:rPr>
              <a:t>ma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-40" dirty="0">
                <a:latin typeface="Arial"/>
                <a:cs typeface="Arial"/>
              </a:rPr>
              <a:t>c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ass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go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os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429895" lvl="1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ual </a:t>
            </a:r>
            <a:r>
              <a:rPr sz="2050" spc="5" dirty="0">
                <a:latin typeface="Arial"/>
                <a:cs typeface="Arial"/>
              </a:rPr>
              <a:t>é 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ular</a:t>
            </a:r>
            <a:r>
              <a:rPr sz="2050" spc="5" dirty="0">
                <a:latin typeface="Arial"/>
                <a:cs typeface="Arial"/>
              </a:rPr>
              <a:t>?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lia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igada.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a-</a:t>
            </a:r>
            <a:r>
              <a:rPr sz="2050" spc="5" dirty="0">
                <a:latin typeface="Arial"/>
                <a:cs typeface="Arial"/>
              </a:rPr>
              <a:t>se </a:t>
            </a:r>
            <a:r>
              <a:rPr sz="2050" dirty="0">
                <a:latin typeface="Arial"/>
                <a:cs typeface="Arial"/>
              </a:rPr>
              <a:t>iden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ifica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852169" marR="676275" lvl="1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a-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spc="-5" dirty="0">
                <a:latin typeface="Arial"/>
                <a:cs typeface="Arial"/>
              </a:rPr>
              <a:t>li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te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onal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à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cl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0309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420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mo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cl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dificuldad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ineren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a.</a:t>
            </a:r>
          </a:p>
          <a:p>
            <a:pPr marL="484505" marR="3867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é </a:t>
            </a:r>
            <a:r>
              <a:rPr sz="2050" dirty="0">
                <a:latin typeface="Arial"/>
                <a:cs typeface="Arial"/>
              </a:rPr>
              <a:t>igual a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el,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ót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10" dirty="0">
                <a:latin typeface="Arial"/>
                <a:cs typeface="Arial"/>
              </a:rPr>
              <a:t>mo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ada.</a:t>
            </a: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a.</a:t>
            </a: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Se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sma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pará-lo</a:t>
            </a:r>
            <a:r>
              <a:rPr sz="2050" spc="5" dirty="0">
                <a:latin typeface="Arial"/>
                <a:cs typeface="Arial"/>
              </a:rPr>
              <a:t>s 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adequad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7293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737600" cy="6183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Medida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ela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og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ma</a:t>
            </a:r>
            <a:endParaRPr sz="2450" dirty="0">
              <a:latin typeface="Arial"/>
              <a:cs typeface="Arial"/>
            </a:endParaRPr>
          </a:p>
          <a:p>
            <a:pPr marL="484505" marR="67881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lang="pt-BR" sz="2050" spc="-245" dirty="0" smtClean="0">
                <a:latin typeface="Arial"/>
                <a:cs typeface="Arial"/>
              </a:rPr>
              <a:t>Tais </a:t>
            </a:r>
            <a:r>
              <a:rPr sz="2050" spc="10" dirty="0" err="1" smtClean="0">
                <a:latin typeface="Arial"/>
                <a:cs typeface="Arial"/>
              </a:rPr>
              <a:t>m</a:t>
            </a:r>
            <a:r>
              <a:rPr sz="2050" dirty="0" err="1" smtClean="0">
                <a:latin typeface="Arial"/>
                <a:cs typeface="Arial"/>
              </a:rPr>
              <a:t>edida</a:t>
            </a:r>
            <a:r>
              <a:rPr sz="2050" spc="5" dirty="0" err="1" smtClean="0">
                <a:latin typeface="Arial"/>
                <a:cs typeface="Arial"/>
              </a:rPr>
              <a:t>s</a:t>
            </a:r>
            <a:r>
              <a:rPr sz="2050" dirty="0" smtClean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inadequada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ja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gene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 dirty="0">
              <a:latin typeface="Arial"/>
              <a:cs typeface="Arial"/>
            </a:endParaRPr>
          </a:p>
          <a:p>
            <a:pPr marL="852169" marR="196850" lvl="1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dependen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s;</a:t>
            </a:r>
            <a:endParaRPr sz="2050" dirty="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depende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hard</a:t>
            </a:r>
            <a:r>
              <a:rPr sz="2050" i="1" spc="-25" dirty="0">
                <a:latin typeface="Arial"/>
                <a:cs typeface="Arial"/>
              </a:rPr>
              <a:t>w</a:t>
            </a:r>
            <a:r>
              <a:rPr sz="2050" i="1" dirty="0">
                <a:latin typeface="Arial"/>
                <a:cs typeface="Arial"/>
              </a:rPr>
              <a:t>are</a:t>
            </a:r>
            <a:r>
              <a:rPr sz="2050" dirty="0">
                <a:latin typeface="Arial"/>
                <a:cs typeface="Arial"/>
              </a:rPr>
              <a:t>;</a:t>
            </a:r>
          </a:p>
          <a:p>
            <a:pPr marL="852169" marR="941069" lvl="1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a</a:t>
            </a:r>
            <a:r>
              <a:rPr sz="2050" spc="5" dirty="0">
                <a:latin typeface="Arial"/>
                <a:cs typeface="Arial"/>
              </a:rPr>
              <a:t>s m</a:t>
            </a:r>
            <a:r>
              <a:rPr sz="2050" dirty="0">
                <a:latin typeface="Arial"/>
                <a:cs typeface="Arial"/>
              </a:rPr>
              <a:t>edida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depende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sse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iss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h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argu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852169" marR="205740" lvl="1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Ex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á 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a.</a:t>
            </a:r>
          </a:p>
          <a:p>
            <a:pPr marL="852169" marR="5080" lvl="1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Assim,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aparen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alo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 ind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arga,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1030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12505" cy="420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Medida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Mod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Mate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áti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Usa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ico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idea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6769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cific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7810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ual igno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algu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gnifica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igno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anipula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3840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735695" cy="6026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Compl</a:t>
            </a:r>
            <a:r>
              <a:rPr sz="2450" b="1" spc="-2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xida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endParaRPr sz="2450" dirty="0">
              <a:latin typeface="Arial"/>
              <a:cs typeface="Arial"/>
            </a:endParaRPr>
          </a:p>
          <a:p>
            <a:pPr marL="484505" marR="3175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definir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b="1" dirty="0">
                <a:latin typeface="Arial"/>
                <a:cs typeface="Arial"/>
              </a:rPr>
              <a:t>funçã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co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x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dad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17843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dirty="0">
                <a:latin typeface="Arial"/>
                <a:cs typeface="Arial"/>
              </a:rPr>
              <a:t>Fun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co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x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dad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te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po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36195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dirty="0">
                <a:latin typeface="Arial"/>
                <a:cs typeface="Arial"/>
              </a:rPr>
              <a:t>Fun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co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x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dad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espaço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35560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2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deno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daqui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71374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realidad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dire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ada.</a:t>
            </a:r>
          </a:p>
        </p:txBody>
      </p:sp>
    </p:spTree>
    <p:extLst>
      <p:ext uri="{BB962C8B-B14F-4D97-AF65-F5344CB8AC3E}">
        <p14:creationId xmlns:p14="http://schemas.microsoft.com/office/powerpoint/2010/main" val="2849662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7867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1793"/>
            <a:ext cx="8737600" cy="5901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(1)</a:t>
            </a:r>
            <a:endParaRPr sz="2450" dirty="0">
              <a:latin typeface="Arial"/>
              <a:cs typeface="Arial"/>
            </a:endParaRPr>
          </a:p>
          <a:p>
            <a:pPr marL="484505" marR="5080" indent="-262255">
              <a:lnSpc>
                <a:spcPct val="118200"/>
              </a:lnSpc>
              <a:spcBef>
                <a:spcPts val="21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eiro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29" dirty="0">
                <a:latin typeface="Tahoma"/>
                <a:cs typeface="Tahoma"/>
              </a:rPr>
              <a:t>[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0" dirty="0">
                <a:latin typeface="Arial"/>
                <a:cs typeface="Arial"/>
              </a:rPr>
              <a:t>..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29" dirty="0" smtClean="0">
                <a:latin typeface="Tahoma"/>
                <a:cs typeface="Tahoma"/>
              </a:rPr>
              <a:t>]</a:t>
            </a:r>
            <a:r>
              <a:rPr lang="pt-BR" sz="2050" spc="-229" smtClean="0">
                <a:latin typeface="Tahoma"/>
                <a:cs typeface="Tahoma"/>
              </a:rPr>
              <a:t>  </a:t>
            </a:r>
            <a:r>
              <a:rPr sz="2050" i="1" spc="-10" smtClean="0">
                <a:latin typeface="Arial"/>
                <a:cs typeface="Arial"/>
              </a:rPr>
              <a:t>,</a:t>
            </a:r>
            <a:r>
              <a:rPr sz="2050" i="1" spc="-225" smtClean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98475">
              <a:lnSpc>
                <a:spcPct val="100000"/>
              </a:lnSpc>
              <a:spcBef>
                <a:spcPts val="2320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8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Ma</a:t>
            </a:r>
            <a:r>
              <a:rPr sz="1700" spc="-4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TipoVeto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673100" marR="6767195" indent="-161925">
              <a:lnSpc>
                <a:spcPct val="131600"/>
              </a:lnSpc>
              <a:tabLst>
                <a:tab pos="712470" algn="l"/>
                <a:tab pos="1146810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Tem</a:t>
            </a:r>
            <a:r>
              <a:rPr sz="1700" spc="-1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95" dirty="0">
                <a:latin typeface="Arial"/>
                <a:cs typeface="Arial"/>
              </a:rPr>
              <a:t>Tem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706120">
              <a:lnSpc>
                <a:spcPct val="100000"/>
              </a:lnSpc>
              <a:spcBef>
                <a:spcPts val="645"/>
              </a:spcBef>
              <a:tabLst>
                <a:tab pos="1445260" algn="l"/>
                <a:tab pos="2013585" algn="l"/>
                <a:tab pos="2195830" algn="l"/>
                <a:tab pos="2763520" algn="l"/>
                <a:tab pos="3599179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	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(</a:t>
            </a:r>
            <a:r>
              <a:rPr sz="1700" spc="-195" dirty="0">
                <a:latin typeface="Arial"/>
                <a:cs typeface="Arial"/>
              </a:rPr>
              <a:t>Tem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5" dirty="0">
                <a:latin typeface="Arial"/>
                <a:cs typeface="Arial"/>
              </a:rPr>
              <a:t> ]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Tem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700405">
              <a:lnSpc>
                <a:spcPct val="100000"/>
              </a:lnSpc>
              <a:spcBef>
                <a:spcPts val="64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175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Tem</a:t>
            </a:r>
            <a:r>
              <a:rPr sz="1700" spc="-1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4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484505" marR="487045" indent="-262255">
              <a:lnSpc>
                <a:spcPct val="1182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2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indent="-262255">
              <a:lnSpc>
                <a:spcPct val="100000"/>
              </a:lnSpc>
              <a:spcBef>
                <a:spcPts val="171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dirty="0">
                <a:latin typeface="Arial"/>
                <a:cs typeface="Arial"/>
              </a:rPr>
              <a:t>Log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220" dirty="0">
                <a:latin typeface="Arial"/>
                <a:cs typeface="Arial"/>
              </a:rPr>
              <a:t> </a:t>
            </a:r>
            <a:r>
              <a:rPr sz="2050" spc="-15" dirty="0">
                <a:latin typeface="Tahoma"/>
                <a:cs typeface="Tahoma"/>
              </a:rPr>
              <a:t>p</a:t>
            </a:r>
            <a:r>
              <a:rPr sz="2050" spc="-70" dirty="0">
                <a:latin typeface="Tahoma"/>
                <a:cs typeface="Tahoma"/>
              </a:rPr>
              <a:t>a</a:t>
            </a:r>
            <a:r>
              <a:rPr sz="2050" spc="45" dirty="0">
                <a:latin typeface="Tahoma"/>
                <a:cs typeface="Tahoma"/>
              </a:rPr>
              <a:t>r</a:t>
            </a:r>
            <a:r>
              <a:rPr sz="2050" spc="-70" dirty="0">
                <a:latin typeface="Tahoma"/>
                <a:cs typeface="Tahoma"/>
              </a:rPr>
              <a:t>a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375" dirty="0">
                <a:latin typeface="Arial"/>
                <a:cs typeface="Arial"/>
              </a:rPr>
              <a:t>&gt;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0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indent="-262255">
              <a:lnSpc>
                <a:spcPct val="100000"/>
              </a:lnSpc>
              <a:spcBef>
                <a:spcPts val="171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é </a:t>
            </a:r>
            <a:r>
              <a:rPr sz="2050" b="1" dirty="0">
                <a:latin typeface="Arial"/>
                <a:cs typeface="Arial"/>
              </a:rPr>
              <a:t>ót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4989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49335" cy="3832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(2)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b="1" spc="-120" dirty="0">
                <a:latin typeface="Arial"/>
                <a:cs typeface="Arial"/>
              </a:rPr>
              <a:t>T</a:t>
            </a:r>
            <a:r>
              <a:rPr sz="2050" b="1" dirty="0">
                <a:latin typeface="Arial"/>
                <a:cs typeface="Arial"/>
              </a:rPr>
              <a:t>eo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282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b="1" spc="10" dirty="0">
                <a:latin typeface="Arial"/>
                <a:cs typeface="Arial"/>
              </a:rPr>
              <a:t>P</a:t>
            </a:r>
            <a:r>
              <a:rPr sz="2050" b="1" spc="-40" dirty="0">
                <a:latin typeface="Arial"/>
                <a:cs typeface="Arial"/>
              </a:rPr>
              <a:t>rov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qu</a:t>
            </a:r>
            <a:r>
              <a:rPr sz="2050" spc="5" dirty="0">
                <a:latin typeface="Arial"/>
                <a:cs typeface="Arial"/>
              </a:rPr>
              <a:t>e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algu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dirty="0">
                <a:latin typeface="Arial"/>
                <a:cs typeface="Arial"/>
              </a:rPr>
              <a:t>Log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280" dirty="0">
                <a:latin typeface="Segoe UI Symbol"/>
                <a:cs typeface="Segoe UI Symbol"/>
              </a:rPr>
              <a:t>✷</a:t>
            </a:r>
            <a:endParaRPr sz="2050">
              <a:latin typeface="Segoe UI Symbol"/>
              <a:cs typeface="Segoe UI Symbol"/>
            </a:endParaRPr>
          </a:p>
          <a:p>
            <a:pPr marL="484505" marR="26733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eore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m</a:t>
            </a:r>
            <a:r>
              <a:rPr sz="2050" dirty="0">
                <a:latin typeface="Arial"/>
                <a:cs typeface="Arial"/>
              </a:rPr>
              <a:t>edid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ó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245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5506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8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nho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47510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m</a:t>
            </a:r>
            <a:r>
              <a:rPr sz="2050" dirty="0">
                <a:latin typeface="Arial"/>
                <a:cs typeface="Arial"/>
              </a:rPr>
              <a:t>edid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depend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ada.</a:t>
            </a:r>
            <a:endParaRPr sz="2050">
              <a:latin typeface="Arial"/>
              <a:cs typeface="Arial"/>
            </a:endParaRPr>
          </a:p>
          <a:p>
            <a:pPr marL="484505" marR="5080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algun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ada.</a:t>
            </a:r>
            <a:endParaRPr sz="2050">
              <a:latin typeface="Arial"/>
              <a:cs typeface="Arial"/>
            </a:endParaRPr>
          </a:p>
          <a:p>
            <a:pPr marL="484505" marR="22860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uni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me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778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Já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isso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já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qua</a:t>
            </a:r>
            <a:r>
              <a:rPr sz="2050" spc="5" dirty="0">
                <a:latin typeface="Arial"/>
                <a:cs typeface="Arial"/>
              </a:rPr>
              <a:t>se </a:t>
            </a:r>
            <a:r>
              <a:rPr sz="2050" dirty="0">
                <a:latin typeface="Arial"/>
                <a:cs typeface="Arial"/>
              </a:rPr>
              <a:t>ordenado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abalha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979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69655" cy="4222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Me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lhor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aso,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Mé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dio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(1)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4287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ho</a:t>
            </a:r>
            <a:r>
              <a:rPr sz="2050" b="1" spc="5" dirty="0">
                <a:latin typeface="Arial"/>
                <a:cs typeface="Arial"/>
              </a:rPr>
              <a:t>r </a:t>
            </a:r>
            <a:r>
              <a:rPr sz="2050" b="1" dirty="0">
                <a:latin typeface="Arial"/>
                <a:cs typeface="Arial"/>
              </a:rPr>
              <a:t>caso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797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b="1" spc="10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r </a:t>
            </a:r>
            <a:r>
              <a:rPr sz="2050" b="1" dirty="0">
                <a:latin typeface="Arial"/>
                <a:cs typeface="Arial"/>
              </a:rPr>
              <a:t>caso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Se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2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aná</a:t>
            </a:r>
            <a:r>
              <a:rPr sz="2050" spc="5" dirty="0">
                <a:latin typeface="Arial"/>
                <a:cs typeface="Arial"/>
              </a:rPr>
              <a:t>lise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ca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428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b="1" spc="5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as</a:t>
            </a:r>
            <a:r>
              <a:rPr sz="2050" b="1" spc="5" dirty="0">
                <a:latin typeface="Arial"/>
                <a:cs typeface="Arial"/>
              </a:rPr>
              <a:t>o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éd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5" dirty="0">
                <a:latin typeface="Arial"/>
                <a:cs typeface="Arial"/>
              </a:rPr>
              <a:t>o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(o</a:t>
            </a:r>
            <a:r>
              <a:rPr sz="2050" spc="5" dirty="0">
                <a:latin typeface="Arial"/>
                <a:cs typeface="Arial"/>
              </a:rPr>
              <a:t>u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ado):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2593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13470" cy="4303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Me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lhor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aso,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Mé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dio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(2)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Na </a:t>
            </a:r>
            <a:r>
              <a:rPr sz="2050" dirty="0">
                <a:latin typeface="Arial"/>
                <a:cs typeface="Arial"/>
              </a:rPr>
              <a:t>aná</a:t>
            </a:r>
            <a:r>
              <a:rPr sz="2050" spc="5" dirty="0">
                <a:latin typeface="Arial"/>
                <a:cs typeface="Arial"/>
              </a:rPr>
              <a:t>lise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st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-40" dirty="0">
                <a:latin typeface="Arial"/>
                <a:cs typeface="Arial"/>
              </a:rPr>
              <a:t>b</a:t>
            </a:r>
            <a:r>
              <a:rPr sz="2050" b="1" dirty="0">
                <a:latin typeface="Arial"/>
                <a:cs typeface="Arial"/>
              </a:rPr>
              <a:t>u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çã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p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obab</a:t>
            </a:r>
            <a:r>
              <a:rPr sz="2050" b="1" spc="-5" dirty="0">
                <a:latin typeface="Arial"/>
                <a:cs typeface="Arial"/>
              </a:rPr>
              <a:t>ili</a:t>
            </a:r>
            <a:r>
              <a:rPr sz="2050" b="1" dirty="0">
                <a:latin typeface="Arial"/>
                <a:cs typeface="Arial"/>
              </a:rPr>
              <a:t>dade</a:t>
            </a:r>
            <a:r>
              <a:rPr sz="2050" b="1" spc="5" dirty="0">
                <a:latin typeface="Arial"/>
                <a:cs typeface="Arial"/>
              </a:rPr>
              <a:t>s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s</a:t>
            </a:r>
            <a:r>
              <a:rPr sz="2050" dirty="0">
                <a:latin typeface="Arial"/>
                <a:cs typeface="Arial"/>
              </a:rPr>
              <a:t>upo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io é</a:t>
            </a:r>
            <a:r>
              <a:rPr sz="2050" dirty="0">
                <a:latin typeface="Arial"/>
                <a:cs typeface="Arial"/>
              </a:rPr>
              <a:t> ob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se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5179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aná</a:t>
            </a:r>
            <a:r>
              <a:rPr sz="2050" spc="5" dirty="0">
                <a:latin typeface="Arial"/>
                <a:cs typeface="Arial"/>
              </a:rPr>
              <a:t>lise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io é</a:t>
            </a:r>
            <a:r>
              <a:rPr sz="2050" dirty="0">
                <a:latin typeface="Arial"/>
                <a:cs typeface="Arial"/>
              </a:rPr>
              <a:t>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di</a:t>
            </a:r>
            <a:r>
              <a:rPr sz="2050" spc="-5" dirty="0">
                <a:latin typeface="Arial"/>
                <a:cs typeface="Arial"/>
              </a:rPr>
              <a:t>fí</a:t>
            </a:r>
            <a:r>
              <a:rPr sz="2050" spc="5" dirty="0">
                <a:latin typeface="Arial"/>
                <a:cs typeface="Arial"/>
              </a:rPr>
              <a:t>cil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obte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aná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4828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upo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probabilidade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Na </a:t>
            </a:r>
            <a:r>
              <a:rPr sz="2050" dirty="0">
                <a:latin typeface="Arial"/>
                <a:cs typeface="Arial"/>
              </a:rPr>
              <a:t>prá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isso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5" dirty="0">
                <a:latin typeface="Arial"/>
                <a:cs typeface="Arial"/>
              </a:rPr>
              <a:t>e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erdad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5256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689340" cy="6110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egi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eg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st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191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spc="-2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h</a:t>
            </a:r>
            <a:r>
              <a:rPr sz="2050" b="1" spc="-30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v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ún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6520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qualque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ali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pesqu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s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sequenc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0894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2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(nú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ro).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(reg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ado);</a:t>
            </a:r>
            <a:endParaRPr sz="2050">
              <a:latin typeface="Arial"/>
              <a:cs typeface="Arial"/>
            </a:endParaRPr>
          </a:p>
          <a:p>
            <a:pPr marL="852169" marR="391160" lvl="1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(reg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é o</a:t>
            </a:r>
            <a:r>
              <a:rPr sz="2050" dirty="0">
                <a:latin typeface="Arial"/>
                <a:cs typeface="Arial"/>
              </a:rPr>
              <a:t> 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o);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édio: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3913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72387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59740"/>
            <a:ext cx="8573135" cy="4498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egi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484505" marR="691515" indent="-262255">
              <a:lnSpc>
                <a:spcPct val="117600"/>
              </a:lnSpc>
              <a:spcBef>
                <a:spcPts val="20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isa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68910" indent="-262255">
              <a:lnSpc>
                <a:spcPct val="117600"/>
              </a:lnSpc>
              <a:spcBef>
                <a:spcPts val="11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Se </a:t>
            </a:r>
            <a:r>
              <a:rPr sz="2050" i="1" spc="-130" dirty="0">
                <a:latin typeface="Arial"/>
                <a:cs typeface="Arial"/>
              </a:rPr>
              <a:t>p</a:t>
            </a:r>
            <a:r>
              <a:rPr sz="2025" i="1" spc="120" baseline="-12345" dirty="0">
                <a:latin typeface="Trebuchet MS"/>
                <a:cs typeface="Trebuchet MS"/>
              </a:rPr>
              <a:t>i </a:t>
            </a:r>
            <a:r>
              <a:rPr sz="2025" i="1" spc="-232" baseline="-12345" dirty="0">
                <a:latin typeface="Trebuchet MS"/>
                <a:cs typeface="Trebuchet MS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probabilidad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30"/>
              </a:spcBef>
            </a:pP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×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i="1" spc="-130" dirty="0">
                <a:latin typeface="Arial"/>
                <a:cs typeface="Arial"/>
              </a:rPr>
              <a:t>p</a:t>
            </a:r>
            <a:r>
              <a:rPr sz="2025" spc="142" baseline="-12345" dirty="0">
                <a:latin typeface="PMingLiU"/>
                <a:cs typeface="PMingLiU"/>
              </a:rPr>
              <a:t>1</a:t>
            </a:r>
            <a:r>
              <a:rPr sz="2025" baseline="-12345" dirty="0">
                <a:latin typeface="PMingLiU"/>
                <a:cs typeface="PMingLiU"/>
              </a:rPr>
              <a:t> </a:t>
            </a:r>
            <a:r>
              <a:rPr sz="2025" spc="-240" baseline="-12345" dirty="0">
                <a:latin typeface="PMingLiU"/>
                <a:cs typeface="PMingLiU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×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i="1" spc="-130" dirty="0">
                <a:latin typeface="Arial"/>
                <a:cs typeface="Arial"/>
              </a:rPr>
              <a:t>p</a:t>
            </a:r>
            <a:r>
              <a:rPr sz="2025" spc="142" baseline="-12345" dirty="0">
                <a:latin typeface="PMingLiU"/>
                <a:cs typeface="PMingLiU"/>
              </a:rPr>
              <a:t>2</a:t>
            </a:r>
            <a:r>
              <a:rPr sz="2025" baseline="-12345" dirty="0">
                <a:latin typeface="PMingLiU"/>
                <a:cs typeface="PMingLiU"/>
              </a:rPr>
              <a:t> </a:t>
            </a:r>
            <a:r>
              <a:rPr sz="2025" spc="-240" baseline="-12345" dirty="0">
                <a:latin typeface="PMingLiU"/>
                <a:cs typeface="PMingLiU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×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i="1" spc="-130" dirty="0">
                <a:latin typeface="Arial"/>
                <a:cs typeface="Arial"/>
              </a:rPr>
              <a:t>p</a:t>
            </a:r>
            <a:r>
              <a:rPr sz="2025" spc="142" baseline="-12345" dirty="0">
                <a:latin typeface="PMingLiU"/>
                <a:cs typeface="PMingLiU"/>
              </a:rPr>
              <a:t>3</a:t>
            </a:r>
            <a:r>
              <a:rPr sz="2025" baseline="-12345" dirty="0">
                <a:latin typeface="PMingLiU"/>
                <a:cs typeface="PMingLiU"/>
              </a:rPr>
              <a:t> </a:t>
            </a:r>
            <a:r>
              <a:rPr sz="2025" spc="-240" baseline="-12345" dirty="0">
                <a:latin typeface="PMingLiU"/>
                <a:cs typeface="PMingLiU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×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i="1" spc="-130" dirty="0">
                <a:latin typeface="Arial"/>
                <a:cs typeface="Arial"/>
              </a:rPr>
              <a:t>p</a:t>
            </a:r>
            <a:r>
              <a:rPr sz="2025" i="1" spc="337" baseline="-12345" dirty="0">
                <a:latin typeface="Trebuchet MS"/>
                <a:cs typeface="Trebuchet MS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probabilidade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-130" dirty="0">
                <a:latin typeface="Arial"/>
                <a:cs typeface="Arial"/>
              </a:rPr>
              <a:t>p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99720" indent="-262255">
              <a:lnSpc>
                <a:spcPct val="117600"/>
              </a:lnSpc>
              <a:spcBef>
                <a:spcPts val="11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Se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sma</a:t>
            </a:r>
            <a:r>
              <a:rPr sz="2050" dirty="0">
                <a:latin typeface="Arial"/>
                <a:cs typeface="Arial"/>
              </a:rPr>
              <a:t> probabilidad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-130" dirty="0">
                <a:latin typeface="Arial"/>
                <a:cs typeface="Arial"/>
              </a:rPr>
              <a:t>p</a:t>
            </a:r>
            <a:r>
              <a:rPr sz="2025" i="1" spc="120" baseline="-12345" dirty="0">
                <a:latin typeface="Trebuchet MS"/>
                <a:cs typeface="Trebuchet MS"/>
              </a:rPr>
              <a:t>i</a:t>
            </a:r>
            <a:r>
              <a:rPr sz="2025" i="1" baseline="-12345" dirty="0">
                <a:latin typeface="Trebuchet MS"/>
                <a:cs typeface="Trebuchet MS"/>
              </a:rPr>
              <a:t> </a:t>
            </a:r>
            <a:r>
              <a:rPr sz="2025" i="1" spc="-232" baseline="-12345" dirty="0">
                <a:latin typeface="Trebuchet MS"/>
                <a:cs typeface="Trebuchet MS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15334" y="5443308"/>
            <a:ext cx="11874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u="sng" spc="95" dirty="0">
                <a:latin typeface="PMingLiU"/>
                <a:cs typeface="PMingLiU"/>
              </a:rPr>
              <a:t>1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0033" y="5457735"/>
            <a:ext cx="5332730" cy="420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4955" algn="l"/>
                <a:tab pos="2736850" algn="l"/>
              </a:tabLst>
            </a:pPr>
            <a:r>
              <a:rPr sz="2050" spc="-265" dirty="0">
                <a:latin typeface="Lucida Sans Unicode"/>
                <a:cs typeface="Lucida Sans Unicode"/>
              </a:rPr>
              <a:t>•	</a:t>
            </a:r>
            <a:r>
              <a:rPr sz="2050" spc="5" dirty="0">
                <a:latin typeface="Arial"/>
                <a:cs typeface="Arial"/>
              </a:rPr>
              <a:t>Nesse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dirty="0">
                <a:latin typeface="Tahoma"/>
                <a:cs typeface="Tahoma"/>
              </a:rPr>
              <a:t>	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05491" y="5637047"/>
            <a:ext cx="353631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33370" algn="l"/>
                <a:tab pos="3430270" algn="l"/>
              </a:tabLst>
            </a:pPr>
            <a:r>
              <a:rPr sz="1350" i="1" spc="145" dirty="0">
                <a:latin typeface="Trebuchet MS"/>
                <a:cs typeface="Trebuchet MS"/>
              </a:rPr>
              <a:t>n	n</a:t>
            </a:r>
            <a:r>
              <a:rPr sz="1350" spc="5" dirty="0">
                <a:latin typeface="Times New Roman"/>
                <a:cs typeface="Times New Roman"/>
              </a:rPr>
              <a:t> 	</a:t>
            </a: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36359" y="5335320"/>
            <a:ext cx="1392555" cy="461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25" u="sng" spc="142" baseline="-6172" dirty="0">
                <a:latin typeface="PMingLiU"/>
                <a:cs typeface="PMingLiU"/>
              </a:rPr>
              <a:t>1</a:t>
            </a:r>
            <a:r>
              <a:rPr sz="2025" spc="142" baseline="-6172" dirty="0">
                <a:latin typeface="PMingLiU"/>
                <a:cs typeface="PMingLiU"/>
              </a:rPr>
              <a:t> </a:t>
            </a:r>
            <a:r>
              <a:rPr sz="2025" spc="-112" baseline="-6172" dirty="0">
                <a:latin typeface="PMingLiU"/>
                <a:cs typeface="PMingLiU"/>
              </a:rPr>
              <a:t> </a:t>
            </a:r>
            <a:r>
              <a:rPr sz="2550" spc="832" baseline="34313" dirty="0">
                <a:latin typeface="Arial"/>
                <a:cs typeface="Arial"/>
              </a:rPr>
              <a:t>.</a:t>
            </a:r>
            <a:r>
              <a:rPr sz="2550" spc="-405" baseline="34313" dirty="0">
                <a:latin typeface="Arial"/>
                <a:cs typeface="Arial"/>
              </a:rPr>
              <a:t> 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u="sng" spc="145" dirty="0">
                <a:latin typeface="PMingLiU"/>
                <a:cs typeface="PMingLiU"/>
              </a:rPr>
              <a:t>(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u="sng" spc="420" dirty="0">
                <a:latin typeface="PMingLiU"/>
                <a:cs typeface="PMingLiU"/>
              </a:rPr>
              <a:t>+</a:t>
            </a:r>
            <a:r>
              <a:rPr sz="1350" u="sng" spc="95" dirty="0">
                <a:latin typeface="PMingLiU"/>
                <a:cs typeface="PMingLiU"/>
              </a:rPr>
              <a:t>1</a:t>
            </a:r>
            <a:r>
              <a:rPr sz="1350" u="sng" spc="145" dirty="0">
                <a:latin typeface="PMingLiU"/>
                <a:cs typeface="PMingLiU"/>
              </a:rPr>
              <a:t>)</a:t>
            </a:r>
            <a:r>
              <a:rPr sz="1350" spc="-145" dirty="0">
                <a:latin typeface="PMingLiU"/>
                <a:cs typeface="PMingLiU"/>
              </a:rPr>
              <a:t> </a:t>
            </a:r>
            <a:r>
              <a:rPr sz="2550" spc="832" baseline="34313" dirty="0">
                <a:latin typeface="Arial"/>
                <a:cs typeface="Arial"/>
              </a:rPr>
              <a:t>.</a:t>
            </a:r>
            <a:r>
              <a:rPr sz="2550" spc="150" baseline="34313" dirty="0">
                <a:latin typeface="Arial"/>
                <a:cs typeface="Arial"/>
              </a:rPr>
              <a:t> </a:t>
            </a:r>
            <a:r>
              <a:rPr sz="3075" spc="112" baseline="-25745" dirty="0">
                <a:latin typeface="Tahoma"/>
                <a:cs typeface="Tahoma"/>
              </a:rPr>
              <a:t>=</a:t>
            </a:r>
            <a:endParaRPr sz="3075" baseline="-25745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02142" y="5459310"/>
            <a:ext cx="375920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0970" marR="5080" indent="-128905">
              <a:lnSpc>
                <a:spcPts val="1530"/>
              </a:lnSpc>
            </a:pP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u="sng" spc="420" dirty="0">
                <a:latin typeface="PMingLiU"/>
                <a:cs typeface="PMingLiU"/>
              </a:rPr>
              <a:t>+</a:t>
            </a:r>
            <a:r>
              <a:rPr sz="1350" u="sng" spc="95" dirty="0">
                <a:latin typeface="PMingLiU"/>
                <a:cs typeface="PMingLiU"/>
              </a:rPr>
              <a:t>1</a:t>
            </a:r>
            <a:r>
              <a:rPr sz="1350" spc="75" dirty="0">
                <a:latin typeface="PMingLiU"/>
                <a:cs typeface="PMingLiU"/>
              </a:rPr>
              <a:t> 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78646" y="5457735"/>
            <a:ext cx="98425" cy="420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725" dirty="0">
                <a:latin typeface="Lucida Sans Unicode"/>
                <a:cs typeface="Lucida Sans Unicode"/>
              </a:rPr>
              <a:t>·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20026" y="5922357"/>
            <a:ext cx="8116570" cy="745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76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aná</a:t>
            </a:r>
            <a:r>
              <a:rPr sz="2050" spc="5" dirty="0">
                <a:latin typeface="Arial"/>
                <a:cs typeface="Arial"/>
              </a:rPr>
              <a:t>lise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apr</a:t>
            </a:r>
            <a:r>
              <a:rPr sz="2050" spc="-6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xim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4601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81531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2712"/>
            <a:ext cx="8257540" cy="1931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Menor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(1)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</a:pPr>
            <a:endParaRPr sz="225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29" dirty="0">
                <a:latin typeface="Tahoma"/>
                <a:cs typeface="Tahoma"/>
              </a:rPr>
              <a:t>[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0" dirty="0">
                <a:latin typeface="Arial"/>
                <a:cs typeface="Arial"/>
              </a:rPr>
              <a:t>..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29" dirty="0">
                <a:latin typeface="Tahoma"/>
                <a:cs typeface="Tahom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8500"/>
              </a:lnSpc>
              <a:spcBef>
                <a:spcPts val="12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8114" y="3071024"/>
            <a:ext cx="269303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spc="2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Ma</a:t>
            </a:r>
            <a:r>
              <a:rPr sz="1700" spc="-130" dirty="0">
                <a:latin typeface="Arial"/>
                <a:cs typeface="Arial"/>
              </a:rPr>
              <a:t>xMin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20" dirty="0">
                <a:latin typeface="Arial"/>
                <a:cs typeface="Arial"/>
              </a:rPr>
              <a:t>TipoVeto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81335" y="3071024"/>
            <a:ext cx="2030730" cy="351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83945" algn="l"/>
              </a:tabLst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30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-130" dirty="0">
                <a:latin typeface="Arial"/>
                <a:cs typeface="Arial"/>
              </a:rPr>
              <a:t>Ma</a:t>
            </a:r>
            <a:r>
              <a:rPr sz="1700" spc="-4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30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7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0036" y="5122595"/>
            <a:ext cx="8294370" cy="16313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1465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74955" indent="-262255">
              <a:lnSpc>
                <a:spcPct val="100000"/>
              </a:lnSpc>
              <a:spcBef>
                <a:spcPts val="133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74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220" dirty="0">
                <a:latin typeface="Arial"/>
                <a:cs typeface="Arial"/>
              </a:rPr>
              <a:t> </a:t>
            </a:r>
            <a:r>
              <a:rPr sz="2050" spc="-15" dirty="0">
                <a:latin typeface="Tahoma"/>
                <a:cs typeface="Tahoma"/>
              </a:rPr>
              <a:t>p</a:t>
            </a:r>
            <a:r>
              <a:rPr sz="2050" spc="-70" dirty="0">
                <a:latin typeface="Tahoma"/>
                <a:cs typeface="Tahoma"/>
              </a:rPr>
              <a:t>a</a:t>
            </a:r>
            <a:r>
              <a:rPr sz="2050" spc="45" dirty="0">
                <a:latin typeface="Tahoma"/>
                <a:cs typeface="Tahoma"/>
              </a:rPr>
              <a:t>r</a:t>
            </a:r>
            <a:r>
              <a:rPr sz="2050" spc="-70" dirty="0">
                <a:latin typeface="Tahoma"/>
                <a:cs typeface="Tahoma"/>
              </a:rPr>
              <a:t>a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375" dirty="0">
                <a:latin typeface="Arial"/>
                <a:cs typeface="Arial"/>
              </a:rPr>
              <a:t>&gt;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0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499692" y="3435068"/>
          <a:ext cx="3736340" cy="1666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4688"/>
                <a:gridCol w="297052"/>
                <a:gridCol w="2854591"/>
              </a:tblGrid>
              <a:tr h="638859">
                <a:tc>
                  <a:txBody>
                    <a:bodyPr/>
                    <a:lstStyle/>
                    <a:p>
                      <a:pPr marL="216535" indent="-194945">
                        <a:lnSpc>
                          <a:spcPts val="1864"/>
                        </a:lnSpc>
                        <a:tabLst>
                          <a:tab pos="222885" algn="l"/>
                        </a:tabLst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{	</a:t>
                      </a:r>
                      <a:r>
                        <a:rPr sz="1700" b="1" spc="105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700" b="1" dirty="0">
                          <a:latin typeface="Arial"/>
                          <a:cs typeface="Arial"/>
                        </a:rPr>
                        <a:t>t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21653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700" b="1" spc="55" dirty="0">
                          <a:latin typeface="Arial"/>
                          <a:cs typeface="Arial"/>
                        </a:rPr>
                        <a:t>fo</a:t>
                      </a:r>
                      <a:r>
                        <a:rPr sz="1700" b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1864"/>
                        </a:lnSpc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7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;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6032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7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i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864"/>
                        </a:lnSpc>
                      </a:pPr>
                      <a:r>
                        <a:rPr sz="1700" spc="-5" dirty="0"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1700" spc="-18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700" spc="-18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700" spc="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700" spc="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spc="3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[</a:t>
                      </a:r>
                      <a:r>
                        <a:rPr sz="1700" spc="-2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700" spc="-2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]</a:t>
                      </a:r>
                      <a:r>
                        <a:rPr sz="1700" spc="-2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; </a:t>
                      </a:r>
                      <a:r>
                        <a:rPr sz="17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spc="125" dirty="0"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1700" spc="-6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700" spc="-6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700" spc="2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700" spc="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spc="4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[</a:t>
                      </a:r>
                      <a:r>
                        <a:rPr sz="1700" spc="-2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700" spc="-2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]</a:t>
                      </a:r>
                      <a:r>
                        <a:rPr sz="1700" spc="-2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;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  <a:spcBef>
                          <a:spcPts val="650"/>
                        </a:spcBef>
                        <a:tabLst>
                          <a:tab pos="642620" algn="l"/>
                          <a:tab pos="824230" algn="l"/>
                          <a:tab pos="1392555" algn="l"/>
                        </a:tabLst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= </a:t>
                      </a:r>
                      <a:r>
                        <a:rPr sz="1700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700" spc="-3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;	i	&lt;</a:t>
                      </a:r>
                      <a:r>
                        <a:rPr sz="17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spc="4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;	i</a:t>
                      </a:r>
                      <a:r>
                        <a:rPr sz="1700" spc="-2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spc="-15" dirty="0">
                          <a:latin typeface="Arial"/>
                          <a:cs typeface="Arial"/>
                        </a:rPr>
                        <a:t>++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)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82564">
                <a:tc>
                  <a:txBody>
                    <a:bodyPr/>
                    <a:lstStyle/>
                    <a:p>
                      <a:pPr marR="5270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{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b="1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700" b="1" spc="-2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b="1" dirty="0">
                          <a:latin typeface="Arial"/>
                          <a:cs typeface="Arial"/>
                        </a:rPr>
                        <a:t>f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spc="5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700" spc="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[</a:t>
                      </a:r>
                      <a:r>
                        <a:rPr sz="17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7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] </a:t>
                      </a:r>
                      <a:r>
                        <a:rPr sz="17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&gt; </a:t>
                      </a:r>
                      <a:r>
                        <a:rPr sz="1700" spc="-2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spc="-50" dirty="0"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1700" spc="-18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700" spc="-18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700" spc="-3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) </a:t>
                      </a:r>
                      <a:r>
                        <a:rPr sz="1700" spc="-1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spc="-30" dirty="0"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1700" spc="-18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700" spc="-18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700" spc="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700" spc="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spc="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[</a:t>
                      </a:r>
                      <a:r>
                        <a:rPr sz="17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i ]</a:t>
                      </a:r>
                      <a:r>
                        <a:rPr sz="1700" spc="-229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;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41928">
                <a:tc>
                  <a:txBody>
                    <a:bodyPr/>
                    <a:lstStyle/>
                    <a:p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1900"/>
                        </a:lnSpc>
                      </a:pPr>
                      <a:r>
                        <a:rPr sz="1700" b="1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700" b="1" spc="-2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b="1" dirty="0">
                          <a:latin typeface="Arial"/>
                          <a:cs typeface="Arial"/>
                        </a:rPr>
                        <a:t>f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1900"/>
                        </a:lnSpc>
                      </a:pPr>
                      <a:r>
                        <a:rPr sz="1700" spc="5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700" spc="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[</a:t>
                      </a:r>
                      <a:r>
                        <a:rPr sz="17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7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] </a:t>
                      </a:r>
                      <a:r>
                        <a:rPr sz="17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&lt; </a:t>
                      </a:r>
                      <a:r>
                        <a:rPr sz="1700" spc="-2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spc="65" dirty="0"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1700" spc="-6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700" spc="-6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700" spc="9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) </a:t>
                      </a:r>
                      <a:r>
                        <a:rPr sz="1700" spc="-1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spc="90" dirty="0"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1700" spc="-6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700" spc="-6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700" spc="2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700" spc="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spc="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[</a:t>
                      </a:r>
                      <a:r>
                        <a:rPr sz="17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i ]</a:t>
                      </a:r>
                      <a:r>
                        <a:rPr sz="1700" spc="-229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;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03175">
                <a:tc>
                  <a:txBody>
                    <a:bodyPr/>
                    <a:lstStyle/>
                    <a:p>
                      <a:pPr marR="62865" algn="r">
                        <a:lnSpc>
                          <a:spcPts val="1900"/>
                        </a:lnSpc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}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9816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19898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7198" y="840422"/>
            <a:ext cx="8737600" cy="6055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tabLst>
                <a:tab pos="8711565" algn="l"/>
              </a:tabLst>
            </a:pP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ior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Menor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(2)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"/>
              </a:spcBef>
            </a:pPr>
            <a:endParaRPr sz="2250">
              <a:latin typeface="Times New Roman"/>
              <a:cs typeface="Times New Roman"/>
            </a:endParaRPr>
          </a:p>
          <a:p>
            <a:pPr marL="480695">
              <a:lnSpc>
                <a:spcPct val="100000"/>
              </a:lnSpc>
              <a:tabLst>
                <a:tab pos="3283585" algn="l"/>
                <a:tab pos="435483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spc="2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Ma</a:t>
            </a:r>
            <a:r>
              <a:rPr sz="1700" spc="-130" dirty="0">
                <a:latin typeface="Arial"/>
                <a:cs typeface="Arial"/>
              </a:rPr>
              <a:t>xMin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20" dirty="0">
                <a:latin typeface="Arial"/>
                <a:cs typeface="Arial"/>
              </a:rPr>
              <a:t>TipoVeto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30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-130" dirty="0">
                <a:latin typeface="Arial"/>
                <a:cs typeface="Arial"/>
              </a:rPr>
              <a:t>Ma</a:t>
            </a:r>
            <a:r>
              <a:rPr sz="1700" spc="-4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30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7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05"/>
              </a:spcBef>
              <a:tabLst>
                <a:tab pos="712470" algn="l"/>
                <a:tab pos="115697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-275" dirty="0">
                <a:latin typeface="Lucida Sans Unicode"/>
                <a:cs typeface="Lucida Sans Unicode"/>
              </a:rPr>
              <a:t>∗</a:t>
            </a:r>
            <a:r>
              <a:rPr sz="1700" spc="-170" dirty="0">
                <a:latin typeface="Arial"/>
                <a:cs typeface="Arial"/>
              </a:rPr>
              <a:t>Ma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45" dirty="0">
                <a:latin typeface="Lucida Sans Unicode"/>
                <a:cs typeface="Lucida Sans Unicode"/>
              </a:rPr>
              <a:t>∗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706120">
              <a:lnSpc>
                <a:spcPct val="100000"/>
              </a:lnSpc>
              <a:spcBef>
                <a:spcPts val="605"/>
              </a:spcBef>
              <a:tabLst>
                <a:tab pos="1445260" algn="l"/>
                <a:tab pos="2013585" algn="l"/>
                <a:tab pos="2195830" algn="l"/>
                <a:tab pos="276352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	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939800">
              <a:lnSpc>
                <a:spcPct val="100000"/>
              </a:lnSpc>
              <a:spcBef>
                <a:spcPts val="605"/>
              </a:spcBef>
              <a:tabLst>
                <a:tab pos="1154430" algn="l"/>
                <a:tab pos="145605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-320" dirty="0">
                <a:latin typeface="Lucida Sans Unicode"/>
                <a:cs typeface="Lucida Sans Unicode"/>
              </a:rPr>
              <a:t>∗</a:t>
            </a:r>
            <a:r>
              <a:rPr sz="1700" spc="-170" dirty="0">
                <a:latin typeface="Arial"/>
                <a:cs typeface="Arial"/>
              </a:rPr>
              <a:t>Ma</a:t>
            </a:r>
            <a:r>
              <a:rPr sz="1700" spc="-2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-170" dirty="0">
                <a:latin typeface="Arial"/>
                <a:cs typeface="Arial"/>
              </a:rPr>
              <a:t>Ma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2861310" algn="ctr">
              <a:lnSpc>
                <a:spcPct val="100000"/>
              </a:lnSpc>
              <a:spcBef>
                <a:spcPts val="605"/>
              </a:spcBef>
              <a:tabLst>
                <a:tab pos="561340" algn="l"/>
                <a:tab pos="86360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-204" dirty="0">
                <a:latin typeface="Lucida Sans Unicode"/>
                <a:cs typeface="Lucida Sans Unicode"/>
              </a:rPr>
              <a:t>∗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0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-180" dirty="0">
                <a:latin typeface="Lucida Sans Unicode"/>
                <a:cs typeface="Lucida Sans Unicode"/>
              </a:rPr>
              <a:t>∗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3027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84505" marR="581025" indent="-250825">
              <a:lnSpc>
                <a:spcPct val="120900"/>
              </a:lnSpc>
              <a:spcBef>
                <a:spcPts val="10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Ma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Min1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-55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ilmen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melho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ado: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20" dirty="0">
                <a:latin typeface="Arial"/>
                <a:cs typeface="Arial"/>
              </a:rPr>
              <a:t>ompa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75" dirty="0">
                <a:latin typeface="Arial"/>
                <a:cs typeface="Arial"/>
              </a:rPr>
              <a:t>A</a:t>
            </a:r>
            <a:r>
              <a:rPr sz="1850" spc="-60" dirty="0">
                <a:latin typeface="PMingLiU"/>
                <a:cs typeface="PMingLiU"/>
              </a:rPr>
              <a:t>[</a:t>
            </a:r>
            <a:r>
              <a:rPr sz="1850" i="1" spc="235" dirty="0">
                <a:latin typeface="Arial"/>
                <a:cs typeface="Arial"/>
              </a:rPr>
              <a:t>i</a:t>
            </a:r>
            <a:r>
              <a:rPr sz="1850" spc="-60" dirty="0">
                <a:latin typeface="PMingLiU"/>
                <a:cs typeface="PMingLiU"/>
              </a:rPr>
              <a:t>]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i="1" spc="380" dirty="0">
                <a:latin typeface="Arial"/>
                <a:cs typeface="Arial"/>
              </a:rPr>
              <a:t>&lt;</a:t>
            </a:r>
            <a:r>
              <a:rPr sz="1850" i="1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Min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ó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 ne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75" dirty="0">
                <a:latin typeface="Arial"/>
                <a:cs typeface="Arial"/>
              </a:rPr>
              <a:t>A</a:t>
            </a:r>
            <a:r>
              <a:rPr sz="1850" spc="-60" dirty="0">
                <a:latin typeface="PMingLiU"/>
                <a:cs typeface="PMingLiU"/>
              </a:rPr>
              <a:t>[</a:t>
            </a:r>
            <a:r>
              <a:rPr sz="1850" i="1" spc="235" dirty="0">
                <a:latin typeface="Arial"/>
                <a:cs typeface="Arial"/>
              </a:rPr>
              <a:t>i</a:t>
            </a:r>
            <a:r>
              <a:rPr sz="1850" spc="-60" dirty="0">
                <a:latin typeface="PMingLiU"/>
                <a:cs typeface="PMingLiU"/>
              </a:rPr>
              <a:t>]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i="1" spc="380" dirty="0">
                <a:latin typeface="Arial"/>
                <a:cs typeface="Arial"/>
              </a:rPr>
              <a:t>&gt;</a:t>
            </a:r>
            <a:r>
              <a:rPr sz="1850" i="1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Max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dá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55" dirty="0">
                <a:latin typeface="Arial"/>
                <a:cs typeface="Arial"/>
              </a:rPr>
              <a:t>f</a:t>
            </a:r>
            <a:r>
              <a:rPr sz="1850" spc="10" dirty="0">
                <a:latin typeface="Arial"/>
                <a:cs typeface="Arial"/>
              </a:rPr>
              <a:t>als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-60" dirty="0">
                <a:latin typeface="Arial"/>
                <a:cs typeface="Arial"/>
              </a:rPr>
              <a:t>P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-15" dirty="0">
                <a:latin typeface="Arial"/>
                <a:cs typeface="Arial"/>
              </a:rPr>
              <a:t>o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emo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: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15" dirty="0">
                <a:latin typeface="Arial"/>
                <a:cs typeface="Arial"/>
              </a:rPr>
              <a:t>melhor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so: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i="1" spc="405" dirty="0">
                <a:latin typeface="Arial"/>
                <a:cs typeface="Arial"/>
              </a:rPr>
              <a:t>f</a:t>
            </a:r>
            <a:r>
              <a:rPr sz="1850" i="1" spc="-315" dirty="0">
                <a:latin typeface="Arial"/>
                <a:cs typeface="Arial"/>
              </a:rPr>
              <a:t> 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480" dirty="0">
                <a:latin typeface="PMingLiU"/>
                <a:cs typeface="PMingLiU"/>
              </a:rPr>
              <a:t>=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-95" dirty="0">
                <a:latin typeface="Arial"/>
                <a:cs typeface="Arial"/>
              </a:rPr>
              <a:t> </a:t>
            </a:r>
            <a:r>
              <a:rPr sz="1850" spc="-10" dirty="0">
                <a:latin typeface="Lucida Sans Unicode"/>
                <a:cs typeface="Lucida Sans Unicode"/>
              </a:rPr>
              <a:t>−</a:t>
            </a:r>
            <a:r>
              <a:rPr sz="1850" spc="-165" dirty="0">
                <a:latin typeface="Lucida Sans Unicode"/>
                <a:cs typeface="Lucida Sans Unicode"/>
              </a:rPr>
              <a:t> </a:t>
            </a:r>
            <a:r>
              <a:rPr sz="1850" spc="70" dirty="0">
                <a:latin typeface="PMingLiU"/>
                <a:cs typeface="PMingLiU"/>
              </a:rPr>
              <a:t>1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5" dirty="0">
                <a:latin typeface="Arial"/>
                <a:cs typeface="Arial"/>
              </a:rPr>
              <a:t>(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);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10" dirty="0">
                <a:latin typeface="Arial"/>
                <a:cs typeface="Arial"/>
              </a:rPr>
              <a:t>pior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so: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i="1" spc="405" dirty="0">
                <a:latin typeface="Arial"/>
                <a:cs typeface="Arial"/>
              </a:rPr>
              <a:t>f</a:t>
            </a:r>
            <a:r>
              <a:rPr sz="1850" i="1" spc="-315" dirty="0">
                <a:latin typeface="Arial"/>
                <a:cs typeface="Arial"/>
              </a:rPr>
              <a:t> 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480" dirty="0">
                <a:latin typeface="PMingLiU"/>
                <a:cs typeface="PMingLiU"/>
              </a:rPr>
              <a:t>=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65" dirty="0">
                <a:latin typeface="PMingLiU"/>
                <a:cs typeface="PMingLiU"/>
              </a:rPr>
              <a:t>2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-100" dirty="0">
                <a:latin typeface="Arial"/>
                <a:cs typeface="Arial"/>
              </a:rPr>
              <a:t> </a:t>
            </a:r>
            <a:r>
              <a:rPr sz="1850" spc="-10" dirty="0">
                <a:latin typeface="Lucida Sans Unicode"/>
                <a:cs typeface="Lucida Sans Unicode"/>
              </a:rPr>
              <a:t>−</a:t>
            </a:r>
            <a:r>
              <a:rPr sz="1850" spc="-165" dirty="0">
                <a:latin typeface="Lucida Sans Unicode"/>
                <a:cs typeface="Lucida Sans Unicode"/>
              </a:rPr>
              <a:t> </a:t>
            </a:r>
            <a:r>
              <a:rPr sz="1850" spc="65" dirty="0">
                <a:latin typeface="PMingLiU"/>
                <a:cs typeface="PMingLiU"/>
              </a:rPr>
              <a:t>1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5" dirty="0">
                <a:latin typeface="Arial"/>
                <a:cs typeface="Arial"/>
              </a:rPr>
              <a:t>(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);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médio: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i="1" spc="405" dirty="0">
                <a:latin typeface="Arial"/>
                <a:cs typeface="Arial"/>
              </a:rPr>
              <a:t>f</a:t>
            </a:r>
            <a:r>
              <a:rPr sz="1850" i="1" spc="-315" dirty="0">
                <a:latin typeface="Arial"/>
                <a:cs typeface="Arial"/>
              </a:rPr>
              <a:t> 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480" dirty="0">
                <a:latin typeface="PMingLiU"/>
                <a:cs typeface="PMingLiU"/>
              </a:rPr>
              <a:t>=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65" dirty="0">
                <a:latin typeface="PMingLiU"/>
                <a:cs typeface="PMingLiU"/>
              </a:rPr>
              <a:t>3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420" dirty="0">
                <a:latin typeface="Arial"/>
                <a:cs typeface="Arial"/>
              </a:rPr>
              <a:t>/</a:t>
            </a:r>
            <a:r>
              <a:rPr sz="1850" spc="70" dirty="0">
                <a:latin typeface="PMingLiU"/>
                <a:cs typeface="PMingLiU"/>
              </a:rPr>
              <a:t>2</a:t>
            </a:r>
            <a:r>
              <a:rPr sz="1850" spc="-65" dirty="0">
                <a:latin typeface="PMingLiU"/>
                <a:cs typeface="PMingLiU"/>
              </a:rPr>
              <a:t> </a:t>
            </a:r>
            <a:r>
              <a:rPr sz="1850" spc="-10" dirty="0">
                <a:latin typeface="Lucida Sans Unicode"/>
                <a:cs typeface="Lucida Sans Unicode"/>
              </a:rPr>
              <a:t>−</a:t>
            </a:r>
            <a:r>
              <a:rPr sz="1850" spc="-165" dirty="0">
                <a:latin typeface="Lucida Sans Unicode"/>
                <a:cs typeface="Lucida Sans Unicode"/>
              </a:rPr>
              <a:t> </a:t>
            </a:r>
            <a:r>
              <a:rPr sz="1850" spc="65" dirty="0">
                <a:latin typeface="PMingLiU"/>
                <a:cs typeface="PMingLiU"/>
              </a:rPr>
              <a:t>3</a:t>
            </a:r>
            <a:r>
              <a:rPr sz="1850" i="1" spc="420" dirty="0">
                <a:latin typeface="Arial"/>
                <a:cs typeface="Arial"/>
              </a:rPr>
              <a:t>/</a:t>
            </a:r>
            <a:r>
              <a:rPr sz="1850" spc="65" dirty="0">
                <a:latin typeface="PMingLiU"/>
                <a:cs typeface="PMingLiU"/>
              </a:rPr>
              <a:t>2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N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médi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i="1" spc="175" dirty="0">
                <a:latin typeface="Arial"/>
                <a:cs typeface="Arial"/>
              </a:rPr>
              <a:t>A</a:t>
            </a:r>
            <a:r>
              <a:rPr sz="1850" spc="-60" dirty="0">
                <a:latin typeface="PMingLiU"/>
                <a:cs typeface="PMingLiU"/>
              </a:rPr>
              <a:t>[</a:t>
            </a:r>
            <a:r>
              <a:rPr sz="1850" i="1" spc="235" dirty="0">
                <a:latin typeface="Arial"/>
                <a:cs typeface="Arial"/>
              </a:rPr>
              <a:t>i</a:t>
            </a:r>
            <a:r>
              <a:rPr sz="1850" spc="-60" dirty="0">
                <a:latin typeface="PMingLiU"/>
                <a:cs typeface="PMingLiU"/>
              </a:rPr>
              <a:t>]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Max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5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45395" y="6983780"/>
            <a:ext cx="375920" cy="374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0970" marR="5080" indent="-128905">
              <a:lnSpc>
                <a:spcPts val="1390"/>
              </a:lnSpc>
            </a:pP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u="sng" spc="345" dirty="0">
                <a:latin typeface="Arial"/>
                <a:cs typeface="Arial"/>
              </a:rPr>
              <a:t>−</a:t>
            </a:r>
            <a:r>
              <a:rPr sz="1350" u="sng" spc="95" dirty="0">
                <a:latin typeface="PMingLiU"/>
                <a:cs typeface="PMingLiU"/>
              </a:rPr>
              <a:t>1</a:t>
            </a:r>
            <a:r>
              <a:rPr sz="1350" spc="75" dirty="0">
                <a:latin typeface="PMingLiU"/>
                <a:cs typeface="PMingLiU"/>
              </a:rPr>
              <a:t> 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88396" y="6984351"/>
            <a:ext cx="211454" cy="307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480" dirty="0">
                <a:latin typeface="PMingLiU"/>
                <a:cs typeface="PMingLiU"/>
              </a:rPr>
              <a:t>=</a:t>
            </a:r>
            <a:endParaRPr sz="1850">
              <a:latin typeface="PMingLiU"/>
              <a:cs typeface="PMingLiU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67288" y="6953554"/>
            <a:ext cx="669290" cy="405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05"/>
              </a:lnSpc>
              <a:tabLst>
                <a:tab pos="563245" algn="l"/>
              </a:tabLst>
            </a:pPr>
            <a:r>
              <a:rPr sz="1350" u="sng" spc="95" dirty="0">
                <a:latin typeface="PMingLiU"/>
                <a:cs typeface="PMingLiU"/>
              </a:rPr>
              <a:t>3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i="1" spc="145" dirty="0">
                <a:latin typeface="Trebuchet MS"/>
                <a:cs typeface="Trebuchet MS"/>
              </a:rPr>
              <a:t>	</a:t>
            </a:r>
            <a:r>
              <a:rPr sz="1350" u="sng" spc="95" dirty="0">
                <a:latin typeface="PMingLiU"/>
                <a:cs typeface="PMingLiU"/>
              </a:rPr>
              <a:t>3</a:t>
            </a:r>
            <a:endParaRPr sz="1350">
              <a:latin typeface="PMingLiU"/>
              <a:cs typeface="PMingLiU"/>
            </a:endParaRPr>
          </a:p>
          <a:p>
            <a:pPr marL="68580">
              <a:lnSpc>
                <a:spcPts val="1505"/>
              </a:lnSpc>
            </a:pP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18100" y="7130377"/>
            <a:ext cx="11874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8619" y="6984351"/>
            <a:ext cx="519303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3525" indent="-250825">
              <a:lnSpc>
                <a:spcPct val="100000"/>
              </a:lnSpc>
              <a:buFont typeface="Lucida Sans Unicode"/>
              <a:buChar char="•"/>
              <a:tabLst>
                <a:tab pos="264160" algn="l"/>
                <a:tab pos="3536315" algn="l"/>
                <a:tab pos="3921125" algn="l"/>
              </a:tabLst>
            </a:pPr>
            <a:r>
              <a:rPr sz="1850" spc="15" dirty="0">
                <a:latin typeface="Arial"/>
                <a:cs typeface="Arial"/>
              </a:rPr>
              <a:t>Logo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405" dirty="0">
                <a:latin typeface="Arial"/>
                <a:cs typeface="Arial"/>
              </a:rPr>
              <a:t>f</a:t>
            </a:r>
            <a:r>
              <a:rPr sz="1850" i="1" spc="-315" dirty="0">
                <a:latin typeface="Arial"/>
                <a:cs typeface="Arial"/>
              </a:rPr>
              <a:t> 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480" dirty="0">
                <a:latin typeface="PMingLiU"/>
                <a:cs typeface="PMingLiU"/>
              </a:rPr>
              <a:t>=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-95" dirty="0">
                <a:latin typeface="Arial"/>
                <a:cs typeface="Arial"/>
              </a:rPr>
              <a:t> </a:t>
            </a:r>
            <a:r>
              <a:rPr sz="1850" spc="-10" dirty="0">
                <a:latin typeface="Lucida Sans Unicode"/>
                <a:cs typeface="Lucida Sans Unicode"/>
              </a:rPr>
              <a:t>−</a:t>
            </a:r>
            <a:r>
              <a:rPr sz="1850" spc="-165" dirty="0">
                <a:latin typeface="Lucida Sans Unicode"/>
                <a:cs typeface="Lucida Sans Unicode"/>
              </a:rPr>
              <a:t> </a:t>
            </a:r>
            <a:r>
              <a:rPr sz="1850" spc="70" dirty="0">
                <a:latin typeface="PMingLiU"/>
                <a:cs typeface="PMingLiU"/>
              </a:rPr>
              <a:t>1</a:t>
            </a:r>
            <a:r>
              <a:rPr sz="1850" spc="-65" dirty="0">
                <a:latin typeface="PMingLiU"/>
                <a:cs typeface="PMingLiU"/>
              </a:rPr>
              <a:t> </a:t>
            </a:r>
            <a:r>
              <a:rPr sz="1850" spc="480" dirty="0">
                <a:latin typeface="PMingLiU"/>
                <a:cs typeface="PMingLiU"/>
              </a:rPr>
              <a:t>+</a:t>
            </a:r>
            <a:r>
              <a:rPr sz="1850" dirty="0">
                <a:latin typeface="PMingLiU"/>
                <a:cs typeface="PMingLiU"/>
              </a:rPr>
              <a:t>	</a:t>
            </a:r>
            <a:r>
              <a:rPr sz="1850" spc="-10" dirty="0">
                <a:latin typeface="Lucida Sans Unicode"/>
                <a:cs typeface="Lucida Sans Unicode"/>
              </a:rPr>
              <a:t>−</a:t>
            </a:r>
            <a:r>
              <a:rPr sz="1850" dirty="0">
                <a:latin typeface="Lucida Sans Unicode"/>
                <a:cs typeface="Lucida Sans Unicode"/>
              </a:rPr>
              <a:t>	</a:t>
            </a:r>
            <a:r>
              <a:rPr sz="1850" spc="5" dirty="0">
                <a:latin typeface="Arial"/>
                <a:cs typeface="Arial"/>
              </a:rPr>
              <a:t>,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5" dirty="0">
                <a:latin typeface="Arial"/>
                <a:cs typeface="Arial"/>
              </a:rPr>
              <a:t> </a:t>
            </a:r>
            <a:r>
              <a:rPr sz="1850" i="1" spc="380" dirty="0">
                <a:latin typeface="Arial"/>
                <a:cs typeface="Arial"/>
              </a:rPr>
              <a:t>&gt;</a:t>
            </a:r>
            <a:r>
              <a:rPr sz="1850" i="1" spc="10" dirty="0">
                <a:latin typeface="Arial"/>
                <a:cs typeface="Arial"/>
              </a:rPr>
              <a:t> </a:t>
            </a:r>
            <a:r>
              <a:rPr sz="1850" spc="70" dirty="0">
                <a:latin typeface="PMingLiU"/>
                <a:cs typeface="PMingLiU"/>
              </a:rPr>
              <a:t>0</a:t>
            </a:r>
            <a:endParaRPr sz="1850">
              <a:latin typeface="PMingLiU"/>
              <a:cs typeface="PMingLiU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96101" y="6984351"/>
            <a:ext cx="92075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8158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80450" cy="4410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Menor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(3)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0591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dirty="0">
                <a:latin typeface="Arial"/>
                <a:cs typeface="Arial"/>
              </a:rPr>
              <a:t>bilidad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ob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  <a:p>
            <a:pPr marL="852169" marR="5080" lvl="1" indent="-364490">
              <a:lnSpc>
                <a:spcPct val="119700"/>
              </a:lnSpc>
              <a:spcBef>
                <a:spcPts val="700"/>
              </a:spcBef>
              <a:buAutoNum type="arabicParenR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is 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ro),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spc="-170" dirty="0">
                <a:latin typeface="Lucida Sans Unicode"/>
                <a:cs typeface="Lucida Sans Unicode"/>
              </a:rPr>
              <a:t>⌈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spc="-170" dirty="0">
                <a:latin typeface="Lucida Sans Unicode"/>
                <a:cs typeface="Lucida Sans Unicode"/>
              </a:rPr>
              <a:t>⌉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966469" lvl="1" indent="-364490">
              <a:lnSpc>
                <a:spcPct val="119700"/>
              </a:lnSpc>
              <a:spcBef>
                <a:spcPts val="700"/>
              </a:spcBef>
              <a:buAutoNum type="arabicParenR" startAt="2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ob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70" dirty="0">
                <a:latin typeface="Lucida Sans Unicode"/>
                <a:cs typeface="Lucida Sans Unicode"/>
              </a:rPr>
              <a:t>⌈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spc="-170" dirty="0">
                <a:latin typeface="Lucida Sans Unicode"/>
                <a:cs typeface="Lucida Sans Unicode"/>
              </a:rPr>
              <a:t>⌉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937260" lvl="1" indent="-364490">
              <a:lnSpc>
                <a:spcPct val="119700"/>
              </a:lnSpc>
              <a:spcBef>
                <a:spcPts val="700"/>
              </a:spcBef>
              <a:buAutoNum type="arabicParenR" startAt="2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imo é</a:t>
            </a:r>
            <a:r>
              <a:rPr sz="2050" dirty="0">
                <a:latin typeface="Arial"/>
                <a:cs typeface="Arial"/>
              </a:rPr>
              <a:t> ob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70" dirty="0">
                <a:latin typeface="Lucida Sans Unicode"/>
                <a:cs typeface="Lucida Sans Unicode"/>
              </a:rPr>
              <a:t>⌈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spc="-170" dirty="0">
                <a:latin typeface="Lucida Sans Unicode"/>
                <a:cs typeface="Lucida Sans Unicode"/>
              </a:rPr>
              <a:t>⌉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41091" y="5948629"/>
            <a:ext cx="0" cy="36830"/>
          </a:xfrm>
          <a:custGeom>
            <a:avLst/>
            <a:gdLst/>
            <a:ahLst/>
            <a:cxnLst/>
            <a:rect l="l" t="t" r="r" b="b"/>
            <a:pathLst>
              <a:path h="36829">
                <a:moveTo>
                  <a:pt x="0" y="3634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23984" y="5904636"/>
            <a:ext cx="28829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890" dirty="0">
                <a:latin typeface="Segoe UI Symbol"/>
                <a:cs typeface="Segoe UI Symbol"/>
              </a:rPr>
              <a:t>✡</a:t>
            </a:r>
            <a:endParaRPr sz="1700">
              <a:latin typeface="Segoe UI Symbol"/>
              <a:cs typeface="Segoe UI 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23984" y="5606072"/>
            <a:ext cx="377190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495675" algn="l"/>
              </a:tabLst>
            </a:pPr>
            <a:r>
              <a:rPr sz="1700" spc="620" dirty="0">
                <a:latin typeface="Segoe UI Symbol"/>
                <a:cs typeface="Segoe UI Symbol"/>
              </a:rPr>
              <a:t>☛	</a:t>
            </a:r>
            <a:r>
              <a:rPr sz="1700" spc="855" dirty="0">
                <a:latin typeface="Segoe UI Symbol"/>
                <a:cs typeface="Segoe UI Symbol"/>
              </a:rPr>
              <a:t>✟</a:t>
            </a:r>
            <a:endParaRPr sz="1700">
              <a:latin typeface="Segoe UI Symbol"/>
              <a:cs typeface="Segoe UI Symbo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24727" y="5948629"/>
            <a:ext cx="0" cy="36830"/>
          </a:xfrm>
          <a:custGeom>
            <a:avLst/>
            <a:gdLst/>
            <a:ahLst/>
            <a:cxnLst/>
            <a:rect l="l" t="t" r="r" b="b"/>
            <a:pathLst>
              <a:path h="36829">
                <a:moveTo>
                  <a:pt x="0" y="3634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207620" y="5904636"/>
            <a:ext cx="28829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60" dirty="0">
                <a:latin typeface="Segoe UI Symbol"/>
                <a:cs typeface="Segoe UI Symbol"/>
              </a:rPr>
              <a:t>✠</a:t>
            </a:r>
            <a:endParaRPr sz="1700">
              <a:latin typeface="Segoe UI Symbol"/>
              <a:cs typeface="Segoe UI Symbo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72244" y="6116142"/>
            <a:ext cx="3221355" cy="0"/>
          </a:xfrm>
          <a:custGeom>
            <a:avLst/>
            <a:gdLst/>
            <a:ahLst/>
            <a:cxnLst/>
            <a:rect l="l" t="t" r="r" b="b"/>
            <a:pathLst>
              <a:path w="3221354">
                <a:moveTo>
                  <a:pt x="0" y="0"/>
                </a:moveTo>
                <a:lnTo>
                  <a:pt x="3221316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723984" y="6103746"/>
            <a:ext cx="28829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620" dirty="0">
                <a:latin typeface="Segoe UI Symbol"/>
                <a:cs typeface="Segoe UI Symbol"/>
              </a:rPr>
              <a:t>☛</a:t>
            </a:r>
            <a:endParaRPr sz="1700">
              <a:latin typeface="Segoe UI Symbol"/>
              <a:cs typeface="Segoe UI Symbo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41091" y="6446291"/>
            <a:ext cx="0" cy="36830"/>
          </a:xfrm>
          <a:custGeom>
            <a:avLst/>
            <a:gdLst/>
            <a:ahLst/>
            <a:cxnLst/>
            <a:rect l="l" t="t" r="r" b="b"/>
            <a:pathLst>
              <a:path h="36829">
                <a:moveTo>
                  <a:pt x="0" y="3634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723984" y="6402298"/>
            <a:ext cx="28829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890" dirty="0">
                <a:latin typeface="Segoe UI Symbol"/>
                <a:cs typeface="Segoe UI Symbol"/>
              </a:rPr>
              <a:t>✡</a:t>
            </a:r>
            <a:endParaRPr sz="1700">
              <a:latin typeface="Segoe UI Symbol"/>
              <a:cs typeface="Segoe UI 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07620" y="6103746"/>
            <a:ext cx="28829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855" dirty="0">
                <a:latin typeface="Segoe UI Symbol"/>
                <a:cs typeface="Segoe UI Symbol"/>
              </a:rPr>
              <a:t>✟</a:t>
            </a:r>
            <a:endParaRPr sz="1700">
              <a:latin typeface="Segoe UI Symbol"/>
              <a:cs typeface="Segoe UI Symbo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224727" y="6446291"/>
            <a:ext cx="0" cy="36830"/>
          </a:xfrm>
          <a:custGeom>
            <a:avLst/>
            <a:gdLst/>
            <a:ahLst/>
            <a:cxnLst/>
            <a:rect l="l" t="t" r="r" b="b"/>
            <a:pathLst>
              <a:path h="36829">
                <a:moveTo>
                  <a:pt x="0" y="3634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207620" y="6402298"/>
            <a:ext cx="28829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60" dirty="0">
                <a:latin typeface="Segoe UI Symbol"/>
                <a:cs typeface="Segoe UI Symbol"/>
              </a:rPr>
              <a:t>✠</a:t>
            </a:r>
            <a:endParaRPr sz="1700">
              <a:latin typeface="Segoe UI Symbol"/>
              <a:cs typeface="Segoe UI Symbo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872244" y="6613791"/>
            <a:ext cx="3221355" cy="0"/>
          </a:xfrm>
          <a:custGeom>
            <a:avLst/>
            <a:gdLst/>
            <a:ahLst/>
            <a:cxnLst/>
            <a:rect l="l" t="t" r="r" b="b"/>
            <a:pathLst>
              <a:path w="3221354">
                <a:moveTo>
                  <a:pt x="0" y="0"/>
                </a:moveTo>
                <a:lnTo>
                  <a:pt x="3221316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872244" y="6315252"/>
            <a:ext cx="3221355" cy="0"/>
          </a:xfrm>
          <a:custGeom>
            <a:avLst/>
            <a:gdLst/>
            <a:ahLst/>
            <a:cxnLst/>
            <a:rect l="l" t="t" r="r" b="b"/>
            <a:pathLst>
              <a:path w="3221354">
                <a:moveTo>
                  <a:pt x="0" y="0"/>
                </a:moveTo>
                <a:lnTo>
                  <a:pt x="3221316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411074" y="5800737"/>
            <a:ext cx="2098040" cy="321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u="sng" spc="375" baseline="13071" dirty="0">
                <a:latin typeface="Segoe UI Symbol"/>
                <a:cs typeface="Segoe UI Symbol"/>
              </a:rPr>
              <a:t>✛</a:t>
            </a:r>
            <a:r>
              <a:rPr sz="2550" spc="240" baseline="13071" dirty="0">
                <a:latin typeface="Segoe UI Symbol"/>
                <a:cs typeface="Segoe UI Symbol"/>
              </a:rPr>
              <a:t> </a:t>
            </a:r>
            <a:r>
              <a:rPr sz="1700" spc="10" dirty="0">
                <a:latin typeface="Arial"/>
                <a:cs typeface="Arial"/>
              </a:rPr>
              <a:t>Contém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má</a:t>
            </a:r>
            <a:r>
              <a:rPr sz="1700" spc="5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mo</a:t>
            </a:r>
            <a:endParaRPr sz="17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11074" y="6298400"/>
            <a:ext cx="2049780" cy="321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u="sng" spc="375" baseline="13071" dirty="0">
                <a:latin typeface="Segoe UI Symbol"/>
                <a:cs typeface="Segoe UI Symbol"/>
              </a:rPr>
              <a:t>✛</a:t>
            </a:r>
            <a:r>
              <a:rPr sz="2550" spc="240" baseline="13071" dirty="0">
                <a:latin typeface="Segoe UI Symbol"/>
                <a:cs typeface="Segoe UI Symbol"/>
              </a:rPr>
              <a:t> </a:t>
            </a:r>
            <a:r>
              <a:rPr sz="1700" spc="10" dirty="0">
                <a:latin typeface="Arial"/>
                <a:cs typeface="Arial"/>
              </a:rPr>
              <a:t>Contém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íni</a:t>
            </a:r>
            <a:r>
              <a:rPr sz="1700" spc="10" dirty="0">
                <a:latin typeface="Arial"/>
                <a:cs typeface="Arial"/>
              </a:rPr>
              <a:t>mo</a:t>
            </a:r>
            <a:endParaRPr sz="17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25990" y="5751017"/>
            <a:ext cx="113030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09905" algn="l"/>
                <a:tab pos="1007744" algn="l"/>
              </a:tabLst>
            </a:pPr>
            <a:r>
              <a:rPr sz="1700" spc="-25" dirty="0">
                <a:latin typeface="Segoe UI Symbol"/>
                <a:cs typeface="Segoe UI Symbol"/>
              </a:rPr>
              <a:t>❞	❞	❞</a:t>
            </a:r>
            <a:endParaRPr sz="1700">
              <a:latin typeface="Segoe UI Symbol"/>
              <a:cs typeface="Segoe UI 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67808" y="5756287"/>
            <a:ext cx="331470" cy="420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67808" y="6253950"/>
            <a:ext cx="331470" cy="420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14301" y="5751017"/>
            <a:ext cx="13525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-25" dirty="0">
                <a:latin typeface="Segoe UI Symbol"/>
                <a:cs typeface="Segoe UI Symbol"/>
              </a:rPr>
              <a:t>❞</a:t>
            </a:r>
            <a:endParaRPr sz="1700">
              <a:latin typeface="Segoe UI Symbol"/>
              <a:cs typeface="Segoe UI 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25990" y="6248679"/>
            <a:ext cx="113030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09905" algn="l"/>
                <a:tab pos="1007744" algn="l"/>
              </a:tabLst>
            </a:pPr>
            <a:r>
              <a:rPr sz="1700" spc="-25" dirty="0">
                <a:latin typeface="Segoe UI Symbol"/>
                <a:cs typeface="Segoe UI Symbol"/>
              </a:rPr>
              <a:t>❞	❞	❞</a:t>
            </a:r>
            <a:endParaRPr sz="1700">
              <a:latin typeface="Segoe UI Symbol"/>
              <a:cs typeface="Segoe UI 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14300" y="6248679"/>
            <a:ext cx="13525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-25" dirty="0">
                <a:latin typeface="Segoe UI Symbol"/>
                <a:cs typeface="Segoe UI Symbol"/>
              </a:rPr>
              <a:t>❞</a:t>
            </a:r>
            <a:endParaRPr sz="1700">
              <a:latin typeface="Segoe UI Symbol"/>
              <a:cs typeface="Segoe UI Symbo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238754" y="6016523"/>
            <a:ext cx="0" cy="398780"/>
          </a:xfrm>
          <a:custGeom>
            <a:avLst/>
            <a:gdLst/>
            <a:ahLst/>
            <a:cxnLst/>
            <a:rect l="l" t="t" r="r" b="b"/>
            <a:pathLst>
              <a:path h="398779">
                <a:moveTo>
                  <a:pt x="0" y="39822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736403" y="6016523"/>
            <a:ext cx="0" cy="398780"/>
          </a:xfrm>
          <a:custGeom>
            <a:avLst/>
            <a:gdLst/>
            <a:ahLst/>
            <a:cxnLst/>
            <a:rect l="l" t="t" r="r" b="b"/>
            <a:pathLst>
              <a:path h="398779">
                <a:moveTo>
                  <a:pt x="0" y="39822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34065" y="6016523"/>
            <a:ext cx="0" cy="398780"/>
          </a:xfrm>
          <a:custGeom>
            <a:avLst/>
            <a:gdLst/>
            <a:ahLst/>
            <a:cxnLst/>
            <a:rect l="l" t="t" r="r" b="b"/>
            <a:pathLst>
              <a:path h="398779">
                <a:moveTo>
                  <a:pt x="0" y="39822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727065" y="6016523"/>
            <a:ext cx="0" cy="398780"/>
          </a:xfrm>
          <a:custGeom>
            <a:avLst/>
            <a:gdLst/>
            <a:ahLst/>
            <a:cxnLst/>
            <a:rect l="l" t="t" r="r" b="b"/>
            <a:pathLst>
              <a:path h="398779">
                <a:moveTo>
                  <a:pt x="0" y="39822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91380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5939" y="855737"/>
            <a:ext cx="5729605" cy="3584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Menor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(4)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  <a:tabLst>
                <a:tab pos="2815590" algn="l"/>
                <a:tab pos="388683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spc="2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Ma</a:t>
            </a:r>
            <a:r>
              <a:rPr sz="1700" spc="-130" dirty="0">
                <a:latin typeface="Arial"/>
                <a:cs typeface="Arial"/>
              </a:rPr>
              <a:t>xMin</a:t>
            </a:r>
            <a:r>
              <a:rPr sz="1700" spc="5" dirty="0">
                <a:latin typeface="Arial"/>
                <a:cs typeface="Arial"/>
              </a:rPr>
              <a:t>3(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TipoVeto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30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-130" dirty="0">
                <a:latin typeface="Arial"/>
                <a:cs typeface="Arial"/>
              </a:rPr>
              <a:t>Ma</a:t>
            </a:r>
            <a:r>
              <a:rPr sz="1700" spc="-4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30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7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  <a:tab pos="67881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FimDoAne</a:t>
            </a:r>
            <a:r>
              <a:rPr sz="1700" spc="8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6324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(</a:t>
            </a:r>
            <a:r>
              <a:rPr sz="1700" spc="15" dirty="0">
                <a:latin typeface="Arial"/>
                <a:cs typeface="Arial"/>
              </a:rPr>
              <a:t>N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-15" dirty="0">
                <a:latin typeface="Arial"/>
                <a:cs typeface="Arial"/>
              </a:rPr>
              <a:t>[</a:t>
            </a:r>
            <a:r>
              <a:rPr sz="170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-15" dirty="0">
                <a:latin typeface="Arial"/>
                <a:cs typeface="Arial"/>
              </a:rPr>
              <a:t>[</a:t>
            </a:r>
            <a:r>
              <a:rPr sz="1700" spc="15" dirty="0">
                <a:latin typeface="Arial"/>
                <a:cs typeface="Arial"/>
              </a:rPr>
              <a:t>N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210" dirty="0">
                <a:latin typeface="Lucida Sans Unicode"/>
                <a:cs typeface="Lucida Sans Unicode"/>
              </a:rPr>
              <a:t> </a:t>
            </a:r>
            <a:r>
              <a:rPr sz="1700" spc="14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FimDoAne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605"/>
              </a:spcBef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FimDoAne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9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80" dirty="0">
                <a:latin typeface="Lucida Sans Unicode"/>
                <a:cs typeface="Lucida Sans Unicode"/>
              </a:rPr>
              <a:t> </a:t>
            </a:r>
            <a:r>
              <a:rPr sz="1700" spc="7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5" dirty="0">
                <a:latin typeface="Arial"/>
                <a:cs typeface="Arial"/>
              </a:rPr>
              <a:t>A[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15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019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-170" dirty="0">
                <a:latin typeface="Arial"/>
                <a:cs typeface="Arial"/>
              </a:rPr>
              <a:t>Ma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45" dirty="0">
                <a:latin typeface="Lucida Sans Unicode"/>
                <a:cs typeface="Lucida Sans Unicode"/>
              </a:rPr>
              <a:t>∗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60350" marR="1877060" indent="-29209">
              <a:lnSpc>
                <a:spcPct val="129700"/>
              </a:lnSpc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-170" dirty="0">
                <a:latin typeface="Arial"/>
                <a:cs typeface="Arial"/>
              </a:rPr>
              <a:t>Ma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45" dirty="0">
                <a:latin typeface="Lucida Sans Unicode"/>
                <a:cs typeface="Lucida Sans Unicode"/>
              </a:rPr>
              <a:t>∗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 i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3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FimDoAne</a:t>
            </a:r>
            <a:r>
              <a:rPr sz="1700" spc="3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89587" y="4842332"/>
            <a:ext cx="553720" cy="351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65440" y="4506176"/>
            <a:ext cx="3719195" cy="1024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6695" algn="l"/>
                <a:tab pos="52895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30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 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26695">
              <a:lnSpc>
                <a:spcPct val="100000"/>
              </a:lnSpc>
              <a:spcBef>
                <a:spcPts val="605"/>
              </a:spcBef>
              <a:tabLst>
                <a:tab pos="440690" algn="l"/>
                <a:tab pos="74295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2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14" dirty="0">
                <a:latin typeface="Lucida Sans Unicode"/>
                <a:cs typeface="Lucida Sans Unicode"/>
              </a:rPr>
              <a:t> </a:t>
            </a:r>
            <a:r>
              <a:rPr sz="1700" spc="9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-365" dirty="0">
                <a:latin typeface="Lucida Sans Unicode"/>
                <a:cs typeface="Lucida Sans Unicode"/>
              </a:rPr>
              <a:t>∗</a:t>
            </a:r>
            <a:r>
              <a:rPr sz="1700" spc="-170" dirty="0">
                <a:latin typeface="Arial"/>
                <a:cs typeface="Arial"/>
              </a:rPr>
              <a:t>Ma</a:t>
            </a:r>
            <a:r>
              <a:rPr sz="1700" spc="-2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-170" dirty="0">
                <a:latin typeface="Arial"/>
                <a:cs typeface="Arial"/>
              </a:rPr>
              <a:t>Ma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endParaRPr sz="1700">
              <a:latin typeface="Arial"/>
              <a:cs typeface="Arial"/>
            </a:endParaRPr>
          </a:p>
          <a:p>
            <a:pPr marL="441325">
              <a:lnSpc>
                <a:spcPct val="100000"/>
              </a:lnSpc>
              <a:spcBef>
                <a:spcPts val="605"/>
              </a:spcBef>
              <a:tabLst>
                <a:tab pos="742950" algn="l"/>
                <a:tab pos="3627754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-200" dirty="0">
                <a:latin typeface="Lucida Sans Unicode"/>
                <a:cs typeface="Lucida Sans Unicode"/>
              </a:rPr>
              <a:t>∗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0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-180" dirty="0">
                <a:latin typeface="Lucida Sans Unicode"/>
                <a:cs typeface="Lucida Sans Unicode"/>
              </a:rPr>
              <a:t>∗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7226" y="5514644"/>
            <a:ext cx="5351780" cy="161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14780" indent="-776605">
              <a:lnSpc>
                <a:spcPct val="100000"/>
              </a:lnSpc>
              <a:tabLst>
                <a:tab pos="1414780" algn="l"/>
                <a:tab pos="1717039" algn="l"/>
                <a:tab pos="481012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2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14" dirty="0">
                <a:latin typeface="Lucida Sans Unicode"/>
                <a:cs typeface="Lucida Sans Unicode"/>
              </a:rPr>
              <a:t> </a:t>
            </a:r>
            <a:r>
              <a:rPr sz="1700" spc="9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-245" dirty="0">
                <a:latin typeface="Lucida Sans Unicode"/>
                <a:cs typeface="Lucida Sans Unicode"/>
              </a:rPr>
              <a:t>∗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0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-180" dirty="0">
                <a:latin typeface="Lucida Sans Unicode"/>
                <a:cs typeface="Lucida Sans Unicode"/>
              </a:rPr>
              <a:t>∗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737870" algn="ctr">
              <a:lnSpc>
                <a:spcPct val="100000"/>
              </a:lnSpc>
              <a:spcBef>
                <a:spcPts val="605"/>
              </a:spcBef>
              <a:tabLst>
                <a:tab pos="1040130" algn="l"/>
                <a:tab pos="392430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-320" dirty="0">
                <a:latin typeface="Lucida Sans Unicode"/>
                <a:cs typeface="Lucida Sans Unicode"/>
              </a:rPr>
              <a:t>∗</a:t>
            </a:r>
            <a:r>
              <a:rPr sz="1700" spc="-170" dirty="0">
                <a:latin typeface="Arial"/>
                <a:cs typeface="Arial"/>
              </a:rPr>
              <a:t>Ma</a:t>
            </a:r>
            <a:r>
              <a:rPr sz="1700" spc="-2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-170" dirty="0">
                <a:latin typeface="Arial"/>
                <a:cs typeface="Arial"/>
              </a:rPr>
              <a:t>Ma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667385">
              <a:lnSpc>
                <a:spcPct val="100000"/>
              </a:lnSpc>
              <a:spcBef>
                <a:spcPts val="605"/>
              </a:spcBef>
            </a:pPr>
            <a:r>
              <a:rPr sz="1700" dirty="0">
                <a:latin typeface="Arial"/>
                <a:cs typeface="Arial"/>
              </a:rPr>
              <a:t>i 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+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2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02180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448040" cy="2369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Menor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(5)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29908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0" dirty="0">
                <a:latin typeface="Arial"/>
                <a:cs typeface="Arial"/>
              </a:rPr>
              <a:t>M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x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Mi</a:t>
            </a:r>
            <a:r>
              <a:rPr sz="2050" i="1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29" dirty="0">
                <a:latin typeface="Tahoma"/>
                <a:cs typeface="Tahom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29" dirty="0">
                <a:latin typeface="Tahoma"/>
                <a:cs typeface="Tahoma"/>
              </a:rPr>
              <a:t>]</a:t>
            </a:r>
            <a:r>
              <a:rPr sz="2050" spc="-65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dup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29" dirty="0">
                <a:latin typeface="Tahoma"/>
                <a:cs typeface="Tahom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229" dirty="0">
                <a:latin typeface="Tahoma"/>
                <a:cs typeface="Tahoma"/>
              </a:rPr>
              <a:t>]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08990" y="3448913"/>
            <a:ext cx="22542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75" dirty="0">
                <a:latin typeface="Tahoma"/>
                <a:cs typeface="Tahoma"/>
              </a:rPr>
              <a:t>=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58828" y="3375266"/>
            <a:ext cx="2180590" cy="481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225" marR="5080" indent="-10160">
              <a:lnSpc>
                <a:spcPct val="90500"/>
              </a:lnSpc>
              <a:tabLst>
                <a:tab pos="622300" algn="l"/>
                <a:tab pos="1341755" algn="l"/>
                <a:tab pos="1961514" algn="l"/>
              </a:tabLst>
            </a:pP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i="1" spc="145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112" baseline="-21680" dirty="0">
                <a:latin typeface="Tahoma"/>
                <a:cs typeface="Tahoma"/>
              </a:rPr>
              <a:t>+</a:t>
            </a:r>
            <a:r>
              <a:rPr sz="3075" spc="37" baseline="-21680" dirty="0">
                <a:latin typeface="Tahoma"/>
                <a:cs typeface="Tahoma"/>
              </a:rPr>
              <a:t> 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u="sng" spc="345" dirty="0">
                <a:latin typeface="Arial"/>
                <a:cs typeface="Arial"/>
              </a:rPr>
              <a:t>−</a:t>
            </a:r>
            <a:r>
              <a:rPr sz="1350" u="sng" spc="95" dirty="0">
                <a:latin typeface="PMingLiU"/>
                <a:cs typeface="PMingLiU"/>
              </a:rPr>
              <a:t>2</a:t>
            </a:r>
            <a:r>
              <a:rPr sz="1350" dirty="0">
                <a:latin typeface="PMingLiU"/>
                <a:cs typeface="PMingLiU"/>
              </a:rPr>
              <a:t> </a:t>
            </a:r>
            <a:r>
              <a:rPr sz="1350" spc="-40" dirty="0">
                <a:latin typeface="PMingLiU"/>
                <a:cs typeface="PMingLiU"/>
              </a:rPr>
              <a:t> </a:t>
            </a:r>
            <a:r>
              <a:rPr sz="3075" spc="112" baseline="-21680" dirty="0">
                <a:latin typeface="Tahoma"/>
                <a:cs typeface="Tahoma"/>
              </a:rPr>
              <a:t>+</a:t>
            </a:r>
            <a:r>
              <a:rPr sz="3075" spc="30" baseline="-21680" dirty="0">
                <a:latin typeface="Tahoma"/>
                <a:cs typeface="Tahoma"/>
              </a:rPr>
              <a:t> 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u="sng" spc="345" dirty="0">
                <a:latin typeface="Arial"/>
                <a:cs typeface="Arial"/>
              </a:rPr>
              <a:t>−</a:t>
            </a:r>
            <a:r>
              <a:rPr sz="1350" u="sng" spc="95" dirty="0">
                <a:latin typeface="PMingLiU"/>
                <a:cs typeface="PMingLiU"/>
              </a:rPr>
              <a:t>2</a:t>
            </a:r>
            <a:r>
              <a:rPr sz="1350" dirty="0">
                <a:latin typeface="PMingLiU"/>
                <a:cs typeface="PMingLiU"/>
              </a:rPr>
              <a:t>	</a:t>
            </a:r>
            <a:r>
              <a:rPr sz="1350" u="sng" spc="95" dirty="0">
                <a:latin typeface="PMingLiU"/>
                <a:cs typeface="PMingLiU"/>
              </a:rPr>
              <a:t>3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i="1" spc="80" dirty="0">
                <a:latin typeface="Trebuchet MS"/>
                <a:cs typeface="Trebuchet MS"/>
              </a:rPr>
              <a:t> </a:t>
            </a:r>
            <a:r>
              <a:rPr sz="1350" spc="95" dirty="0">
                <a:latin typeface="PMingLiU"/>
                <a:cs typeface="PMingLiU"/>
              </a:rPr>
              <a:t>2</a:t>
            </a:r>
            <a:r>
              <a:rPr sz="1350" dirty="0">
                <a:latin typeface="PMingLiU"/>
                <a:cs typeface="PMingLiU"/>
              </a:rPr>
              <a:t>	</a:t>
            </a:r>
            <a:r>
              <a:rPr sz="1350" spc="95" dirty="0">
                <a:latin typeface="PMingLiU"/>
                <a:cs typeface="PMingLiU"/>
              </a:rPr>
              <a:t>2</a:t>
            </a:r>
            <a:r>
              <a:rPr sz="1350" dirty="0">
                <a:latin typeface="PMingLiU"/>
                <a:cs typeface="PMingLiU"/>
              </a:rPr>
              <a:t>	</a:t>
            </a:r>
            <a:r>
              <a:rPr sz="1350" spc="95" dirty="0">
                <a:latin typeface="PMingLiU"/>
                <a:cs typeface="PMingLiU"/>
              </a:rPr>
              <a:t>2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	</a:t>
            </a:r>
            <a:r>
              <a:rPr sz="1350" spc="100" dirty="0">
                <a:latin typeface="Times New Roman"/>
                <a:cs typeface="Times New Roman"/>
              </a:rPr>
              <a:t> </a:t>
            </a: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0017" y="3448913"/>
            <a:ext cx="8336280" cy="420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  <a:tab pos="6490335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dirty="0">
                <a:latin typeface="Tahoma"/>
                <a:cs typeface="Tahoma"/>
              </a:rPr>
              <a:t>	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dirty="0">
                <a:latin typeface="Arial"/>
                <a:cs typeface="Arial"/>
              </a:rPr>
              <a:t>,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i="1" spc="375" dirty="0">
                <a:latin typeface="Arial"/>
                <a:cs typeface="Arial"/>
              </a:rPr>
              <a:t>&gt;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0</a:t>
            </a:r>
            <a:r>
              <a:rPr sz="205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82344" y="3823017"/>
            <a:ext cx="5163820" cy="323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286445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63585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56768"/>
            <a:ext cx="8737600" cy="3089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MaxM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in1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,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MaxM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in2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MaxM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in3</a:t>
            </a:r>
            <a:endParaRPr sz="2450">
              <a:latin typeface="Arial"/>
              <a:cs typeface="Arial"/>
            </a:endParaRPr>
          </a:p>
          <a:p>
            <a:pPr marL="484505" marR="1033780" indent="-262255">
              <a:lnSpc>
                <a:spcPct val="116599"/>
              </a:lnSpc>
              <a:spcBef>
                <a:spcPts val="187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la </a:t>
            </a:r>
            <a:r>
              <a:rPr sz="2050" dirty="0">
                <a:latin typeface="Arial"/>
                <a:cs typeface="Arial"/>
              </a:rPr>
              <a:t>apre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xMi</a:t>
            </a:r>
            <a:r>
              <a:rPr sz="2050" dirty="0">
                <a:latin typeface="Arial"/>
                <a:cs typeface="Arial"/>
              </a:rPr>
              <a:t>n1,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xMi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2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xMi</a:t>
            </a:r>
            <a:r>
              <a:rPr sz="2050" dirty="0">
                <a:latin typeface="Arial"/>
                <a:cs typeface="Arial"/>
              </a:rPr>
              <a:t>n3.</a:t>
            </a:r>
            <a:endParaRPr sz="2050">
              <a:latin typeface="Arial"/>
              <a:cs typeface="Arial"/>
            </a:endParaRPr>
          </a:p>
          <a:p>
            <a:pPr marL="484505" marR="811530" indent="-262255">
              <a:lnSpc>
                <a:spcPct val="116599"/>
              </a:lnSpc>
              <a:spcBef>
                <a:spcPts val="111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xMi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2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xMi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3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xMi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599"/>
              </a:lnSpc>
              <a:spcBef>
                <a:spcPts val="111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xMi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3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xMi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2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pró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455500" y="4402956"/>
          <a:ext cx="5784215" cy="859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8927"/>
                <a:gridCol w="1574812"/>
                <a:gridCol w="1268958"/>
                <a:gridCol w="1548320"/>
              </a:tblGrid>
              <a:tr h="429755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Os</a:t>
                      </a:r>
                      <a:r>
                        <a:rPr sz="18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tr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ês</a:t>
                      </a:r>
                      <a:endParaRPr sz="18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algo</a:t>
                      </a:r>
                      <a:r>
                        <a:rPr sz="1850" spc="2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mos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i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1850" i="1" spc="-3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50" dirty="0">
                          <a:latin typeface="PMingLiU"/>
                          <a:cs typeface="PMingLiU"/>
                        </a:rPr>
                        <a:t>(</a:t>
                      </a:r>
                      <a:r>
                        <a:rPr sz="18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dirty="0">
                          <a:latin typeface="PMingLiU"/>
                          <a:cs typeface="PMingLiU"/>
                        </a:rPr>
                        <a:t>)</a:t>
                      </a:r>
                      <a:endParaRPr sz="1850">
                        <a:latin typeface="PMingLiU"/>
                        <a:cs typeface="PMingLiU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2109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Melhor</a:t>
                      </a:r>
                      <a:r>
                        <a:rPr sz="18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Pior</a:t>
                      </a:r>
                      <a:r>
                        <a:rPr sz="185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médio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455500" y="5306257"/>
          <a:ext cx="5784215" cy="1298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8927"/>
                <a:gridCol w="1574812"/>
                <a:gridCol w="1268958"/>
                <a:gridCol w="1548320"/>
              </a:tblGrid>
              <a:tr h="429768"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Ma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Min1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PMingLiU"/>
                          <a:cs typeface="PMingLiU"/>
                        </a:rPr>
                        <a:t>2</a:t>
                      </a:r>
                      <a:r>
                        <a:rPr sz="1850" dirty="0">
                          <a:latin typeface="PMingLiU"/>
                          <a:cs typeface="PMingLiU"/>
                        </a:rPr>
                        <a:t>(</a:t>
                      </a:r>
                      <a:r>
                        <a:rPr sz="18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i="1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850" spc="-16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spc="-5" dirty="0">
                          <a:latin typeface="PMingLiU"/>
                          <a:cs typeface="PMingLiU"/>
                        </a:rPr>
                        <a:t>1</a:t>
                      </a:r>
                      <a:r>
                        <a:rPr sz="1850" dirty="0">
                          <a:latin typeface="PMingLiU"/>
                          <a:cs typeface="PMingLiU"/>
                        </a:rPr>
                        <a:t>)</a:t>
                      </a:r>
                      <a:endParaRPr sz="1850">
                        <a:latin typeface="PMingLiU"/>
                        <a:cs typeface="PMingLiU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PMingLiU"/>
                          <a:cs typeface="PMingLiU"/>
                        </a:rPr>
                        <a:t>2</a:t>
                      </a:r>
                      <a:r>
                        <a:rPr sz="1850" dirty="0">
                          <a:latin typeface="PMingLiU"/>
                          <a:cs typeface="PMingLiU"/>
                        </a:rPr>
                        <a:t>(</a:t>
                      </a:r>
                      <a:r>
                        <a:rPr sz="18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i="1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850" spc="-16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spc="-5" dirty="0">
                          <a:latin typeface="PMingLiU"/>
                          <a:cs typeface="PMingLiU"/>
                        </a:rPr>
                        <a:t>1</a:t>
                      </a:r>
                      <a:r>
                        <a:rPr sz="1850" dirty="0">
                          <a:latin typeface="PMingLiU"/>
                          <a:cs typeface="PMingLiU"/>
                        </a:rPr>
                        <a:t>)</a:t>
                      </a:r>
                      <a:endParaRPr sz="1850">
                        <a:latin typeface="PMingLiU"/>
                        <a:cs typeface="PMingLiU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PMingLiU"/>
                          <a:cs typeface="PMingLiU"/>
                        </a:rPr>
                        <a:t>2</a:t>
                      </a:r>
                      <a:r>
                        <a:rPr sz="1850" dirty="0">
                          <a:latin typeface="PMingLiU"/>
                          <a:cs typeface="PMingLiU"/>
                        </a:rPr>
                        <a:t>(</a:t>
                      </a:r>
                      <a:r>
                        <a:rPr sz="18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i="1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850" spc="-16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spc="-5" dirty="0">
                          <a:latin typeface="PMingLiU"/>
                          <a:cs typeface="PMingLiU"/>
                        </a:rPr>
                        <a:t>1</a:t>
                      </a:r>
                      <a:r>
                        <a:rPr sz="1850" dirty="0">
                          <a:latin typeface="PMingLiU"/>
                          <a:cs typeface="PMingLiU"/>
                        </a:rPr>
                        <a:t>)</a:t>
                      </a:r>
                      <a:endParaRPr sz="1850">
                        <a:latin typeface="PMingLiU"/>
                        <a:cs typeface="PMingLiU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Ma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Min2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i="1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850" spc="-16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dirty="0">
                          <a:latin typeface="PMingLiU"/>
                          <a:cs typeface="PMingLiU"/>
                        </a:rPr>
                        <a:t>1</a:t>
                      </a:r>
                      <a:endParaRPr sz="1850">
                        <a:latin typeface="PMingLiU"/>
                        <a:cs typeface="PMingLiU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PMingLiU"/>
                          <a:cs typeface="PMingLiU"/>
                        </a:rPr>
                        <a:t>2</a:t>
                      </a:r>
                      <a:r>
                        <a:rPr sz="1850" dirty="0">
                          <a:latin typeface="PMingLiU"/>
                          <a:cs typeface="PMingLiU"/>
                        </a:rPr>
                        <a:t>(</a:t>
                      </a:r>
                      <a:r>
                        <a:rPr sz="18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i="1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850" spc="-16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spc="-5" dirty="0">
                          <a:latin typeface="PMingLiU"/>
                          <a:cs typeface="PMingLiU"/>
                        </a:rPr>
                        <a:t>1</a:t>
                      </a:r>
                      <a:r>
                        <a:rPr sz="1850" dirty="0">
                          <a:latin typeface="PMingLiU"/>
                          <a:cs typeface="PMingLiU"/>
                        </a:rPr>
                        <a:t>)</a:t>
                      </a:r>
                      <a:endParaRPr sz="1850">
                        <a:latin typeface="PMingLiU"/>
                        <a:cs typeface="PMingLiU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PMingLiU"/>
                          <a:cs typeface="PMingLiU"/>
                        </a:rPr>
                        <a:t>3</a:t>
                      </a:r>
                      <a:r>
                        <a:rPr sz="18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i="1" spc="-5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850" dirty="0">
                          <a:latin typeface="PMingLiU"/>
                          <a:cs typeface="PMingLiU"/>
                        </a:rPr>
                        <a:t>2</a:t>
                      </a:r>
                      <a:r>
                        <a:rPr sz="1850" spc="-65" dirty="0">
                          <a:latin typeface="PMingLiU"/>
                          <a:cs typeface="PMingLiU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850" spc="-16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spc="-5" dirty="0">
                          <a:latin typeface="PMingLiU"/>
                          <a:cs typeface="PMingLiU"/>
                        </a:rPr>
                        <a:t>3</a:t>
                      </a:r>
                      <a:r>
                        <a:rPr sz="1850" i="1" spc="-5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850" dirty="0">
                          <a:latin typeface="PMingLiU"/>
                          <a:cs typeface="PMingLiU"/>
                        </a:rPr>
                        <a:t>2</a:t>
                      </a:r>
                      <a:endParaRPr sz="1850">
                        <a:latin typeface="PMingLiU"/>
                        <a:cs typeface="PMingLiU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Ma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Min3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PMingLiU"/>
                          <a:cs typeface="PMingLiU"/>
                        </a:rPr>
                        <a:t>3</a:t>
                      </a:r>
                      <a:r>
                        <a:rPr sz="18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i="1" spc="-5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850" dirty="0">
                          <a:latin typeface="PMingLiU"/>
                          <a:cs typeface="PMingLiU"/>
                        </a:rPr>
                        <a:t>2</a:t>
                      </a:r>
                      <a:r>
                        <a:rPr sz="1850" spc="-65" dirty="0">
                          <a:latin typeface="PMingLiU"/>
                          <a:cs typeface="PMingLiU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850" spc="-16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dirty="0">
                          <a:latin typeface="PMingLiU"/>
                          <a:cs typeface="PMingLiU"/>
                        </a:rPr>
                        <a:t>2</a:t>
                      </a:r>
                      <a:endParaRPr sz="1850">
                        <a:latin typeface="PMingLiU"/>
                        <a:cs typeface="PMingLiU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PMingLiU"/>
                          <a:cs typeface="PMingLiU"/>
                        </a:rPr>
                        <a:t>3</a:t>
                      </a:r>
                      <a:r>
                        <a:rPr sz="18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i="1" spc="-5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850" dirty="0">
                          <a:latin typeface="PMingLiU"/>
                          <a:cs typeface="PMingLiU"/>
                        </a:rPr>
                        <a:t>2</a:t>
                      </a:r>
                      <a:r>
                        <a:rPr sz="1850" spc="-65" dirty="0">
                          <a:latin typeface="PMingLiU"/>
                          <a:cs typeface="PMingLiU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850" spc="-16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dirty="0">
                          <a:latin typeface="PMingLiU"/>
                          <a:cs typeface="PMingLiU"/>
                        </a:rPr>
                        <a:t>2</a:t>
                      </a:r>
                      <a:endParaRPr sz="1850">
                        <a:latin typeface="PMingLiU"/>
                        <a:cs typeface="PMingLiU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PMingLiU"/>
                          <a:cs typeface="PMingLiU"/>
                        </a:rPr>
                        <a:t>3</a:t>
                      </a:r>
                      <a:r>
                        <a:rPr sz="18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i="1" spc="-5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850" dirty="0">
                          <a:latin typeface="PMingLiU"/>
                          <a:cs typeface="PMingLiU"/>
                        </a:rPr>
                        <a:t>2</a:t>
                      </a:r>
                      <a:r>
                        <a:rPr sz="1850" spc="-65" dirty="0">
                          <a:latin typeface="PMingLiU"/>
                          <a:cs typeface="PMingLiU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850" spc="-16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dirty="0">
                          <a:latin typeface="PMingLiU"/>
                          <a:cs typeface="PMingLiU"/>
                        </a:rPr>
                        <a:t>2</a:t>
                      </a:r>
                      <a:endParaRPr sz="1850">
                        <a:latin typeface="PMingLiU"/>
                        <a:cs typeface="PMingLiU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36202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5506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Limi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spc="-25" dirty="0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rác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dirty="0">
                <a:latin typeface="Arial"/>
                <a:cs typeface="Arial"/>
              </a:rPr>
              <a:t>bilidad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ob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xMin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?</a:t>
            </a:r>
            <a:endParaRPr sz="2050">
              <a:latin typeface="Arial"/>
              <a:cs typeface="Arial"/>
            </a:endParaRPr>
          </a:p>
          <a:p>
            <a:pPr marL="484505" marR="15494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spc="-5" dirty="0">
                <a:latin typeface="Arial"/>
                <a:cs typeface="Arial"/>
              </a:rPr>
              <a:t>li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</a:t>
            </a:r>
            <a:r>
              <a:rPr sz="2050" b="1" spc="-20" dirty="0">
                <a:latin typeface="Arial"/>
                <a:cs typeface="Arial"/>
              </a:rPr>
              <a:t>f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cl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sse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dirty="0">
                <a:latin typeface="Arial"/>
                <a:cs typeface="Arial"/>
              </a:rPr>
              <a:t>Té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orá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5019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sse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 </a:t>
            </a:r>
            <a:r>
              <a:rPr sz="2050" dirty="0">
                <a:latin typeface="Arial"/>
                <a:cs typeface="Arial"/>
              </a:rPr>
              <a:t>orá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(n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ão).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orá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abalh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olhend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pró</a:t>
            </a:r>
            <a:r>
              <a:rPr sz="2050" spc="5" dirty="0">
                <a:latin typeface="Arial"/>
                <a:cs typeface="Arial"/>
              </a:rPr>
              <a:t>xima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aque</a:t>
            </a:r>
            <a:r>
              <a:rPr sz="2050" spc="5" dirty="0">
                <a:latin typeface="Arial"/>
                <a:cs typeface="Arial"/>
              </a:rPr>
              <a:t>le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abalh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r 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final.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29837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606155" cy="6349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rác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b="1" spc="-120" dirty="0">
                <a:latin typeface="Arial"/>
                <a:cs typeface="Arial"/>
              </a:rPr>
              <a:t>T</a:t>
            </a:r>
            <a:r>
              <a:rPr sz="2050" b="1" dirty="0">
                <a:latin typeface="Arial"/>
                <a:cs typeface="Arial"/>
              </a:rPr>
              <a:t>eo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ordenado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170" dirty="0">
                <a:latin typeface="Lucida Sans Unicode"/>
                <a:cs typeface="Lucida Sans Unicode"/>
              </a:rPr>
              <a:t>⌈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spc="-170" dirty="0">
                <a:latin typeface="Lucida Sans Unicode"/>
                <a:cs typeface="Lucida Sans Unicode"/>
              </a:rPr>
              <a:t>⌉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7112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b="1" spc="10" dirty="0">
                <a:latin typeface="Arial"/>
                <a:cs typeface="Arial"/>
              </a:rPr>
              <a:t>P</a:t>
            </a:r>
            <a:r>
              <a:rPr sz="2050" b="1" spc="-40" dirty="0">
                <a:latin typeface="Arial"/>
                <a:cs typeface="Arial"/>
              </a:rPr>
              <a:t>rov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efin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orá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–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upla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upla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(e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s)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mir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dad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up</a:t>
            </a:r>
            <a:r>
              <a:rPr sz="2050" spc="5" dirty="0">
                <a:latin typeface="Arial"/>
                <a:cs typeface="Arial"/>
              </a:rPr>
              <a:t>la 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ún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4</a:t>
            </a:r>
            <a:r>
              <a:rPr sz="2050" dirty="0">
                <a:latin typeface="Arial"/>
                <a:cs typeface="Arial"/>
              </a:rPr>
              <a:t>–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upla,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285" dirty="0">
                <a:latin typeface="Arial"/>
                <a:cs typeface="Arial"/>
              </a:rPr>
              <a:t>b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95" dirty="0">
                <a:latin typeface="Arial"/>
                <a:cs typeface="Arial"/>
              </a:rPr>
              <a:t>d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, 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de: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spc="-80" dirty="0">
                <a:latin typeface="Arial"/>
                <a:cs typeface="Arial"/>
              </a:rPr>
              <a:t>a </a:t>
            </a:r>
            <a:r>
              <a:rPr sz="2050" spc="140" dirty="0">
                <a:latin typeface="Lucida Sans Unicode"/>
                <a:cs typeface="Lucida Sans Unicode"/>
              </a:rPr>
              <a:t>→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ca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s;</a:t>
            </a:r>
            <a:endParaRPr sz="2050">
              <a:latin typeface="Arial"/>
              <a:cs typeface="Arial"/>
            </a:endParaRPr>
          </a:p>
          <a:p>
            <a:pPr marL="852169" marR="866775" lvl="1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spc="-285" dirty="0">
                <a:latin typeface="Arial"/>
                <a:cs typeface="Arial"/>
              </a:rPr>
              <a:t>b </a:t>
            </a:r>
            <a:r>
              <a:rPr sz="2050" spc="140" dirty="0">
                <a:latin typeface="Lucida Sans Unicode"/>
                <a:cs typeface="Lucida Sans Unicode"/>
              </a:rPr>
              <a:t>→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ca </a:t>
            </a:r>
            <a:r>
              <a:rPr sz="2050" dirty="0">
                <a:latin typeface="Arial"/>
                <a:cs typeface="Arial"/>
              </a:rPr>
              <a:t>perde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s;</a:t>
            </a:r>
            <a:endParaRPr sz="2050">
              <a:latin typeface="Arial"/>
              <a:cs typeface="Arial"/>
            </a:endParaRPr>
          </a:p>
          <a:p>
            <a:pPr marL="852169" marR="865505" lvl="1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spc="-160" dirty="0">
                <a:latin typeface="Arial"/>
                <a:cs typeface="Arial"/>
              </a:rPr>
              <a:t>c </a:t>
            </a:r>
            <a:r>
              <a:rPr sz="2050" spc="140" dirty="0">
                <a:latin typeface="Lucida Sans Unicode"/>
                <a:cs typeface="Lucida Sans Unicode"/>
              </a:rPr>
              <a:t>→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perdedore</a:t>
            </a:r>
            <a:r>
              <a:rPr sz="2050" spc="5" dirty="0">
                <a:latin typeface="Arial"/>
                <a:cs typeface="Arial"/>
              </a:rPr>
              <a:t>s e 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s;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spc="-95" dirty="0">
                <a:latin typeface="Arial"/>
                <a:cs typeface="Arial"/>
              </a:rPr>
              <a:t>d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140" dirty="0">
                <a:latin typeface="Lucida Sans Unicode"/>
                <a:cs typeface="Lucida Sans Unicode"/>
              </a:rPr>
              <a:t>→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perdedore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78331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737600" cy="5904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rác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icia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0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0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0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0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6035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up</a:t>
            </a:r>
            <a:r>
              <a:rPr sz="2050" spc="5" dirty="0">
                <a:latin typeface="Arial"/>
                <a:cs typeface="Arial"/>
              </a:rPr>
              <a:t>la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285" dirty="0">
                <a:latin typeface="Arial"/>
                <a:cs typeface="Arial"/>
              </a:rPr>
              <a:t>b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95" dirty="0">
                <a:latin typeface="Arial"/>
                <a:cs typeface="Arial"/>
              </a:rPr>
              <a:t>d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dirty="0">
                <a:latin typeface="Arial"/>
                <a:cs typeface="Arial"/>
              </a:rPr>
              <a:t>redir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apena</a:t>
            </a:r>
            <a:r>
              <a:rPr sz="2050" spc="5" dirty="0">
                <a:latin typeface="Arial"/>
                <a:cs typeface="Arial"/>
              </a:rPr>
              <a:t>s se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aba</a:t>
            </a:r>
            <a:r>
              <a:rPr sz="2050" spc="5" dirty="0">
                <a:latin typeface="Arial"/>
                <a:cs typeface="Arial"/>
              </a:rPr>
              <a:t>ix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-235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31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285" dirty="0">
                <a:latin typeface="Arial"/>
                <a:cs typeface="Arial"/>
              </a:rPr>
              <a:t>b</a:t>
            </a:r>
            <a:r>
              <a:rPr sz="2050" i="1" spc="-235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305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spc="-235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305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95" dirty="0">
                <a:latin typeface="Arial"/>
                <a:cs typeface="Arial"/>
              </a:rPr>
              <a:t>d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105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spc="-10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(do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-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s)</a:t>
            </a:r>
            <a:endParaRPr sz="2050">
              <a:latin typeface="Arial"/>
              <a:cs typeface="Arial"/>
            </a:endParaRPr>
          </a:p>
          <a:p>
            <a:pPr marL="589280">
              <a:lnSpc>
                <a:spcPct val="100000"/>
              </a:lnSpc>
              <a:spcBef>
                <a:spcPts val="940"/>
              </a:spcBef>
              <a:tabLst>
                <a:tab pos="852169" algn="l"/>
              </a:tabLst>
            </a:pPr>
            <a:r>
              <a:rPr sz="2050" b="1" spc="5" dirty="0">
                <a:latin typeface="Times New Roman"/>
                <a:cs typeface="Times New Roman"/>
              </a:rPr>
              <a:t>–	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285" dirty="0">
                <a:latin typeface="Arial"/>
                <a:cs typeface="Arial"/>
              </a:rPr>
              <a:t>b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95" dirty="0">
                <a:latin typeface="Arial"/>
                <a:cs typeface="Arial"/>
              </a:rPr>
              <a:t>d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285" dirty="0">
                <a:latin typeface="Arial"/>
                <a:cs typeface="Arial"/>
              </a:rPr>
              <a:t>b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95" dirty="0">
                <a:latin typeface="Arial"/>
                <a:cs typeface="Arial"/>
              </a:rPr>
              <a:t>d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285" dirty="0">
                <a:latin typeface="Arial"/>
                <a:cs typeface="Arial"/>
              </a:rPr>
              <a:t>b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95" dirty="0">
                <a:latin typeface="Arial"/>
                <a:cs typeface="Arial"/>
              </a:rPr>
              <a:t>d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endParaRPr sz="2050">
              <a:latin typeface="Tahoma"/>
              <a:cs typeface="Tahoma"/>
            </a:endParaRPr>
          </a:p>
          <a:p>
            <a:pPr marL="852169">
              <a:lnSpc>
                <a:spcPct val="100000"/>
              </a:lnSpc>
              <a:spcBef>
                <a:spcPts val="400"/>
              </a:spcBef>
            </a:pPr>
            <a:r>
              <a:rPr sz="2050" dirty="0">
                <a:latin typeface="Arial"/>
                <a:cs typeface="Arial"/>
              </a:rPr>
              <a:t>(u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285" dirty="0">
                <a:latin typeface="Arial"/>
                <a:cs typeface="Arial"/>
              </a:rPr>
              <a:t>b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)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285" dirty="0">
                <a:latin typeface="Arial"/>
                <a:cs typeface="Arial"/>
              </a:rPr>
              <a:t>b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95" dirty="0">
                <a:latin typeface="Arial"/>
                <a:cs typeface="Arial"/>
              </a:rPr>
              <a:t>d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285" dirty="0">
                <a:latin typeface="Arial"/>
                <a:cs typeface="Arial"/>
              </a:rPr>
              <a:t>b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(do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285" dirty="0">
                <a:latin typeface="Arial"/>
                <a:cs typeface="Arial"/>
              </a:rPr>
              <a:t>b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s)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285" dirty="0">
                <a:latin typeface="Arial"/>
                <a:cs typeface="Arial"/>
              </a:rPr>
              <a:t>b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95" dirty="0">
                <a:latin typeface="Arial"/>
                <a:cs typeface="Arial"/>
              </a:rPr>
              <a:t>d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(do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s)</a:t>
            </a:r>
            <a:endParaRPr sz="2050">
              <a:latin typeface="Arial"/>
              <a:cs typeface="Arial"/>
            </a:endParaRPr>
          </a:p>
          <a:p>
            <a:pPr marL="852169" marR="826135" lvl="1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reque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anipula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607060" lvl="1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rápid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reque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170" dirty="0">
                <a:latin typeface="Lucida Sans Unicode"/>
                <a:cs typeface="Lucida Sans Unicode"/>
              </a:rPr>
              <a:t>⌈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spc="-170" dirty="0">
                <a:latin typeface="Lucida Sans Unicode"/>
                <a:cs typeface="Lucida Sans Unicode"/>
              </a:rPr>
              <a:t>⌉</a:t>
            </a:r>
            <a:r>
              <a:rPr sz="2050" spc="-105" dirty="0">
                <a:latin typeface="Lucida Sans Unicode"/>
                <a:cs typeface="Lucida Sans Unicode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udan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up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0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0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(po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).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28925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1475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025"/>
            <a:ext cx="8703310" cy="5793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rác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endParaRPr sz="1950">
              <a:latin typeface="Times New Roman"/>
              <a:cs typeface="Times New Roman"/>
            </a:endParaRPr>
          </a:p>
          <a:p>
            <a:pPr marL="484505" marR="5080" indent="-262255" algn="just">
              <a:lnSpc>
                <a:spcPct val="1196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redu</a:t>
            </a:r>
            <a:r>
              <a:rPr sz="2050" spc="5" dirty="0">
                <a:latin typeface="Arial"/>
                <a:cs typeface="Arial"/>
              </a:rPr>
              <a:t>zir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285" dirty="0">
                <a:latin typeface="Arial"/>
                <a:cs typeface="Arial"/>
              </a:rPr>
              <a:t>b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1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170" dirty="0">
                <a:latin typeface="Lucida Sans Unicode"/>
                <a:cs typeface="Lucida Sans Unicode"/>
              </a:rPr>
              <a:t>⌈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spc="-170" dirty="0">
                <a:latin typeface="Lucida Sans Unicode"/>
                <a:cs typeface="Lucida Sans Unicode"/>
              </a:rPr>
              <a:t>⌉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65" dirty="0">
                <a:latin typeface="Tahoma"/>
                <a:cs typeface="Tahoma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udan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imo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ob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285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).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7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70" dirty="0">
                <a:latin typeface="Lucida Sans Unicode"/>
                <a:cs typeface="Lucida Sans Unicode"/>
              </a:rPr>
              <a:t>⌈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spc="-170" dirty="0">
                <a:latin typeface="Lucida Sans Unicode"/>
                <a:cs typeface="Lucida Sans Unicode"/>
              </a:rPr>
              <a:t>⌉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udan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7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dirty="0">
                <a:latin typeface="Arial"/>
                <a:cs typeface="Arial"/>
              </a:rPr>
              <a:t>Log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ob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0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0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0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0</a:t>
            </a:r>
            <a:r>
              <a:rPr sz="2050" spc="-5" dirty="0">
                <a:latin typeface="Tahoma"/>
                <a:cs typeface="Tahoma"/>
              </a:rPr>
              <a:t>)</a:t>
            </a:r>
            <a:endParaRPr sz="2050">
              <a:latin typeface="Tahoma"/>
              <a:cs typeface="Tahoma"/>
            </a:endParaRPr>
          </a:p>
          <a:p>
            <a:pPr marL="484505">
              <a:lnSpc>
                <a:spcPct val="100000"/>
              </a:lnSpc>
              <a:spcBef>
                <a:spcPts val="480"/>
              </a:spcBef>
            </a:pP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"/>
              </a:spcBef>
            </a:pPr>
            <a:endParaRPr sz="2050">
              <a:latin typeface="Times New Roman"/>
              <a:cs typeface="Times New Roman"/>
            </a:endParaRPr>
          </a:p>
          <a:p>
            <a:pPr marL="2090420">
              <a:lnSpc>
                <a:spcPct val="100000"/>
              </a:lnSpc>
            </a:pPr>
            <a:r>
              <a:rPr sz="2050" spc="-170" dirty="0">
                <a:latin typeface="Lucida Sans Unicode"/>
                <a:cs typeface="Lucida Sans Unicode"/>
              </a:rPr>
              <a:t>⌈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spc="-170" dirty="0">
                <a:latin typeface="Lucida Sans Unicode"/>
                <a:cs typeface="Lucida Sans Unicode"/>
              </a:rPr>
              <a:t>⌉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170" dirty="0">
                <a:latin typeface="Lucida Sans Unicode"/>
                <a:cs typeface="Lucida Sans Unicode"/>
              </a:rPr>
              <a:t>⌈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spc="-170" dirty="0">
                <a:latin typeface="Lucida Sans Unicode"/>
                <a:cs typeface="Lucida Sans Unicode"/>
              </a:rPr>
              <a:t>⌉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170" dirty="0">
                <a:latin typeface="Lucida Sans Unicode"/>
                <a:cs typeface="Lucida Sans Unicode"/>
              </a:rPr>
              <a:t>⌈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spc="-170" dirty="0">
                <a:latin typeface="Lucida Sans Unicode"/>
                <a:cs typeface="Lucida Sans Unicode"/>
              </a:rPr>
              <a:t>⌉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70" dirty="0">
                <a:latin typeface="Lucida Sans Unicode"/>
                <a:cs typeface="Lucida Sans Unicode"/>
              </a:rPr>
              <a:t>⌈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spc="-170" dirty="0">
                <a:latin typeface="Lucida Sans Unicode"/>
                <a:cs typeface="Lucida Sans Unicode"/>
              </a:rPr>
              <a:t>⌉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endParaRPr sz="2050">
              <a:latin typeface="Tahoma"/>
              <a:cs typeface="Tahoma"/>
            </a:endParaRPr>
          </a:p>
          <a:p>
            <a:pPr marL="484505">
              <a:lnSpc>
                <a:spcPct val="100000"/>
              </a:lnSpc>
              <a:spcBef>
                <a:spcPts val="2355"/>
              </a:spcBef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280" dirty="0">
                <a:latin typeface="Segoe UI Symbol"/>
                <a:cs typeface="Segoe UI Symbol"/>
              </a:rPr>
              <a:t>✷</a:t>
            </a:r>
            <a:endParaRPr sz="2050">
              <a:latin typeface="Segoe UI Symbol"/>
              <a:cs typeface="Segoe UI Symbol"/>
            </a:endParaRPr>
          </a:p>
          <a:p>
            <a:pPr marL="484505" marR="419100" indent="-262255">
              <a:lnSpc>
                <a:spcPct val="119600"/>
              </a:lnSpc>
              <a:spcBef>
                <a:spcPts val="13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eore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entã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xMi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3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ót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66708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570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ssin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ó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227329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parâ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dificuldad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se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4254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pequeno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, qualque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pou</a:t>
            </a:r>
            <a:r>
              <a:rPr sz="2050" spc="5" dirty="0">
                <a:latin typeface="Arial"/>
                <a:cs typeface="Arial"/>
              </a:rPr>
              <a:t>co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esco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h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o</a:t>
            </a:r>
            <a:r>
              <a:rPr sz="2050" b="1" dirty="0">
                <a:latin typeface="Arial"/>
                <a:cs typeface="Arial"/>
              </a:rPr>
              <a:t> a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go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10" dirty="0">
                <a:latin typeface="Arial"/>
                <a:cs typeface="Arial"/>
              </a:rPr>
              <a:t>mo</a:t>
            </a:r>
            <a:r>
              <a:rPr sz="2050" b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ít</a:t>
            </a:r>
            <a:r>
              <a:rPr sz="2050" spc="5" dirty="0">
                <a:latin typeface="Arial"/>
                <a:cs typeface="Arial"/>
              </a:rPr>
              <a:t>ico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pequen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dirty="0">
                <a:latin typeface="Arial"/>
                <a:cs typeface="Arial"/>
              </a:rPr>
              <a:t>Log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a </a:t>
            </a:r>
            <a:r>
              <a:rPr sz="2050" dirty="0">
                <a:latin typeface="Arial"/>
                <a:cs typeface="Arial"/>
              </a:rPr>
              <a:t>aná</a:t>
            </a:r>
            <a:r>
              <a:rPr sz="2050" spc="5" dirty="0">
                <a:latin typeface="Arial"/>
                <a:cs typeface="Arial"/>
              </a:rPr>
              <a:t>lise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é</a:t>
            </a:r>
            <a:r>
              <a:rPr sz="2050" dirty="0">
                <a:latin typeface="Arial"/>
                <a:cs typeface="Arial"/>
              </a:rPr>
              <a:t> 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uda-</a:t>
            </a:r>
            <a:r>
              <a:rPr sz="2050" spc="5" dirty="0">
                <a:latin typeface="Arial"/>
                <a:cs typeface="Arial"/>
              </a:rPr>
              <a:t>se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ico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funçõe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cust</a:t>
            </a:r>
            <a:r>
              <a:rPr sz="2050" b="1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dirty="0">
                <a:latin typeface="Arial"/>
                <a:cs typeface="Arial"/>
              </a:rPr>
              <a:t>(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fun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)</a:t>
            </a:r>
            <a:endParaRPr sz="2050">
              <a:latin typeface="Arial"/>
              <a:cs typeface="Arial"/>
            </a:endParaRPr>
          </a:p>
          <a:p>
            <a:pPr marL="484505" marR="128079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 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97579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02345" cy="3751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Domin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assin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ó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40894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aná</a:t>
            </a:r>
            <a:r>
              <a:rPr sz="2050" spc="5" dirty="0">
                <a:latin typeface="Arial"/>
                <a:cs typeface="Arial"/>
              </a:rPr>
              <a:t>lise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algu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555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m</a:t>
            </a:r>
            <a:r>
              <a:rPr sz="2050" dirty="0">
                <a:latin typeface="Arial"/>
                <a:cs typeface="Arial"/>
              </a:rPr>
              <a:t>edid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ada.</a:t>
            </a:r>
            <a:endParaRPr sz="2050">
              <a:latin typeface="Arial"/>
              <a:cs typeface="Arial"/>
            </a:endParaRPr>
          </a:p>
          <a:p>
            <a:pPr marL="484505" marR="5080" indent="-262255" algn="just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b="1" spc="5" dirty="0">
                <a:latin typeface="Arial"/>
                <a:cs typeface="Arial"/>
              </a:rPr>
              <a:t>D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ção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b="1" dirty="0">
                <a:latin typeface="Arial"/>
                <a:cs typeface="Arial"/>
              </a:rPr>
              <a:t>do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ass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ntot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ca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ent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0" dirty="0">
                <a:latin typeface="Arial"/>
                <a:cs typeface="Arial"/>
              </a:rPr>
              <a:t>m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6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95" dirty="0">
                <a:latin typeface="Lucida Sans Unicode"/>
                <a:cs typeface="Lucida Sans Unicode"/>
              </a:rPr>
              <a:t>|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195" dirty="0">
                <a:latin typeface="Lucida Sans Unicode"/>
                <a:cs typeface="Lucida Sans Unicode"/>
              </a:rPr>
              <a:t>|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×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95" dirty="0">
                <a:latin typeface="Lucida Sans Unicode"/>
                <a:cs typeface="Lucida Sans Unicode"/>
              </a:rPr>
              <a:t>|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195" dirty="0">
                <a:latin typeface="Lucida Sans Unicode"/>
                <a:cs typeface="Lucida Sans Unicode"/>
              </a:rPr>
              <a:t>|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46436" y="4905235"/>
            <a:ext cx="604520" cy="68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5" dirty="0">
                <a:latin typeface="Times New Roman"/>
                <a:cs typeface="Times New Roman"/>
              </a:rPr>
              <a:t>c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f</a:t>
            </a:r>
            <a:r>
              <a:rPr sz="1800" i="1" spc="-35" dirty="0">
                <a:latin typeface="Times New Roman"/>
                <a:cs typeface="Times New Roman"/>
              </a:rPr>
              <a:t> </a:t>
            </a:r>
            <a:r>
              <a:rPr sz="2700" spc="-7" baseline="3086" dirty="0">
                <a:latin typeface="Times New Roman"/>
                <a:cs typeface="Times New Roman"/>
              </a:rPr>
              <a:t>(</a:t>
            </a:r>
            <a:r>
              <a:rPr sz="2700" spc="-367" baseline="3086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n</a:t>
            </a:r>
            <a:r>
              <a:rPr sz="1800" i="1" spc="-210" dirty="0">
                <a:latin typeface="Times New Roman"/>
                <a:cs typeface="Times New Roman"/>
              </a:rPr>
              <a:t> </a:t>
            </a:r>
            <a:r>
              <a:rPr sz="2700" spc="-7" baseline="3086" dirty="0">
                <a:latin typeface="Times New Roman"/>
                <a:cs typeface="Times New Roman"/>
              </a:rPr>
              <a:t>)</a:t>
            </a:r>
            <a:endParaRPr sz="2700" baseline="3086">
              <a:latin typeface="Times New Roman"/>
              <a:cs typeface="Times New Roman"/>
            </a:endParaRPr>
          </a:p>
          <a:p>
            <a:pPr marL="19050">
              <a:lnSpc>
                <a:spcPct val="100000"/>
              </a:lnSpc>
              <a:spcBef>
                <a:spcPts val="680"/>
              </a:spcBef>
            </a:pPr>
            <a:r>
              <a:rPr sz="2700" i="1" spc="-7" baseline="-9259" dirty="0">
                <a:latin typeface="Times New Roman"/>
                <a:cs typeface="Times New Roman"/>
              </a:rPr>
              <a:t>g</a:t>
            </a:r>
            <a:r>
              <a:rPr sz="2700" i="1" spc="-390" baseline="-9259" dirty="0">
                <a:latin typeface="Times New Roman"/>
                <a:cs typeface="Times New Roman"/>
              </a:rPr>
              <a:t> </a:t>
            </a:r>
            <a:r>
              <a:rPr sz="2700" spc="-7" baseline="3086" dirty="0">
                <a:latin typeface="Times New Roman"/>
                <a:cs typeface="Times New Roman"/>
              </a:rPr>
              <a:t>(</a:t>
            </a:r>
            <a:r>
              <a:rPr sz="2700" spc="-367" baseline="3086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n</a:t>
            </a:r>
            <a:r>
              <a:rPr sz="1800" i="1" spc="-210" dirty="0">
                <a:latin typeface="Times New Roman"/>
                <a:cs typeface="Times New Roman"/>
              </a:rPr>
              <a:t> </a:t>
            </a:r>
            <a:r>
              <a:rPr sz="2700" spc="-7" baseline="3086" dirty="0">
                <a:latin typeface="Times New Roman"/>
                <a:cs typeface="Times New Roman"/>
              </a:rPr>
              <a:t>)</a:t>
            </a:r>
            <a:endParaRPr sz="2700" baseline="3086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46492" y="6466433"/>
            <a:ext cx="3027680" cy="0"/>
          </a:xfrm>
          <a:custGeom>
            <a:avLst/>
            <a:gdLst/>
            <a:ahLst/>
            <a:cxnLst/>
            <a:rect l="l" t="t" r="r" b="b"/>
            <a:pathLst>
              <a:path w="3027679">
                <a:moveTo>
                  <a:pt x="0" y="0"/>
                </a:moveTo>
                <a:lnTo>
                  <a:pt x="3027349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17645" y="6424955"/>
            <a:ext cx="156210" cy="83185"/>
          </a:xfrm>
          <a:custGeom>
            <a:avLst/>
            <a:gdLst/>
            <a:ahLst/>
            <a:cxnLst/>
            <a:rect l="l" t="t" r="r" b="b"/>
            <a:pathLst>
              <a:path w="156210" h="83184">
                <a:moveTo>
                  <a:pt x="156197" y="41478"/>
                </a:moveTo>
                <a:lnTo>
                  <a:pt x="0" y="0"/>
                </a:lnTo>
                <a:lnTo>
                  <a:pt x="31788" y="41478"/>
                </a:lnTo>
                <a:lnTo>
                  <a:pt x="31788" y="74504"/>
                </a:lnTo>
                <a:lnTo>
                  <a:pt x="156197" y="41478"/>
                </a:lnTo>
                <a:close/>
              </a:path>
              <a:path w="156210" h="83184">
                <a:moveTo>
                  <a:pt x="31788" y="74504"/>
                </a:moveTo>
                <a:lnTo>
                  <a:pt x="31788" y="41478"/>
                </a:lnTo>
                <a:lnTo>
                  <a:pt x="0" y="82943"/>
                </a:lnTo>
                <a:lnTo>
                  <a:pt x="31788" y="745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017645" y="6424955"/>
            <a:ext cx="156210" cy="83185"/>
          </a:xfrm>
          <a:custGeom>
            <a:avLst/>
            <a:gdLst/>
            <a:ahLst/>
            <a:cxnLst/>
            <a:rect l="l" t="t" r="r" b="b"/>
            <a:pathLst>
              <a:path w="156210" h="83184">
                <a:moveTo>
                  <a:pt x="0" y="82943"/>
                </a:moveTo>
                <a:lnTo>
                  <a:pt x="156197" y="41478"/>
                </a:lnTo>
                <a:lnTo>
                  <a:pt x="0" y="0"/>
                </a:lnTo>
                <a:lnTo>
                  <a:pt x="31788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92960" y="5657748"/>
            <a:ext cx="0" cy="808990"/>
          </a:xfrm>
          <a:custGeom>
            <a:avLst/>
            <a:gdLst/>
            <a:ahLst/>
            <a:cxnLst/>
            <a:rect l="l" t="t" r="r" b="b"/>
            <a:pathLst>
              <a:path h="808989">
                <a:moveTo>
                  <a:pt x="0" y="0"/>
                </a:moveTo>
                <a:lnTo>
                  <a:pt x="0" y="808685"/>
                </a:lnTo>
              </a:path>
            </a:pathLst>
          </a:custGeom>
          <a:ln w="10367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46492" y="5056428"/>
            <a:ext cx="0" cy="154940"/>
          </a:xfrm>
          <a:custGeom>
            <a:avLst/>
            <a:gdLst/>
            <a:ahLst/>
            <a:cxnLst/>
            <a:rect l="l" t="t" r="r" b="b"/>
            <a:pathLst>
              <a:path h="154939">
                <a:moveTo>
                  <a:pt x="0" y="0"/>
                </a:moveTo>
                <a:lnTo>
                  <a:pt x="0" y="154825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05019" y="5056428"/>
            <a:ext cx="83185" cy="154940"/>
          </a:xfrm>
          <a:custGeom>
            <a:avLst/>
            <a:gdLst/>
            <a:ahLst/>
            <a:cxnLst/>
            <a:rect l="l" t="t" r="r" b="b"/>
            <a:pathLst>
              <a:path w="83184" h="154939">
                <a:moveTo>
                  <a:pt x="82941" y="154825"/>
                </a:moveTo>
                <a:lnTo>
                  <a:pt x="41473" y="0"/>
                </a:lnTo>
                <a:lnTo>
                  <a:pt x="0" y="154825"/>
                </a:lnTo>
                <a:lnTo>
                  <a:pt x="41473" y="124409"/>
                </a:lnTo>
                <a:lnTo>
                  <a:pt x="82941" y="1548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05019" y="5056428"/>
            <a:ext cx="83185" cy="154940"/>
          </a:xfrm>
          <a:custGeom>
            <a:avLst/>
            <a:gdLst/>
            <a:ahLst/>
            <a:cxnLst/>
            <a:rect l="l" t="t" r="r" b="b"/>
            <a:pathLst>
              <a:path w="83184" h="154939">
                <a:moveTo>
                  <a:pt x="82941" y="154825"/>
                </a:moveTo>
                <a:lnTo>
                  <a:pt x="41473" y="0"/>
                </a:lnTo>
                <a:lnTo>
                  <a:pt x="0" y="154825"/>
                </a:lnTo>
                <a:lnTo>
                  <a:pt x="41473" y="124409"/>
                </a:lnTo>
                <a:lnTo>
                  <a:pt x="82941" y="154825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46492" y="5471134"/>
            <a:ext cx="2488565" cy="497840"/>
          </a:xfrm>
          <a:custGeom>
            <a:avLst/>
            <a:gdLst/>
            <a:ahLst/>
            <a:cxnLst/>
            <a:rect l="l" t="t" r="r" b="b"/>
            <a:pathLst>
              <a:path w="2488565" h="497839">
                <a:moveTo>
                  <a:pt x="0" y="497649"/>
                </a:moveTo>
                <a:lnTo>
                  <a:pt x="9673" y="497649"/>
                </a:lnTo>
                <a:lnTo>
                  <a:pt x="27642" y="496265"/>
                </a:lnTo>
                <a:lnTo>
                  <a:pt x="51142" y="493496"/>
                </a:lnTo>
                <a:lnTo>
                  <a:pt x="77410" y="490740"/>
                </a:lnTo>
                <a:lnTo>
                  <a:pt x="123026" y="481063"/>
                </a:lnTo>
                <a:lnTo>
                  <a:pt x="165874" y="456184"/>
                </a:lnTo>
                <a:lnTo>
                  <a:pt x="192151" y="420243"/>
                </a:lnTo>
                <a:lnTo>
                  <a:pt x="208737" y="388442"/>
                </a:lnTo>
                <a:lnTo>
                  <a:pt x="218414" y="370471"/>
                </a:lnTo>
                <a:lnTo>
                  <a:pt x="226707" y="352501"/>
                </a:lnTo>
                <a:lnTo>
                  <a:pt x="235000" y="334530"/>
                </a:lnTo>
                <a:lnTo>
                  <a:pt x="243293" y="316560"/>
                </a:lnTo>
                <a:lnTo>
                  <a:pt x="251587" y="299974"/>
                </a:lnTo>
                <a:lnTo>
                  <a:pt x="259880" y="284759"/>
                </a:lnTo>
                <a:lnTo>
                  <a:pt x="269557" y="269557"/>
                </a:lnTo>
                <a:lnTo>
                  <a:pt x="276466" y="258495"/>
                </a:lnTo>
                <a:lnTo>
                  <a:pt x="304114" y="229476"/>
                </a:lnTo>
                <a:lnTo>
                  <a:pt x="345579" y="203200"/>
                </a:lnTo>
                <a:lnTo>
                  <a:pt x="381520" y="187998"/>
                </a:lnTo>
                <a:lnTo>
                  <a:pt x="424383" y="176936"/>
                </a:lnTo>
                <a:lnTo>
                  <a:pt x="472757" y="170027"/>
                </a:lnTo>
                <a:lnTo>
                  <a:pt x="529437" y="165887"/>
                </a:lnTo>
                <a:lnTo>
                  <a:pt x="583349" y="165887"/>
                </a:lnTo>
                <a:lnTo>
                  <a:pt x="609612" y="167259"/>
                </a:lnTo>
                <a:lnTo>
                  <a:pt x="637260" y="167259"/>
                </a:lnTo>
                <a:lnTo>
                  <a:pt x="666292" y="168643"/>
                </a:lnTo>
                <a:lnTo>
                  <a:pt x="696709" y="171411"/>
                </a:lnTo>
                <a:lnTo>
                  <a:pt x="729881" y="172796"/>
                </a:lnTo>
                <a:lnTo>
                  <a:pt x="763054" y="175552"/>
                </a:lnTo>
                <a:lnTo>
                  <a:pt x="798995" y="178320"/>
                </a:lnTo>
                <a:lnTo>
                  <a:pt x="836320" y="181089"/>
                </a:lnTo>
                <a:lnTo>
                  <a:pt x="875030" y="185242"/>
                </a:lnTo>
                <a:lnTo>
                  <a:pt x="915111" y="187998"/>
                </a:lnTo>
                <a:lnTo>
                  <a:pt x="955205" y="190766"/>
                </a:lnTo>
                <a:lnTo>
                  <a:pt x="995299" y="194906"/>
                </a:lnTo>
                <a:lnTo>
                  <a:pt x="1035380" y="197675"/>
                </a:lnTo>
                <a:lnTo>
                  <a:pt x="1075461" y="201828"/>
                </a:lnTo>
                <a:lnTo>
                  <a:pt x="1115555" y="204584"/>
                </a:lnTo>
                <a:lnTo>
                  <a:pt x="1154264" y="207352"/>
                </a:lnTo>
                <a:lnTo>
                  <a:pt x="1192961" y="210121"/>
                </a:lnTo>
                <a:lnTo>
                  <a:pt x="1230287" y="212890"/>
                </a:lnTo>
                <a:lnTo>
                  <a:pt x="1266240" y="214261"/>
                </a:lnTo>
                <a:lnTo>
                  <a:pt x="1302181" y="215646"/>
                </a:lnTo>
                <a:lnTo>
                  <a:pt x="1338110" y="218414"/>
                </a:lnTo>
                <a:lnTo>
                  <a:pt x="1372679" y="218414"/>
                </a:lnTo>
                <a:lnTo>
                  <a:pt x="1407236" y="219798"/>
                </a:lnTo>
                <a:lnTo>
                  <a:pt x="1548231" y="219798"/>
                </a:lnTo>
                <a:lnTo>
                  <a:pt x="1584172" y="218414"/>
                </a:lnTo>
                <a:lnTo>
                  <a:pt x="1621497" y="217030"/>
                </a:lnTo>
                <a:lnTo>
                  <a:pt x="1657438" y="215646"/>
                </a:lnTo>
                <a:lnTo>
                  <a:pt x="1693379" y="212890"/>
                </a:lnTo>
                <a:lnTo>
                  <a:pt x="1729320" y="210121"/>
                </a:lnTo>
                <a:lnTo>
                  <a:pt x="1763877" y="207352"/>
                </a:lnTo>
                <a:lnTo>
                  <a:pt x="1798434" y="204584"/>
                </a:lnTo>
                <a:lnTo>
                  <a:pt x="1863407" y="197675"/>
                </a:lnTo>
                <a:lnTo>
                  <a:pt x="1924227" y="189382"/>
                </a:lnTo>
                <a:lnTo>
                  <a:pt x="1978139" y="181089"/>
                </a:lnTo>
                <a:lnTo>
                  <a:pt x="2004415" y="175552"/>
                </a:lnTo>
                <a:lnTo>
                  <a:pt x="2029294" y="171411"/>
                </a:lnTo>
                <a:lnTo>
                  <a:pt x="2080437" y="158978"/>
                </a:lnTo>
                <a:lnTo>
                  <a:pt x="2134349" y="145148"/>
                </a:lnTo>
                <a:lnTo>
                  <a:pt x="2189645" y="127177"/>
                </a:lnTo>
                <a:lnTo>
                  <a:pt x="2218677" y="116116"/>
                </a:lnTo>
                <a:lnTo>
                  <a:pt x="2249081" y="105054"/>
                </a:lnTo>
                <a:lnTo>
                  <a:pt x="2280881" y="91236"/>
                </a:lnTo>
                <a:lnTo>
                  <a:pt x="2315438" y="77406"/>
                </a:lnTo>
                <a:lnTo>
                  <a:pt x="2348611" y="63588"/>
                </a:lnTo>
                <a:lnTo>
                  <a:pt x="2381796" y="48387"/>
                </a:lnTo>
                <a:lnTo>
                  <a:pt x="2413584" y="34556"/>
                </a:lnTo>
                <a:lnTo>
                  <a:pt x="2439847" y="22110"/>
                </a:lnTo>
                <a:lnTo>
                  <a:pt x="2460586" y="12446"/>
                </a:lnTo>
                <a:lnTo>
                  <a:pt x="2475788" y="5537"/>
                </a:lnTo>
                <a:lnTo>
                  <a:pt x="2484081" y="1384"/>
                </a:lnTo>
                <a:lnTo>
                  <a:pt x="2488234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46492" y="5097894"/>
            <a:ext cx="2488565" cy="756285"/>
          </a:xfrm>
          <a:custGeom>
            <a:avLst/>
            <a:gdLst/>
            <a:ahLst/>
            <a:cxnLst/>
            <a:rect l="l" t="t" r="r" b="b"/>
            <a:pathLst>
              <a:path w="2488565" h="756285">
                <a:moveTo>
                  <a:pt x="0" y="622071"/>
                </a:moveTo>
                <a:lnTo>
                  <a:pt x="60821" y="648335"/>
                </a:lnTo>
                <a:lnTo>
                  <a:pt x="94000" y="662152"/>
                </a:lnTo>
                <a:lnTo>
                  <a:pt x="131318" y="678738"/>
                </a:lnTo>
                <a:lnTo>
                  <a:pt x="171411" y="693940"/>
                </a:lnTo>
                <a:lnTo>
                  <a:pt x="211505" y="709155"/>
                </a:lnTo>
                <a:lnTo>
                  <a:pt x="250202" y="722972"/>
                </a:lnTo>
                <a:lnTo>
                  <a:pt x="319316" y="742327"/>
                </a:lnTo>
                <a:lnTo>
                  <a:pt x="375996" y="753389"/>
                </a:lnTo>
                <a:lnTo>
                  <a:pt x="400875" y="756145"/>
                </a:lnTo>
                <a:lnTo>
                  <a:pt x="424383" y="754773"/>
                </a:lnTo>
                <a:lnTo>
                  <a:pt x="467233" y="746480"/>
                </a:lnTo>
                <a:lnTo>
                  <a:pt x="507314" y="729881"/>
                </a:lnTo>
                <a:lnTo>
                  <a:pt x="548792" y="705002"/>
                </a:lnTo>
                <a:lnTo>
                  <a:pt x="591642" y="673214"/>
                </a:lnTo>
                <a:lnTo>
                  <a:pt x="638644" y="635889"/>
                </a:lnTo>
                <a:lnTo>
                  <a:pt x="663524" y="616534"/>
                </a:lnTo>
                <a:lnTo>
                  <a:pt x="688403" y="595795"/>
                </a:lnTo>
                <a:lnTo>
                  <a:pt x="714667" y="575068"/>
                </a:lnTo>
                <a:lnTo>
                  <a:pt x="740943" y="555713"/>
                </a:lnTo>
                <a:lnTo>
                  <a:pt x="767207" y="536359"/>
                </a:lnTo>
                <a:lnTo>
                  <a:pt x="794854" y="518388"/>
                </a:lnTo>
                <a:lnTo>
                  <a:pt x="822502" y="500418"/>
                </a:lnTo>
                <a:lnTo>
                  <a:pt x="851522" y="483831"/>
                </a:lnTo>
                <a:lnTo>
                  <a:pt x="912355" y="456184"/>
                </a:lnTo>
                <a:lnTo>
                  <a:pt x="962113" y="438213"/>
                </a:lnTo>
                <a:lnTo>
                  <a:pt x="988377" y="431304"/>
                </a:lnTo>
                <a:lnTo>
                  <a:pt x="1016025" y="422998"/>
                </a:lnTo>
                <a:lnTo>
                  <a:pt x="1046441" y="416090"/>
                </a:lnTo>
                <a:lnTo>
                  <a:pt x="1076845" y="409181"/>
                </a:lnTo>
                <a:lnTo>
                  <a:pt x="1108646" y="403656"/>
                </a:lnTo>
                <a:lnTo>
                  <a:pt x="1141818" y="398119"/>
                </a:lnTo>
                <a:lnTo>
                  <a:pt x="1176388" y="391210"/>
                </a:lnTo>
                <a:lnTo>
                  <a:pt x="1212316" y="387070"/>
                </a:lnTo>
                <a:lnTo>
                  <a:pt x="1248257" y="381533"/>
                </a:lnTo>
                <a:lnTo>
                  <a:pt x="1285582" y="376008"/>
                </a:lnTo>
                <a:lnTo>
                  <a:pt x="1322908" y="370471"/>
                </a:lnTo>
                <a:lnTo>
                  <a:pt x="1360233" y="366331"/>
                </a:lnTo>
                <a:lnTo>
                  <a:pt x="1397558" y="360794"/>
                </a:lnTo>
                <a:lnTo>
                  <a:pt x="1434884" y="356654"/>
                </a:lnTo>
                <a:lnTo>
                  <a:pt x="1472196" y="351129"/>
                </a:lnTo>
                <a:lnTo>
                  <a:pt x="1508150" y="346976"/>
                </a:lnTo>
                <a:lnTo>
                  <a:pt x="1542707" y="341452"/>
                </a:lnTo>
                <a:lnTo>
                  <a:pt x="1611820" y="330390"/>
                </a:lnTo>
                <a:lnTo>
                  <a:pt x="1678178" y="317944"/>
                </a:lnTo>
                <a:lnTo>
                  <a:pt x="1743138" y="304126"/>
                </a:lnTo>
                <a:lnTo>
                  <a:pt x="1806740" y="286156"/>
                </a:lnTo>
                <a:lnTo>
                  <a:pt x="1873084" y="265417"/>
                </a:lnTo>
                <a:lnTo>
                  <a:pt x="1907641" y="252984"/>
                </a:lnTo>
                <a:lnTo>
                  <a:pt x="1943582" y="240538"/>
                </a:lnTo>
                <a:lnTo>
                  <a:pt x="1982292" y="225336"/>
                </a:lnTo>
                <a:lnTo>
                  <a:pt x="2023770" y="208737"/>
                </a:lnTo>
                <a:lnTo>
                  <a:pt x="2066620" y="190766"/>
                </a:lnTo>
                <a:lnTo>
                  <a:pt x="2110854" y="172796"/>
                </a:lnTo>
                <a:lnTo>
                  <a:pt x="2157844" y="152057"/>
                </a:lnTo>
                <a:lnTo>
                  <a:pt x="2204847" y="131330"/>
                </a:lnTo>
                <a:lnTo>
                  <a:pt x="2253234" y="109207"/>
                </a:lnTo>
                <a:lnTo>
                  <a:pt x="2298852" y="88480"/>
                </a:lnTo>
                <a:lnTo>
                  <a:pt x="2343086" y="67741"/>
                </a:lnTo>
                <a:lnTo>
                  <a:pt x="2383180" y="49771"/>
                </a:lnTo>
                <a:lnTo>
                  <a:pt x="2416352" y="34556"/>
                </a:lnTo>
                <a:lnTo>
                  <a:pt x="2444000" y="20739"/>
                </a:lnTo>
                <a:lnTo>
                  <a:pt x="2464727" y="11061"/>
                </a:lnTo>
                <a:lnTo>
                  <a:pt x="2477173" y="5537"/>
                </a:lnTo>
                <a:lnTo>
                  <a:pt x="2485466" y="1384"/>
                </a:lnTo>
                <a:lnTo>
                  <a:pt x="2488234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18055" y="6424447"/>
            <a:ext cx="190500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5" dirty="0">
                <a:latin typeface="Times New Roman"/>
                <a:cs typeface="Times New Roman"/>
              </a:rPr>
              <a:t>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44085" y="6300038"/>
            <a:ext cx="139700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5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09370" y="4682680"/>
            <a:ext cx="374015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5" dirty="0">
                <a:latin typeface="Times New Roman"/>
                <a:cs typeface="Times New Roman"/>
              </a:rPr>
              <a:t>f , 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66665" y="4827625"/>
            <a:ext cx="4780915" cy="1895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2890" algn="l"/>
              </a:tabLst>
            </a:pPr>
            <a:r>
              <a:rPr sz="1850" spc="-229" dirty="0">
                <a:latin typeface="Lucida Sans Unicode"/>
                <a:cs typeface="Lucida Sans Unicode"/>
              </a:rPr>
              <a:t>•	</a:t>
            </a:r>
            <a:r>
              <a:rPr sz="1850" spc="15" dirty="0">
                <a:latin typeface="Arial"/>
                <a:cs typeface="Arial"/>
              </a:rPr>
              <a:t>Sejam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-70" dirty="0">
                <a:latin typeface="Arial"/>
                <a:cs typeface="Arial"/>
              </a:rPr>
              <a:t>g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480" dirty="0">
                <a:latin typeface="PMingLiU"/>
                <a:cs typeface="PMingLiU"/>
              </a:rPr>
              <a:t>=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-100" dirty="0">
                <a:latin typeface="Arial"/>
                <a:cs typeface="Arial"/>
              </a:rPr>
              <a:t> </a:t>
            </a:r>
            <a:r>
              <a:rPr sz="1850" spc="480" dirty="0">
                <a:latin typeface="PMingLiU"/>
                <a:cs typeface="PMingLiU"/>
              </a:rPr>
              <a:t>+</a:t>
            </a:r>
            <a:r>
              <a:rPr sz="1850" spc="-65" dirty="0">
                <a:latin typeface="PMingLiU"/>
                <a:cs typeface="PMingLiU"/>
              </a:rPr>
              <a:t> </a:t>
            </a:r>
            <a:r>
              <a:rPr sz="1850" spc="65" dirty="0">
                <a:latin typeface="PMingLiU"/>
                <a:cs typeface="PMingLiU"/>
              </a:rPr>
              <a:t>1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2025" spc="142" baseline="28806" dirty="0">
                <a:latin typeface="PMingLiU"/>
                <a:cs typeface="PMingLiU"/>
              </a:rPr>
              <a:t>2</a:t>
            </a:r>
            <a:r>
              <a:rPr sz="2025" baseline="28806" dirty="0">
                <a:latin typeface="PMingLiU"/>
                <a:cs typeface="PMingLiU"/>
              </a:rPr>
              <a:t> </a:t>
            </a:r>
            <a:r>
              <a:rPr sz="2025" spc="-142" baseline="28806" dirty="0">
                <a:latin typeface="PMingLiU"/>
                <a:cs typeface="PMingLiU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405" dirty="0">
                <a:latin typeface="Arial"/>
                <a:cs typeface="Arial"/>
              </a:rPr>
              <a:t>f</a:t>
            </a:r>
            <a:r>
              <a:rPr sz="1850" i="1" spc="-315" dirty="0">
                <a:latin typeface="Arial"/>
                <a:cs typeface="Arial"/>
              </a:rPr>
              <a:t> 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480" dirty="0">
                <a:latin typeface="PMingLiU"/>
                <a:cs typeface="PMingLiU"/>
              </a:rPr>
              <a:t>=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2025" spc="262" baseline="28806" dirty="0">
                <a:latin typeface="PMingLiU"/>
                <a:cs typeface="PMingLiU"/>
              </a:rPr>
              <a:t>2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262890" marR="5080" indent="-250190">
              <a:lnSpc>
                <a:spcPct val="124400"/>
              </a:lnSpc>
              <a:spcBef>
                <a:spcPts val="865"/>
              </a:spcBef>
              <a:buFont typeface="Lucida Sans Unicode"/>
              <a:buChar char="•"/>
              <a:tabLst>
                <a:tab pos="263525" algn="l"/>
              </a:tabLst>
            </a:pPr>
            <a:r>
              <a:rPr sz="1850" spc="20" dirty="0">
                <a:latin typeface="Arial"/>
                <a:cs typeface="Arial"/>
              </a:rPr>
              <a:t>As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un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i="1" spc="-70" dirty="0">
                <a:latin typeface="Arial"/>
                <a:cs typeface="Arial"/>
              </a:rPr>
              <a:t>g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25" dirty="0">
                <a:latin typeface="PMingLiU"/>
                <a:cs typeface="PMingLiU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i="1" spc="405" dirty="0">
                <a:latin typeface="Arial"/>
                <a:cs typeface="Arial"/>
              </a:rPr>
              <a:t>f</a:t>
            </a:r>
            <a:r>
              <a:rPr sz="1850" i="1" spc="-315" dirty="0">
                <a:latin typeface="Arial"/>
                <a:cs typeface="Arial"/>
              </a:rPr>
              <a:t> 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25" dirty="0">
                <a:latin typeface="PMingLiU"/>
                <a:cs typeface="PMingLiU"/>
              </a:rPr>
              <a:t> </a:t>
            </a:r>
            <a:r>
              <a:rPr sz="1850" spc="20" dirty="0">
                <a:latin typeface="Arial"/>
                <a:cs typeface="Arial"/>
              </a:rPr>
              <a:t>dominam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ssin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i-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amen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a,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endParaRPr sz="1850">
              <a:latin typeface="Arial"/>
              <a:cs typeface="Arial"/>
            </a:endParaRPr>
          </a:p>
          <a:p>
            <a:pPr marL="262890">
              <a:lnSpc>
                <a:spcPct val="100000"/>
              </a:lnSpc>
              <a:spcBef>
                <a:spcPts val="540"/>
              </a:spcBef>
            </a:pPr>
            <a:r>
              <a:rPr sz="1850" spc="-170" dirty="0">
                <a:latin typeface="Lucida Sans Unicode"/>
                <a:cs typeface="Lucida Sans Unicode"/>
              </a:rPr>
              <a:t>|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-95" dirty="0">
                <a:latin typeface="Arial"/>
                <a:cs typeface="Arial"/>
              </a:rPr>
              <a:t> </a:t>
            </a:r>
            <a:r>
              <a:rPr sz="1850" spc="480" dirty="0">
                <a:latin typeface="PMingLiU"/>
                <a:cs typeface="PMingLiU"/>
              </a:rPr>
              <a:t>+</a:t>
            </a:r>
            <a:r>
              <a:rPr sz="1850" spc="-65" dirty="0">
                <a:latin typeface="PMingLiU"/>
                <a:cs typeface="PMingLiU"/>
              </a:rPr>
              <a:t> </a:t>
            </a:r>
            <a:r>
              <a:rPr sz="1850" spc="65" dirty="0">
                <a:latin typeface="PMingLiU"/>
                <a:cs typeface="PMingLiU"/>
              </a:rPr>
              <a:t>1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2025" spc="262" baseline="28806" dirty="0">
                <a:latin typeface="PMingLiU"/>
                <a:cs typeface="PMingLiU"/>
              </a:rPr>
              <a:t>2</a:t>
            </a:r>
            <a:r>
              <a:rPr sz="1850" spc="-170" dirty="0">
                <a:latin typeface="Lucida Sans Unicode"/>
                <a:cs typeface="Lucida Sans Unicode"/>
              </a:rPr>
              <a:t>|</a:t>
            </a:r>
            <a:r>
              <a:rPr sz="1850" spc="-60" dirty="0">
                <a:latin typeface="Lucida Sans Unicode"/>
                <a:cs typeface="Lucida Sans Unicode"/>
              </a:rPr>
              <a:t> </a:t>
            </a:r>
            <a:r>
              <a:rPr sz="1850" spc="-10" dirty="0">
                <a:latin typeface="Lucida Sans Unicode"/>
                <a:cs typeface="Lucida Sans Unicode"/>
              </a:rPr>
              <a:t>≤</a:t>
            </a:r>
            <a:r>
              <a:rPr sz="1850" spc="-60" dirty="0">
                <a:latin typeface="Lucida Sans Unicode"/>
                <a:cs typeface="Lucida Sans Unicode"/>
              </a:rPr>
              <a:t> </a:t>
            </a:r>
            <a:r>
              <a:rPr sz="1850" spc="65" dirty="0">
                <a:latin typeface="PMingLiU"/>
                <a:cs typeface="PMingLiU"/>
              </a:rPr>
              <a:t>4</a:t>
            </a:r>
            <a:r>
              <a:rPr sz="1850" spc="-170" dirty="0">
                <a:latin typeface="Lucida Sans Unicode"/>
                <a:cs typeface="Lucida Sans Unicode"/>
              </a:rPr>
              <a:t>|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2025" spc="262" baseline="28806" dirty="0">
                <a:latin typeface="PMingLiU"/>
                <a:cs typeface="PMingLiU"/>
              </a:rPr>
              <a:t>2</a:t>
            </a:r>
            <a:r>
              <a:rPr sz="1850" spc="-170" dirty="0">
                <a:latin typeface="Lucida Sans Unicode"/>
                <a:cs typeface="Lucida Sans Unicode"/>
              </a:rPr>
              <a:t>|</a:t>
            </a:r>
            <a:r>
              <a:rPr sz="1850" spc="-60" dirty="0">
                <a:latin typeface="Lucida Sans Unicode"/>
                <a:cs typeface="Lucida Sans Unicode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5" dirty="0">
                <a:latin typeface="Arial"/>
                <a:cs typeface="Arial"/>
              </a:rPr>
              <a:t> </a:t>
            </a:r>
            <a:r>
              <a:rPr sz="1850" spc="-10" dirty="0">
                <a:latin typeface="Lucida Sans Unicode"/>
                <a:cs typeface="Lucida Sans Unicode"/>
              </a:rPr>
              <a:t>≥</a:t>
            </a:r>
            <a:r>
              <a:rPr sz="1850" spc="-60" dirty="0">
                <a:latin typeface="Lucida Sans Unicode"/>
                <a:cs typeface="Lucida Sans Unicode"/>
              </a:rPr>
              <a:t> </a:t>
            </a:r>
            <a:r>
              <a:rPr sz="1850" spc="70" dirty="0">
                <a:latin typeface="PMingLiU"/>
                <a:cs typeface="PMingLiU"/>
              </a:rPr>
              <a:t>1</a:t>
            </a:r>
            <a:endParaRPr sz="1850">
              <a:latin typeface="PMingLiU"/>
              <a:cs typeface="PMingLiU"/>
            </a:endParaRPr>
          </a:p>
          <a:p>
            <a:pPr marL="262890">
              <a:lnSpc>
                <a:spcPct val="100000"/>
              </a:lnSpc>
              <a:spcBef>
                <a:spcPts val="540"/>
              </a:spcBef>
            </a:pP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170" dirty="0">
                <a:latin typeface="Lucida Sans Unicode"/>
                <a:cs typeface="Lucida Sans Unicode"/>
              </a:rPr>
              <a:t>|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2025" spc="262" baseline="28806" dirty="0">
                <a:latin typeface="PMingLiU"/>
                <a:cs typeface="PMingLiU"/>
              </a:rPr>
              <a:t>2</a:t>
            </a:r>
            <a:r>
              <a:rPr sz="1850" spc="-170" dirty="0">
                <a:latin typeface="Lucida Sans Unicode"/>
                <a:cs typeface="Lucida Sans Unicode"/>
              </a:rPr>
              <a:t>|</a:t>
            </a:r>
            <a:r>
              <a:rPr sz="1850" spc="-60" dirty="0">
                <a:latin typeface="Lucida Sans Unicode"/>
                <a:cs typeface="Lucida Sans Unicode"/>
              </a:rPr>
              <a:t> </a:t>
            </a:r>
            <a:r>
              <a:rPr sz="1850" spc="-10" dirty="0">
                <a:latin typeface="Lucida Sans Unicode"/>
                <a:cs typeface="Lucida Sans Unicode"/>
              </a:rPr>
              <a:t>≤</a:t>
            </a:r>
            <a:r>
              <a:rPr sz="1850" spc="-65" dirty="0">
                <a:latin typeface="Lucida Sans Unicode"/>
                <a:cs typeface="Lucida Sans Unicode"/>
              </a:rPr>
              <a:t> </a:t>
            </a:r>
            <a:r>
              <a:rPr sz="1850" spc="-170" dirty="0">
                <a:latin typeface="Lucida Sans Unicode"/>
                <a:cs typeface="Lucida Sans Unicode"/>
              </a:rPr>
              <a:t>|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-95" dirty="0">
                <a:latin typeface="Arial"/>
                <a:cs typeface="Arial"/>
              </a:rPr>
              <a:t> </a:t>
            </a:r>
            <a:r>
              <a:rPr sz="1850" spc="480" dirty="0">
                <a:latin typeface="PMingLiU"/>
                <a:cs typeface="PMingLiU"/>
              </a:rPr>
              <a:t>+</a:t>
            </a:r>
            <a:r>
              <a:rPr sz="1850" spc="-65" dirty="0">
                <a:latin typeface="PMingLiU"/>
                <a:cs typeface="PMingLiU"/>
              </a:rPr>
              <a:t> </a:t>
            </a:r>
            <a:r>
              <a:rPr sz="1850" spc="65" dirty="0">
                <a:latin typeface="PMingLiU"/>
                <a:cs typeface="PMingLiU"/>
              </a:rPr>
              <a:t>1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2025" spc="262" baseline="28806" dirty="0">
                <a:latin typeface="PMingLiU"/>
                <a:cs typeface="PMingLiU"/>
              </a:rPr>
              <a:t>2</a:t>
            </a:r>
            <a:r>
              <a:rPr sz="1850" spc="-170" dirty="0">
                <a:latin typeface="Lucida Sans Unicode"/>
                <a:cs typeface="Lucida Sans Unicode"/>
              </a:rPr>
              <a:t>|</a:t>
            </a:r>
            <a:r>
              <a:rPr sz="1850" spc="-60" dirty="0">
                <a:latin typeface="Lucida Sans Unicode"/>
                <a:cs typeface="Lucida Sans Unicode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5" dirty="0">
                <a:latin typeface="Arial"/>
                <a:cs typeface="Arial"/>
              </a:rPr>
              <a:t> </a:t>
            </a:r>
            <a:r>
              <a:rPr sz="1850" spc="-10" dirty="0">
                <a:latin typeface="Lucida Sans Unicode"/>
                <a:cs typeface="Lucida Sans Unicode"/>
              </a:rPr>
              <a:t>≥</a:t>
            </a:r>
            <a:r>
              <a:rPr sz="1850" spc="-60" dirty="0">
                <a:latin typeface="Lucida Sans Unicode"/>
                <a:cs typeface="Lucida Sans Unicode"/>
              </a:rPr>
              <a:t> </a:t>
            </a:r>
            <a:r>
              <a:rPr sz="1850" spc="65" dirty="0">
                <a:latin typeface="PMingLiU"/>
                <a:cs typeface="PMingLiU"/>
              </a:rPr>
              <a:t>0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39967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746436" y="4341850"/>
            <a:ext cx="604520" cy="68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5" dirty="0">
                <a:latin typeface="Times New Roman"/>
                <a:cs typeface="Times New Roman"/>
              </a:rPr>
              <a:t>c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f</a:t>
            </a:r>
            <a:r>
              <a:rPr sz="1800" i="1" spc="-35" dirty="0">
                <a:latin typeface="Times New Roman"/>
                <a:cs typeface="Times New Roman"/>
              </a:rPr>
              <a:t> </a:t>
            </a:r>
            <a:r>
              <a:rPr sz="2700" spc="-7" baseline="3086" dirty="0">
                <a:latin typeface="Times New Roman"/>
                <a:cs typeface="Times New Roman"/>
              </a:rPr>
              <a:t>(</a:t>
            </a:r>
            <a:r>
              <a:rPr sz="2700" spc="-367" baseline="3086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n</a:t>
            </a:r>
            <a:r>
              <a:rPr sz="1800" i="1" spc="-210" dirty="0">
                <a:latin typeface="Times New Roman"/>
                <a:cs typeface="Times New Roman"/>
              </a:rPr>
              <a:t> </a:t>
            </a:r>
            <a:r>
              <a:rPr sz="2700" spc="-7" baseline="3086" dirty="0">
                <a:latin typeface="Times New Roman"/>
                <a:cs typeface="Times New Roman"/>
              </a:rPr>
              <a:t>)</a:t>
            </a:r>
            <a:endParaRPr sz="2700" baseline="3086">
              <a:latin typeface="Times New Roman"/>
              <a:cs typeface="Times New Roman"/>
            </a:endParaRPr>
          </a:p>
          <a:p>
            <a:pPr marL="19050">
              <a:lnSpc>
                <a:spcPct val="100000"/>
              </a:lnSpc>
              <a:spcBef>
                <a:spcPts val="680"/>
              </a:spcBef>
            </a:pPr>
            <a:r>
              <a:rPr sz="2700" i="1" spc="-7" baseline="-9259" dirty="0">
                <a:latin typeface="Times New Roman"/>
                <a:cs typeface="Times New Roman"/>
              </a:rPr>
              <a:t>g</a:t>
            </a:r>
            <a:r>
              <a:rPr sz="2700" i="1" spc="-390" baseline="-9259" dirty="0">
                <a:latin typeface="Times New Roman"/>
                <a:cs typeface="Times New Roman"/>
              </a:rPr>
              <a:t> </a:t>
            </a:r>
            <a:r>
              <a:rPr sz="2700" spc="-7" baseline="3086" dirty="0">
                <a:latin typeface="Times New Roman"/>
                <a:cs typeface="Times New Roman"/>
              </a:rPr>
              <a:t>(</a:t>
            </a:r>
            <a:r>
              <a:rPr sz="2700" spc="-367" baseline="3086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n</a:t>
            </a:r>
            <a:r>
              <a:rPr sz="1800" i="1" spc="-210" dirty="0">
                <a:latin typeface="Times New Roman"/>
                <a:cs typeface="Times New Roman"/>
              </a:rPr>
              <a:t> </a:t>
            </a:r>
            <a:r>
              <a:rPr sz="2700" spc="-7" baseline="3086" dirty="0">
                <a:latin typeface="Times New Roman"/>
                <a:cs typeface="Times New Roman"/>
              </a:rPr>
              <a:t>)</a:t>
            </a:r>
            <a:endParaRPr sz="2700" baseline="3086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46492" y="5903048"/>
            <a:ext cx="3027680" cy="0"/>
          </a:xfrm>
          <a:custGeom>
            <a:avLst/>
            <a:gdLst/>
            <a:ahLst/>
            <a:cxnLst/>
            <a:rect l="l" t="t" r="r" b="b"/>
            <a:pathLst>
              <a:path w="3027679">
                <a:moveTo>
                  <a:pt x="0" y="0"/>
                </a:moveTo>
                <a:lnTo>
                  <a:pt x="3027349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17645" y="5861570"/>
            <a:ext cx="156210" cy="83185"/>
          </a:xfrm>
          <a:custGeom>
            <a:avLst/>
            <a:gdLst/>
            <a:ahLst/>
            <a:cxnLst/>
            <a:rect l="l" t="t" r="r" b="b"/>
            <a:pathLst>
              <a:path w="156210" h="83185">
                <a:moveTo>
                  <a:pt x="156197" y="41478"/>
                </a:moveTo>
                <a:lnTo>
                  <a:pt x="0" y="0"/>
                </a:lnTo>
                <a:lnTo>
                  <a:pt x="31788" y="41478"/>
                </a:lnTo>
                <a:lnTo>
                  <a:pt x="31788" y="74504"/>
                </a:lnTo>
                <a:lnTo>
                  <a:pt x="156197" y="41478"/>
                </a:lnTo>
                <a:close/>
              </a:path>
              <a:path w="156210" h="83185">
                <a:moveTo>
                  <a:pt x="31788" y="74504"/>
                </a:moveTo>
                <a:lnTo>
                  <a:pt x="31788" y="41478"/>
                </a:lnTo>
                <a:lnTo>
                  <a:pt x="0" y="82943"/>
                </a:lnTo>
                <a:lnTo>
                  <a:pt x="31788" y="745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17645" y="5861570"/>
            <a:ext cx="156210" cy="83185"/>
          </a:xfrm>
          <a:custGeom>
            <a:avLst/>
            <a:gdLst/>
            <a:ahLst/>
            <a:cxnLst/>
            <a:rect l="l" t="t" r="r" b="b"/>
            <a:pathLst>
              <a:path w="156210" h="83185">
                <a:moveTo>
                  <a:pt x="0" y="82943"/>
                </a:moveTo>
                <a:lnTo>
                  <a:pt x="156197" y="41478"/>
                </a:lnTo>
                <a:lnTo>
                  <a:pt x="0" y="0"/>
                </a:lnTo>
                <a:lnTo>
                  <a:pt x="31788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92960" y="5094363"/>
            <a:ext cx="0" cy="808990"/>
          </a:xfrm>
          <a:custGeom>
            <a:avLst/>
            <a:gdLst/>
            <a:ahLst/>
            <a:cxnLst/>
            <a:rect l="l" t="t" r="r" b="b"/>
            <a:pathLst>
              <a:path h="808989">
                <a:moveTo>
                  <a:pt x="0" y="0"/>
                </a:moveTo>
                <a:lnTo>
                  <a:pt x="0" y="808685"/>
                </a:lnTo>
              </a:path>
            </a:pathLst>
          </a:custGeom>
          <a:ln w="10367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46492" y="4493044"/>
            <a:ext cx="0" cy="154940"/>
          </a:xfrm>
          <a:custGeom>
            <a:avLst/>
            <a:gdLst/>
            <a:ahLst/>
            <a:cxnLst/>
            <a:rect l="l" t="t" r="r" b="b"/>
            <a:pathLst>
              <a:path h="154939">
                <a:moveTo>
                  <a:pt x="0" y="0"/>
                </a:moveTo>
                <a:lnTo>
                  <a:pt x="0" y="154825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05019" y="4493044"/>
            <a:ext cx="83185" cy="154940"/>
          </a:xfrm>
          <a:custGeom>
            <a:avLst/>
            <a:gdLst/>
            <a:ahLst/>
            <a:cxnLst/>
            <a:rect l="l" t="t" r="r" b="b"/>
            <a:pathLst>
              <a:path w="83184" h="154939">
                <a:moveTo>
                  <a:pt x="82941" y="154825"/>
                </a:moveTo>
                <a:lnTo>
                  <a:pt x="41473" y="0"/>
                </a:lnTo>
                <a:lnTo>
                  <a:pt x="0" y="154825"/>
                </a:lnTo>
                <a:lnTo>
                  <a:pt x="41473" y="124409"/>
                </a:lnTo>
                <a:lnTo>
                  <a:pt x="82941" y="1548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05019" y="4493044"/>
            <a:ext cx="83185" cy="154940"/>
          </a:xfrm>
          <a:custGeom>
            <a:avLst/>
            <a:gdLst/>
            <a:ahLst/>
            <a:cxnLst/>
            <a:rect l="l" t="t" r="r" b="b"/>
            <a:pathLst>
              <a:path w="83184" h="154939">
                <a:moveTo>
                  <a:pt x="82941" y="154825"/>
                </a:moveTo>
                <a:lnTo>
                  <a:pt x="41473" y="0"/>
                </a:lnTo>
                <a:lnTo>
                  <a:pt x="0" y="154825"/>
                </a:lnTo>
                <a:lnTo>
                  <a:pt x="41473" y="124409"/>
                </a:lnTo>
                <a:lnTo>
                  <a:pt x="82941" y="154825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46492" y="4907750"/>
            <a:ext cx="2488565" cy="497840"/>
          </a:xfrm>
          <a:custGeom>
            <a:avLst/>
            <a:gdLst/>
            <a:ahLst/>
            <a:cxnLst/>
            <a:rect l="l" t="t" r="r" b="b"/>
            <a:pathLst>
              <a:path w="2488565" h="497839">
                <a:moveTo>
                  <a:pt x="0" y="497649"/>
                </a:moveTo>
                <a:lnTo>
                  <a:pt x="9673" y="497649"/>
                </a:lnTo>
                <a:lnTo>
                  <a:pt x="27642" y="496265"/>
                </a:lnTo>
                <a:lnTo>
                  <a:pt x="51142" y="493496"/>
                </a:lnTo>
                <a:lnTo>
                  <a:pt x="77410" y="490740"/>
                </a:lnTo>
                <a:lnTo>
                  <a:pt x="123026" y="481063"/>
                </a:lnTo>
                <a:lnTo>
                  <a:pt x="165874" y="456184"/>
                </a:lnTo>
                <a:lnTo>
                  <a:pt x="192151" y="420243"/>
                </a:lnTo>
                <a:lnTo>
                  <a:pt x="208737" y="388442"/>
                </a:lnTo>
                <a:lnTo>
                  <a:pt x="218414" y="370471"/>
                </a:lnTo>
                <a:lnTo>
                  <a:pt x="226707" y="352501"/>
                </a:lnTo>
                <a:lnTo>
                  <a:pt x="235000" y="334530"/>
                </a:lnTo>
                <a:lnTo>
                  <a:pt x="243293" y="316560"/>
                </a:lnTo>
                <a:lnTo>
                  <a:pt x="251587" y="299974"/>
                </a:lnTo>
                <a:lnTo>
                  <a:pt x="259880" y="284759"/>
                </a:lnTo>
                <a:lnTo>
                  <a:pt x="269557" y="269557"/>
                </a:lnTo>
                <a:lnTo>
                  <a:pt x="276466" y="258495"/>
                </a:lnTo>
                <a:lnTo>
                  <a:pt x="284759" y="248831"/>
                </a:lnTo>
                <a:lnTo>
                  <a:pt x="294436" y="239153"/>
                </a:lnTo>
                <a:lnTo>
                  <a:pt x="304114" y="229463"/>
                </a:lnTo>
                <a:lnTo>
                  <a:pt x="345579" y="203212"/>
                </a:lnTo>
                <a:lnTo>
                  <a:pt x="381520" y="187998"/>
                </a:lnTo>
                <a:lnTo>
                  <a:pt x="424383" y="176949"/>
                </a:lnTo>
                <a:lnTo>
                  <a:pt x="472757" y="170027"/>
                </a:lnTo>
                <a:lnTo>
                  <a:pt x="529437" y="165887"/>
                </a:lnTo>
                <a:lnTo>
                  <a:pt x="583349" y="165887"/>
                </a:lnTo>
                <a:lnTo>
                  <a:pt x="609612" y="167259"/>
                </a:lnTo>
                <a:lnTo>
                  <a:pt x="637260" y="167259"/>
                </a:lnTo>
                <a:lnTo>
                  <a:pt x="666292" y="168643"/>
                </a:lnTo>
                <a:lnTo>
                  <a:pt x="696709" y="171411"/>
                </a:lnTo>
                <a:lnTo>
                  <a:pt x="729881" y="172796"/>
                </a:lnTo>
                <a:lnTo>
                  <a:pt x="763054" y="175564"/>
                </a:lnTo>
                <a:lnTo>
                  <a:pt x="798995" y="178320"/>
                </a:lnTo>
                <a:lnTo>
                  <a:pt x="836320" y="181089"/>
                </a:lnTo>
                <a:lnTo>
                  <a:pt x="875030" y="185242"/>
                </a:lnTo>
                <a:lnTo>
                  <a:pt x="915111" y="187998"/>
                </a:lnTo>
                <a:lnTo>
                  <a:pt x="955205" y="190766"/>
                </a:lnTo>
                <a:lnTo>
                  <a:pt x="995299" y="194906"/>
                </a:lnTo>
                <a:lnTo>
                  <a:pt x="1035380" y="197675"/>
                </a:lnTo>
                <a:lnTo>
                  <a:pt x="1075461" y="201828"/>
                </a:lnTo>
                <a:lnTo>
                  <a:pt x="1115555" y="204584"/>
                </a:lnTo>
                <a:lnTo>
                  <a:pt x="1154264" y="207352"/>
                </a:lnTo>
                <a:lnTo>
                  <a:pt x="1192961" y="210121"/>
                </a:lnTo>
                <a:lnTo>
                  <a:pt x="1230287" y="212890"/>
                </a:lnTo>
                <a:lnTo>
                  <a:pt x="1266240" y="214261"/>
                </a:lnTo>
                <a:lnTo>
                  <a:pt x="1302181" y="215646"/>
                </a:lnTo>
                <a:lnTo>
                  <a:pt x="1338110" y="218414"/>
                </a:lnTo>
                <a:lnTo>
                  <a:pt x="1372679" y="218414"/>
                </a:lnTo>
                <a:lnTo>
                  <a:pt x="1407236" y="219798"/>
                </a:lnTo>
                <a:lnTo>
                  <a:pt x="1548231" y="219798"/>
                </a:lnTo>
                <a:lnTo>
                  <a:pt x="1584172" y="218414"/>
                </a:lnTo>
                <a:lnTo>
                  <a:pt x="1621497" y="217030"/>
                </a:lnTo>
                <a:lnTo>
                  <a:pt x="1657438" y="215646"/>
                </a:lnTo>
                <a:lnTo>
                  <a:pt x="1693379" y="212890"/>
                </a:lnTo>
                <a:lnTo>
                  <a:pt x="1729320" y="210121"/>
                </a:lnTo>
                <a:lnTo>
                  <a:pt x="1763877" y="207352"/>
                </a:lnTo>
                <a:lnTo>
                  <a:pt x="1798434" y="204584"/>
                </a:lnTo>
                <a:lnTo>
                  <a:pt x="1863407" y="197675"/>
                </a:lnTo>
                <a:lnTo>
                  <a:pt x="1924227" y="189382"/>
                </a:lnTo>
                <a:lnTo>
                  <a:pt x="1978139" y="181089"/>
                </a:lnTo>
                <a:lnTo>
                  <a:pt x="2004415" y="175564"/>
                </a:lnTo>
                <a:lnTo>
                  <a:pt x="2029294" y="171411"/>
                </a:lnTo>
                <a:lnTo>
                  <a:pt x="2052789" y="165887"/>
                </a:lnTo>
                <a:lnTo>
                  <a:pt x="2080437" y="158965"/>
                </a:lnTo>
                <a:lnTo>
                  <a:pt x="2108085" y="152057"/>
                </a:lnTo>
                <a:lnTo>
                  <a:pt x="2134349" y="145148"/>
                </a:lnTo>
                <a:lnTo>
                  <a:pt x="2161997" y="136855"/>
                </a:lnTo>
                <a:lnTo>
                  <a:pt x="2189645" y="127177"/>
                </a:lnTo>
                <a:lnTo>
                  <a:pt x="2218677" y="116116"/>
                </a:lnTo>
                <a:lnTo>
                  <a:pt x="2249081" y="105054"/>
                </a:lnTo>
                <a:lnTo>
                  <a:pt x="2280881" y="91236"/>
                </a:lnTo>
                <a:lnTo>
                  <a:pt x="2315438" y="77406"/>
                </a:lnTo>
                <a:lnTo>
                  <a:pt x="2348611" y="63588"/>
                </a:lnTo>
                <a:lnTo>
                  <a:pt x="2381796" y="48387"/>
                </a:lnTo>
                <a:lnTo>
                  <a:pt x="2413584" y="34556"/>
                </a:lnTo>
                <a:lnTo>
                  <a:pt x="2439847" y="22123"/>
                </a:lnTo>
                <a:lnTo>
                  <a:pt x="2460586" y="12446"/>
                </a:lnTo>
                <a:lnTo>
                  <a:pt x="2475788" y="5537"/>
                </a:lnTo>
                <a:lnTo>
                  <a:pt x="2484081" y="1384"/>
                </a:lnTo>
                <a:lnTo>
                  <a:pt x="2488234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46492" y="4534509"/>
            <a:ext cx="2488565" cy="756285"/>
          </a:xfrm>
          <a:custGeom>
            <a:avLst/>
            <a:gdLst/>
            <a:ahLst/>
            <a:cxnLst/>
            <a:rect l="l" t="t" r="r" b="b"/>
            <a:pathLst>
              <a:path w="2488565" h="756285">
                <a:moveTo>
                  <a:pt x="0" y="622071"/>
                </a:moveTo>
                <a:lnTo>
                  <a:pt x="60821" y="648335"/>
                </a:lnTo>
                <a:lnTo>
                  <a:pt x="94000" y="662152"/>
                </a:lnTo>
                <a:lnTo>
                  <a:pt x="131318" y="678738"/>
                </a:lnTo>
                <a:lnTo>
                  <a:pt x="171411" y="693940"/>
                </a:lnTo>
                <a:lnTo>
                  <a:pt x="211505" y="709155"/>
                </a:lnTo>
                <a:lnTo>
                  <a:pt x="250202" y="722972"/>
                </a:lnTo>
                <a:lnTo>
                  <a:pt x="319316" y="742327"/>
                </a:lnTo>
                <a:lnTo>
                  <a:pt x="375996" y="753389"/>
                </a:lnTo>
                <a:lnTo>
                  <a:pt x="400875" y="756158"/>
                </a:lnTo>
                <a:lnTo>
                  <a:pt x="424383" y="754773"/>
                </a:lnTo>
                <a:lnTo>
                  <a:pt x="467233" y="746480"/>
                </a:lnTo>
                <a:lnTo>
                  <a:pt x="507314" y="729894"/>
                </a:lnTo>
                <a:lnTo>
                  <a:pt x="548792" y="705002"/>
                </a:lnTo>
                <a:lnTo>
                  <a:pt x="591642" y="673214"/>
                </a:lnTo>
                <a:lnTo>
                  <a:pt x="638644" y="635889"/>
                </a:lnTo>
                <a:lnTo>
                  <a:pt x="663524" y="616534"/>
                </a:lnTo>
                <a:lnTo>
                  <a:pt x="688403" y="595795"/>
                </a:lnTo>
                <a:lnTo>
                  <a:pt x="714667" y="575068"/>
                </a:lnTo>
                <a:lnTo>
                  <a:pt x="740943" y="555713"/>
                </a:lnTo>
                <a:lnTo>
                  <a:pt x="767207" y="536359"/>
                </a:lnTo>
                <a:lnTo>
                  <a:pt x="822502" y="500418"/>
                </a:lnTo>
                <a:lnTo>
                  <a:pt x="881938" y="470001"/>
                </a:lnTo>
                <a:lnTo>
                  <a:pt x="937234" y="446506"/>
                </a:lnTo>
                <a:lnTo>
                  <a:pt x="988377" y="431304"/>
                </a:lnTo>
                <a:lnTo>
                  <a:pt x="1016025" y="422998"/>
                </a:lnTo>
                <a:lnTo>
                  <a:pt x="1046441" y="416090"/>
                </a:lnTo>
                <a:lnTo>
                  <a:pt x="1076845" y="409181"/>
                </a:lnTo>
                <a:lnTo>
                  <a:pt x="1108646" y="403656"/>
                </a:lnTo>
                <a:lnTo>
                  <a:pt x="1141818" y="398119"/>
                </a:lnTo>
                <a:lnTo>
                  <a:pt x="1176388" y="391210"/>
                </a:lnTo>
                <a:lnTo>
                  <a:pt x="1212316" y="387057"/>
                </a:lnTo>
                <a:lnTo>
                  <a:pt x="1248257" y="381533"/>
                </a:lnTo>
                <a:lnTo>
                  <a:pt x="1285582" y="376008"/>
                </a:lnTo>
                <a:lnTo>
                  <a:pt x="1322908" y="370484"/>
                </a:lnTo>
                <a:lnTo>
                  <a:pt x="1360233" y="366331"/>
                </a:lnTo>
                <a:lnTo>
                  <a:pt x="1397558" y="360794"/>
                </a:lnTo>
                <a:lnTo>
                  <a:pt x="1434884" y="356654"/>
                </a:lnTo>
                <a:lnTo>
                  <a:pt x="1472196" y="351129"/>
                </a:lnTo>
                <a:lnTo>
                  <a:pt x="1508150" y="346976"/>
                </a:lnTo>
                <a:lnTo>
                  <a:pt x="1542707" y="341452"/>
                </a:lnTo>
                <a:lnTo>
                  <a:pt x="1578648" y="335915"/>
                </a:lnTo>
                <a:lnTo>
                  <a:pt x="1611820" y="330390"/>
                </a:lnTo>
                <a:lnTo>
                  <a:pt x="1678178" y="317944"/>
                </a:lnTo>
                <a:lnTo>
                  <a:pt x="1743138" y="304126"/>
                </a:lnTo>
                <a:lnTo>
                  <a:pt x="1806740" y="286156"/>
                </a:lnTo>
                <a:lnTo>
                  <a:pt x="1873084" y="265417"/>
                </a:lnTo>
                <a:lnTo>
                  <a:pt x="1907641" y="252984"/>
                </a:lnTo>
                <a:lnTo>
                  <a:pt x="1943582" y="240538"/>
                </a:lnTo>
                <a:lnTo>
                  <a:pt x="1982292" y="225336"/>
                </a:lnTo>
                <a:lnTo>
                  <a:pt x="2023770" y="208737"/>
                </a:lnTo>
                <a:lnTo>
                  <a:pt x="2066620" y="190766"/>
                </a:lnTo>
                <a:lnTo>
                  <a:pt x="2110854" y="172796"/>
                </a:lnTo>
                <a:lnTo>
                  <a:pt x="2157844" y="152057"/>
                </a:lnTo>
                <a:lnTo>
                  <a:pt x="2204847" y="131330"/>
                </a:lnTo>
                <a:lnTo>
                  <a:pt x="2253234" y="109207"/>
                </a:lnTo>
                <a:lnTo>
                  <a:pt x="2298852" y="88480"/>
                </a:lnTo>
                <a:lnTo>
                  <a:pt x="2343086" y="67741"/>
                </a:lnTo>
                <a:lnTo>
                  <a:pt x="2383180" y="49771"/>
                </a:lnTo>
                <a:lnTo>
                  <a:pt x="2416352" y="34569"/>
                </a:lnTo>
                <a:lnTo>
                  <a:pt x="2444000" y="20739"/>
                </a:lnTo>
                <a:lnTo>
                  <a:pt x="2464727" y="11061"/>
                </a:lnTo>
                <a:lnTo>
                  <a:pt x="2477173" y="5537"/>
                </a:lnTo>
                <a:lnTo>
                  <a:pt x="2485466" y="1384"/>
                </a:lnTo>
                <a:lnTo>
                  <a:pt x="2488234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818055" y="5861062"/>
            <a:ext cx="190500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5" dirty="0">
                <a:latin typeface="Times New Roman"/>
                <a:cs typeface="Times New Roman"/>
              </a:rPr>
              <a:t>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44085" y="5736653"/>
            <a:ext cx="139700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5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09370" y="855737"/>
            <a:ext cx="8257540" cy="3549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35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i="1" spc="-5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485140" marR="44894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775" algn="l"/>
              </a:tabLst>
            </a:pPr>
            <a:r>
              <a:rPr sz="2050" spc="5" dirty="0">
                <a:latin typeface="Arial"/>
                <a:cs typeface="Arial"/>
              </a:rPr>
              <a:t>Esc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Lê-</a:t>
            </a:r>
            <a:r>
              <a:rPr sz="2050" spc="5" dirty="0">
                <a:latin typeface="Arial"/>
                <a:cs typeface="Arial"/>
              </a:rPr>
              <a:t>se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5140" marR="1841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775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-70" dirty="0">
                <a:latin typeface="Arial"/>
                <a:cs typeface="Arial"/>
              </a:rPr>
              <a:t>T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gn</a:t>
            </a:r>
            <a:r>
              <a:rPr sz="2050" spc="5" dirty="0">
                <a:latin typeface="Arial"/>
                <a:cs typeface="Arial"/>
              </a:rPr>
              <a:t>ifica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0" dirty="0">
                <a:latin typeface="Arial"/>
                <a:cs typeface="Arial"/>
              </a:rPr>
              <a:t>m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6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-70" dirty="0">
                <a:latin typeface="Arial"/>
                <a:cs typeface="Arial"/>
              </a:rPr>
              <a:t>T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5140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775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fico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ilu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1800" i="1" spc="-5" dirty="0">
                <a:latin typeface="Times New Roman"/>
                <a:cs typeface="Times New Roman"/>
              </a:rPr>
              <a:t>f , 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67286" y="4602833"/>
            <a:ext cx="4380230" cy="1132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19700"/>
              </a:lnSpc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13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3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3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tant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30" dirty="0">
                <a:latin typeface="Arial"/>
                <a:cs typeface="Arial"/>
              </a:rPr>
              <a:t> </a:t>
            </a:r>
            <a:r>
              <a:rPr sz="2050" i="1" spc="60" dirty="0">
                <a:latin typeface="Arial"/>
                <a:cs typeface="Arial"/>
              </a:rPr>
              <a:t>m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13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3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3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el,</a:t>
            </a:r>
            <a:r>
              <a:rPr sz="2050" spc="15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1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2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2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v</a:t>
            </a:r>
            <a:r>
              <a:rPr sz="2050" dirty="0">
                <a:latin typeface="Arial"/>
                <a:cs typeface="Arial"/>
              </a:rPr>
              <a:t>álid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20028" y="6504663"/>
            <a:ext cx="8110220" cy="835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b="1" spc="5" dirty="0">
                <a:latin typeface="Arial"/>
                <a:cs typeface="Arial"/>
              </a:rPr>
              <a:t>D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ção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0" dirty="0">
                <a:latin typeface="Arial"/>
                <a:cs typeface="Arial"/>
              </a:rPr>
              <a:t>m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,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6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031603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65845" cy="5148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i="1" spc="-5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b="1" spc="10" dirty="0">
                <a:latin typeface="Arial"/>
                <a:cs typeface="Arial"/>
              </a:rPr>
              <a:t>E</a:t>
            </a:r>
            <a:r>
              <a:rPr sz="2050" b="1" spc="-20" dirty="0">
                <a:latin typeface="Arial"/>
                <a:cs typeface="Arial"/>
              </a:rPr>
              <a:t>x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Log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,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0" dirty="0">
                <a:latin typeface="Arial"/>
                <a:cs typeface="Arial"/>
              </a:rPr>
              <a:t>m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4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porqu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25" spc="142" baseline="30864" dirty="0">
                <a:latin typeface="PMingLiU"/>
                <a:cs typeface="PMingLiU"/>
              </a:rPr>
              <a:t>2</a:t>
            </a:r>
            <a:r>
              <a:rPr sz="2025" baseline="30864" dirty="0">
                <a:latin typeface="PMingLiU"/>
                <a:cs typeface="PMingLiU"/>
              </a:rPr>
              <a:t> </a:t>
            </a:r>
            <a:r>
              <a:rPr sz="2025" spc="-67" baseline="30864" dirty="0">
                <a:latin typeface="PMingLiU"/>
                <a:cs typeface="PMingLiU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4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142" baseline="30864" dirty="0">
                <a:latin typeface="PMingLiU"/>
                <a:cs typeface="PMingLiU"/>
              </a:rPr>
              <a:t>2</a:t>
            </a:r>
            <a:r>
              <a:rPr sz="2025" baseline="30864" dirty="0">
                <a:latin typeface="PMingLiU"/>
                <a:cs typeface="PMingLiU"/>
              </a:rPr>
              <a:t> </a:t>
            </a:r>
            <a:r>
              <a:rPr sz="2025" spc="-67" baseline="30864" dirty="0">
                <a:latin typeface="PMingLiU"/>
                <a:cs typeface="PMingLiU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b="1" spc="10" dirty="0">
                <a:latin typeface="Arial"/>
                <a:cs typeface="Arial"/>
              </a:rPr>
              <a:t>E</a:t>
            </a:r>
            <a:r>
              <a:rPr sz="2050" b="1" spc="-20" dirty="0">
                <a:latin typeface="Arial"/>
                <a:cs typeface="Arial"/>
              </a:rPr>
              <a:t>x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, 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0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18986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uponh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0" dirty="0">
                <a:latin typeface="Arial"/>
                <a:cs typeface="Arial"/>
              </a:rPr>
              <a:t>m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6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142" baseline="30864" dirty="0">
                <a:latin typeface="PMingLiU"/>
                <a:cs typeface="PMingLiU"/>
              </a:rPr>
              <a:t>2</a:t>
            </a:r>
            <a:r>
              <a:rPr sz="2025" baseline="30864" dirty="0">
                <a:latin typeface="PMingLiU"/>
                <a:cs typeface="PMingLiU"/>
              </a:rPr>
              <a:t> </a:t>
            </a:r>
            <a:r>
              <a:rPr sz="2025" spc="-67" baseline="30864" dirty="0">
                <a:latin typeface="PMingLiU"/>
                <a:cs typeface="PMingLiU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Log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6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igual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29877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439150" cy="4303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i="1" spc="-5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b="1" spc="10" dirty="0">
                <a:latin typeface="Arial"/>
                <a:cs typeface="Arial"/>
              </a:rPr>
              <a:t>E</a:t>
            </a:r>
            <a:r>
              <a:rPr sz="2050" b="1" spc="-20" dirty="0">
                <a:latin typeface="Arial"/>
                <a:cs typeface="Arial"/>
              </a:rPr>
              <a:t>x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142" baseline="30864" dirty="0">
                <a:latin typeface="PMingLiU"/>
                <a:cs typeface="PMingLiU"/>
              </a:rPr>
              <a:t>3</a:t>
            </a:r>
            <a:r>
              <a:rPr sz="2025" baseline="30864" dirty="0">
                <a:latin typeface="PMingLiU"/>
                <a:cs typeface="PMingLiU"/>
              </a:rPr>
              <a:t> </a:t>
            </a:r>
            <a:r>
              <a:rPr sz="2025" spc="-240" baseline="30864" dirty="0">
                <a:latin typeface="PMingLiU"/>
                <a:cs typeface="PMingLiU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142" baseline="30864" dirty="0">
                <a:latin typeface="PMingLiU"/>
                <a:cs typeface="PMingLiU"/>
              </a:rPr>
              <a:t>2</a:t>
            </a:r>
            <a:r>
              <a:rPr sz="2025" baseline="30864" dirty="0">
                <a:latin typeface="PMingLiU"/>
                <a:cs typeface="PMingLiU"/>
              </a:rPr>
              <a:t> </a:t>
            </a:r>
            <a:r>
              <a:rPr sz="2025" spc="-240" baseline="30864" dirty="0">
                <a:latin typeface="PMingLiU"/>
                <a:cs typeface="PMingLiU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3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142" baseline="30864" dirty="0">
                <a:latin typeface="PMingLiU"/>
                <a:cs typeface="PMingLiU"/>
              </a:rPr>
              <a:t>3</a:t>
            </a:r>
            <a:r>
              <a:rPr sz="2025" baseline="30864" dirty="0">
                <a:latin typeface="PMingLiU"/>
                <a:cs typeface="PMingLiU"/>
              </a:rPr>
              <a:t> </a:t>
            </a:r>
            <a:r>
              <a:rPr sz="2025" spc="-240" baseline="30864" dirty="0">
                <a:latin typeface="PMingLiU"/>
                <a:cs typeface="PMingLiU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142" baseline="30864" dirty="0">
                <a:latin typeface="PMingLiU"/>
                <a:cs typeface="PMingLiU"/>
              </a:rPr>
              <a:t>2</a:t>
            </a:r>
            <a:r>
              <a:rPr sz="2025" baseline="30864" dirty="0">
                <a:latin typeface="PMingLiU"/>
                <a:cs typeface="PMingLiU"/>
              </a:rPr>
              <a:t> </a:t>
            </a:r>
            <a:r>
              <a:rPr sz="2025" spc="-240" baseline="30864" dirty="0">
                <a:latin typeface="PMingLiU"/>
                <a:cs typeface="PMingLiU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6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3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0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21272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142" baseline="30864" dirty="0">
                <a:latin typeface="PMingLiU"/>
                <a:cs typeface="PMingLiU"/>
              </a:rPr>
              <a:t>3</a:t>
            </a:r>
            <a:r>
              <a:rPr sz="2025" baseline="30864" dirty="0">
                <a:latin typeface="PMingLiU"/>
                <a:cs typeface="PMingLiU"/>
              </a:rPr>
              <a:t> </a:t>
            </a:r>
            <a:r>
              <a:rPr sz="2025" spc="-240" baseline="30864" dirty="0">
                <a:latin typeface="PMingLiU"/>
                <a:cs typeface="PMingLiU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142" baseline="30864" dirty="0">
                <a:latin typeface="PMingLiU"/>
                <a:cs typeface="PMingLiU"/>
              </a:rPr>
              <a:t>2</a:t>
            </a:r>
            <a:r>
              <a:rPr sz="2025" baseline="30864" dirty="0">
                <a:latin typeface="PMingLiU"/>
                <a:cs typeface="PMingLiU"/>
              </a:rPr>
              <a:t> </a:t>
            </a:r>
            <a:r>
              <a:rPr sz="2025" spc="-240" baseline="30864" dirty="0">
                <a:latin typeface="PMingLiU"/>
                <a:cs typeface="PMingLiU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4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,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afi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65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3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b="1" spc="10" dirty="0">
                <a:latin typeface="Arial"/>
                <a:cs typeface="Arial"/>
              </a:rPr>
              <a:t>E</a:t>
            </a:r>
            <a:r>
              <a:rPr sz="2050" b="1" spc="-20" dirty="0">
                <a:latin typeface="Arial"/>
                <a:cs typeface="Arial"/>
              </a:rPr>
              <a:t>x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90" dirty="0">
                <a:latin typeface="Tahoma"/>
                <a:cs typeface="Tahoma"/>
              </a:rPr>
              <a:t>l</a:t>
            </a:r>
            <a:r>
              <a:rPr sz="2050" spc="-105" dirty="0">
                <a:latin typeface="Tahoma"/>
                <a:cs typeface="Tahoma"/>
              </a:rPr>
              <a:t>o</a:t>
            </a:r>
            <a:r>
              <a:rPr sz="2050" spc="-95" dirty="0">
                <a:latin typeface="Tahoma"/>
                <a:cs typeface="Tahoma"/>
              </a:rPr>
              <a:t>g</a:t>
            </a:r>
            <a:r>
              <a:rPr sz="2025" spc="142" baseline="-20576" dirty="0">
                <a:latin typeface="PMingLiU"/>
                <a:cs typeface="PMingLiU"/>
              </a:rPr>
              <a:t>5</a:t>
            </a:r>
            <a:r>
              <a:rPr sz="2025" spc="112" baseline="-20576" dirty="0">
                <a:latin typeface="PMingLiU"/>
                <a:cs typeface="PMingLiU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90" dirty="0">
                <a:latin typeface="Tahoma"/>
                <a:cs typeface="Tahoma"/>
              </a:rPr>
              <a:t>l</a:t>
            </a:r>
            <a:r>
              <a:rPr sz="2050" spc="-105" dirty="0">
                <a:latin typeface="Tahoma"/>
                <a:cs typeface="Tahoma"/>
              </a:rPr>
              <a:t>o</a:t>
            </a:r>
            <a:r>
              <a:rPr sz="2050" spc="-125" dirty="0">
                <a:latin typeface="Tahoma"/>
                <a:cs typeface="Tahoma"/>
              </a:rPr>
              <a:t>g</a:t>
            </a:r>
            <a:r>
              <a:rPr sz="2050" spc="-270" dirty="0">
                <a:latin typeface="Tahoma"/>
                <a:cs typeface="Tahom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90" dirty="0">
                <a:latin typeface="Tahoma"/>
                <a:cs typeface="Tahoma"/>
              </a:rPr>
              <a:t>l</a:t>
            </a:r>
            <a:r>
              <a:rPr sz="2050" spc="-105" dirty="0">
                <a:latin typeface="Tahoma"/>
                <a:cs typeface="Tahoma"/>
              </a:rPr>
              <a:t>o</a:t>
            </a:r>
            <a:r>
              <a:rPr sz="2050" spc="-95" dirty="0">
                <a:latin typeface="Tahoma"/>
                <a:cs typeface="Tahoma"/>
              </a:rPr>
              <a:t>g</a:t>
            </a:r>
            <a:r>
              <a:rPr sz="2025" i="1" spc="-195" baseline="-20576" dirty="0">
                <a:latin typeface="Trebuchet MS"/>
                <a:cs typeface="Trebuchet MS"/>
              </a:rPr>
              <a:t>b</a:t>
            </a:r>
            <a:r>
              <a:rPr sz="2025" i="1" spc="30" baseline="-20576" dirty="0">
                <a:latin typeface="Trebuchet MS"/>
                <a:cs typeface="Trebuchet MS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90" dirty="0">
                <a:latin typeface="Tahoma"/>
                <a:cs typeface="Tahoma"/>
              </a:rPr>
              <a:t>l</a:t>
            </a:r>
            <a:r>
              <a:rPr sz="2050" spc="-105" dirty="0">
                <a:latin typeface="Tahoma"/>
                <a:cs typeface="Tahoma"/>
              </a:rPr>
              <a:t>o</a:t>
            </a:r>
            <a:r>
              <a:rPr sz="2050" spc="-95" dirty="0">
                <a:latin typeface="Tahoma"/>
                <a:cs typeface="Tahoma"/>
              </a:rPr>
              <a:t>g</a:t>
            </a:r>
            <a:r>
              <a:rPr sz="2025" i="1" spc="15" baseline="-20576" dirty="0">
                <a:latin typeface="Trebuchet MS"/>
                <a:cs typeface="Trebuchet MS"/>
              </a:rPr>
              <a:t>c</a:t>
            </a:r>
            <a:r>
              <a:rPr sz="2025" i="1" spc="30" baseline="-20576" dirty="0">
                <a:latin typeface="Trebuchet MS"/>
                <a:cs typeface="Trebuchet MS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90" dirty="0">
                <a:latin typeface="Tahoma"/>
                <a:cs typeface="Tahoma"/>
              </a:rPr>
              <a:t>l</a:t>
            </a:r>
            <a:r>
              <a:rPr sz="2050" spc="-105" dirty="0">
                <a:latin typeface="Tahoma"/>
                <a:cs typeface="Tahoma"/>
              </a:rPr>
              <a:t>o</a:t>
            </a:r>
            <a:r>
              <a:rPr sz="2050" spc="-100" dirty="0">
                <a:latin typeface="Tahoma"/>
                <a:cs typeface="Tahoma"/>
              </a:rPr>
              <a:t>g</a:t>
            </a:r>
            <a:r>
              <a:rPr sz="2025" i="1" spc="-195" baseline="-20576" dirty="0">
                <a:latin typeface="Trebuchet MS"/>
                <a:cs typeface="Trebuchet MS"/>
              </a:rPr>
              <a:t>b</a:t>
            </a:r>
            <a:r>
              <a:rPr sz="2025" i="1" spc="30" baseline="-20576" dirty="0">
                <a:latin typeface="Trebuchet MS"/>
                <a:cs typeface="Trebuchet MS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25" spc="75" baseline="30864" dirty="0">
                <a:latin typeface="PMingLiU"/>
                <a:cs typeface="PMingLiU"/>
              </a:rPr>
              <a:t>l</a:t>
            </a:r>
            <a:r>
              <a:rPr sz="2025" spc="142" baseline="30864" dirty="0">
                <a:latin typeface="PMingLiU"/>
                <a:cs typeface="PMingLiU"/>
              </a:rPr>
              <a:t>o</a:t>
            </a:r>
            <a:r>
              <a:rPr sz="2025" spc="165" baseline="30864" dirty="0">
                <a:latin typeface="PMingLiU"/>
                <a:cs typeface="PMingLiU"/>
              </a:rPr>
              <a:t>g</a:t>
            </a:r>
            <a:r>
              <a:rPr sz="1500" i="1" spc="112" baseline="22222" dirty="0">
                <a:latin typeface="Arial"/>
                <a:cs typeface="Arial"/>
              </a:rPr>
              <a:t>c</a:t>
            </a:r>
            <a:r>
              <a:rPr sz="1500" i="1" spc="75" baseline="22222" dirty="0">
                <a:latin typeface="Arial"/>
                <a:cs typeface="Arial"/>
              </a:rPr>
              <a:t> </a:t>
            </a:r>
            <a:r>
              <a:rPr sz="2025" i="1" spc="337" baseline="30864" dirty="0">
                <a:latin typeface="Trebuchet MS"/>
                <a:cs typeface="Trebuchet MS"/>
              </a:rPr>
              <a:t>n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loga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se </a:t>
            </a:r>
            <a:r>
              <a:rPr sz="2050" i="1" spc="-285" dirty="0">
                <a:latin typeface="Arial"/>
                <a:cs typeface="Arial"/>
              </a:rPr>
              <a:t>b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igualdad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90" dirty="0">
                <a:latin typeface="Tahoma"/>
                <a:cs typeface="Tahoma"/>
              </a:rPr>
              <a:t>l</a:t>
            </a:r>
            <a:r>
              <a:rPr sz="2050" spc="-105" dirty="0">
                <a:latin typeface="Tahoma"/>
                <a:cs typeface="Tahoma"/>
              </a:rPr>
              <a:t>o</a:t>
            </a:r>
            <a:r>
              <a:rPr sz="2050" spc="-100" dirty="0">
                <a:latin typeface="Tahoma"/>
                <a:cs typeface="Tahoma"/>
              </a:rPr>
              <a:t>g</a:t>
            </a:r>
            <a:r>
              <a:rPr sz="2025" i="1" spc="-195" baseline="-20576" dirty="0">
                <a:latin typeface="Trebuchet MS"/>
                <a:cs typeface="Trebuchet MS"/>
              </a:rPr>
              <a:t>b</a:t>
            </a:r>
            <a:r>
              <a:rPr sz="2025" i="1" spc="37" baseline="-20576" dirty="0">
                <a:latin typeface="Trebuchet MS"/>
                <a:cs typeface="Trebuchet MS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90" dirty="0">
                <a:latin typeface="Tahoma"/>
                <a:cs typeface="Tahoma"/>
              </a:rPr>
              <a:t>l</a:t>
            </a:r>
            <a:r>
              <a:rPr sz="2050" spc="-105" dirty="0">
                <a:latin typeface="Tahoma"/>
                <a:cs typeface="Tahoma"/>
              </a:rPr>
              <a:t>o</a:t>
            </a:r>
            <a:r>
              <a:rPr sz="2050" spc="-95" dirty="0">
                <a:latin typeface="Tahoma"/>
                <a:cs typeface="Tahoma"/>
              </a:rPr>
              <a:t>g</a:t>
            </a:r>
            <a:r>
              <a:rPr sz="2025" i="1" spc="-195" baseline="-20576" dirty="0">
                <a:latin typeface="Trebuchet MS"/>
                <a:cs typeface="Trebuchet MS"/>
              </a:rPr>
              <a:t>b</a:t>
            </a:r>
            <a:r>
              <a:rPr sz="2025" i="1" spc="30" baseline="-20576" dirty="0">
                <a:latin typeface="Trebuchet MS"/>
                <a:cs typeface="Trebuchet MS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25" spc="75" baseline="30864" dirty="0">
                <a:latin typeface="PMingLiU"/>
                <a:cs typeface="PMingLiU"/>
              </a:rPr>
              <a:t>l</a:t>
            </a:r>
            <a:r>
              <a:rPr sz="2025" spc="142" baseline="30864" dirty="0">
                <a:latin typeface="PMingLiU"/>
                <a:cs typeface="PMingLiU"/>
              </a:rPr>
              <a:t>o</a:t>
            </a:r>
            <a:r>
              <a:rPr sz="2025" spc="165" baseline="30864" dirty="0">
                <a:latin typeface="PMingLiU"/>
                <a:cs typeface="PMingLiU"/>
              </a:rPr>
              <a:t>g</a:t>
            </a:r>
            <a:r>
              <a:rPr sz="1500" i="1" spc="112" baseline="22222" dirty="0">
                <a:latin typeface="Arial"/>
                <a:cs typeface="Arial"/>
              </a:rPr>
              <a:t>c</a:t>
            </a:r>
            <a:r>
              <a:rPr sz="1500" i="1" spc="75" baseline="22222" dirty="0">
                <a:latin typeface="Arial"/>
                <a:cs typeface="Arial"/>
              </a:rPr>
              <a:t> </a:t>
            </a:r>
            <a:r>
              <a:rPr sz="2025" i="1" spc="217" baseline="30864" dirty="0">
                <a:latin typeface="Trebuchet MS"/>
                <a:cs typeface="Trebuchet MS"/>
              </a:rPr>
              <a:t>n</a:t>
            </a:r>
            <a:r>
              <a:rPr sz="2025" i="1" baseline="30864" dirty="0">
                <a:latin typeface="Trebuchet MS"/>
                <a:cs typeface="Trebuchet MS"/>
              </a:rPr>
              <a:t> </a:t>
            </a:r>
            <a:r>
              <a:rPr sz="2025" i="1" spc="-232" baseline="30864" dirty="0">
                <a:latin typeface="Trebuchet MS"/>
                <a:cs typeface="Trebuchet MS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90" dirty="0">
                <a:latin typeface="Tahoma"/>
                <a:cs typeface="Tahoma"/>
              </a:rPr>
              <a:t>l</a:t>
            </a:r>
            <a:r>
              <a:rPr sz="2050" spc="-105" dirty="0">
                <a:latin typeface="Tahoma"/>
                <a:cs typeface="Tahoma"/>
              </a:rPr>
              <a:t>o</a:t>
            </a:r>
            <a:r>
              <a:rPr sz="2050" spc="-100" dirty="0">
                <a:latin typeface="Tahoma"/>
                <a:cs typeface="Tahoma"/>
              </a:rPr>
              <a:t>g</a:t>
            </a:r>
            <a:r>
              <a:rPr sz="2025" i="1" spc="15" baseline="-20576" dirty="0">
                <a:latin typeface="Trebuchet MS"/>
                <a:cs typeface="Trebuchet MS"/>
              </a:rPr>
              <a:t>c</a:t>
            </a:r>
            <a:r>
              <a:rPr sz="2025" i="1" spc="30" baseline="-20576" dirty="0">
                <a:latin typeface="Trebuchet MS"/>
                <a:cs typeface="Trebuchet MS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×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90" dirty="0">
                <a:latin typeface="Tahoma"/>
                <a:cs typeface="Tahoma"/>
              </a:rPr>
              <a:t>l</a:t>
            </a:r>
            <a:r>
              <a:rPr sz="2050" spc="-105" dirty="0">
                <a:latin typeface="Tahoma"/>
                <a:cs typeface="Tahoma"/>
              </a:rPr>
              <a:t>o</a:t>
            </a:r>
            <a:r>
              <a:rPr sz="2050" spc="-100" dirty="0">
                <a:latin typeface="Tahoma"/>
                <a:cs typeface="Tahoma"/>
              </a:rPr>
              <a:t>g</a:t>
            </a:r>
            <a:r>
              <a:rPr sz="2025" i="1" spc="-195" baseline="-20576" dirty="0">
                <a:latin typeface="Trebuchet MS"/>
                <a:cs typeface="Trebuchet MS"/>
              </a:rPr>
              <a:t>b</a:t>
            </a:r>
            <a:r>
              <a:rPr sz="2025" i="1" spc="37" baseline="-20576" dirty="0">
                <a:latin typeface="Trebuchet MS"/>
                <a:cs typeface="Trebuchet MS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23845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0056" y="855737"/>
            <a:ext cx="4303395" cy="402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c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i="1" spc="-5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26830" y="1573847"/>
            <a:ext cx="5704205" cy="0"/>
          </a:xfrm>
          <a:custGeom>
            <a:avLst/>
            <a:gdLst/>
            <a:ahLst/>
            <a:cxnLst/>
            <a:rect l="l" t="t" r="r" b="b"/>
            <a:pathLst>
              <a:path w="5704205">
                <a:moveTo>
                  <a:pt x="0" y="0"/>
                </a:moveTo>
                <a:lnTo>
                  <a:pt x="570379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31224" y="1573911"/>
            <a:ext cx="0" cy="3040380"/>
          </a:xfrm>
          <a:custGeom>
            <a:avLst/>
            <a:gdLst/>
            <a:ahLst/>
            <a:cxnLst/>
            <a:rect l="l" t="t" r="r" b="b"/>
            <a:pathLst>
              <a:path h="3040379">
                <a:moveTo>
                  <a:pt x="0" y="3040380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226221" y="1573911"/>
            <a:ext cx="0" cy="3040380"/>
          </a:xfrm>
          <a:custGeom>
            <a:avLst/>
            <a:gdLst/>
            <a:ahLst/>
            <a:cxnLst/>
            <a:rect l="l" t="t" r="r" b="b"/>
            <a:pathLst>
              <a:path h="3040379">
                <a:moveTo>
                  <a:pt x="0" y="3040380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26830" y="4614227"/>
            <a:ext cx="5704205" cy="0"/>
          </a:xfrm>
          <a:custGeom>
            <a:avLst/>
            <a:gdLst/>
            <a:ahLst/>
            <a:cxnLst/>
            <a:rect l="l" t="t" r="r" b="b"/>
            <a:pathLst>
              <a:path w="5704205">
                <a:moveTo>
                  <a:pt x="0" y="0"/>
                </a:moveTo>
                <a:lnTo>
                  <a:pt x="570379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29652" y="6744271"/>
            <a:ext cx="153670" cy="0"/>
          </a:xfrm>
          <a:custGeom>
            <a:avLst/>
            <a:gdLst/>
            <a:ahLst/>
            <a:cxnLst/>
            <a:rect l="l" t="t" r="r" b="b"/>
            <a:pathLst>
              <a:path w="153670">
                <a:moveTo>
                  <a:pt x="0" y="0"/>
                </a:moveTo>
                <a:lnTo>
                  <a:pt x="153390" y="0"/>
                </a:lnTo>
              </a:path>
            </a:pathLst>
          </a:custGeom>
          <a:ln w="105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99371" y="7107631"/>
            <a:ext cx="153670" cy="0"/>
          </a:xfrm>
          <a:custGeom>
            <a:avLst/>
            <a:gdLst/>
            <a:ahLst/>
            <a:cxnLst/>
            <a:rect l="l" t="t" r="r" b="b"/>
            <a:pathLst>
              <a:path w="153670">
                <a:moveTo>
                  <a:pt x="0" y="0"/>
                </a:moveTo>
                <a:lnTo>
                  <a:pt x="153390" y="0"/>
                </a:lnTo>
              </a:path>
            </a:pathLst>
          </a:custGeom>
          <a:ln w="105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10055" y="4804511"/>
            <a:ext cx="8125459" cy="2574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b="1" spc="10" dirty="0">
                <a:latin typeface="Arial"/>
                <a:cs typeface="Arial"/>
              </a:rPr>
              <a:t>E</a:t>
            </a:r>
            <a:r>
              <a:rPr sz="2050" b="1" spc="-20" dirty="0">
                <a:latin typeface="Arial"/>
                <a:cs typeface="Arial"/>
              </a:rPr>
              <a:t>x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plo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))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01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Suponha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ês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hos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15" dirty="0">
                <a:latin typeface="Arial"/>
                <a:cs typeface="Arial"/>
              </a:rPr>
              <a:t>ujos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empos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2025" spc="262" baseline="28806" dirty="0">
                <a:latin typeface="PMingLiU"/>
                <a:cs typeface="PMingLiU"/>
              </a:rPr>
              <a:t>2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-200" dirty="0">
                <a:latin typeface="Arial"/>
                <a:cs typeface="Arial"/>
              </a:rPr>
              <a:t> </a:t>
            </a:r>
            <a:r>
              <a:rPr sz="1850" spc="35" dirty="0">
                <a:latin typeface="PMingLiU"/>
                <a:cs typeface="PMingLiU"/>
              </a:rPr>
              <a:t>l</a:t>
            </a:r>
            <a:r>
              <a:rPr sz="1850" spc="65" dirty="0">
                <a:latin typeface="PMingLiU"/>
                <a:cs typeface="PMingLiU"/>
              </a:rPr>
              <a:t>o</a:t>
            </a:r>
            <a:r>
              <a:rPr sz="1850" spc="70" dirty="0">
                <a:latin typeface="PMingLiU"/>
                <a:cs typeface="PMingLiU"/>
              </a:rPr>
              <a:t>g</a:t>
            </a:r>
            <a:r>
              <a:rPr sz="1850" spc="-145" dirty="0">
                <a:latin typeface="PMingLiU"/>
                <a:cs typeface="PMingLiU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5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empo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imei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40" dirty="0">
                <a:latin typeface="Arial"/>
                <a:cs typeface="Arial"/>
              </a:rPr>
              <a:t>ma</a:t>
            </a:r>
            <a:r>
              <a:rPr sz="1850" i="1" spc="150" dirty="0">
                <a:latin typeface="Arial"/>
                <a:cs typeface="Arial"/>
              </a:rPr>
              <a:t>x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5" dirty="0">
                <a:latin typeface="Arial"/>
                <a:cs typeface="Arial"/>
              </a:rPr>
              <a:t>,</a:t>
            </a:r>
            <a:r>
              <a:rPr sz="1850" i="1" spc="-200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2025" spc="262" baseline="28806" dirty="0">
                <a:latin typeface="PMingLiU"/>
                <a:cs typeface="PMingLiU"/>
              </a:rPr>
              <a:t>2</a:t>
            </a:r>
            <a:r>
              <a:rPr sz="1850" spc="150" dirty="0">
                <a:latin typeface="PMingLiU"/>
                <a:cs typeface="PMingLiU"/>
              </a:rPr>
              <a:t>))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2025" spc="262" baseline="28806" dirty="0">
                <a:latin typeface="PMingLiU"/>
                <a:cs typeface="PMingLiU"/>
              </a:rPr>
              <a:t>2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54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empo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ês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hos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40" dirty="0">
                <a:latin typeface="Arial"/>
                <a:cs typeface="Arial"/>
              </a:rPr>
              <a:t>ma</a:t>
            </a:r>
            <a:r>
              <a:rPr sz="1850" i="1" spc="150" dirty="0">
                <a:latin typeface="Arial"/>
                <a:cs typeface="Arial"/>
              </a:rPr>
              <a:t>x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2025" spc="262" baseline="28806" dirty="0">
                <a:latin typeface="PMingLiU"/>
                <a:cs typeface="PMingLiU"/>
              </a:rPr>
              <a:t>2</a:t>
            </a:r>
            <a:r>
              <a:rPr sz="1850" i="1" spc="5" dirty="0">
                <a:latin typeface="Arial"/>
                <a:cs typeface="Arial"/>
              </a:rPr>
              <a:t>,</a:t>
            </a:r>
            <a:r>
              <a:rPr sz="1850" i="1" spc="-200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-200" dirty="0">
                <a:latin typeface="Arial"/>
                <a:cs typeface="Arial"/>
              </a:rPr>
              <a:t> </a:t>
            </a:r>
            <a:r>
              <a:rPr sz="1850" spc="35" dirty="0">
                <a:latin typeface="PMingLiU"/>
                <a:cs typeface="PMingLiU"/>
              </a:rPr>
              <a:t>l</a:t>
            </a:r>
            <a:r>
              <a:rPr sz="1850" spc="65" dirty="0">
                <a:latin typeface="PMingLiU"/>
                <a:cs typeface="PMingLiU"/>
              </a:rPr>
              <a:t>o</a:t>
            </a:r>
            <a:r>
              <a:rPr sz="1850" spc="70" dirty="0">
                <a:latin typeface="PMingLiU"/>
                <a:cs typeface="PMingLiU"/>
              </a:rPr>
              <a:t>g</a:t>
            </a:r>
            <a:r>
              <a:rPr sz="1850" spc="-145" dirty="0">
                <a:latin typeface="PMingLiU"/>
                <a:cs typeface="PMingLiU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))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2025" spc="262" baseline="28806" dirty="0">
                <a:latin typeface="PMingLiU"/>
                <a:cs typeface="PMingLiU"/>
              </a:rPr>
              <a:t>2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2050" b="1" spc="10" dirty="0">
                <a:latin typeface="Arial"/>
                <a:cs typeface="Arial"/>
              </a:rPr>
              <a:t>E</a:t>
            </a:r>
            <a:r>
              <a:rPr sz="2050" b="1" spc="-20" dirty="0">
                <a:latin typeface="Arial"/>
                <a:cs typeface="Arial"/>
              </a:rPr>
              <a:t>x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plo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produt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29" dirty="0">
                <a:latin typeface="Tahoma"/>
                <a:cs typeface="Tahoma"/>
              </a:rPr>
              <a:t>[</a:t>
            </a:r>
            <a:r>
              <a:rPr sz="2050" spc="90" dirty="0">
                <a:latin typeface="Tahoma"/>
                <a:cs typeface="Tahoma"/>
              </a:rPr>
              <a:t>l</a:t>
            </a:r>
            <a:r>
              <a:rPr sz="2050" spc="-105" dirty="0">
                <a:latin typeface="Tahoma"/>
                <a:cs typeface="Tahoma"/>
              </a:rPr>
              <a:t>o</a:t>
            </a:r>
            <a:r>
              <a:rPr sz="2050" spc="-125" dirty="0">
                <a:latin typeface="Tahoma"/>
                <a:cs typeface="Tahoma"/>
              </a:rPr>
              <a:t>g</a:t>
            </a:r>
            <a:r>
              <a:rPr sz="2050" spc="-270" dirty="0">
                <a:latin typeface="Tahoma"/>
                <a:cs typeface="Tahom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-45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229" dirty="0">
                <a:latin typeface="Tahoma"/>
                <a:cs typeface="Tahoma"/>
              </a:rPr>
              <a:t>]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29" dirty="0">
                <a:latin typeface="Tahoma"/>
                <a:cs typeface="Tahom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3075" spc="97" baseline="40650" dirty="0">
                <a:latin typeface="Lucida Sans Unicode"/>
                <a:cs typeface="Lucida Sans Unicode"/>
              </a:rPr>
              <a:t>√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229" dirty="0">
                <a:latin typeface="Tahoma"/>
                <a:cs typeface="Tahoma"/>
              </a:rPr>
              <a:t>]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90" dirty="0">
                <a:latin typeface="Tahoma"/>
                <a:cs typeface="Tahoma"/>
              </a:rPr>
              <a:t>l</a:t>
            </a:r>
            <a:r>
              <a:rPr sz="2050" spc="-105" dirty="0">
                <a:latin typeface="Tahoma"/>
                <a:cs typeface="Tahoma"/>
              </a:rPr>
              <a:t>o</a:t>
            </a:r>
            <a:r>
              <a:rPr sz="2050" spc="-125" dirty="0">
                <a:latin typeface="Tahoma"/>
                <a:cs typeface="Tahoma"/>
              </a:rPr>
              <a:t>g</a:t>
            </a:r>
            <a:r>
              <a:rPr sz="2050" spc="-270" dirty="0">
                <a:latin typeface="Tahoma"/>
                <a:cs typeface="Tahom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3075" spc="97" baseline="40650" dirty="0">
                <a:latin typeface="Lucida Sans Unicode"/>
                <a:cs typeface="Lucida Sans Unicode"/>
              </a:rPr>
              <a:t>√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90" dirty="0">
                <a:latin typeface="Tahoma"/>
                <a:cs typeface="Tahoma"/>
              </a:rPr>
              <a:t>l</a:t>
            </a:r>
            <a:r>
              <a:rPr sz="2050" spc="-105" dirty="0">
                <a:latin typeface="Tahoma"/>
                <a:cs typeface="Tahoma"/>
              </a:rPr>
              <a:t>o</a:t>
            </a:r>
            <a:r>
              <a:rPr sz="2050" spc="-125" dirty="0">
                <a:latin typeface="Tahoma"/>
                <a:cs typeface="Tahoma"/>
              </a:rPr>
              <a:t>g</a:t>
            </a:r>
            <a:r>
              <a:rPr sz="2050" spc="-270" dirty="0">
                <a:latin typeface="Tahoma"/>
                <a:cs typeface="Tahom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31224" y="1599464"/>
          <a:ext cx="5695315" cy="1689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7731"/>
                <a:gridCol w="418426"/>
                <a:gridCol w="2958839"/>
              </a:tblGrid>
              <a:tr h="875935">
                <a:tc>
                  <a:txBody>
                    <a:bodyPr/>
                    <a:lstStyle/>
                    <a:p>
                      <a:pPr marL="866140" indent="834390">
                        <a:lnSpc>
                          <a:spcPts val="2310"/>
                        </a:lnSpc>
                      </a:pPr>
                      <a:r>
                        <a:rPr sz="2050" i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2050" i="1" spc="-3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)</a:t>
                      </a:r>
                      <a:endParaRPr sz="2050">
                        <a:latin typeface="Tahoma"/>
                        <a:cs typeface="Tahoma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2050" i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205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Lucida Sans Unicode"/>
                          <a:cs typeface="Lucida Sans Unicode"/>
                        </a:rPr>
                        <a:t>×</a:t>
                      </a:r>
                      <a:r>
                        <a:rPr sz="2050" spc="-190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050" i="1" spc="5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2050" i="1" spc="-3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))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ts val="2310"/>
                        </a:lnSpc>
                      </a:pPr>
                      <a:r>
                        <a:rPr sz="2050" dirty="0">
                          <a:latin typeface="Tahoma"/>
                          <a:cs typeface="Tahoma"/>
                        </a:rPr>
                        <a:t>=</a:t>
                      </a:r>
                      <a:endParaRPr sz="2050">
                        <a:latin typeface="Tahoma"/>
                        <a:cs typeface="Tahoma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2050" dirty="0">
                          <a:latin typeface="Tahoma"/>
                          <a:cs typeface="Tahoma"/>
                        </a:rPr>
                        <a:t>=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ts val="2310"/>
                        </a:lnSpc>
                      </a:pPr>
                      <a:r>
                        <a:rPr sz="2050" i="1" spc="5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2050" i="1" spc="-3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))</a:t>
                      </a:r>
                      <a:endParaRPr sz="2050">
                        <a:latin typeface="Tahoma"/>
                        <a:cs typeface="Tahoma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  <a:spcBef>
                          <a:spcPts val="1000"/>
                        </a:spcBef>
                        <a:tabLst>
                          <a:tab pos="1330960" algn="l"/>
                        </a:tabLst>
                      </a:pPr>
                      <a:r>
                        <a:rPr sz="2050" i="1" spc="5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2050" i="1" spc="-3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))	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c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050" spc="-7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constante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98960">
                <a:tc>
                  <a:txBody>
                    <a:bodyPr/>
                    <a:lstStyle/>
                    <a:p>
                      <a:pPr marR="101600" algn="r">
                        <a:lnSpc>
                          <a:spcPts val="2335"/>
                        </a:lnSpc>
                      </a:pPr>
                      <a:r>
                        <a:rPr sz="2050" i="1" spc="5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2050" i="1" spc="-3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))</a:t>
                      </a:r>
                      <a:r>
                        <a:rPr sz="2050" spc="-1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+</a:t>
                      </a:r>
                      <a:r>
                        <a:rPr sz="2050" spc="-1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50" i="1" spc="5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2050" i="1" spc="-3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))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1600" algn="r">
                        <a:lnSpc>
                          <a:spcPts val="2335"/>
                        </a:lnSpc>
                      </a:pPr>
                      <a:r>
                        <a:rPr sz="2050" dirty="0">
                          <a:latin typeface="Tahoma"/>
                          <a:cs typeface="Tahoma"/>
                        </a:rPr>
                        <a:t>=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ts val="2335"/>
                        </a:lnSpc>
                      </a:pPr>
                      <a:r>
                        <a:rPr sz="2050" i="1" spc="5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2050" i="1" spc="-3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))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</a:tr>
              <a:tr h="414635">
                <a:tc>
                  <a:txBody>
                    <a:bodyPr/>
                    <a:lstStyle/>
                    <a:p>
                      <a:pPr marR="10160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50" i="1" spc="5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spc="5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2050" i="1" spc="-3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))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160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50" dirty="0">
                          <a:latin typeface="Tahoma"/>
                          <a:cs typeface="Tahoma"/>
                        </a:rPr>
                        <a:t>=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50" i="1" spc="5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2050" i="1" spc="-3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))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601188" y="3339034"/>
          <a:ext cx="5015230" cy="1269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7710"/>
                <a:gridCol w="418483"/>
                <a:gridCol w="2348492"/>
              </a:tblGrid>
              <a:tr h="414635">
                <a:tc>
                  <a:txBody>
                    <a:bodyPr/>
                    <a:lstStyle/>
                    <a:p>
                      <a:pPr marR="101600" algn="r">
                        <a:lnSpc>
                          <a:spcPct val="100000"/>
                        </a:lnSpc>
                      </a:pPr>
                      <a:r>
                        <a:rPr sz="2050" i="1" spc="5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2050" i="1" spc="-3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))</a:t>
                      </a:r>
                      <a:r>
                        <a:rPr sz="2050" spc="-1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+</a:t>
                      </a:r>
                      <a:r>
                        <a:rPr sz="2050" spc="-1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50" i="1" spc="5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spc="75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))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1600" algn="r">
                        <a:lnSpc>
                          <a:spcPct val="100000"/>
                        </a:lnSpc>
                      </a:pPr>
                      <a:r>
                        <a:rPr sz="2050" dirty="0">
                          <a:latin typeface="Tahoma"/>
                          <a:cs typeface="Tahoma"/>
                        </a:rPr>
                        <a:t>=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</a:pPr>
                      <a:r>
                        <a:rPr sz="2050" i="1" spc="5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max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2050" i="1" spc="-3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2050" i="1" spc="-2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i="1" spc="75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)))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</a:tr>
              <a:tr h="439712">
                <a:tc>
                  <a:txBody>
                    <a:bodyPr/>
                    <a:lstStyle/>
                    <a:p>
                      <a:pPr marR="10160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50" i="1" spc="5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2050" i="1" spc="-3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))</a:t>
                      </a:r>
                      <a:r>
                        <a:rPr sz="2050" i="1" spc="5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spc="75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))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160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50" dirty="0">
                          <a:latin typeface="Tahoma"/>
                          <a:cs typeface="Tahoma"/>
                        </a:rPr>
                        <a:t>=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50" i="1" spc="5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2050" i="1" spc="-3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2050" i="1" spc="75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))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</a:tr>
              <a:tr h="414635">
                <a:tc>
                  <a:txBody>
                    <a:bodyPr/>
                    <a:lstStyle/>
                    <a:p>
                      <a:pPr marR="10160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50" i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2050" i="1" spc="-3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2050" i="1" spc="5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spc="75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))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160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50" dirty="0">
                          <a:latin typeface="Tahoma"/>
                          <a:cs typeface="Tahoma"/>
                        </a:rPr>
                        <a:t>=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50" i="1" spc="5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2050" i="1" spc="-3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)</a:t>
                      </a:r>
                      <a:r>
                        <a:rPr sz="2050" i="1" spc="75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))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47095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746436" y="5685472"/>
            <a:ext cx="604520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5" dirty="0">
                <a:latin typeface="Times New Roman"/>
                <a:cs typeface="Times New Roman"/>
              </a:rPr>
              <a:t>c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f</a:t>
            </a:r>
            <a:r>
              <a:rPr sz="1800" i="1" spc="-35" dirty="0">
                <a:latin typeface="Times New Roman"/>
                <a:cs typeface="Times New Roman"/>
              </a:rPr>
              <a:t> </a:t>
            </a:r>
            <a:r>
              <a:rPr sz="2700" spc="-7" baseline="3086" dirty="0">
                <a:latin typeface="Times New Roman"/>
                <a:cs typeface="Times New Roman"/>
              </a:rPr>
              <a:t>(</a:t>
            </a:r>
            <a:r>
              <a:rPr sz="2700" spc="-367" baseline="3086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n</a:t>
            </a:r>
            <a:r>
              <a:rPr sz="1800" i="1" spc="-210" dirty="0">
                <a:latin typeface="Times New Roman"/>
                <a:cs typeface="Times New Roman"/>
              </a:rPr>
              <a:t> </a:t>
            </a:r>
            <a:r>
              <a:rPr sz="2700" spc="-7" baseline="3086" dirty="0">
                <a:latin typeface="Times New Roman"/>
                <a:cs typeface="Times New Roman"/>
              </a:rPr>
              <a:t>)</a:t>
            </a:r>
            <a:endParaRPr sz="2700" baseline="3086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46492" y="6749008"/>
            <a:ext cx="3027680" cy="0"/>
          </a:xfrm>
          <a:custGeom>
            <a:avLst/>
            <a:gdLst/>
            <a:ahLst/>
            <a:cxnLst/>
            <a:rect l="l" t="t" r="r" b="b"/>
            <a:pathLst>
              <a:path w="3027679">
                <a:moveTo>
                  <a:pt x="0" y="0"/>
                </a:moveTo>
                <a:lnTo>
                  <a:pt x="3027349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17645" y="6707543"/>
            <a:ext cx="156210" cy="83185"/>
          </a:xfrm>
          <a:custGeom>
            <a:avLst/>
            <a:gdLst/>
            <a:ahLst/>
            <a:cxnLst/>
            <a:rect l="l" t="t" r="r" b="b"/>
            <a:pathLst>
              <a:path w="156210" h="83184">
                <a:moveTo>
                  <a:pt x="156197" y="41465"/>
                </a:moveTo>
                <a:lnTo>
                  <a:pt x="0" y="0"/>
                </a:lnTo>
                <a:lnTo>
                  <a:pt x="31788" y="41465"/>
                </a:lnTo>
                <a:lnTo>
                  <a:pt x="31788" y="74502"/>
                </a:lnTo>
                <a:lnTo>
                  <a:pt x="156197" y="41465"/>
                </a:lnTo>
                <a:close/>
              </a:path>
              <a:path w="156210" h="83184">
                <a:moveTo>
                  <a:pt x="31788" y="74502"/>
                </a:moveTo>
                <a:lnTo>
                  <a:pt x="31788" y="41465"/>
                </a:lnTo>
                <a:lnTo>
                  <a:pt x="0" y="82943"/>
                </a:lnTo>
                <a:lnTo>
                  <a:pt x="31788" y="745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17645" y="6707543"/>
            <a:ext cx="156210" cy="83185"/>
          </a:xfrm>
          <a:custGeom>
            <a:avLst/>
            <a:gdLst/>
            <a:ahLst/>
            <a:cxnLst/>
            <a:rect l="l" t="t" r="r" b="b"/>
            <a:pathLst>
              <a:path w="156210" h="83184">
                <a:moveTo>
                  <a:pt x="0" y="82943"/>
                </a:moveTo>
                <a:lnTo>
                  <a:pt x="156197" y="41465"/>
                </a:lnTo>
                <a:lnTo>
                  <a:pt x="0" y="0"/>
                </a:lnTo>
                <a:lnTo>
                  <a:pt x="31788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92960" y="5940336"/>
            <a:ext cx="0" cy="808990"/>
          </a:xfrm>
          <a:custGeom>
            <a:avLst/>
            <a:gdLst/>
            <a:ahLst/>
            <a:cxnLst/>
            <a:rect l="l" t="t" r="r" b="b"/>
            <a:pathLst>
              <a:path h="808990">
                <a:moveTo>
                  <a:pt x="0" y="0"/>
                </a:moveTo>
                <a:lnTo>
                  <a:pt x="0" y="808672"/>
                </a:lnTo>
              </a:path>
            </a:pathLst>
          </a:custGeom>
          <a:ln w="10367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46492" y="5339016"/>
            <a:ext cx="0" cy="154940"/>
          </a:xfrm>
          <a:custGeom>
            <a:avLst/>
            <a:gdLst/>
            <a:ahLst/>
            <a:cxnLst/>
            <a:rect l="l" t="t" r="r" b="b"/>
            <a:pathLst>
              <a:path h="154939">
                <a:moveTo>
                  <a:pt x="0" y="0"/>
                </a:moveTo>
                <a:lnTo>
                  <a:pt x="0" y="154825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05019" y="5339016"/>
            <a:ext cx="83185" cy="154940"/>
          </a:xfrm>
          <a:custGeom>
            <a:avLst/>
            <a:gdLst/>
            <a:ahLst/>
            <a:cxnLst/>
            <a:rect l="l" t="t" r="r" b="b"/>
            <a:pathLst>
              <a:path w="83184" h="154939">
                <a:moveTo>
                  <a:pt x="82941" y="154825"/>
                </a:moveTo>
                <a:lnTo>
                  <a:pt x="41473" y="0"/>
                </a:lnTo>
                <a:lnTo>
                  <a:pt x="0" y="154825"/>
                </a:lnTo>
                <a:lnTo>
                  <a:pt x="41473" y="124409"/>
                </a:lnTo>
                <a:lnTo>
                  <a:pt x="82941" y="1548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05019" y="5339016"/>
            <a:ext cx="83185" cy="154940"/>
          </a:xfrm>
          <a:custGeom>
            <a:avLst/>
            <a:gdLst/>
            <a:ahLst/>
            <a:cxnLst/>
            <a:rect l="l" t="t" r="r" b="b"/>
            <a:pathLst>
              <a:path w="83184" h="154939">
                <a:moveTo>
                  <a:pt x="82941" y="154825"/>
                </a:moveTo>
                <a:lnTo>
                  <a:pt x="41473" y="0"/>
                </a:lnTo>
                <a:lnTo>
                  <a:pt x="0" y="154825"/>
                </a:lnTo>
                <a:lnTo>
                  <a:pt x="41473" y="124409"/>
                </a:lnTo>
                <a:lnTo>
                  <a:pt x="82941" y="154825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46492" y="5878131"/>
            <a:ext cx="2488565" cy="373380"/>
          </a:xfrm>
          <a:custGeom>
            <a:avLst/>
            <a:gdLst/>
            <a:ahLst/>
            <a:cxnLst/>
            <a:rect l="l" t="t" r="r" b="b"/>
            <a:pathLst>
              <a:path w="2488565" h="373379">
                <a:moveTo>
                  <a:pt x="0" y="373240"/>
                </a:moveTo>
                <a:lnTo>
                  <a:pt x="4142" y="369087"/>
                </a:lnTo>
                <a:lnTo>
                  <a:pt x="12437" y="360794"/>
                </a:lnTo>
                <a:lnTo>
                  <a:pt x="26263" y="348348"/>
                </a:lnTo>
                <a:lnTo>
                  <a:pt x="44231" y="333146"/>
                </a:lnTo>
                <a:lnTo>
                  <a:pt x="63583" y="316560"/>
                </a:lnTo>
                <a:lnTo>
                  <a:pt x="81558" y="301345"/>
                </a:lnTo>
                <a:lnTo>
                  <a:pt x="100910" y="287528"/>
                </a:lnTo>
                <a:lnTo>
                  <a:pt x="118878" y="273697"/>
                </a:lnTo>
                <a:lnTo>
                  <a:pt x="136855" y="261264"/>
                </a:lnTo>
                <a:lnTo>
                  <a:pt x="156210" y="250202"/>
                </a:lnTo>
                <a:lnTo>
                  <a:pt x="176936" y="239141"/>
                </a:lnTo>
                <a:lnTo>
                  <a:pt x="193522" y="229463"/>
                </a:lnTo>
                <a:lnTo>
                  <a:pt x="210121" y="219798"/>
                </a:lnTo>
                <a:lnTo>
                  <a:pt x="230847" y="210108"/>
                </a:lnTo>
                <a:lnTo>
                  <a:pt x="251587" y="200444"/>
                </a:lnTo>
                <a:lnTo>
                  <a:pt x="273710" y="189382"/>
                </a:lnTo>
                <a:lnTo>
                  <a:pt x="297205" y="179705"/>
                </a:lnTo>
                <a:lnTo>
                  <a:pt x="322084" y="168643"/>
                </a:lnTo>
                <a:lnTo>
                  <a:pt x="348348" y="158965"/>
                </a:lnTo>
                <a:lnTo>
                  <a:pt x="374611" y="147904"/>
                </a:lnTo>
                <a:lnTo>
                  <a:pt x="400875" y="138239"/>
                </a:lnTo>
                <a:lnTo>
                  <a:pt x="427151" y="128562"/>
                </a:lnTo>
                <a:lnTo>
                  <a:pt x="452031" y="120256"/>
                </a:lnTo>
                <a:lnTo>
                  <a:pt x="478294" y="111963"/>
                </a:lnTo>
                <a:lnTo>
                  <a:pt x="501789" y="105054"/>
                </a:lnTo>
                <a:lnTo>
                  <a:pt x="526669" y="99529"/>
                </a:lnTo>
                <a:lnTo>
                  <a:pt x="550176" y="93992"/>
                </a:lnTo>
                <a:lnTo>
                  <a:pt x="595795" y="84315"/>
                </a:lnTo>
                <a:lnTo>
                  <a:pt x="644169" y="76022"/>
                </a:lnTo>
                <a:lnTo>
                  <a:pt x="692556" y="70497"/>
                </a:lnTo>
                <a:lnTo>
                  <a:pt x="743699" y="66357"/>
                </a:lnTo>
                <a:lnTo>
                  <a:pt x="768591" y="64973"/>
                </a:lnTo>
                <a:lnTo>
                  <a:pt x="793470" y="63588"/>
                </a:lnTo>
                <a:lnTo>
                  <a:pt x="816965" y="63588"/>
                </a:lnTo>
                <a:lnTo>
                  <a:pt x="839089" y="62204"/>
                </a:lnTo>
                <a:lnTo>
                  <a:pt x="1470825" y="62204"/>
                </a:lnTo>
                <a:lnTo>
                  <a:pt x="1501228" y="60820"/>
                </a:lnTo>
                <a:lnTo>
                  <a:pt x="1593850" y="60820"/>
                </a:lnTo>
                <a:lnTo>
                  <a:pt x="1625650" y="59436"/>
                </a:lnTo>
                <a:lnTo>
                  <a:pt x="1657438" y="59436"/>
                </a:lnTo>
                <a:lnTo>
                  <a:pt x="1687855" y="58051"/>
                </a:lnTo>
                <a:lnTo>
                  <a:pt x="1719643" y="58051"/>
                </a:lnTo>
                <a:lnTo>
                  <a:pt x="1750060" y="56667"/>
                </a:lnTo>
                <a:lnTo>
                  <a:pt x="1779092" y="55295"/>
                </a:lnTo>
                <a:lnTo>
                  <a:pt x="1808111" y="53911"/>
                </a:lnTo>
                <a:lnTo>
                  <a:pt x="1837143" y="52527"/>
                </a:lnTo>
                <a:lnTo>
                  <a:pt x="1866176" y="52527"/>
                </a:lnTo>
                <a:lnTo>
                  <a:pt x="1895208" y="49758"/>
                </a:lnTo>
                <a:lnTo>
                  <a:pt x="1924227" y="48374"/>
                </a:lnTo>
                <a:lnTo>
                  <a:pt x="1953260" y="47002"/>
                </a:lnTo>
                <a:lnTo>
                  <a:pt x="1983676" y="44234"/>
                </a:lnTo>
                <a:lnTo>
                  <a:pt x="2016848" y="42849"/>
                </a:lnTo>
                <a:lnTo>
                  <a:pt x="2051418" y="40093"/>
                </a:lnTo>
                <a:lnTo>
                  <a:pt x="2088730" y="35941"/>
                </a:lnTo>
                <a:lnTo>
                  <a:pt x="2128824" y="33172"/>
                </a:lnTo>
                <a:lnTo>
                  <a:pt x="2171674" y="29019"/>
                </a:lnTo>
                <a:lnTo>
                  <a:pt x="2217293" y="24879"/>
                </a:lnTo>
                <a:lnTo>
                  <a:pt x="2264295" y="20739"/>
                </a:lnTo>
                <a:lnTo>
                  <a:pt x="2309914" y="16586"/>
                </a:lnTo>
                <a:lnTo>
                  <a:pt x="2354148" y="12446"/>
                </a:lnTo>
                <a:lnTo>
                  <a:pt x="2395613" y="8293"/>
                </a:lnTo>
                <a:lnTo>
                  <a:pt x="2428786" y="5524"/>
                </a:lnTo>
                <a:lnTo>
                  <a:pt x="2455062" y="2755"/>
                </a:lnTo>
                <a:lnTo>
                  <a:pt x="2473032" y="1384"/>
                </a:lnTo>
                <a:lnTo>
                  <a:pt x="2484081" y="0"/>
                </a:lnTo>
                <a:lnTo>
                  <a:pt x="2488234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46492" y="5380482"/>
            <a:ext cx="2488565" cy="746760"/>
          </a:xfrm>
          <a:custGeom>
            <a:avLst/>
            <a:gdLst/>
            <a:ahLst/>
            <a:cxnLst/>
            <a:rect l="l" t="t" r="r" b="b"/>
            <a:pathLst>
              <a:path w="2488565" h="746760">
                <a:moveTo>
                  <a:pt x="0" y="622058"/>
                </a:moveTo>
                <a:lnTo>
                  <a:pt x="4142" y="619290"/>
                </a:lnTo>
                <a:lnTo>
                  <a:pt x="11057" y="612381"/>
                </a:lnTo>
                <a:lnTo>
                  <a:pt x="23500" y="601319"/>
                </a:lnTo>
                <a:lnTo>
                  <a:pt x="41468" y="587502"/>
                </a:lnTo>
                <a:lnTo>
                  <a:pt x="62204" y="570915"/>
                </a:lnTo>
                <a:lnTo>
                  <a:pt x="85704" y="552945"/>
                </a:lnTo>
                <a:lnTo>
                  <a:pt x="131318" y="522528"/>
                </a:lnTo>
                <a:lnTo>
                  <a:pt x="171411" y="501789"/>
                </a:lnTo>
                <a:lnTo>
                  <a:pt x="204584" y="494880"/>
                </a:lnTo>
                <a:lnTo>
                  <a:pt x="219786" y="496265"/>
                </a:lnTo>
                <a:lnTo>
                  <a:pt x="262648" y="518388"/>
                </a:lnTo>
                <a:lnTo>
                  <a:pt x="293052" y="546023"/>
                </a:lnTo>
                <a:lnTo>
                  <a:pt x="308267" y="564007"/>
                </a:lnTo>
                <a:lnTo>
                  <a:pt x="324853" y="583349"/>
                </a:lnTo>
                <a:lnTo>
                  <a:pt x="341439" y="604088"/>
                </a:lnTo>
                <a:lnTo>
                  <a:pt x="358025" y="624827"/>
                </a:lnTo>
                <a:lnTo>
                  <a:pt x="375996" y="645553"/>
                </a:lnTo>
                <a:lnTo>
                  <a:pt x="393966" y="666292"/>
                </a:lnTo>
                <a:lnTo>
                  <a:pt x="429907" y="703618"/>
                </a:lnTo>
                <a:lnTo>
                  <a:pt x="465848" y="729881"/>
                </a:lnTo>
                <a:lnTo>
                  <a:pt x="518375" y="746467"/>
                </a:lnTo>
                <a:lnTo>
                  <a:pt x="534962" y="745096"/>
                </a:lnTo>
                <a:lnTo>
                  <a:pt x="586117" y="722972"/>
                </a:lnTo>
                <a:lnTo>
                  <a:pt x="626198" y="693940"/>
                </a:lnTo>
                <a:lnTo>
                  <a:pt x="667677" y="656615"/>
                </a:lnTo>
                <a:lnTo>
                  <a:pt x="711911" y="610997"/>
                </a:lnTo>
                <a:lnTo>
                  <a:pt x="735406" y="587502"/>
                </a:lnTo>
                <a:lnTo>
                  <a:pt x="757529" y="562622"/>
                </a:lnTo>
                <a:lnTo>
                  <a:pt x="781024" y="539115"/>
                </a:lnTo>
                <a:lnTo>
                  <a:pt x="803148" y="514235"/>
                </a:lnTo>
                <a:lnTo>
                  <a:pt x="847382" y="468617"/>
                </a:lnTo>
                <a:lnTo>
                  <a:pt x="891616" y="425767"/>
                </a:lnTo>
                <a:lnTo>
                  <a:pt x="937234" y="385673"/>
                </a:lnTo>
                <a:lnTo>
                  <a:pt x="985608" y="346964"/>
                </a:lnTo>
                <a:lnTo>
                  <a:pt x="1011885" y="329006"/>
                </a:lnTo>
                <a:lnTo>
                  <a:pt x="1038148" y="311023"/>
                </a:lnTo>
                <a:lnTo>
                  <a:pt x="1064412" y="293065"/>
                </a:lnTo>
                <a:lnTo>
                  <a:pt x="1093444" y="276466"/>
                </a:lnTo>
                <a:lnTo>
                  <a:pt x="1121092" y="259880"/>
                </a:lnTo>
                <a:lnTo>
                  <a:pt x="1150112" y="244678"/>
                </a:lnTo>
                <a:lnTo>
                  <a:pt x="1177759" y="230860"/>
                </a:lnTo>
                <a:lnTo>
                  <a:pt x="1205407" y="217030"/>
                </a:lnTo>
                <a:lnTo>
                  <a:pt x="1233055" y="204597"/>
                </a:lnTo>
                <a:lnTo>
                  <a:pt x="1259319" y="192151"/>
                </a:lnTo>
                <a:lnTo>
                  <a:pt x="1285582" y="182473"/>
                </a:lnTo>
                <a:lnTo>
                  <a:pt x="1310462" y="172796"/>
                </a:lnTo>
                <a:lnTo>
                  <a:pt x="1333969" y="163118"/>
                </a:lnTo>
                <a:lnTo>
                  <a:pt x="1358849" y="156210"/>
                </a:lnTo>
                <a:lnTo>
                  <a:pt x="1382344" y="147916"/>
                </a:lnTo>
                <a:lnTo>
                  <a:pt x="1405851" y="140995"/>
                </a:lnTo>
                <a:lnTo>
                  <a:pt x="1430731" y="134086"/>
                </a:lnTo>
                <a:lnTo>
                  <a:pt x="1455610" y="127177"/>
                </a:lnTo>
                <a:lnTo>
                  <a:pt x="1480502" y="120269"/>
                </a:lnTo>
                <a:lnTo>
                  <a:pt x="1506766" y="114731"/>
                </a:lnTo>
                <a:lnTo>
                  <a:pt x="1534414" y="109207"/>
                </a:lnTo>
                <a:lnTo>
                  <a:pt x="1562049" y="102298"/>
                </a:lnTo>
                <a:lnTo>
                  <a:pt x="1591081" y="98145"/>
                </a:lnTo>
                <a:lnTo>
                  <a:pt x="1618729" y="92621"/>
                </a:lnTo>
                <a:lnTo>
                  <a:pt x="1647761" y="88468"/>
                </a:lnTo>
                <a:lnTo>
                  <a:pt x="1676793" y="82943"/>
                </a:lnTo>
                <a:lnTo>
                  <a:pt x="1704441" y="78790"/>
                </a:lnTo>
                <a:lnTo>
                  <a:pt x="1733473" y="76022"/>
                </a:lnTo>
                <a:lnTo>
                  <a:pt x="1761121" y="71882"/>
                </a:lnTo>
                <a:lnTo>
                  <a:pt x="1788769" y="69113"/>
                </a:lnTo>
                <a:lnTo>
                  <a:pt x="1817789" y="64973"/>
                </a:lnTo>
                <a:lnTo>
                  <a:pt x="1845437" y="62204"/>
                </a:lnTo>
                <a:lnTo>
                  <a:pt x="1871700" y="59448"/>
                </a:lnTo>
                <a:lnTo>
                  <a:pt x="1897964" y="56680"/>
                </a:lnTo>
                <a:lnTo>
                  <a:pt x="1926996" y="53911"/>
                </a:lnTo>
                <a:lnTo>
                  <a:pt x="1956028" y="49771"/>
                </a:lnTo>
                <a:lnTo>
                  <a:pt x="1989201" y="47002"/>
                </a:lnTo>
                <a:lnTo>
                  <a:pt x="2023770" y="44234"/>
                </a:lnTo>
                <a:lnTo>
                  <a:pt x="2062467" y="40081"/>
                </a:lnTo>
                <a:lnTo>
                  <a:pt x="2103932" y="35941"/>
                </a:lnTo>
                <a:lnTo>
                  <a:pt x="2149563" y="31800"/>
                </a:lnTo>
                <a:lnTo>
                  <a:pt x="2196553" y="27647"/>
                </a:lnTo>
                <a:lnTo>
                  <a:pt x="2246325" y="22123"/>
                </a:lnTo>
                <a:lnTo>
                  <a:pt x="2296083" y="17970"/>
                </a:lnTo>
                <a:lnTo>
                  <a:pt x="2344470" y="13817"/>
                </a:lnTo>
                <a:lnTo>
                  <a:pt x="2387320" y="9677"/>
                </a:lnTo>
                <a:lnTo>
                  <a:pt x="2424645" y="5524"/>
                </a:lnTo>
                <a:lnTo>
                  <a:pt x="2452293" y="2768"/>
                </a:lnTo>
                <a:lnTo>
                  <a:pt x="2471648" y="1384"/>
                </a:lnTo>
                <a:lnTo>
                  <a:pt x="2482710" y="0"/>
                </a:lnTo>
                <a:lnTo>
                  <a:pt x="2488234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818055" y="6707022"/>
            <a:ext cx="190500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5" dirty="0">
                <a:latin typeface="Times New Roman"/>
                <a:cs typeface="Times New Roman"/>
              </a:rPr>
              <a:t>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44085" y="6582612"/>
            <a:ext cx="139700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5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09370" y="866482"/>
            <a:ext cx="8738235" cy="4648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35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spc="30" dirty="0">
                <a:solidFill>
                  <a:srgbClr val="007F7A"/>
                </a:solidFill>
                <a:latin typeface="Tahoma"/>
                <a:cs typeface="Tahoma"/>
              </a:rPr>
              <a:t>Ω</a:t>
            </a:r>
            <a:endParaRPr sz="2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5140" indent="-262255">
              <a:lnSpc>
                <a:spcPct val="100000"/>
              </a:lnSpc>
              <a:buFont typeface="Lucida Sans Unicode"/>
              <a:buChar char="•"/>
              <a:tabLst>
                <a:tab pos="485775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cifica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5140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775" algn="l"/>
              </a:tabLst>
            </a:pPr>
            <a:r>
              <a:rPr sz="2050" b="1" spc="5" dirty="0">
                <a:latin typeface="Arial"/>
                <a:cs typeface="Arial"/>
              </a:rPr>
              <a:t>D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ção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Tahoma"/>
                <a:cs typeface="Tahoma"/>
              </a:rPr>
              <a:t>Ω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endParaRPr sz="2050">
              <a:latin typeface="Arial"/>
              <a:cs typeface="Arial"/>
            </a:endParaRPr>
          </a:p>
          <a:p>
            <a:pPr marL="485140">
              <a:lnSpc>
                <a:spcPct val="100000"/>
              </a:lnSpc>
              <a:spcBef>
                <a:spcPts val="484"/>
              </a:spcBef>
            </a:pP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0" dirty="0">
                <a:latin typeface="Arial"/>
                <a:cs typeface="Arial"/>
              </a:rPr>
              <a:t>m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,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tod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6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5140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775" algn="l"/>
              </a:tabLst>
            </a:pPr>
            <a:r>
              <a:rPr sz="2050" b="1" spc="10" dirty="0">
                <a:latin typeface="Arial"/>
                <a:cs typeface="Arial"/>
              </a:rPr>
              <a:t>E</a:t>
            </a:r>
            <a:r>
              <a:rPr sz="2050" b="1" spc="-20" dirty="0">
                <a:latin typeface="Arial"/>
                <a:cs typeface="Arial"/>
              </a:rPr>
              <a:t>x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3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142" baseline="30864" dirty="0">
                <a:latin typeface="PMingLiU"/>
                <a:cs typeface="PMingLiU"/>
              </a:rPr>
              <a:t>3</a:t>
            </a:r>
            <a:r>
              <a:rPr sz="2025" spc="179" baseline="30864" dirty="0">
                <a:latin typeface="PMingLiU"/>
                <a:cs typeface="PMingLiU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254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142" baseline="30864" dirty="0">
                <a:latin typeface="PMingLiU"/>
                <a:cs typeface="PMingLiU"/>
              </a:rPr>
              <a:t>2</a:t>
            </a:r>
            <a:r>
              <a:rPr sz="2025" baseline="30864" dirty="0">
                <a:latin typeface="PMingLiU"/>
                <a:cs typeface="PMingLiU"/>
              </a:rPr>
              <a:t> </a:t>
            </a:r>
            <a:r>
              <a:rPr sz="2025" spc="-97" baseline="30864" dirty="0">
                <a:latin typeface="PMingLiU"/>
                <a:cs typeface="PMingLiU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20" dirty="0">
                <a:latin typeface="Tahoma"/>
                <a:cs typeface="Tahoma"/>
              </a:rPr>
              <a:t>Ω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3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9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e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142" baseline="30864" dirty="0">
                <a:latin typeface="PMingLiU"/>
                <a:cs typeface="PMingLiU"/>
              </a:rPr>
              <a:t>3</a:t>
            </a:r>
            <a:r>
              <a:rPr sz="2025" baseline="30864" dirty="0">
                <a:latin typeface="PMingLiU"/>
                <a:cs typeface="PMingLiU"/>
              </a:rPr>
              <a:t> </a:t>
            </a:r>
            <a:r>
              <a:rPr sz="2025" spc="-240" baseline="30864" dirty="0">
                <a:latin typeface="PMingLiU"/>
                <a:cs typeface="PMingLiU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142" baseline="30864" dirty="0">
                <a:latin typeface="PMingLiU"/>
                <a:cs typeface="PMingLiU"/>
              </a:rPr>
              <a:t>2</a:t>
            </a:r>
            <a:r>
              <a:rPr sz="2025" baseline="30864" dirty="0">
                <a:latin typeface="PMingLiU"/>
                <a:cs typeface="PMingLiU"/>
              </a:rPr>
              <a:t> </a:t>
            </a:r>
            <a:r>
              <a:rPr sz="2025" spc="-67" baseline="30864" dirty="0">
                <a:latin typeface="PMingLiU"/>
                <a:cs typeface="PMingLiU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142" baseline="30864" dirty="0">
                <a:latin typeface="PMingLiU"/>
                <a:cs typeface="PMingLiU"/>
              </a:rPr>
              <a:t>3</a:t>
            </a:r>
            <a:r>
              <a:rPr sz="2025" baseline="30864" dirty="0">
                <a:latin typeface="PMingLiU"/>
                <a:cs typeface="PMingLiU"/>
              </a:rPr>
              <a:t> </a:t>
            </a:r>
            <a:r>
              <a:rPr sz="2025" spc="-67" baseline="30864" dirty="0">
                <a:latin typeface="PMingLiU"/>
                <a:cs typeface="PMingLiU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0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5140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775" algn="l"/>
              </a:tabLst>
            </a:pPr>
            <a:r>
              <a:rPr sz="2050" b="1" spc="10" dirty="0">
                <a:latin typeface="Arial"/>
                <a:cs typeface="Arial"/>
              </a:rPr>
              <a:t>E</a:t>
            </a:r>
            <a:r>
              <a:rPr sz="2050" b="1" spc="-20" dirty="0">
                <a:latin typeface="Arial"/>
                <a:cs typeface="Arial"/>
              </a:rPr>
              <a:t>x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10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65" dirty="0">
                <a:latin typeface="Arial"/>
                <a:cs typeface="Arial"/>
              </a:rPr>
              <a:t>n</a:t>
            </a:r>
            <a:endParaRPr sz="2050">
              <a:latin typeface="Arial"/>
              <a:cs typeface="Arial"/>
            </a:endParaRPr>
          </a:p>
          <a:p>
            <a:pPr marL="485140">
              <a:lnSpc>
                <a:spcPct val="100000"/>
              </a:lnSpc>
              <a:spcBef>
                <a:spcPts val="484"/>
              </a:spcBef>
            </a:pP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0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Nesse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Tahoma"/>
                <a:cs typeface="Tahoma"/>
              </a:rPr>
              <a:t>Ω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,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10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0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4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6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ts val="1960"/>
              </a:lnSpc>
              <a:spcBef>
                <a:spcPts val="2185"/>
              </a:spcBef>
            </a:pPr>
            <a:r>
              <a:rPr sz="1800" i="1" spc="-5" dirty="0">
                <a:latin typeface="Times New Roman"/>
                <a:cs typeface="Times New Roman"/>
              </a:rPr>
              <a:t>f , g</a:t>
            </a:r>
            <a:endParaRPr sz="1800">
              <a:latin typeface="Times New Roman"/>
              <a:cs typeface="Times New Roman"/>
            </a:endParaRPr>
          </a:p>
          <a:p>
            <a:pPr marR="2769235" algn="ctr">
              <a:lnSpc>
                <a:spcPts val="1960"/>
              </a:lnSpc>
            </a:pPr>
            <a:r>
              <a:rPr sz="2700" i="1" spc="-7" baseline="-9259" dirty="0">
                <a:latin typeface="Times New Roman"/>
                <a:cs typeface="Times New Roman"/>
              </a:rPr>
              <a:t>g</a:t>
            </a:r>
            <a:r>
              <a:rPr sz="2700" i="1" spc="-390" baseline="-9259" dirty="0">
                <a:latin typeface="Times New Roman"/>
                <a:cs typeface="Times New Roman"/>
              </a:rPr>
              <a:t> </a:t>
            </a:r>
            <a:r>
              <a:rPr sz="2700" spc="-7" baseline="3086" dirty="0">
                <a:latin typeface="Times New Roman"/>
                <a:cs typeface="Times New Roman"/>
              </a:rPr>
              <a:t>(</a:t>
            </a:r>
            <a:r>
              <a:rPr sz="2700" spc="-367" baseline="3086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n</a:t>
            </a:r>
            <a:r>
              <a:rPr sz="1800" i="1" spc="-210" dirty="0">
                <a:latin typeface="Times New Roman"/>
                <a:cs typeface="Times New Roman"/>
              </a:rPr>
              <a:t> </a:t>
            </a:r>
            <a:r>
              <a:rPr sz="2700" spc="-7" baseline="3086" dirty="0">
                <a:latin typeface="Times New Roman"/>
                <a:cs typeface="Times New Roman"/>
              </a:rPr>
              <a:t>)</a:t>
            </a:r>
            <a:endParaRPr sz="2700" baseline="3086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67286" y="5513461"/>
            <a:ext cx="4380230" cy="1148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19700"/>
              </a:lnSpc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i="1" spc="6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, o</a:t>
            </a:r>
            <a:r>
              <a:rPr sz="2050" spc="24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2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245" dirty="0">
                <a:latin typeface="Arial"/>
                <a:cs typeface="Arial"/>
              </a:rPr>
              <a:t>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17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2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2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2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cima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70255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37952" y="3122041"/>
            <a:ext cx="0" cy="154940"/>
          </a:xfrm>
          <a:custGeom>
            <a:avLst/>
            <a:gdLst/>
            <a:ahLst/>
            <a:cxnLst/>
            <a:rect l="l" t="t" r="r" b="b"/>
            <a:pathLst>
              <a:path h="154939">
                <a:moveTo>
                  <a:pt x="0" y="0"/>
                </a:moveTo>
                <a:lnTo>
                  <a:pt x="0" y="154825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96486" y="3122041"/>
            <a:ext cx="83185" cy="154940"/>
          </a:xfrm>
          <a:custGeom>
            <a:avLst/>
            <a:gdLst/>
            <a:ahLst/>
            <a:cxnLst/>
            <a:rect l="l" t="t" r="r" b="b"/>
            <a:pathLst>
              <a:path w="83185" h="154939">
                <a:moveTo>
                  <a:pt x="82931" y="154825"/>
                </a:moveTo>
                <a:lnTo>
                  <a:pt x="41465" y="0"/>
                </a:lnTo>
                <a:lnTo>
                  <a:pt x="0" y="154825"/>
                </a:lnTo>
                <a:lnTo>
                  <a:pt x="41465" y="124421"/>
                </a:lnTo>
                <a:lnTo>
                  <a:pt x="82931" y="1548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96486" y="3122041"/>
            <a:ext cx="83185" cy="154940"/>
          </a:xfrm>
          <a:custGeom>
            <a:avLst/>
            <a:gdLst/>
            <a:ahLst/>
            <a:cxnLst/>
            <a:rect l="l" t="t" r="r" b="b"/>
            <a:pathLst>
              <a:path w="83185" h="154939">
                <a:moveTo>
                  <a:pt x="82931" y="154825"/>
                </a:moveTo>
                <a:lnTo>
                  <a:pt x="41465" y="0"/>
                </a:lnTo>
                <a:lnTo>
                  <a:pt x="0" y="154825"/>
                </a:lnTo>
                <a:lnTo>
                  <a:pt x="41465" y="124421"/>
                </a:lnTo>
                <a:lnTo>
                  <a:pt x="82931" y="154825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37952" y="4532045"/>
            <a:ext cx="3027680" cy="0"/>
          </a:xfrm>
          <a:custGeom>
            <a:avLst/>
            <a:gdLst/>
            <a:ahLst/>
            <a:cxnLst/>
            <a:rect l="l" t="t" r="r" b="b"/>
            <a:pathLst>
              <a:path w="3027679">
                <a:moveTo>
                  <a:pt x="0" y="0"/>
                </a:moveTo>
                <a:lnTo>
                  <a:pt x="3027349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09104" y="4490580"/>
            <a:ext cx="156210" cy="83185"/>
          </a:xfrm>
          <a:custGeom>
            <a:avLst/>
            <a:gdLst/>
            <a:ahLst/>
            <a:cxnLst/>
            <a:rect l="l" t="t" r="r" b="b"/>
            <a:pathLst>
              <a:path w="156209" h="83185">
                <a:moveTo>
                  <a:pt x="156197" y="41465"/>
                </a:moveTo>
                <a:lnTo>
                  <a:pt x="0" y="0"/>
                </a:lnTo>
                <a:lnTo>
                  <a:pt x="31788" y="41465"/>
                </a:lnTo>
                <a:lnTo>
                  <a:pt x="31788" y="74502"/>
                </a:lnTo>
                <a:lnTo>
                  <a:pt x="156197" y="41465"/>
                </a:lnTo>
                <a:close/>
              </a:path>
              <a:path w="156209" h="83185">
                <a:moveTo>
                  <a:pt x="31788" y="74502"/>
                </a:moveTo>
                <a:lnTo>
                  <a:pt x="31788" y="41465"/>
                </a:lnTo>
                <a:lnTo>
                  <a:pt x="0" y="82943"/>
                </a:lnTo>
                <a:lnTo>
                  <a:pt x="31788" y="745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09104" y="4490580"/>
            <a:ext cx="156210" cy="83185"/>
          </a:xfrm>
          <a:custGeom>
            <a:avLst/>
            <a:gdLst/>
            <a:ahLst/>
            <a:cxnLst/>
            <a:rect l="l" t="t" r="r" b="b"/>
            <a:pathLst>
              <a:path w="156209" h="83185">
                <a:moveTo>
                  <a:pt x="0" y="82943"/>
                </a:moveTo>
                <a:lnTo>
                  <a:pt x="156197" y="41465"/>
                </a:lnTo>
                <a:lnTo>
                  <a:pt x="0" y="0"/>
                </a:lnTo>
                <a:lnTo>
                  <a:pt x="31788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784433" y="3723373"/>
            <a:ext cx="0" cy="808990"/>
          </a:xfrm>
          <a:custGeom>
            <a:avLst/>
            <a:gdLst/>
            <a:ahLst/>
            <a:cxnLst/>
            <a:rect l="l" t="t" r="r" b="b"/>
            <a:pathLst>
              <a:path h="808989">
                <a:moveTo>
                  <a:pt x="0" y="0"/>
                </a:moveTo>
                <a:lnTo>
                  <a:pt x="0" y="808672"/>
                </a:lnTo>
              </a:path>
            </a:pathLst>
          </a:custGeom>
          <a:ln w="10367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037952" y="3163519"/>
            <a:ext cx="2488565" cy="1369060"/>
          </a:xfrm>
          <a:custGeom>
            <a:avLst/>
            <a:gdLst/>
            <a:ahLst/>
            <a:cxnLst/>
            <a:rect l="l" t="t" r="r" b="b"/>
            <a:pathLst>
              <a:path w="2488565" h="1369060">
                <a:moveTo>
                  <a:pt x="0" y="1368526"/>
                </a:moveTo>
                <a:lnTo>
                  <a:pt x="1384" y="1363002"/>
                </a:lnTo>
                <a:lnTo>
                  <a:pt x="5524" y="1353324"/>
                </a:lnTo>
                <a:lnTo>
                  <a:pt x="13830" y="1333969"/>
                </a:lnTo>
                <a:lnTo>
                  <a:pt x="23507" y="1307706"/>
                </a:lnTo>
                <a:lnTo>
                  <a:pt x="35941" y="1273149"/>
                </a:lnTo>
                <a:lnTo>
                  <a:pt x="51155" y="1234440"/>
                </a:lnTo>
                <a:lnTo>
                  <a:pt x="67741" y="1194346"/>
                </a:lnTo>
                <a:lnTo>
                  <a:pt x="82943" y="1152880"/>
                </a:lnTo>
                <a:lnTo>
                  <a:pt x="98145" y="1114183"/>
                </a:lnTo>
                <a:lnTo>
                  <a:pt x="113360" y="1076858"/>
                </a:lnTo>
                <a:lnTo>
                  <a:pt x="127177" y="1042289"/>
                </a:lnTo>
                <a:lnTo>
                  <a:pt x="139623" y="1010500"/>
                </a:lnTo>
                <a:lnTo>
                  <a:pt x="152057" y="981468"/>
                </a:lnTo>
                <a:lnTo>
                  <a:pt x="164503" y="955205"/>
                </a:lnTo>
                <a:lnTo>
                  <a:pt x="175564" y="928941"/>
                </a:lnTo>
                <a:lnTo>
                  <a:pt x="186613" y="905446"/>
                </a:lnTo>
                <a:lnTo>
                  <a:pt x="197675" y="881938"/>
                </a:lnTo>
                <a:lnTo>
                  <a:pt x="210121" y="854290"/>
                </a:lnTo>
                <a:lnTo>
                  <a:pt x="222554" y="828027"/>
                </a:lnTo>
                <a:lnTo>
                  <a:pt x="236385" y="800379"/>
                </a:lnTo>
                <a:lnTo>
                  <a:pt x="251587" y="774115"/>
                </a:lnTo>
                <a:lnTo>
                  <a:pt x="266801" y="746467"/>
                </a:lnTo>
                <a:lnTo>
                  <a:pt x="298589" y="693940"/>
                </a:lnTo>
                <a:lnTo>
                  <a:pt x="334530" y="645553"/>
                </a:lnTo>
                <a:lnTo>
                  <a:pt x="371856" y="604088"/>
                </a:lnTo>
                <a:lnTo>
                  <a:pt x="409181" y="570915"/>
                </a:lnTo>
                <a:lnTo>
                  <a:pt x="447890" y="547408"/>
                </a:lnTo>
                <a:lnTo>
                  <a:pt x="486587" y="533590"/>
                </a:lnTo>
                <a:lnTo>
                  <a:pt x="529450" y="526681"/>
                </a:lnTo>
                <a:lnTo>
                  <a:pt x="552945" y="525297"/>
                </a:lnTo>
                <a:lnTo>
                  <a:pt x="577824" y="526681"/>
                </a:lnTo>
                <a:lnTo>
                  <a:pt x="604088" y="528053"/>
                </a:lnTo>
                <a:lnTo>
                  <a:pt x="631736" y="532206"/>
                </a:lnTo>
                <a:lnTo>
                  <a:pt x="660768" y="536359"/>
                </a:lnTo>
                <a:lnTo>
                  <a:pt x="689800" y="540499"/>
                </a:lnTo>
                <a:lnTo>
                  <a:pt x="718832" y="546036"/>
                </a:lnTo>
                <a:lnTo>
                  <a:pt x="747852" y="551561"/>
                </a:lnTo>
                <a:lnTo>
                  <a:pt x="776884" y="555701"/>
                </a:lnTo>
                <a:lnTo>
                  <a:pt x="805916" y="561238"/>
                </a:lnTo>
                <a:lnTo>
                  <a:pt x="834948" y="563994"/>
                </a:lnTo>
                <a:lnTo>
                  <a:pt x="862596" y="568147"/>
                </a:lnTo>
                <a:lnTo>
                  <a:pt x="891616" y="570915"/>
                </a:lnTo>
                <a:lnTo>
                  <a:pt x="916495" y="570915"/>
                </a:lnTo>
                <a:lnTo>
                  <a:pt x="942771" y="572300"/>
                </a:lnTo>
                <a:lnTo>
                  <a:pt x="970407" y="570915"/>
                </a:lnTo>
                <a:lnTo>
                  <a:pt x="998054" y="569531"/>
                </a:lnTo>
                <a:lnTo>
                  <a:pt x="1027087" y="566762"/>
                </a:lnTo>
                <a:lnTo>
                  <a:pt x="1057503" y="563994"/>
                </a:lnTo>
                <a:lnTo>
                  <a:pt x="1118323" y="552945"/>
                </a:lnTo>
                <a:lnTo>
                  <a:pt x="1180528" y="539115"/>
                </a:lnTo>
                <a:lnTo>
                  <a:pt x="1241348" y="522528"/>
                </a:lnTo>
                <a:lnTo>
                  <a:pt x="1298028" y="501789"/>
                </a:lnTo>
                <a:lnTo>
                  <a:pt x="1324292" y="492112"/>
                </a:lnTo>
                <a:lnTo>
                  <a:pt x="1350568" y="479679"/>
                </a:lnTo>
                <a:lnTo>
                  <a:pt x="1375448" y="468617"/>
                </a:lnTo>
                <a:lnTo>
                  <a:pt x="1400327" y="456184"/>
                </a:lnTo>
                <a:lnTo>
                  <a:pt x="1423822" y="443738"/>
                </a:lnTo>
                <a:lnTo>
                  <a:pt x="1445945" y="429907"/>
                </a:lnTo>
                <a:lnTo>
                  <a:pt x="1470825" y="414705"/>
                </a:lnTo>
                <a:lnTo>
                  <a:pt x="1494320" y="399503"/>
                </a:lnTo>
                <a:lnTo>
                  <a:pt x="1517827" y="382905"/>
                </a:lnTo>
                <a:lnTo>
                  <a:pt x="1542707" y="364947"/>
                </a:lnTo>
                <a:lnTo>
                  <a:pt x="1568970" y="348348"/>
                </a:lnTo>
                <a:lnTo>
                  <a:pt x="1593862" y="329006"/>
                </a:lnTo>
                <a:lnTo>
                  <a:pt x="1620126" y="311035"/>
                </a:lnTo>
                <a:lnTo>
                  <a:pt x="1646389" y="293052"/>
                </a:lnTo>
                <a:lnTo>
                  <a:pt x="1672653" y="273710"/>
                </a:lnTo>
                <a:lnTo>
                  <a:pt x="1698917" y="257111"/>
                </a:lnTo>
                <a:lnTo>
                  <a:pt x="1725180" y="239153"/>
                </a:lnTo>
                <a:lnTo>
                  <a:pt x="1751444" y="222554"/>
                </a:lnTo>
                <a:lnTo>
                  <a:pt x="1777707" y="207352"/>
                </a:lnTo>
                <a:lnTo>
                  <a:pt x="1802587" y="192151"/>
                </a:lnTo>
                <a:lnTo>
                  <a:pt x="1828863" y="178320"/>
                </a:lnTo>
                <a:lnTo>
                  <a:pt x="1856498" y="165887"/>
                </a:lnTo>
                <a:lnTo>
                  <a:pt x="1880006" y="154825"/>
                </a:lnTo>
                <a:lnTo>
                  <a:pt x="1906270" y="143764"/>
                </a:lnTo>
                <a:lnTo>
                  <a:pt x="1933917" y="134086"/>
                </a:lnTo>
                <a:lnTo>
                  <a:pt x="1962937" y="124409"/>
                </a:lnTo>
                <a:lnTo>
                  <a:pt x="1993353" y="113347"/>
                </a:lnTo>
                <a:lnTo>
                  <a:pt x="2027910" y="103670"/>
                </a:lnTo>
                <a:lnTo>
                  <a:pt x="2066620" y="94005"/>
                </a:lnTo>
                <a:lnTo>
                  <a:pt x="2106714" y="82943"/>
                </a:lnTo>
                <a:lnTo>
                  <a:pt x="2152319" y="71882"/>
                </a:lnTo>
                <a:lnTo>
                  <a:pt x="2199322" y="60820"/>
                </a:lnTo>
                <a:lnTo>
                  <a:pt x="2247709" y="49758"/>
                </a:lnTo>
                <a:lnTo>
                  <a:pt x="2297468" y="40093"/>
                </a:lnTo>
                <a:lnTo>
                  <a:pt x="2344470" y="29032"/>
                </a:lnTo>
                <a:lnTo>
                  <a:pt x="2387320" y="20739"/>
                </a:lnTo>
                <a:lnTo>
                  <a:pt x="2424645" y="12446"/>
                </a:lnTo>
                <a:lnTo>
                  <a:pt x="2452293" y="6908"/>
                </a:lnTo>
                <a:lnTo>
                  <a:pt x="2471648" y="2768"/>
                </a:lnTo>
                <a:lnTo>
                  <a:pt x="2482710" y="1384"/>
                </a:lnTo>
                <a:lnTo>
                  <a:pt x="2488234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037952" y="4034409"/>
            <a:ext cx="2488565" cy="497840"/>
          </a:xfrm>
          <a:custGeom>
            <a:avLst/>
            <a:gdLst/>
            <a:ahLst/>
            <a:cxnLst/>
            <a:rect l="l" t="t" r="r" b="b"/>
            <a:pathLst>
              <a:path w="2488565" h="497839">
                <a:moveTo>
                  <a:pt x="0" y="497636"/>
                </a:moveTo>
                <a:lnTo>
                  <a:pt x="4152" y="493496"/>
                </a:lnTo>
                <a:lnTo>
                  <a:pt x="12446" y="485203"/>
                </a:lnTo>
                <a:lnTo>
                  <a:pt x="26263" y="472757"/>
                </a:lnTo>
                <a:lnTo>
                  <a:pt x="44234" y="457555"/>
                </a:lnTo>
                <a:lnTo>
                  <a:pt x="63588" y="440956"/>
                </a:lnTo>
                <a:lnTo>
                  <a:pt x="81559" y="425754"/>
                </a:lnTo>
                <a:lnTo>
                  <a:pt x="100914" y="411937"/>
                </a:lnTo>
                <a:lnTo>
                  <a:pt x="118884" y="398106"/>
                </a:lnTo>
                <a:lnTo>
                  <a:pt x="136855" y="385673"/>
                </a:lnTo>
                <a:lnTo>
                  <a:pt x="156210" y="374611"/>
                </a:lnTo>
                <a:lnTo>
                  <a:pt x="176949" y="363550"/>
                </a:lnTo>
                <a:lnTo>
                  <a:pt x="193535" y="353872"/>
                </a:lnTo>
                <a:lnTo>
                  <a:pt x="210121" y="344195"/>
                </a:lnTo>
                <a:lnTo>
                  <a:pt x="230860" y="334530"/>
                </a:lnTo>
                <a:lnTo>
                  <a:pt x="251587" y="324840"/>
                </a:lnTo>
                <a:lnTo>
                  <a:pt x="273710" y="313791"/>
                </a:lnTo>
                <a:lnTo>
                  <a:pt x="297205" y="304114"/>
                </a:lnTo>
                <a:lnTo>
                  <a:pt x="322097" y="293052"/>
                </a:lnTo>
                <a:lnTo>
                  <a:pt x="348361" y="283375"/>
                </a:lnTo>
                <a:lnTo>
                  <a:pt x="374611" y="272313"/>
                </a:lnTo>
                <a:lnTo>
                  <a:pt x="400888" y="262636"/>
                </a:lnTo>
                <a:lnTo>
                  <a:pt x="452031" y="244665"/>
                </a:lnTo>
                <a:lnTo>
                  <a:pt x="501802" y="229463"/>
                </a:lnTo>
                <a:lnTo>
                  <a:pt x="526681" y="223939"/>
                </a:lnTo>
                <a:lnTo>
                  <a:pt x="550176" y="218401"/>
                </a:lnTo>
                <a:lnTo>
                  <a:pt x="595795" y="208724"/>
                </a:lnTo>
                <a:lnTo>
                  <a:pt x="644182" y="200431"/>
                </a:lnTo>
                <a:lnTo>
                  <a:pt x="692556" y="194906"/>
                </a:lnTo>
                <a:lnTo>
                  <a:pt x="743712" y="190754"/>
                </a:lnTo>
                <a:lnTo>
                  <a:pt x="768591" y="189382"/>
                </a:lnTo>
                <a:lnTo>
                  <a:pt x="793470" y="187998"/>
                </a:lnTo>
                <a:lnTo>
                  <a:pt x="816978" y="187998"/>
                </a:lnTo>
                <a:lnTo>
                  <a:pt x="839089" y="186613"/>
                </a:lnTo>
                <a:lnTo>
                  <a:pt x="1047826" y="186613"/>
                </a:lnTo>
                <a:lnTo>
                  <a:pt x="1069936" y="185229"/>
                </a:lnTo>
                <a:lnTo>
                  <a:pt x="1118323" y="185229"/>
                </a:lnTo>
                <a:lnTo>
                  <a:pt x="1143203" y="183845"/>
                </a:lnTo>
                <a:lnTo>
                  <a:pt x="1168095" y="182460"/>
                </a:lnTo>
                <a:lnTo>
                  <a:pt x="1192974" y="182460"/>
                </a:lnTo>
                <a:lnTo>
                  <a:pt x="1219238" y="181089"/>
                </a:lnTo>
                <a:lnTo>
                  <a:pt x="1244117" y="179705"/>
                </a:lnTo>
                <a:lnTo>
                  <a:pt x="1268996" y="178320"/>
                </a:lnTo>
                <a:lnTo>
                  <a:pt x="1296644" y="176936"/>
                </a:lnTo>
                <a:lnTo>
                  <a:pt x="1317383" y="174167"/>
                </a:lnTo>
                <a:lnTo>
                  <a:pt x="1340878" y="172783"/>
                </a:lnTo>
                <a:lnTo>
                  <a:pt x="1364386" y="171399"/>
                </a:lnTo>
                <a:lnTo>
                  <a:pt x="1389265" y="168643"/>
                </a:lnTo>
                <a:lnTo>
                  <a:pt x="1415529" y="167259"/>
                </a:lnTo>
                <a:lnTo>
                  <a:pt x="1443177" y="164490"/>
                </a:lnTo>
                <a:lnTo>
                  <a:pt x="1470825" y="161734"/>
                </a:lnTo>
                <a:lnTo>
                  <a:pt x="1501241" y="158965"/>
                </a:lnTo>
                <a:lnTo>
                  <a:pt x="1531645" y="156197"/>
                </a:lnTo>
                <a:lnTo>
                  <a:pt x="1562061" y="152057"/>
                </a:lnTo>
                <a:lnTo>
                  <a:pt x="1593862" y="149288"/>
                </a:lnTo>
                <a:lnTo>
                  <a:pt x="1625650" y="145135"/>
                </a:lnTo>
                <a:lnTo>
                  <a:pt x="1657438" y="142379"/>
                </a:lnTo>
                <a:lnTo>
                  <a:pt x="1687855" y="138226"/>
                </a:lnTo>
                <a:lnTo>
                  <a:pt x="1719656" y="134086"/>
                </a:lnTo>
                <a:lnTo>
                  <a:pt x="1750060" y="129933"/>
                </a:lnTo>
                <a:lnTo>
                  <a:pt x="1779092" y="125793"/>
                </a:lnTo>
                <a:lnTo>
                  <a:pt x="1808124" y="123024"/>
                </a:lnTo>
                <a:lnTo>
                  <a:pt x="1837156" y="118872"/>
                </a:lnTo>
                <a:lnTo>
                  <a:pt x="1866176" y="114731"/>
                </a:lnTo>
                <a:lnTo>
                  <a:pt x="1895208" y="109194"/>
                </a:lnTo>
                <a:lnTo>
                  <a:pt x="1924240" y="105054"/>
                </a:lnTo>
                <a:lnTo>
                  <a:pt x="1953272" y="100901"/>
                </a:lnTo>
                <a:lnTo>
                  <a:pt x="1983676" y="95377"/>
                </a:lnTo>
                <a:lnTo>
                  <a:pt x="2016861" y="89852"/>
                </a:lnTo>
                <a:lnTo>
                  <a:pt x="2051418" y="82931"/>
                </a:lnTo>
                <a:lnTo>
                  <a:pt x="2088730" y="76022"/>
                </a:lnTo>
                <a:lnTo>
                  <a:pt x="2128824" y="69113"/>
                </a:lnTo>
                <a:lnTo>
                  <a:pt x="2171674" y="60820"/>
                </a:lnTo>
                <a:lnTo>
                  <a:pt x="2217293" y="52514"/>
                </a:lnTo>
                <a:lnTo>
                  <a:pt x="2264295" y="44234"/>
                </a:lnTo>
                <a:lnTo>
                  <a:pt x="2309914" y="34556"/>
                </a:lnTo>
                <a:lnTo>
                  <a:pt x="2354148" y="26263"/>
                </a:lnTo>
                <a:lnTo>
                  <a:pt x="2395613" y="17957"/>
                </a:lnTo>
                <a:lnTo>
                  <a:pt x="2428798" y="11049"/>
                </a:lnTo>
                <a:lnTo>
                  <a:pt x="2455062" y="6908"/>
                </a:lnTo>
                <a:lnTo>
                  <a:pt x="2473032" y="2755"/>
                </a:lnTo>
                <a:lnTo>
                  <a:pt x="2484094" y="1384"/>
                </a:lnTo>
                <a:lnTo>
                  <a:pt x="2488234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037952" y="3661168"/>
            <a:ext cx="2488565" cy="731520"/>
          </a:xfrm>
          <a:custGeom>
            <a:avLst/>
            <a:gdLst/>
            <a:ahLst/>
            <a:cxnLst/>
            <a:rect l="l" t="t" r="r" b="b"/>
            <a:pathLst>
              <a:path w="2488565" h="731520">
                <a:moveTo>
                  <a:pt x="0" y="497649"/>
                </a:moveTo>
                <a:lnTo>
                  <a:pt x="6908" y="497649"/>
                </a:lnTo>
                <a:lnTo>
                  <a:pt x="19354" y="499033"/>
                </a:lnTo>
                <a:lnTo>
                  <a:pt x="37325" y="501789"/>
                </a:lnTo>
                <a:lnTo>
                  <a:pt x="58064" y="504558"/>
                </a:lnTo>
                <a:lnTo>
                  <a:pt x="95389" y="514235"/>
                </a:lnTo>
                <a:lnTo>
                  <a:pt x="145148" y="539115"/>
                </a:lnTo>
                <a:lnTo>
                  <a:pt x="185242" y="569531"/>
                </a:lnTo>
                <a:lnTo>
                  <a:pt x="200444" y="580580"/>
                </a:lnTo>
                <a:lnTo>
                  <a:pt x="217030" y="594410"/>
                </a:lnTo>
                <a:lnTo>
                  <a:pt x="233616" y="608228"/>
                </a:lnTo>
                <a:lnTo>
                  <a:pt x="251587" y="622058"/>
                </a:lnTo>
                <a:lnTo>
                  <a:pt x="269557" y="635876"/>
                </a:lnTo>
                <a:lnTo>
                  <a:pt x="287528" y="649706"/>
                </a:lnTo>
                <a:lnTo>
                  <a:pt x="305498" y="663524"/>
                </a:lnTo>
                <a:lnTo>
                  <a:pt x="323469" y="674585"/>
                </a:lnTo>
                <a:lnTo>
                  <a:pt x="340055" y="687031"/>
                </a:lnTo>
                <a:lnTo>
                  <a:pt x="389826" y="711911"/>
                </a:lnTo>
                <a:lnTo>
                  <a:pt x="440969" y="728497"/>
                </a:lnTo>
                <a:lnTo>
                  <a:pt x="460324" y="731266"/>
                </a:lnTo>
                <a:lnTo>
                  <a:pt x="499033" y="731266"/>
                </a:lnTo>
                <a:lnTo>
                  <a:pt x="539115" y="722972"/>
                </a:lnTo>
                <a:lnTo>
                  <a:pt x="577824" y="709142"/>
                </a:lnTo>
                <a:lnTo>
                  <a:pt x="595795" y="698080"/>
                </a:lnTo>
                <a:lnTo>
                  <a:pt x="613765" y="687031"/>
                </a:lnTo>
                <a:lnTo>
                  <a:pt x="633120" y="674585"/>
                </a:lnTo>
                <a:lnTo>
                  <a:pt x="646938" y="662139"/>
                </a:lnTo>
                <a:lnTo>
                  <a:pt x="662152" y="649706"/>
                </a:lnTo>
                <a:lnTo>
                  <a:pt x="677354" y="634492"/>
                </a:lnTo>
                <a:lnTo>
                  <a:pt x="692556" y="619290"/>
                </a:lnTo>
                <a:lnTo>
                  <a:pt x="710526" y="602703"/>
                </a:lnTo>
                <a:lnTo>
                  <a:pt x="728497" y="584733"/>
                </a:lnTo>
                <a:lnTo>
                  <a:pt x="747852" y="565378"/>
                </a:lnTo>
                <a:lnTo>
                  <a:pt x="767207" y="544639"/>
                </a:lnTo>
                <a:lnTo>
                  <a:pt x="787946" y="523913"/>
                </a:lnTo>
                <a:lnTo>
                  <a:pt x="808685" y="503174"/>
                </a:lnTo>
                <a:lnTo>
                  <a:pt x="830795" y="482434"/>
                </a:lnTo>
                <a:lnTo>
                  <a:pt x="852906" y="461708"/>
                </a:lnTo>
                <a:lnTo>
                  <a:pt x="876414" y="442353"/>
                </a:lnTo>
                <a:lnTo>
                  <a:pt x="898537" y="422998"/>
                </a:lnTo>
                <a:lnTo>
                  <a:pt x="945527" y="385673"/>
                </a:lnTo>
                <a:lnTo>
                  <a:pt x="995299" y="352501"/>
                </a:lnTo>
                <a:lnTo>
                  <a:pt x="1038148" y="327609"/>
                </a:lnTo>
                <a:lnTo>
                  <a:pt x="1061643" y="315175"/>
                </a:lnTo>
                <a:lnTo>
                  <a:pt x="1085151" y="302729"/>
                </a:lnTo>
                <a:lnTo>
                  <a:pt x="1111415" y="291680"/>
                </a:lnTo>
                <a:lnTo>
                  <a:pt x="1137678" y="279234"/>
                </a:lnTo>
                <a:lnTo>
                  <a:pt x="1165326" y="268173"/>
                </a:lnTo>
                <a:lnTo>
                  <a:pt x="1194358" y="257111"/>
                </a:lnTo>
                <a:lnTo>
                  <a:pt x="1224775" y="246049"/>
                </a:lnTo>
                <a:lnTo>
                  <a:pt x="1256563" y="235000"/>
                </a:lnTo>
                <a:lnTo>
                  <a:pt x="1288351" y="225323"/>
                </a:lnTo>
                <a:lnTo>
                  <a:pt x="1320152" y="214261"/>
                </a:lnTo>
                <a:lnTo>
                  <a:pt x="1353324" y="204584"/>
                </a:lnTo>
                <a:lnTo>
                  <a:pt x="1386497" y="196291"/>
                </a:lnTo>
                <a:lnTo>
                  <a:pt x="1419682" y="186613"/>
                </a:lnTo>
                <a:lnTo>
                  <a:pt x="1452854" y="178320"/>
                </a:lnTo>
                <a:lnTo>
                  <a:pt x="1486027" y="170027"/>
                </a:lnTo>
                <a:lnTo>
                  <a:pt x="1519212" y="161734"/>
                </a:lnTo>
                <a:lnTo>
                  <a:pt x="1552384" y="154825"/>
                </a:lnTo>
                <a:lnTo>
                  <a:pt x="1584185" y="147904"/>
                </a:lnTo>
                <a:lnTo>
                  <a:pt x="1615973" y="140995"/>
                </a:lnTo>
                <a:lnTo>
                  <a:pt x="1649145" y="135470"/>
                </a:lnTo>
                <a:lnTo>
                  <a:pt x="1678178" y="128562"/>
                </a:lnTo>
                <a:lnTo>
                  <a:pt x="1708594" y="123024"/>
                </a:lnTo>
                <a:lnTo>
                  <a:pt x="1740382" y="117500"/>
                </a:lnTo>
                <a:lnTo>
                  <a:pt x="1772183" y="111963"/>
                </a:lnTo>
                <a:lnTo>
                  <a:pt x="1806740" y="105054"/>
                </a:lnTo>
                <a:lnTo>
                  <a:pt x="1842681" y="99529"/>
                </a:lnTo>
                <a:lnTo>
                  <a:pt x="1881378" y="92608"/>
                </a:lnTo>
                <a:lnTo>
                  <a:pt x="1922856" y="85699"/>
                </a:lnTo>
                <a:lnTo>
                  <a:pt x="1965706" y="78790"/>
                </a:lnTo>
                <a:lnTo>
                  <a:pt x="2012708" y="71882"/>
                </a:lnTo>
                <a:lnTo>
                  <a:pt x="2062467" y="63588"/>
                </a:lnTo>
                <a:lnTo>
                  <a:pt x="2113622" y="56680"/>
                </a:lnTo>
                <a:lnTo>
                  <a:pt x="2167534" y="48387"/>
                </a:lnTo>
                <a:lnTo>
                  <a:pt x="2220061" y="40093"/>
                </a:lnTo>
                <a:lnTo>
                  <a:pt x="2272588" y="31788"/>
                </a:lnTo>
                <a:lnTo>
                  <a:pt x="2322360" y="24879"/>
                </a:lnTo>
                <a:lnTo>
                  <a:pt x="2367978" y="17970"/>
                </a:lnTo>
                <a:lnTo>
                  <a:pt x="2406675" y="12446"/>
                </a:lnTo>
                <a:lnTo>
                  <a:pt x="2437091" y="6908"/>
                </a:lnTo>
                <a:lnTo>
                  <a:pt x="2460586" y="4140"/>
                </a:lnTo>
                <a:lnTo>
                  <a:pt x="2475801" y="1384"/>
                </a:lnTo>
                <a:lnTo>
                  <a:pt x="2484094" y="0"/>
                </a:lnTo>
                <a:lnTo>
                  <a:pt x="2488234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709515" y="4490059"/>
            <a:ext cx="190500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5" dirty="0">
                <a:latin typeface="Times New Roman"/>
                <a:cs typeface="Times New Roman"/>
              </a:rPr>
              <a:t>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35545" y="4365650"/>
            <a:ext cx="139700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5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10056" y="855737"/>
            <a:ext cx="8686800" cy="33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spc="150" dirty="0">
                <a:solidFill>
                  <a:srgbClr val="007F7A"/>
                </a:solidFill>
                <a:latin typeface="Tahoma"/>
                <a:cs typeface="Tahoma"/>
              </a:rPr>
              <a:t>Θ</a:t>
            </a:r>
            <a:endParaRPr sz="2450">
              <a:latin typeface="Tahoma"/>
              <a:cs typeface="Tahoma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b="1" spc="5" dirty="0">
                <a:latin typeface="Arial"/>
                <a:cs typeface="Arial"/>
              </a:rPr>
              <a:t>D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ção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20" dirty="0">
                <a:latin typeface="Tahoma"/>
                <a:cs typeface="Tahoma"/>
              </a:rPr>
              <a:t>Θ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25" spc="262" baseline="-12345" dirty="0">
                <a:latin typeface="PMingLiU"/>
                <a:cs typeface="PMingLiU"/>
              </a:rPr>
              <a:t>1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25" spc="142" baseline="-12345" dirty="0">
                <a:latin typeface="PMingLiU"/>
                <a:cs typeface="PMingLiU"/>
              </a:rPr>
              <a:t>2</a:t>
            </a:r>
            <a:r>
              <a:rPr sz="2025" baseline="-12345" dirty="0">
                <a:latin typeface="PMingLiU"/>
                <a:cs typeface="PMingLiU"/>
              </a:rPr>
              <a:t> </a:t>
            </a:r>
            <a:r>
              <a:rPr sz="2025" spc="-67" baseline="-12345" dirty="0">
                <a:latin typeface="PMingLiU"/>
                <a:cs typeface="PMingLiU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00"/>
              </a:spcBef>
            </a:pPr>
            <a:r>
              <a:rPr sz="2050" i="1" spc="60" dirty="0">
                <a:latin typeface="Arial"/>
                <a:cs typeface="Arial"/>
              </a:rPr>
              <a:t>m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110" dirty="0">
                <a:latin typeface="Tahoma"/>
                <a:cs typeface="Tahoma"/>
              </a:rPr>
              <a:t>0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25" spc="262" baseline="-12345" dirty="0">
                <a:latin typeface="PMingLiU"/>
                <a:cs typeface="PMingLiU"/>
              </a:rPr>
              <a:t>1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25" spc="262" baseline="-12345" dirty="0">
                <a:latin typeface="PMingLiU"/>
                <a:cs typeface="PMingLiU"/>
              </a:rPr>
              <a:t>2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,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tod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6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fico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20" dirty="0">
                <a:latin typeface="Tahoma"/>
                <a:cs typeface="Tahoma"/>
              </a:rPr>
              <a:t>Θ</a:t>
            </a:r>
            <a:endParaRPr sz="2050">
              <a:latin typeface="Tahoma"/>
              <a:cs typeface="Tahoma"/>
            </a:endParaRPr>
          </a:p>
          <a:p>
            <a:pPr marR="2522855" algn="ctr">
              <a:lnSpc>
                <a:spcPts val="1995"/>
              </a:lnSpc>
              <a:spcBef>
                <a:spcPts val="470"/>
              </a:spcBef>
            </a:pPr>
            <a:r>
              <a:rPr sz="1800" i="1" spc="-5" dirty="0">
                <a:latin typeface="Times New Roman"/>
                <a:cs typeface="Times New Roman"/>
              </a:rPr>
              <a:t>f , g</a:t>
            </a:r>
            <a:endParaRPr sz="1800">
              <a:latin typeface="Times New Roman"/>
              <a:cs typeface="Times New Roman"/>
            </a:endParaRPr>
          </a:p>
          <a:p>
            <a:pPr marL="5640070">
              <a:lnSpc>
                <a:spcPts val="1995"/>
              </a:lnSpc>
            </a:pPr>
            <a:r>
              <a:rPr sz="1800" i="1" spc="-30" dirty="0">
                <a:latin typeface="Times New Roman"/>
                <a:cs typeface="Times New Roman"/>
              </a:rPr>
              <a:t>c</a:t>
            </a:r>
            <a:r>
              <a:rPr sz="1725" i="1" spc="-7" baseline="-28985" dirty="0">
                <a:latin typeface="Times New Roman"/>
                <a:cs typeface="Times New Roman"/>
              </a:rPr>
              <a:t>2</a:t>
            </a:r>
            <a:r>
              <a:rPr sz="1725" i="1" baseline="-28985" dirty="0">
                <a:latin typeface="Times New Roman"/>
                <a:cs typeface="Times New Roman"/>
              </a:rPr>
              <a:t> </a:t>
            </a:r>
            <a:r>
              <a:rPr sz="1725" i="1" spc="-22" baseline="-28985" dirty="0">
                <a:latin typeface="Times New Roman"/>
                <a:cs typeface="Times New Roman"/>
              </a:rPr>
              <a:t> </a:t>
            </a:r>
            <a:r>
              <a:rPr sz="2700" i="1" spc="-7" baseline="3086" dirty="0">
                <a:latin typeface="Times New Roman"/>
                <a:cs typeface="Times New Roman"/>
              </a:rPr>
              <a:t>f</a:t>
            </a:r>
            <a:r>
              <a:rPr sz="2700" i="1" spc="-52" baseline="3086" dirty="0">
                <a:latin typeface="Times New Roman"/>
                <a:cs typeface="Times New Roman"/>
              </a:rPr>
              <a:t> </a:t>
            </a:r>
            <a:r>
              <a:rPr sz="2700" spc="-7" baseline="4629" dirty="0">
                <a:latin typeface="Times New Roman"/>
                <a:cs typeface="Times New Roman"/>
              </a:rPr>
              <a:t>(</a:t>
            </a:r>
            <a:r>
              <a:rPr sz="2700" spc="-367" baseline="4629" dirty="0">
                <a:latin typeface="Times New Roman"/>
                <a:cs typeface="Times New Roman"/>
              </a:rPr>
              <a:t> </a:t>
            </a:r>
            <a:r>
              <a:rPr sz="2700" i="1" spc="-7" baseline="3086" dirty="0">
                <a:latin typeface="Times New Roman"/>
                <a:cs typeface="Times New Roman"/>
              </a:rPr>
              <a:t>n</a:t>
            </a:r>
            <a:r>
              <a:rPr sz="2700" i="1" spc="-315" baseline="3086" dirty="0">
                <a:latin typeface="Times New Roman"/>
                <a:cs typeface="Times New Roman"/>
              </a:rPr>
              <a:t> </a:t>
            </a:r>
            <a:r>
              <a:rPr sz="2700" spc="-7" baseline="4629" dirty="0">
                <a:latin typeface="Times New Roman"/>
                <a:cs typeface="Times New Roman"/>
              </a:rPr>
              <a:t>)</a:t>
            </a:r>
            <a:endParaRPr sz="2700" baseline="4629">
              <a:latin typeface="Times New Roman"/>
              <a:cs typeface="Times New Roman"/>
            </a:endParaRPr>
          </a:p>
          <a:p>
            <a:pPr marL="5640070">
              <a:lnSpc>
                <a:spcPct val="100000"/>
              </a:lnSpc>
              <a:spcBef>
                <a:spcPts val="1689"/>
              </a:spcBef>
            </a:pPr>
            <a:r>
              <a:rPr sz="2700" i="1" spc="-7" baseline="-9259" dirty="0">
                <a:latin typeface="Times New Roman"/>
                <a:cs typeface="Times New Roman"/>
              </a:rPr>
              <a:t>g</a:t>
            </a:r>
            <a:r>
              <a:rPr sz="2700" i="1" spc="-390" baseline="-9259" dirty="0">
                <a:latin typeface="Times New Roman"/>
                <a:cs typeface="Times New Roman"/>
              </a:rPr>
              <a:t> </a:t>
            </a:r>
            <a:r>
              <a:rPr sz="2700" spc="-7" baseline="3086" dirty="0">
                <a:latin typeface="Times New Roman"/>
                <a:cs typeface="Times New Roman"/>
              </a:rPr>
              <a:t>(</a:t>
            </a:r>
            <a:r>
              <a:rPr sz="2700" spc="-367" baseline="3086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n</a:t>
            </a:r>
            <a:r>
              <a:rPr sz="1800" i="1" spc="-210" dirty="0">
                <a:latin typeface="Times New Roman"/>
                <a:cs typeface="Times New Roman"/>
              </a:rPr>
              <a:t> </a:t>
            </a:r>
            <a:r>
              <a:rPr sz="2700" spc="-7" baseline="3086" dirty="0">
                <a:latin typeface="Times New Roman"/>
                <a:cs typeface="Times New Roman"/>
              </a:rPr>
              <a:t>)</a:t>
            </a:r>
            <a:endParaRPr sz="2700" baseline="3086">
              <a:latin typeface="Times New Roman"/>
              <a:cs typeface="Times New Roman"/>
            </a:endParaRPr>
          </a:p>
          <a:p>
            <a:pPr marL="5640070">
              <a:lnSpc>
                <a:spcPct val="100000"/>
              </a:lnSpc>
              <a:spcBef>
                <a:spcPts val="894"/>
              </a:spcBef>
            </a:pPr>
            <a:r>
              <a:rPr sz="1800" i="1" spc="-30" dirty="0">
                <a:latin typeface="Times New Roman"/>
                <a:cs typeface="Times New Roman"/>
              </a:rPr>
              <a:t>c</a:t>
            </a:r>
            <a:r>
              <a:rPr sz="1725" i="1" spc="-7" baseline="-28985" dirty="0">
                <a:latin typeface="Times New Roman"/>
                <a:cs typeface="Times New Roman"/>
              </a:rPr>
              <a:t>1</a:t>
            </a:r>
            <a:r>
              <a:rPr sz="1725" i="1" baseline="-28985" dirty="0">
                <a:latin typeface="Times New Roman"/>
                <a:cs typeface="Times New Roman"/>
              </a:rPr>
              <a:t> </a:t>
            </a:r>
            <a:r>
              <a:rPr sz="1725" i="1" spc="-22" baseline="-28985" dirty="0">
                <a:latin typeface="Times New Roman"/>
                <a:cs typeface="Times New Roman"/>
              </a:rPr>
              <a:t> </a:t>
            </a:r>
            <a:r>
              <a:rPr sz="2700" i="1" spc="-7" baseline="3086" dirty="0">
                <a:latin typeface="Times New Roman"/>
                <a:cs typeface="Times New Roman"/>
              </a:rPr>
              <a:t>f</a:t>
            </a:r>
            <a:r>
              <a:rPr sz="2700" i="1" spc="-52" baseline="3086" dirty="0">
                <a:latin typeface="Times New Roman"/>
                <a:cs typeface="Times New Roman"/>
              </a:rPr>
              <a:t> </a:t>
            </a:r>
            <a:r>
              <a:rPr sz="2700" spc="-7" baseline="4629" dirty="0">
                <a:latin typeface="Times New Roman"/>
                <a:cs typeface="Times New Roman"/>
              </a:rPr>
              <a:t>(</a:t>
            </a:r>
            <a:r>
              <a:rPr sz="2700" spc="-367" baseline="4629" dirty="0">
                <a:latin typeface="Times New Roman"/>
                <a:cs typeface="Times New Roman"/>
              </a:rPr>
              <a:t> </a:t>
            </a:r>
            <a:r>
              <a:rPr sz="2700" i="1" spc="-7" baseline="3086" dirty="0">
                <a:latin typeface="Times New Roman"/>
                <a:cs typeface="Times New Roman"/>
              </a:rPr>
              <a:t>n</a:t>
            </a:r>
            <a:r>
              <a:rPr sz="2700" i="1" spc="-315" baseline="3086" dirty="0">
                <a:latin typeface="Times New Roman"/>
                <a:cs typeface="Times New Roman"/>
              </a:rPr>
              <a:t> </a:t>
            </a:r>
            <a:r>
              <a:rPr sz="2700" spc="-7" baseline="4629" dirty="0">
                <a:latin typeface="Times New Roman"/>
                <a:cs typeface="Times New Roman"/>
              </a:rPr>
              <a:t>)</a:t>
            </a:r>
            <a:endParaRPr sz="2700" baseline="4629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20022" y="4907549"/>
            <a:ext cx="8437880" cy="2199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120" dirty="0">
                <a:latin typeface="Tahoma"/>
                <a:cs typeface="Tahoma"/>
              </a:rPr>
              <a:t>Θ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25" spc="262" baseline="-12345" dirty="0">
                <a:latin typeface="PMingLiU"/>
                <a:cs typeface="PMingLiU"/>
              </a:rPr>
              <a:t>1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25" spc="142" baseline="-12345" dirty="0">
                <a:latin typeface="PMingLiU"/>
                <a:cs typeface="PMingLiU"/>
              </a:rPr>
              <a:t>2</a:t>
            </a:r>
            <a:r>
              <a:rPr sz="2025" baseline="-12345" dirty="0">
                <a:latin typeface="PMingLiU"/>
                <a:cs typeface="PMingLiU"/>
              </a:rPr>
              <a:t> </a:t>
            </a:r>
            <a:r>
              <a:rPr sz="2025" spc="-67" baseline="-12345" dirty="0">
                <a:latin typeface="PMingLiU"/>
                <a:cs typeface="PMingLiU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0" dirty="0">
                <a:latin typeface="Arial"/>
                <a:cs typeface="Arial"/>
              </a:rPr>
              <a:t>m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6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6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cima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25" spc="262" baseline="-12345" dirty="0">
                <a:latin typeface="PMingLiU"/>
                <a:cs typeface="PMingLiU"/>
              </a:rPr>
              <a:t>1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aba</a:t>
            </a:r>
            <a:r>
              <a:rPr sz="2050" spc="5" dirty="0">
                <a:latin typeface="Arial"/>
                <a:cs typeface="Arial"/>
              </a:rPr>
              <a:t>ixo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25" spc="262" baseline="-12345" dirty="0">
                <a:latin typeface="PMingLiU"/>
                <a:cs typeface="PMingLiU"/>
              </a:rPr>
              <a:t>2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6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65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igual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spc="-5" dirty="0">
                <a:latin typeface="Arial"/>
                <a:cs typeface="Arial"/>
              </a:rPr>
              <a:t>li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ass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ntót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c</a:t>
            </a:r>
            <a:r>
              <a:rPr sz="2050" b="1" spc="5" dirty="0">
                <a:latin typeface="Arial"/>
                <a:cs typeface="Arial"/>
              </a:rPr>
              <a:t>o f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10" dirty="0">
                <a:latin typeface="Arial"/>
                <a:cs typeface="Arial"/>
              </a:rPr>
              <a:t>rm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60417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70901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59170"/>
            <a:ext cx="4092575" cy="1558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spc="150" dirty="0">
                <a:solidFill>
                  <a:srgbClr val="007F7A"/>
                </a:solidFill>
                <a:latin typeface="Tahoma"/>
                <a:cs typeface="Tahoma"/>
              </a:rPr>
              <a:t>Θ</a:t>
            </a:r>
            <a:endParaRPr sz="2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"/>
              </a:spcBef>
            </a:pPr>
            <a:endParaRPr sz="2100">
              <a:latin typeface="Times New Roman"/>
              <a:cs typeface="Times New Roman"/>
            </a:endParaRPr>
          </a:p>
          <a:p>
            <a:pPr marL="233679">
              <a:lnSpc>
                <a:spcPct val="100000"/>
              </a:lnSpc>
              <a:tabLst>
                <a:tab pos="484505" algn="l"/>
              </a:tabLst>
            </a:pPr>
            <a:r>
              <a:rPr sz="1850" spc="-229" dirty="0">
                <a:latin typeface="Lucida Sans Unicode"/>
                <a:cs typeface="Lucida Sans Unicode"/>
              </a:rPr>
              <a:t>•	</a:t>
            </a:r>
            <a:r>
              <a:rPr sz="1850" spc="15" dirty="0">
                <a:latin typeface="Arial"/>
                <a:cs typeface="Arial"/>
              </a:rPr>
              <a:t>Seja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-70" dirty="0">
                <a:latin typeface="Arial"/>
                <a:cs typeface="Arial"/>
              </a:rPr>
              <a:t>g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480" dirty="0">
                <a:latin typeface="PMingLiU"/>
                <a:cs typeface="PMingLiU"/>
              </a:rPr>
              <a:t>=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2025" spc="262" baseline="28806" dirty="0">
                <a:latin typeface="PMingLiU"/>
                <a:cs typeface="PMingLiU"/>
              </a:rPr>
              <a:t>2</a:t>
            </a:r>
            <a:r>
              <a:rPr sz="1850" i="1" spc="420" dirty="0">
                <a:latin typeface="Arial"/>
                <a:cs typeface="Arial"/>
              </a:rPr>
              <a:t>/</a:t>
            </a:r>
            <a:r>
              <a:rPr sz="1850" spc="70" dirty="0">
                <a:latin typeface="PMingLiU"/>
                <a:cs typeface="PMingLiU"/>
              </a:rPr>
              <a:t>3</a:t>
            </a:r>
            <a:r>
              <a:rPr sz="1850" spc="-65" dirty="0">
                <a:latin typeface="PMingLiU"/>
                <a:cs typeface="PMingLiU"/>
              </a:rPr>
              <a:t> </a:t>
            </a:r>
            <a:r>
              <a:rPr sz="1850" spc="-10" dirty="0">
                <a:latin typeface="Lucida Sans Unicode"/>
                <a:cs typeface="Lucida Sans Unicode"/>
              </a:rPr>
              <a:t>−</a:t>
            </a:r>
            <a:r>
              <a:rPr sz="1850" spc="-165" dirty="0">
                <a:latin typeface="Lucida Sans Unicode"/>
                <a:cs typeface="Lucida Sans Unicode"/>
              </a:rPr>
              <a:t> </a:t>
            </a:r>
            <a:r>
              <a:rPr sz="1850" spc="65" dirty="0">
                <a:latin typeface="PMingLiU"/>
                <a:cs typeface="PMingLiU"/>
              </a:rPr>
              <a:t>2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67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-114" dirty="0">
                <a:latin typeface="Arial"/>
                <a:cs typeface="Arial"/>
              </a:rPr>
              <a:t>V</a:t>
            </a:r>
            <a:r>
              <a:rPr sz="1850" spc="20" dirty="0">
                <a:latin typeface="Arial"/>
                <a:cs typeface="Arial"/>
              </a:rPr>
              <a:t>amos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-70" dirty="0">
                <a:latin typeface="Arial"/>
                <a:cs typeface="Arial"/>
              </a:rPr>
              <a:t>g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480" dirty="0">
                <a:latin typeface="PMingLiU"/>
                <a:cs typeface="PMingLiU"/>
              </a:rPr>
              <a:t>=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-390" dirty="0">
                <a:latin typeface="PMingLiU"/>
                <a:cs typeface="PMingLiU"/>
              </a:rPr>
              <a:t>Θ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2025" spc="262" baseline="28806" dirty="0">
                <a:latin typeface="PMingLiU"/>
                <a:cs typeface="PMingLiU"/>
              </a:rPr>
              <a:t>2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1461" y="2530309"/>
            <a:ext cx="2265045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3525" indent="-250825">
              <a:lnSpc>
                <a:spcPct val="100000"/>
              </a:lnSpc>
              <a:buFont typeface="Lucida Sans Unicode"/>
              <a:buChar char="•"/>
              <a:tabLst>
                <a:tab pos="264160" algn="l"/>
              </a:tabLst>
            </a:pPr>
            <a:r>
              <a:rPr sz="1850" spc="-21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ob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-114" dirty="0">
                <a:latin typeface="Arial"/>
                <a:cs typeface="Arial"/>
              </a:rPr>
              <a:t>c</a:t>
            </a:r>
            <a:r>
              <a:rPr sz="1850" i="1" dirty="0">
                <a:latin typeface="Arial"/>
                <a:cs typeface="Arial"/>
              </a:rPr>
              <a:t> </a:t>
            </a:r>
            <a:r>
              <a:rPr sz="1850" i="1" spc="-2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,</a:t>
            </a:r>
            <a:endParaRPr sz="1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00298" y="2629699"/>
            <a:ext cx="45910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53060" algn="l"/>
              </a:tabLst>
            </a:pPr>
            <a:r>
              <a:rPr sz="1350" spc="95" dirty="0">
                <a:latin typeface="PMingLiU"/>
                <a:cs typeface="PMingLiU"/>
              </a:rPr>
              <a:t>1	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37242" y="2530309"/>
            <a:ext cx="1614805" cy="307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6385" algn="l"/>
              </a:tabLst>
            </a:pPr>
            <a:r>
              <a:rPr sz="1850" i="1" spc="-114" dirty="0">
                <a:latin typeface="Arial"/>
                <a:cs typeface="Arial"/>
              </a:rPr>
              <a:t>c	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10" dirty="0">
                <a:latin typeface="Arial"/>
                <a:cs typeface="Arial"/>
              </a:rPr>
              <a:t>m</a:t>
            </a:r>
            <a:r>
              <a:rPr sz="1850" i="1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endParaRPr sz="18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96204" y="2629699"/>
            <a:ext cx="11874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5" dirty="0">
                <a:latin typeface="PMingLiU"/>
                <a:cs typeface="PMingLiU"/>
              </a:rPr>
              <a:t>1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93079" y="2676334"/>
            <a:ext cx="11874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5" dirty="0">
                <a:latin typeface="PMingLiU"/>
                <a:cs typeface="PMingLiU"/>
              </a:rPr>
              <a:t>3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92648" y="2530309"/>
            <a:ext cx="1089025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34035" algn="l"/>
                <a:tab pos="932180" algn="l"/>
              </a:tabLst>
            </a:pPr>
            <a:r>
              <a:rPr sz="1850" i="1" spc="-114" dirty="0">
                <a:latin typeface="Arial"/>
                <a:cs typeface="Arial"/>
              </a:rPr>
              <a:t>c </a:t>
            </a:r>
            <a:r>
              <a:rPr sz="1850" i="1" spc="-210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dirty="0">
                <a:latin typeface="Arial"/>
                <a:cs typeface="Arial"/>
              </a:rPr>
              <a:t>	</a:t>
            </a:r>
            <a:r>
              <a:rPr sz="1850" spc="-10" dirty="0">
                <a:latin typeface="Lucida Sans Unicode"/>
                <a:cs typeface="Lucida Sans Unicode"/>
              </a:rPr>
              <a:t>≤</a:t>
            </a:r>
            <a:r>
              <a:rPr sz="1850" dirty="0">
                <a:latin typeface="Lucida Sans Unicode"/>
                <a:cs typeface="Lucida Sans Unicode"/>
              </a:rPr>
              <a:t>	</a:t>
            </a:r>
            <a:r>
              <a:rPr sz="1850" i="1" spc="100" dirty="0">
                <a:latin typeface="Arial"/>
                <a:cs typeface="Arial"/>
              </a:rPr>
              <a:t>n</a:t>
            </a:r>
            <a:endParaRPr sz="18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43778" y="2506941"/>
            <a:ext cx="83058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61645" algn="l"/>
                <a:tab pos="724535" algn="l"/>
              </a:tabLst>
            </a:pPr>
            <a:r>
              <a:rPr sz="1350" spc="95" dirty="0">
                <a:latin typeface="PMingLiU"/>
                <a:cs typeface="PMingLiU"/>
              </a:rPr>
              <a:t>2	</a:t>
            </a:r>
            <a:r>
              <a:rPr sz="2025" u="sng" spc="142" baseline="2057" dirty="0">
                <a:latin typeface="PMingLiU"/>
                <a:cs typeface="PMingLiU"/>
              </a:rPr>
              <a:t>1</a:t>
            </a:r>
            <a:r>
              <a:rPr sz="2025" spc="142" baseline="2057" dirty="0">
                <a:latin typeface="PMingLiU"/>
                <a:cs typeface="PMingLiU"/>
              </a:rPr>
              <a:t>	</a:t>
            </a: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38618" y="2629699"/>
            <a:ext cx="11874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86192" y="2506941"/>
            <a:ext cx="11874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13017" y="2530309"/>
            <a:ext cx="311785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355725" algn="l"/>
              </a:tabLst>
            </a:pPr>
            <a:r>
              <a:rPr sz="1850" spc="-10" dirty="0">
                <a:latin typeface="Lucida Sans Unicode"/>
                <a:cs typeface="Lucida Sans Unicode"/>
              </a:rPr>
              <a:t>−</a:t>
            </a:r>
            <a:r>
              <a:rPr sz="1850" spc="-165" dirty="0">
                <a:latin typeface="Lucida Sans Unicode"/>
                <a:cs typeface="Lucida Sans Unicode"/>
              </a:rPr>
              <a:t> </a:t>
            </a:r>
            <a:r>
              <a:rPr sz="1850" spc="65" dirty="0">
                <a:latin typeface="PMingLiU"/>
                <a:cs typeface="PMingLiU"/>
              </a:rPr>
              <a:t>2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5" dirty="0">
                <a:latin typeface="Arial"/>
                <a:cs typeface="Arial"/>
              </a:rPr>
              <a:t> </a:t>
            </a:r>
            <a:r>
              <a:rPr sz="1850" spc="-10" dirty="0">
                <a:latin typeface="Lucida Sans Unicode"/>
                <a:cs typeface="Lucida Sans Unicode"/>
              </a:rPr>
              <a:t>≤</a:t>
            </a:r>
            <a:r>
              <a:rPr sz="1850" spc="-60" dirty="0">
                <a:latin typeface="Lucida Sans Unicode"/>
                <a:cs typeface="Lucida Sans Unicode"/>
              </a:rPr>
              <a:t> </a:t>
            </a:r>
            <a:r>
              <a:rPr sz="1850" i="1" spc="-114" dirty="0">
                <a:latin typeface="Arial"/>
                <a:cs typeface="Arial"/>
              </a:rPr>
              <a:t>c</a:t>
            </a:r>
            <a:r>
              <a:rPr sz="1850" i="1" dirty="0">
                <a:latin typeface="Arial"/>
                <a:cs typeface="Arial"/>
              </a:rPr>
              <a:t> </a:t>
            </a:r>
            <a:r>
              <a:rPr sz="1850" i="1" spc="-210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dirty="0">
                <a:latin typeface="Arial"/>
                <a:cs typeface="Arial"/>
              </a:rPr>
              <a:t>	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5" dirty="0">
                <a:latin typeface="Arial"/>
                <a:cs typeface="Arial"/>
              </a:rPr>
              <a:t> </a:t>
            </a:r>
            <a:r>
              <a:rPr sz="1850" spc="-10" dirty="0">
                <a:latin typeface="Lucida Sans Unicode"/>
                <a:cs typeface="Lucida Sans Unicode"/>
              </a:rPr>
              <a:t>≥</a:t>
            </a:r>
            <a:r>
              <a:rPr sz="1850" spc="-60" dirty="0">
                <a:latin typeface="Lucida Sans Unicode"/>
                <a:cs typeface="Lucida Sans Unicode"/>
              </a:rPr>
              <a:t> </a:t>
            </a:r>
            <a:r>
              <a:rPr sz="1850" i="1" spc="110" dirty="0">
                <a:latin typeface="Arial"/>
                <a:cs typeface="Arial"/>
              </a:rPr>
              <a:t>m</a:t>
            </a:r>
            <a:endParaRPr sz="18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505289" y="2530309"/>
            <a:ext cx="92075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89516" y="3001289"/>
            <a:ext cx="11874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55579" y="3124162"/>
            <a:ext cx="11874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5" dirty="0">
                <a:latin typeface="PMingLiU"/>
                <a:cs typeface="PMingLiU"/>
              </a:rPr>
              <a:t>1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04893" y="2993974"/>
            <a:ext cx="56642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60375" algn="l"/>
              </a:tabLst>
            </a:pPr>
            <a:r>
              <a:rPr sz="1350" u="sng" spc="95" dirty="0">
                <a:latin typeface="PMingLiU"/>
                <a:cs typeface="PMingLiU"/>
              </a:rPr>
              <a:t>1</a:t>
            </a:r>
            <a:r>
              <a:rPr sz="1350" spc="95" dirty="0">
                <a:latin typeface="PMingLiU"/>
                <a:cs typeface="PMingLiU"/>
              </a:rPr>
              <a:t>	</a:t>
            </a:r>
            <a:r>
              <a:rPr sz="1350" u="sng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04893" y="3170796"/>
            <a:ext cx="57658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50215" algn="l"/>
              </a:tabLst>
            </a:pPr>
            <a:r>
              <a:rPr sz="1350" spc="95" dirty="0">
                <a:latin typeface="PMingLiU"/>
                <a:cs typeface="PMingLiU"/>
              </a:rPr>
              <a:t>3	</a:t>
            </a:r>
            <a:r>
              <a:rPr sz="1350" i="1" spc="145" dirty="0">
                <a:latin typeface="Trebuchet MS"/>
                <a:cs typeface="Trebuchet MS"/>
              </a:rPr>
              <a:t>n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31454" y="3024771"/>
            <a:ext cx="446913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3525" indent="-250825">
              <a:lnSpc>
                <a:spcPct val="100000"/>
              </a:lnSpc>
              <a:buFont typeface="Lucida Sans Unicode"/>
              <a:buChar char="•"/>
              <a:tabLst>
                <a:tab pos="264160" algn="l"/>
                <a:tab pos="2040889" algn="l"/>
                <a:tab pos="3006725" algn="l"/>
                <a:tab pos="3458210" algn="l"/>
                <a:tab pos="3929379" algn="l"/>
              </a:tabLst>
            </a:pPr>
            <a:r>
              <a:rPr sz="1850" spc="20" dirty="0">
                <a:latin typeface="Arial"/>
                <a:cs typeface="Arial"/>
              </a:rPr>
              <a:t>D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idindo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dirty="0">
                <a:latin typeface="Arial"/>
                <a:cs typeface="Arial"/>
              </a:rPr>
              <a:t>	</a:t>
            </a:r>
            <a:r>
              <a:rPr sz="1850" spc="5" dirty="0">
                <a:latin typeface="Arial"/>
                <a:cs typeface="Arial"/>
              </a:rPr>
              <a:t>l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-114" dirty="0">
                <a:latin typeface="Arial"/>
                <a:cs typeface="Arial"/>
              </a:rPr>
              <a:t>c</a:t>
            </a:r>
            <a:r>
              <a:rPr sz="1850" i="1" dirty="0">
                <a:latin typeface="Arial"/>
                <a:cs typeface="Arial"/>
              </a:rPr>
              <a:t>	</a:t>
            </a:r>
            <a:r>
              <a:rPr sz="1850" spc="-10" dirty="0">
                <a:latin typeface="Lucida Sans Unicode"/>
                <a:cs typeface="Lucida Sans Unicode"/>
              </a:rPr>
              <a:t>≤</a:t>
            </a:r>
            <a:r>
              <a:rPr sz="1850" dirty="0">
                <a:latin typeface="Lucida Sans Unicode"/>
                <a:cs typeface="Lucida Sans Unicode"/>
              </a:rPr>
              <a:t>	</a:t>
            </a:r>
            <a:r>
              <a:rPr sz="1850" spc="-10" dirty="0">
                <a:latin typeface="Lucida Sans Unicode"/>
                <a:cs typeface="Lucida Sans Unicode"/>
              </a:rPr>
              <a:t>−</a:t>
            </a:r>
            <a:r>
              <a:rPr sz="1850" dirty="0">
                <a:latin typeface="Lucida Sans Unicode"/>
                <a:cs typeface="Lucida Sans Unicode"/>
              </a:rPr>
              <a:t>	</a:t>
            </a:r>
            <a:r>
              <a:rPr sz="1850" spc="-10" dirty="0">
                <a:latin typeface="Lucida Sans Unicode"/>
                <a:cs typeface="Lucida Sans Unicode"/>
              </a:rPr>
              <a:t>≤</a:t>
            </a:r>
            <a:r>
              <a:rPr sz="1850" spc="-60" dirty="0">
                <a:latin typeface="Lucida Sans Unicode"/>
                <a:cs typeface="Lucida Sans Unicode"/>
              </a:rPr>
              <a:t> </a:t>
            </a:r>
            <a:r>
              <a:rPr sz="1850" i="1" spc="-114" dirty="0">
                <a:latin typeface="Arial"/>
                <a:cs typeface="Arial"/>
              </a:rPr>
              <a:t>c</a:t>
            </a:r>
            <a:r>
              <a:rPr sz="2025" spc="262" baseline="-12345" dirty="0">
                <a:latin typeface="PMingLiU"/>
                <a:cs typeface="PMingLiU"/>
              </a:rPr>
              <a:t>2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31455" y="3519119"/>
            <a:ext cx="8065770" cy="3152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3525" indent="-250825">
              <a:lnSpc>
                <a:spcPct val="100000"/>
              </a:lnSpc>
              <a:buFont typeface="Lucida Sans Unicode"/>
              <a:buChar char="•"/>
              <a:tabLst>
                <a:tab pos="26416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lado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di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ei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igualdade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20" dirty="0">
                <a:latin typeface="Arial"/>
                <a:cs typeface="Arial"/>
              </a:rPr>
              <a:t>emp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válido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qualquer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alor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endParaRPr sz="1850">
              <a:latin typeface="Arial"/>
              <a:cs typeface="Arial"/>
            </a:endParaRPr>
          </a:p>
          <a:p>
            <a:pPr marL="263525">
              <a:lnSpc>
                <a:spcPct val="100000"/>
              </a:lnSpc>
              <a:spcBef>
                <a:spcPts val="484"/>
              </a:spcBef>
            </a:pP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5" dirty="0">
                <a:latin typeface="Arial"/>
                <a:cs typeface="Arial"/>
              </a:rPr>
              <a:t> </a:t>
            </a:r>
            <a:r>
              <a:rPr sz="1850" spc="-10" dirty="0">
                <a:latin typeface="Lucida Sans Unicode"/>
                <a:cs typeface="Lucida Sans Unicode"/>
              </a:rPr>
              <a:t>≥</a:t>
            </a:r>
            <a:r>
              <a:rPr sz="1850" spc="-60" dirty="0">
                <a:latin typeface="Lucida Sans Unicode"/>
                <a:cs typeface="Lucida Sans Unicode"/>
              </a:rPr>
              <a:t> </a:t>
            </a:r>
            <a:r>
              <a:rPr sz="1850" spc="70" dirty="0">
                <a:latin typeface="PMingLiU"/>
                <a:cs typeface="PMingLiU"/>
              </a:rPr>
              <a:t>1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15" dirty="0">
                <a:latin typeface="Arial"/>
                <a:cs typeface="Arial"/>
              </a:rPr>
              <a:t>quando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olhemos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-114" dirty="0">
                <a:latin typeface="Arial"/>
                <a:cs typeface="Arial"/>
              </a:rPr>
              <a:t>c</a:t>
            </a:r>
            <a:r>
              <a:rPr sz="2025" spc="142" baseline="-12345" dirty="0">
                <a:latin typeface="PMingLiU"/>
                <a:cs typeface="PMingLiU"/>
              </a:rPr>
              <a:t>2</a:t>
            </a:r>
            <a:r>
              <a:rPr sz="2025" baseline="-12345" dirty="0">
                <a:latin typeface="PMingLiU"/>
                <a:cs typeface="PMingLiU"/>
              </a:rPr>
              <a:t> </a:t>
            </a:r>
            <a:r>
              <a:rPr sz="2025" spc="-142" baseline="-12345" dirty="0">
                <a:latin typeface="PMingLiU"/>
                <a:cs typeface="PMingLiU"/>
              </a:rPr>
              <a:t> </a:t>
            </a:r>
            <a:r>
              <a:rPr sz="1850" spc="-10" dirty="0">
                <a:latin typeface="Lucida Sans Unicode"/>
                <a:cs typeface="Lucida Sans Unicode"/>
              </a:rPr>
              <a:t>≥</a:t>
            </a:r>
            <a:r>
              <a:rPr sz="1850" spc="-60" dirty="0">
                <a:latin typeface="Lucida Sans Unicode"/>
                <a:cs typeface="Lucida Sans Unicode"/>
              </a:rPr>
              <a:t> </a:t>
            </a:r>
            <a:r>
              <a:rPr sz="1850" spc="65" dirty="0">
                <a:latin typeface="PMingLiU"/>
                <a:cs typeface="PMingLiU"/>
              </a:rPr>
              <a:t>1</a:t>
            </a:r>
            <a:r>
              <a:rPr sz="1850" i="1" spc="420" dirty="0">
                <a:latin typeface="Arial"/>
                <a:cs typeface="Arial"/>
              </a:rPr>
              <a:t>/</a:t>
            </a:r>
            <a:r>
              <a:rPr sz="1850" spc="65" dirty="0">
                <a:latin typeface="PMingLiU"/>
                <a:cs typeface="PMingLiU"/>
              </a:rPr>
              <a:t>3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263525" marR="30480" indent="-250825">
              <a:lnSpc>
                <a:spcPct val="122000"/>
              </a:lnSpc>
              <a:spcBef>
                <a:spcPts val="1185"/>
              </a:spcBef>
              <a:buFont typeface="Lucida Sans Unicode"/>
              <a:buChar char="•"/>
              <a:tabLst>
                <a:tab pos="264160" algn="l"/>
              </a:tabLst>
            </a:pP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olhendo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-114" dirty="0">
                <a:latin typeface="Arial"/>
                <a:cs typeface="Arial"/>
              </a:rPr>
              <a:t>c</a:t>
            </a:r>
            <a:r>
              <a:rPr sz="2025" spc="142" baseline="-12345" dirty="0">
                <a:latin typeface="PMingLiU"/>
                <a:cs typeface="PMingLiU"/>
              </a:rPr>
              <a:t>1</a:t>
            </a:r>
            <a:r>
              <a:rPr sz="2025" baseline="-12345" dirty="0">
                <a:latin typeface="PMingLiU"/>
                <a:cs typeface="PMingLiU"/>
              </a:rPr>
              <a:t> </a:t>
            </a:r>
            <a:r>
              <a:rPr sz="2025" spc="-142" baseline="-12345" dirty="0">
                <a:latin typeface="PMingLiU"/>
                <a:cs typeface="PMingLiU"/>
              </a:rPr>
              <a:t> </a:t>
            </a:r>
            <a:r>
              <a:rPr sz="1850" spc="-10" dirty="0">
                <a:latin typeface="Lucida Sans Unicode"/>
                <a:cs typeface="Lucida Sans Unicode"/>
              </a:rPr>
              <a:t>≤</a:t>
            </a:r>
            <a:r>
              <a:rPr sz="1850" spc="-60" dirty="0">
                <a:latin typeface="Lucida Sans Unicode"/>
                <a:cs typeface="Lucida Sans Unicode"/>
              </a:rPr>
              <a:t> </a:t>
            </a:r>
            <a:r>
              <a:rPr sz="1850" spc="65" dirty="0">
                <a:latin typeface="PMingLiU"/>
                <a:cs typeface="PMingLiU"/>
              </a:rPr>
              <a:t>1</a:t>
            </a:r>
            <a:r>
              <a:rPr sz="1850" i="1" spc="420" dirty="0">
                <a:latin typeface="Arial"/>
                <a:cs typeface="Arial"/>
              </a:rPr>
              <a:t>/</a:t>
            </a:r>
            <a:r>
              <a:rPr sz="1850" spc="65" dirty="0">
                <a:latin typeface="PMingLiU"/>
                <a:cs typeface="PMingLiU"/>
              </a:rPr>
              <a:t>21</a:t>
            </a:r>
            <a:r>
              <a:rPr sz="1850" spc="5" dirty="0">
                <a:latin typeface="Arial"/>
                <a:cs typeface="Arial"/>
              </a:rPr>
              <a:t>,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lado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igualdade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10" dirty="0">
                <a:latin typeface="Arial"/>
                <a:cs typeface="Arial"/>
              </a:rPr>
              <a:t> válido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 qualquer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alor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5" dirty="0">
                <a:latin typeface="Arial"/>
                <a:cs typeface="Arial"/>
              </a:rPr>
              <a:t> </a:t>
            </a:r>
            <a:r>
              <a:rPr sz="1850" spc="-10" dirty="0">
                <a:latin typeface="Lucida Sans Unicode"/>
                <a:cs typeface="Lucida Sans Unicode"/>
              </a:rPr>
              <a:t>≥</a:t>
            </a:r>
            <a:r>
              <a:rPr sz="1850" spc="-60" dirty="0">
                <a:latin typeface="Lucida Sans Unicode"/>
                <a:cs typeface="Lucida Sans Unicode"/>
              </a:rPr>
              <a:t> </a:t>
            </a:r>
            <a:r>
              <a:rPr sz="1850" spc="65" dirty="0">
                <a:latin typeface="PMingLiU"/>
                <a:cs typeface="PMingLiU"/>
              </a:rPr>
              <a:t>7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263525" indent="-250825">
              <a:lnSpc>
                <a:spcPct val="100000"/>
              </a:lnSpc>
              <a:spcBef>
                <a:spcPts val="1670"/>
              </a:spcBef>
              <a:buFont typeface="Lucida Sans Unicode"/>
              <a:buChar char="•"/>
              <a:tabLst>
                <a:tab pos="264160" algn="l"/>
              </a:tabLst>
            </a:pPr>
            <a:r>
              <a:rPr sz="1850" spc="15" dirty="0">
                <a:latin typeface="Arial"/>
                <a:cs typeface="Arial"/>
              </a:rPr>
              <a:t>Log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olhendo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-114" dirty="0">
                <a:latin typeface="Arial"/>
                <a:cs typeface="Arial"/>
              </a:rPr>
              <a:t>c</a:t>
            </a:r>
            <a:r>
              <a:rPr sz="2025" spc="142" baseline="-12345" dirty="0">
                <a:latin typeface="PMingLiU"/>
                <a:cs typeface="PMingLiU"/>
              </a:rPr>
              <a:t>1</a:t>
            </a:r>
            <a:r>
              <a:rPr sz="2025" baseline="-12345" dirty="0">
                <a:latin typeface="PMingLiU"/>
                <a:cs typeface="PMingLiU"/>
              </a:rPr>
              <a:t> </a:t>
            </a:r>
            <a:r>
              <a:rPr sz="2025" spc="-142" baseline="-12345" dirty="0">
                <a:latin typeface="PMingLiU"/>
                <a:cs typeface="PMingLiU"/>
              </a:rPr>
              <a:t> </a:t>
            </a:r>
            <a:r>
              <a:rPr sz="1850" spc="480" dirty="0">
                <a:latin typeface="PMingLiU"/>
                <a:cs typeface="PMingLiU"/>
              </a:rPr>
              <a:t>=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65" dirty="0">
                <a:latin typeface="PMingLiU"/>
                <a:cs typeface="PMingLiU"/>
              </a:rPr>
              <a:t>1</a:t>
            </a:r>
            <a:r>
              <a:rPr sz="1850" i="1" spc="420" dirty="0">
                <a:latin typeface="Arial"/>
                <a:cs typeface="Arial"/>
              </a:rPr>
              <a:t>/</a:t>
            </a:r>
            <a:r>
              <a:rPr sz="1850" spc="65" dirty="0">
                <a:latin typeface="PMingLiU"/>
                <a:cs typeface="PMingLiU"/>
              </a:rPr>
              <a:t>21</a:t>
            </a:r>
            <a:r>
              <a:rPr sz="1850" spc="5" dirty="0">
                <a:latin typeface="Arial"/>
                <a:cs typeface="Arial"/>
              </a:rPr>
              <a:t>,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i="1" spc="-114" dirty="0">
                <a:latin typeface="Arial"/>
                <a:cs typeface="Arial"/>
              </a:rPr>
              <a:t>c</a:t>
            </a:r>
            <a:r>
              <a:rPr sz="2025" spc="142" baseline="-12345" dirty="0">
                <a:latin typeface="PMingLiU"/>
                <a:cs typeface="PMingLiU"/>
              </a:rPr>
              <a:t>2</a:t>
            </a:r>
            <a:r>
              <a:rPr sz="2025" baseline="-12345" dirty="0">
                <a:latin typeface="PMingLiU"/>
                <a:cs typeface="PMingLiU"/>
              </a:rPr>
              <a:t> </a:t>
            </a:r>
            <a:r>
              <a:rPr sz="2025" spc="-142" baseline="-12345" dirty="0">
                <a:latin typeface="PMingLiU"/>
                <a:cs typeface="PMingLiU"/>
              </a:rPr>
              <a:t> </a:t>
            </a:r>
            <a:r>
              <a:rPr sz="1850" spc="480" dirty="0">
                <a:latin typeface="PMingLiU"/>
                <a:cs typeface="PMingLiU"/>
              </a:rPr>
              <a:t>=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65" dirty="0">
                <a:latin typeface="PMingLiU"/>
                <a:cs typeface="PMingLiU"/>
              </a:rPr>
              <a:t>1</a:t>
            </a:r>
            <a:r>
              <a:rPr sz="1850" i="1" spc="420" dirty="0">
                <a:latin typeface="Arial"/>
                <a:cs typeface="Arial"/>
              </a:rPr>
              <a:t>/</a:t>
            </a:r>
            <a:r>
              <a:rPr sz="1850" spc="70" dirty="0">
                <a:latin typeface="PMingLiU"/>
                <a:cs typeface="PMingLiU"/>
              </a:rPr>
              <a:t>3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10" dirty="0">
                <a:latin typeface="Arial"/>
                <a:cs typeface="Arial"/>
              </a:rPr>
              <a:t>m</a:t>
            </a:r>
            <a:r>
              <a:rPr sz="1850" i="1" spc="5" dirty="0">
                <a:latin typeface="Arial"/>
                <a:cs typeface="Arial"/>
              </a:rPr>
              <a:t> </a:t>
            </a:r>
            <a:r>
              <a:rPr sz="1850" spc="480" dirty="0">
                <a:latin typeface="PMingLiU"/>
                <a:cs typeface="PMingLiU"/>
              </a:rPr>
              <a:t>=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65" dirty="0">
                <a:latin typeface="PMingLiU"/>
                <a:cs typeface="PMingLiU"/>
              </a:rPr>
              <a:t>7</a:t>
            </a:r>
            <a:r>
              <a:rPr sz="1850" spc="5" dirty="0">
                <a:latin typeface="Arial"/>
                <a:cs typeface="Arial"/>
              </a:rPr>
              <a:t>,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if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endParaRPr sz="1850">
              <a:latin typeface="Arial"/>
              <a:cs typeface="Arial"/>
            </a:endParaRPr>
          </a:p>
          <a:p>
            <a:pPr marL="263525">
              <a:lnSpc>
                <a:spcPct val="100000"/>
              </a:lnSpc>
              <a:spcBef>
                <a:spcPts val="484"/>
              </a:spcBef>
            </a:pPr>
            <a:r>
              <a:rPr sz="1850" i="1" spc="100" dirty="0">
                <a:latin typeface="Arial"/>
                <a:cs typeface="Arial"/>
              </a:rPr>
              <a:t>n</a:t>
            </a:r>
            <a:r>
              <a:rPr sz="2025" spc="262" baseline="28806" dirty="0">
                <a:latin typeface="PMingLiU"/>
                <a:cs typeface="PMingLiU"/>
              </a:rPr>
              <a:t>2</a:t>
            </a:r>
            <a:r>
              <a:rPr sz="1850" i="1" spc="420" dirty="0">
                <a:latin typeface="Arial"/>
                <a:cs typeface="Arial"/>
              </a:rPr>
              <a:t>/</a:t>
            </a:r>
            <a:r>
              <a:rPr sz="1850" spc="70" dirty="0">
                <a:latin typeface="PMingLiU"/>
                <a:cs typeface="PMingLiU"/>
              </a:rPr>
              <a:t>3</a:t>
            </a:r>
            <a:r>
              <a:rPr sz="1850" spc="-65" dirty="0">
                <a:latin typeface="PMingLiU"/>
                <a:cs typeface="PMingLiU"/>
              </a:rPr>
              <a:t> </a:t>
            </a:r>
            <a:r>
              <a:rPr sz="1850" spc="-10" dirty="0">
                <a:latin typeface="Lucida Sans Unicode"/>
                <a:cs typeface="Lucida Sans Unicode"/>
              </a:rPr>
              <a:t>−</a:t>
            </a:r>
            <a:r>
              <a:rPr sz="1850" spc="-165" dirty="0">
                <a:latin typeface="Lucida Sans Unicode"/>
                <a:cs typeface="Lucida Sans Unicode"/>
              </a:rPr>
              <a:t> </a:t>
            </a:r>
            <a:r>
              <a:rPr sz="1850" spc="65" dirty="0">
                <a:latin typeface="PMingLiU"/>
                <a:cs typeface="PMingLiU"/>
              </a:rPr>
              <a:t>2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10" dirty="0">
                <a:latin typeface="Arial"/>
                <a:cs typeface="Arial"/>
              </a:rPr>
              <a:t> </a:t>
            </a:r>
            <a:r>
              <a:rPr sz="1850" spc="480" dirty="0">
                <a:latin typeface="PMingLiU"/>
                <a:cs typeface="PMingLiU"/>
              </a:rPr>
              <a:t>=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-390" dirty="0">
                <a:latin typeface="PMingLiU"/>
                <a:cs typeface="PMingLiU"/>
              </a:rPr>
              <a:t>Θ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2025" spc="262" baseline="28806" dirty="0">
                <a:latin typeface="PMingLiU"/>
                <a:cs typeface="PMingLiU"/>
              </a:rPr>
              <a:t>2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263525" marR="188595" indent="-250825">
              <a:lnSpc>
                <a:spcPct val="122000"/>
              </a:lnSpc>
              <a:spcBef>
                <a:spcPts val="1185"/>
              </a:spcBef>
              <a:buFont typeface="Lucida Sans Unicode"/>
              <a:buChar char="•"/>
              <a:tabLst>
                <a:tab pos="264160" algn="l"/>
              </a:tabLst>
            </a:pPr>
            <a:r>
              <a:rPr sz="1850" spc="20" dirty="0">
                <a:latin typeface="Arial"/>
                <a:cs typeface="Arial"/>
              </a:rPr>
              <a:t>Ou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podem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-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,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alguma</a:t>
            </a:r>
            <a:r>
              <a:rPr sz="1850" spc="10" dirty="0">
                <a:latin typeface="Arial"/>
                <a:cs typeface="Arial"/>
              </a:rPr>
              <a:t> esc</a:t>
            </a:r>
            <a:r>
              <a:rPr sz="1850" spc="15" dirty="0">
                <a:latin typeface="Arial"/>
                <a:cs typeface="Arial"/>
              </a:rPr>
              <a:t>olha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ês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38123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4774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i="1" spc="-20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Us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definir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fi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b="1" spc="5" dirty="0">
                <a:latin typeface="Arial"/>
                <a:cs typeface="Arial"/>
              </a:rPr>
              <a:t>D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ção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70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))</a:t>
            </a:r>
            <a:r>
              <a:rPr sz="2050" spc="-65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-160" dirty="0">
                <a:latin typeface="Arial"/>
                <a:cs typeface="Arial"/>
              </a:rPr>
              <a:t>c </a:t>
            </a:r>
            <a:r>
              <a:rPr sz="2050" i="1" spc="375" dirty="0">
                <a:latin typeface="Arial"/>
                <a:cs typeface="Arial"/>
              </a:rPr>
              <a:t>&gt;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0</a:t>
            </a:r>
            <a:r>
              <a:rPr sz="2050" dirty="0">
                <a:latin typeface="Arial"/>
                <a:cs typeface="Arial"/>
              </a:rPr>
              <a:t>, entã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0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tod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6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b="1" spc="10" dirty="0">
                <a:latin typeface="Arial"/>
                <a:cs typeface="Arial"/>
              </a:rPr>
              <a:t>E</a:t>
            </a:r>
            <a:r>
              <a:rPr sz="2050" b="1" spc="-20" dirty="0">
                <a:latin typeface="Arial"/>
                <a:cs typeface="Arial"/>
              </a:rPr>
              <a:t>x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-170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142" baseline="30864" dirty="0">
                <a:latin typeface="PMingLiU"/>
                <a:cs typeface="PMingLiU"/>
              </a:rPr>
              <a:t>2</a:t>
            </a:r>
            <a:r>
              <a:rPr sz="2025" baseline="30864" dirty="0">
                <a:latin typeface="PMingLiU"/>
                <a:cs typeface="PMingLiU"/>
              </a:rPr>
              <a:t> </a:t>
            </a:r>
            <a:r>
              <a:rPr sz="2025" spc="-67" baseline="30864" dirty="0">
                <a:latin typeface="PMingLiU"/>
                <a:cs typeface="PMingLiU"/>
              </a:rPr>
              <a:t> </a:t>
            </a:r>
            <a:r>
              <a:rPr sz="2050" spc="-795" dirty="0">
                <a:latin typeface="Lucida Sans Unicode"/>
                <a:cs typeface="Lucida Sans Unicode"/>
              </a:rPr>
              <a:t>ƒ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-170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9154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))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110" dirty="0">
                <a:latin typeface="Tahoma"/>
                <a:cs typeface="Tahoma"/>
              </a:rPr>
              <a:t>0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álid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375" dirty="0">
                <a:latin typeface="Arial"/>
                <a:cs typeface="Arial"/>
              </a:rPr>
              <a:t>&gt;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0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-170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))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spc="-110" dirty="0">
                <a:latin typeface="Tahoma"/>
                <a:cs typeface="Tahoma"/>
              </a:rPr>
              <a:t>0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álid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375" dirty="0">
                <a:latin typeface="Arial"/>
                <a:cs typeface="Arial"/>
              </a:rPr>
              <a:t>&gt;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0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Na </a:t>
            </a:r>
            <a:r>
              <a:rPr sz="2050" dirty="0">
                <a:latin typeface="Arial"/>
                <a:cs typeface="Arial"/>
              </a:rPr>
              <a:t>no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-17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65" dirty="0">
                <a:latin typeface="Tahoma"/>
                <a:cs typeface="Tahoma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tend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infini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0031" y="5854471"/>
            <a:ext cx="3181985" cy="420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90" dirty="0">
                <a:latin typeface="Tahoma"/>
                <a:cs typeface="Tahoma"/>
              </a:rPr>
              <a:t>li</a:t>
            </a:r>
            <a:r>
              <a:rPr sz="2050" spc="-40" dirty="0">
                <a:latin typeface="Tahoma"/>
                <a:cs typeface="Tahoma"/>
              </a:rPr>
              <a:t>m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6432" y="5982690"/>
            <a:ext cx="50990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145" dirty="0">
                <a:latin typeface="Trebuchet MS"/>
                <a:cs typeface="Trebuchet MS"/>
              </a:rPr>
              <a:t>n</a:t>
            </a:r>
            <a:r>
              <a:rPr sz="1350" spc="110" dirty="0">
                <a:latin typeface="Arial"/>
                <a:cs typeface="Arial"/>
              </a:rPr>
              <a:t>→</a:t>
            </a:r>
            <a:r>
              <a:rPr sz="1350" spc="500" dirty="0">
                <a:latin typeface="Arial"/>
                <a:cs typeface="Arial"/>
              </a:rPr>
              <a:t>∞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41747" y="5820956"/>
            <a:ext cx="391795" cy="441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1350" i="1" u="sng" spc="65" dirty="0">
                <a:latin typeface="Trebuchet MS"/>
                <a:cs typeface="Trebuchet MS"/>
              </a:rPr>
              <a:t>g</a:t>
            </a:r>
            <a:r>
              <a:rPr sz="1350" u="sng" spc="145" dirty="0">
                <a:latin typeface="PMingLiU"/>
                <a:cs typeface="PMingLiU"/>
              </a:rPr>
              <a:t>(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u="sng" spc="145" dirty="0">
                <a:latin typeface="PMingLiU"/>
                <a:cs typeface="PMingLiU"/>
              </a:rPr>
              <a:t>)</a:t>
            </a:r>
            <a:endParaRPr sz="1350">
              <a:latin typeface="PMingLiU"/>
              <a:cs typeface="PMingLiU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350" i="1" spc="160" dirty="0">
                <a:latin typeface="Trebuchet MS"/>
                <a:cs typeface="Trebuchet MS"/>
              </a:rPr>
              <a:t>f</a:t>
            </a:r>
            <a:r>
              <a:rPr sz="1350" i="1" spc="-254" dirty="0">
                <a:latin typeface="Trebuchet MS"/>
                <a:cs typeface="Trebuchet MS"/>
              </a:rPr>
              <a:t> </a:t>
            </a:r>
            <a:r>
              <a:rPr sz="1350" spc="145" dirty="0">
                <a:latin typeface="PMingLiU"/>
                <a:cs typeface="PMingLiU"/>
              </a:rPr>
              <a:t>(</a:t>
            </a:r>
            <a:r>
              <a:rPr sz="1350" i="1" spc="145" dirty="0">
                <a:latin typeface="Trebuchet MS"/>
                <a:cs typeface="Trebuchet MS"/>
              </a:rPr>
              <a:t>n</a:t>
            </a:r>
            <a:r>
              <a:rPr sz="1350" spc="145" dirty="0">
                <a:latin typeface="PMingLiU"/>
                <a:cs typeface="PMingLiU"/>
              </a:rPr>
              <a:t>)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06720" y="5854471"/>
            <a:ext cx="4004310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0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defin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nota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-17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78520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301990" cy="2450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i="1" spc="-400" dirty="0">
                <a:solidFill>
                  <a:srgbClr val="007F7A"/>
                </a:solidFill>
                <a:latin typeface="Arial"/>
                <a:cs typeface="Arial"/>
              </a:rPr>
              <a:t>ω</a:t>
            </a:r>
            <a:endParaRPr sz="2450">
              <a:latin typeface="Arial"/>
              <a:cs typeface="Arial"/>
            </a:endParaRPr>
          </a:p>
          <a:p>
            <a:pPr marL="484505" marR="133350" indent="-262255">
              <a:lnSpc>
                <a:spcPct val="119700"/>
              </a:lnSpc>
              <a:spcBef>
                <a:spcPts val="231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analogia,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-340" dirty="0">
                <a:latin typeface="Arial"/>
                <a:cs typeface="Arial"/>
              </a:rPr>
              <a:t>ω</a:t>
            </a:r>
            <a:r>
              <a:rPr sz="2050" i="1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20" dirty="0">
                <a:latin typeface="Tahoma"/>
                <a:cs typeface="Tahoma"/>
              </a:rPr>
              <a:t>Ω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-170" dirty="0">
                <a:latin typeface="Arial"/>
                <a:cs typeface="Arial"/>
              </a:rPr>
              <a:t>o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b="1" spc="5" dirty="0">
                <a:latin typeface="Arial"/>
                <a:cs typeface="Arial"/>
              </a:rPr>
              <a:t>D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ção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270" dirty="0">
                <a:latin typeface="Arial"/>
                <a:cs typeface="Arial"/>
              </a:rPr>
              <a:t>ω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-160" dirty="0">
                <a:latin typeface="Arial"/>
                <a:cs typeface="Arial"/>
              </a:rPr>
              <a:t>c </a:t>
            </a:r>
            <a:r>
              <a:rPr sz="2050" i="1" spc="375" dirty="0">
                <a:latin typeface="Arial"/>
                <a:cs typeface="Arial"/>
              </a:rPr>
              <a:t>&gt;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0</a:t>
            </a:r>
            <a:r>
              <a:rPr sz="2050" dirty="0">
                <a:latin typeface="Arial"/>
                <a:cs typeface="Arial"/>
              </a:rPr>
              <a:t>, entã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110" dirty="0">
                <a:latin typeface="Tahoma"/>
                <a:cs typeface="Tahoma"/>
              </a:rPr>
              <a:t>0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6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tod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6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0030" y="3448913"/>
            <a:ext cx="1451610" cy="420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b="1" spc="10" dirty="0">
                <a:latin typeface="Arial"/>
                <a:cs typeface="Arial"/>
              </a:rPr>
              <a:t>E</a:t>
            </a:r>
            <a:r>
              <a:rPr sz="2050" b="1" spc="-20" dirty="0">
                <a:latin typeface="Arial"/>
                <a:cs typeface="Arial"/>
              </a:rPr>
              <a:t>x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62618" y="3434486"/>
            <a:ext cx="229870" cy="422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75"/>
              </a:lnSpc>
              <a:tabLst>
                <a:tab pos="216535" algn="l"/>
              </a:tabLst>
            </a:pPr>
            <a:r>
              <a:rPr sz="1350" i="1" u="sng" spc="145" dirty="0">
                <a:latin typeface="Trebuchet MS"/>
                <a:cs typeface="Trebuchet MS"/>
              </a:rPr>
              <a:t>n	</a:t>
            </a:r>
            <a:endParaRPr sz="1350">
              <a:latin typeface="Trebuchet MS"/>
              <a:cs typeface="Trebuchet MS"/>
            </a:endParaRPr>
          </a:p>
          <a:p>
            <a:pPr marL="67945">
              <a:lnSpc>
                <a:spcPts val="1575"/>
              </a:lnSpc>
            </a:pP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65627" y="3448913"/>
            <a:ext cx="146240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-270" dirty="0">
                <a:latin typeface="Arial"/>
                <a:cs typeface="Arial"/>
              </a:rPr>
              <a:t>ω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75445" y="3417214"/>
            <a:ext cx="1945005" cy="144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  <a:tabLst>
                <a:tab pos="1851025" algn="l"/>
              </a:tabLst>
            </a:pPr>
            <a:r>
              <a:rPr sz="1000" spc="-5" dirty="0">
                <a:latin typeface="Lucida Sans Unicode"/>
                <a:cs typeface="Lucida Sans Unicode"/>
              </a:rPr>
              <a:t>2	2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01476" y="3434486"/>
            <a:ext cx="229870" cy="422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75"/>
              </a:lnSpc>
              <a:tabLst>
                <a:tab pos="216535" algn="l"/>
              </a:tabLst>
            </a:pPr>
            <a:r>
              <a:rPr sz="1350" i="1" u="sng" spc="145" dirty="0">
                <a:latin typeface="Trebuchet MS"/>
                <a:cs typeface="Trebuchet MS"/>
              </a:rPr>
              <a:t>n	</a:t>
            </a:r>
            <a:endParaRPr sz="1350">
              <a:latin typeface="Trebuchet MS"/>
              <a:cs typeface="Trebuchet MS"/>
            </a:endParaRPr>
          </a:p>
          <a:p>
            <a:pPr marL="67945">
              <a:lnSpc>
                <a:spcPts val="1575"/>
              </a:lnSpc>
            </a:pP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04485" y="3448913"/>
            <a:ext cx="997585" cy="420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795" dirty="0">
                <a:latin typeface="Lucida Sans Unicode"/>
                <a:cs typeface="Lucida Sans Unicode"/>
              </a:rPr>
              <a:t>ƒ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-270" dirty="0">
                <a:latin typeface="Arial"/>
                <a:cs typeface="Arial"/>
              </a:rPr>
              <a:t>ω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20022" y="4014241"/>
            <a:ext cx="4495800" cy="420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-270" dirty="0">
                <a:latin typeface="Arial"/>
                <a:cs typeface="Arial"/>
              </a:rPr>
              <a:t>ω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lica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90" dirty="0">
                <a:latin typeface="Tahoma"/>
                <a:cs typeface="Tahoma"/>
              </a:rPr>
              <a:t>li</a:t>
            </a:r>
            <a:r>
              <a:rPr sz="2050" spc="-40" dirty="0">
                <a:latin typeface="Tahoma"/>
                <a:cs typeface="Tahoma"/>
              </a:rPr>
              <a:t>m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90527" y="4142460"/>
            <a:ext cx="50990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145" dirty="0">
                <a:latin typeface="Trebuchet MS"/>
                <a:cs typeface="Trebuchet MS"/>
              </a:rPr>
              <a:t>n</a:t>
            </a:r>
            <a:r>
              <a:rPr sz="1350" spc="110" dirty="0">
                <a:latin typeface="Arial"/>
                <a:cs typeface="Arial"/>
              </a:rPr>
              <a:t>→</a:t>
            </a:r>
            <a:r>
              <a:rPr sz="1350" spc="500" dirty="0">
                <a:latin typeface="Arial"/>
                <a:cs typeface="Arial"/>
              </a:rPr>
              <a:t>∞</a:t>
            </a:r>
            <a:endParaRPr sz="13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55854" y="3980611"/>
            <a:ext cx="391795" cy="441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">
              <a:lnSpc>
                <a:spcPct val="100000"/>
              </a:lnSpc>
            </a:pPr>
            <a:r>
              <a:rPr sz="1350" i="1" u="sng" spc="65" dirty="0">
                <a:latin typeface="Trebuchet MS"/>
                <a:cs typeface="Trebuchet MS"/>
              </a:rPr>
              <a:t>g</a:t>
            </a:r>
            <a:r>
              <a:rPr sz="1350" u="sng" spc="145" dirty="0">
                <a:latin typeface="PMingLiU"/>
                <a:cs typeface="PMingLiU"/>
              </a:rPr>
              <a:t>(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u="sng" spc="145" dirty="0">
                <a:latin typeface="PMingLiU"/>
                <a:cs typeface="PMingLiU"/>
              </a:rPr>
              <a:t>)</a:t>
            </a:r>
            <a:endParaRPr sz="1350">
              <a:latin typeface="PMingLiU"/>
              <a:cs typeface="PMingLiU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350" i="1" spc="160" dirty="0">
                <a:latin typeface="Trebuchet MS"/>
                <a:cs typeface="Trebuchet MS"/>
              </a:rPr>
              <a:t>f</a:t>
            </a:r>
            <a:r>
              <a:rPr sz="1350" i="1" spc="-254" dirty="0">
                <a:latin typeface="Trebuchet MS"/>
                <a:cs typeface="Trebuchet MS"/>
              </a:rPr>
              <a:t> </a:t>
            </a:r>
            <a:r>
              <a:rPr sz="1350" spc="145" dirty="0">
                <a:latin typeface="PMingLiU"/>
                <a:cs typeface="PMingLiU"/>
              </a:rPr>
              <a:t>(</a:t>
            </a:r>
            <a:r>
              <a:rPr sz="1350" i="1" spc="145" dirty="0">
                <a:latin typeface="Trebuchet MS"/>
                <a:cs typeface="Trebuchet MS"/>
              </a:rPr>
              <a:t>n</a:t>
            </a:r>
            <a:r>
              <a:rPr sz="1350" spc="145" dirty="0">
                <a:latin typeface="PMingLiU"/>
                <a:cs typeface="PMingLiU"/>
              </a:rPr>
              <a:t>)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20826" y="4014241"/>
            <a:ext cx="2697480" cy="420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130" dirty="0">
                <a:latin typeface="Lucida Sans Unicode"/>
                <a:cs typeface="Lucida Sans Unicode"/>
              </a:rPr>
              <a:t>∞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98219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670290" cy="6042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Classe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ssin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ó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Se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2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funçã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co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x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dad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55" dirty="0">
                <a:latin typeface="Arial"/>
                <a:cs typeface="Arial"/>
              </a:rPr>
              <a:t>F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,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00"/>
              </a:spcBef>
            </a:pP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co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pl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xidad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assintótic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55" dirty="0">
                <a:latin typeface="Arial"/>
                <a:cs typeface="Arial"/>
              </a:rPr>
              <a:t>F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4673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6578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se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2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75" dirty="0">
                <a:latin typeface="Arial"/>
                <a:cs typeface="Arial"/>
              </a:rPr>
              <a:t>g</a:t>
            </a:r>
            <a:r>
              <a:rPr sz="2050" i="1" spc="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810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ico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5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28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G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sma</a:t>
            </a:r>
            <a:r>
              <a:rPr sz="2050" spc="5" dirty="0">
                <a:latin typeface="Arial"/>
                <a:cs typeface="Arial"/>
              </a:rPr>
              <a:t> cl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sse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5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2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G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é,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8895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dirty="0">
                <a:latin typeface="Arial"/>
                <a:cs typeface="Arial"/>
              </a:rPr>
              <a:t>Log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ico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5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28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G</a:t>
            </a:r>
            <a:r>
              <a:rPr sz="2050" dirty="0">
                <a:latin typeface="Arial"/>
                <a:cs typeface="Arial"/>
              </a:rPr>
              <a:t>, porqu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di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913267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08390" cy="570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og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"/>
              </a:spcBef>
            </a:pPr>
            <a:endParaRPr sz="1950">
              <a:latin typeface="Times New Roman"/>
              <a:cs typeface="Times New Roman"/>
            </a:endParaRPr>
          </a:p>
          <a:p>
            <a:pPr marL="484505" marR="697865" indent="-250825">
              <a:lnSpc>
                <a:spcPct val="1245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1850" spc="-75" dirty="0">
                <a:latin typeface="Arial"/>
                <a:cs typeface="Arial"/>
              </a:rPr>
              <a:t>P</a:t>
            </a:r>
            <a:r>
              <a:rPr sz="1850" spc="20" dirty="0">
                <a:latin typeface="Arial"/>
                <a:cs typeface="Arial"/>
              </a:rPr>
              <a:t>odemos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25" dirty="0">
                <a:latin typeface="Arial"/>
                <a:cs typeface="Arial"/>
              </a:rPr>
              <a:t>a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aliar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amas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un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ompl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idad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,</a:t>
            </a:r>
            <a:r>
              <a:rPr sz="1850" spc="15" dirty="0">
                <a:latin typeface="Arial"/>
                <a:cs typeface="Arial"/>
              </a:rPr>
              <a:t> negligen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opo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ionalidad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50">
              <a:latin typeface="Times New Roman"/>
              <a:cs typeface="Times New Roman"/>
            </a:endParaRPr>
          </a:p>
          <a:p>
            <a:pPr marL="484505" indent="-25082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U</a:t>
            </a:r>
            <a:r>
              <a:rPr sz="1850" spc="25" dirty="0">
                <a:latin typeface="Arial"/>
                <a:cs typeface="Arial"/>
              </a:rPr>
              <a:t>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ama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empo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melhor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empo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2025" spc="262" baseline="28806" dirty="0">
                <a:latin typeface="PMingLiU"/>
                <a:cs typeface="PMingLiU"/>
              </a:rPr>
              <a:t>2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9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-75" dirty="0">
                <a:latin typeface="Arial"/>
                <a:cs typeface="Arial"/>
              </a:rPr>
              <a:t>P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ém,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opo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ionalidade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podem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al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ide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260350" indent="-250825">
              <a:lnSpc>
                <a:spcPct val="124500"/>
              </a:lnSpc>
              <a:spcBef>
                <a:spcPts val="14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-45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emplo: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ama</a:t>
            </a:r>
            <a:r>
              <a:rPr sz="1850" spc="5" dirty="0">
                <a:latin typeface="Arial"/>
                <a:cs typeface="Arial"/>
              </a:rPr>
              <a:t> l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65" dirty="0">
                <a:latin typeface="PMingLiU"/>
                <a:cs typeface="PMingLiU"/>
              </a:rPr>
              <a:t>100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unidades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empo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 ou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l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65" dirty="0">
                <a:latin typeface="PMingLiU"/>
                <a:cs typeface="PMingLiU"/>
              </a:rPr>
              <a:t>2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2025" spc="262" baseline="28806" dirty="0">
                <a:latin typeface="PMingLiU"/>
                <a:cs typeface="PMingLiU"/>
              </a:rPr>
              <a:t>2</a:t>
            </a:r>
            <a:r>
              <a:rPr sz="1850" spc="5" dirty="0">
                <a:latin typeface="Arial"/>
                <a:cs typeface="Arial"/>
              </a:rPr>
              <a:t>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Qual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amas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melho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?</a:t>
            </a:r>
            <a:endParaRPr sz="1850">
              <a:latin typeface="Arial"/>
              <a:cs typeface="Arial"/>
            </a:endParaRPr>
          </a:p>
          <a:p>
            <a:pPr marL="852169" marR="328295" lvl="1" indent="-250825">
              <a:lnSpc>
                <a:spcPct val="1244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-60" dirty="0">
                <a:latin typeface="Arial"/>
                <a:cs typeface="Arial"/>
              </a:rPr>
              <a:t>P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5" dirty="0">
                <a:latin typeface="Arial"/>
                <a:cs typeface="Arial"/>
              </a:rPr>
              <a:t> </a:t>
            </a:r>
            <a:r>
              <a:rPr sz="1850" i="1" spc="380" dirty="0">
                <a:latin typeface="Arial"/>
                <a:cs typeface="Arial"/>
              </a:rPr>
              <a:t>&lt;</a:t>
            </a:r>
            <a:r>
              <a:rPr sz="1850" i="1" spc="10" dirty="0">
                <a:latin typeface="Arial"/>
                <a:cs typeface="Arial"/>
              </a:rPr>
              <a:t> </a:t>
            </a:r>
            <a:r>
              <a:rPr sz="1850" spc="65" dirty="0">
                <a:latin typeface="PMingLiU"/>
                <a:cs typeface="PMingLiU"/>
              </a:rPr>
              <a:t>50</a:t>
            </a:r>
            <a:r>
              <a:rPr sz="1850" spc="5" dirty="0">
                <a:latin typeface="Arial"/>
                <a:cs typeface="Arial"/>
              </a:rPr>
              <a:t>,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ama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empo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65" dirty="0">
                <a:latin typeface="PMingLiU"/>
                <a:cs typeface="PMingLiU"/>
              </a:rPr>
              <a:t>2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2025" spc="142" baseline="28806" dirty="0">
                <a:latin typeface="PMingLiU"/>
                <a:cs typeface="PMingLiU"/>
              </a:rPr>
              <a:t>2</a:t>
            </a:r>
            <a:r>
              <a:rPr sz="2025" baseline="28806" dirty="0">
                <a:latin typeface="PMingLiU"/>
                <a:cs typeface="PMingLiU"/>
              </a:rPr>
              <a:t> </a:t>
            </a:r>
            <a:r>
              <a:rPr sz="2025" spc="-142" baseline="28806" dirty="0">
                <a:latin typeface="PMingLiU"/>
                <a:cs typeface="PMingLiU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melhor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</a:t>
            </a:r>
            <a:r>
              <a:rPr sz="1850" spc="10" dirty="0">
                <a:latin typeface="Arial"/>
                <a:cs typeface="Arial"/>
              </a:rPr>
              <a:t>ssúi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empo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65" dirty="0">
                <a:latin typeface="PMingLiU"/>
                <a:cs typeface="PMingLiU"/>
              </a:rPr>
              <a:t>100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marR="748030" lvl="1" indent="-250825">
              <a:lnSpc>
                <a:spcPct val="1245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-60" dirty="0">
                <a:latin typeface="Arial"/>
                <a:cs typeface="Arial"/>
              </a:rPr>
              <a:t>P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25" dirty="0">
                <a:latin typeface="Arial"/>
                <a:cs typeface="Arial"/>
              </a:rPr>
              <a:t>b</a:t>
            </a:r>
            <a:r>
              <a:rPr sz="1850" spc="15" dirty="0">
                <a:latin typeface="Arial"/>
                <a:cs typeface="Arial"/>
              </a:rPr>
              <a:t>lemas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pequena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55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ama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ujo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empo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2025" spc="262" baseline="28806" dirty="0">
                <a:latin typeface="PMingLiU"/>
                <a:cs typeface="PMingLiU"/>
              </a:rPr>
              <a:t>2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124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quando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,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ama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empo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2025" spc="262" baseline="28806" dirty="0">
                <a:latin typeface="PMingLiU"/>
                <a:cs typeface="PMingLiU"/>
              </a:rPr>
              <a:t>2</a:t>
            </a:r>
            <a:r>
              <a:rPr sz="1850" spc="150" dirty="0">
                <a:latin typeface="PMingLiU"/>
                <a:cs typeface="PMingLiU"/>
              </a:rPr>
              <a:t>)</a:t>
            </a:r>
            <a:endParaRPr sz="1850">
              <a:latin typeface="PMingLiU"/>
              <a:cs typeface="PMingLiU"/>
            </a:endParaRPr>
          </a:p>
          <a:p>
            <a:pPr marL="852169">
              <a:lnSpc>
                <a:spcPct val="100000"/>
              </a:lnSpc>
              <a:spcBef>
                <a:spcPts val="540"/>
              </a:spcBef>
            </a:pPr>
            <a:r>
              <a:rPr sz="1850" spc="5" dirty="0">
                <a:latin typeface="Arial"/>
                <a:cs typeface="Arial"/>
              </a:rPr>
              <a:t>l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m</a:t>
            </a:r>
            <a:r>
              <a:rPr sz="1850" spc="10" dirty="0">
                <a:latin typeface="Arial"/>
                <a:cs typeface="Arial"/>
              </a:rPr>
              <a:t>ui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empo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5" dirty="0">
                <a:latin typeface="Arial"/>
                <a:cs typeface="Arial"/>
              </a:rPr>
              <a:t>gr</a:t>
            </a:r>
            <a:r>
              <a:rPr sz="1850" spc="20" dirty="0">
                <a:latin typeface="Arial"/>
                <a:cs typeface="Arial"/>
              </a:rPr>
              <a:t>ama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41215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711565" cy="6193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3753485" algn="ctr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Principais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Classe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233679">
              <a:lnSpc>
                <a:spcPct val="100000"/>
              </a:lnSpc>
              <a:spcBef>
                <a:spcPts val="2250"/>
              </a:spcBef>
              <a:tabLst>
                <a:tab pos="484505" algn="l"/>
              </a:tabLst>
            </a:pPr>
            <a:r>
              <a:rPr sz="1850" spc="-229" dirty="0">
                <a:latin typeface="Lucida Sans Unicode"/>
                <a:cs typeface="Lucida Sans Unicode"/>
              </a:rPr>
              <a:t>•	</a:t>
            </a:r>
            <a:r>
              <a:rPr sz="1850" i="1" spc="405" dirty="0">
                <a:latin typeface="Arial"/>
                <a:cs typeface="Arial"/>
              </a:rPr>
              <a:t>f</a:t>
            </a:r>
            <a:r>
              <a:rPr sz="1850" i="1" spc="-315" dirty="0">
                <a:latin typeface="Arial"/>
                <a:cs typeface="Arial"/>
              </a:rPr>
              <a:t> 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480" dirty="0">
                <a:latin typeface="PMingLiU"/>
                <a:cs typeface="PMingLiU"/>
              </a:rPr>
              <a:t>=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spc="65" dirty="0">
                <a:latin typeface="PMingLiU"/>
                <a:cs typeface="PMingLiU"/>
              </a:rPr>
              <a:t>1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10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15" dirty="0">
                <a:latin typeface="Arial"/>
                <a:cs typeface="Arial"/>
              </a:rPr>
              <a:t>Algo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ompl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idade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spc="65" dirty="0">
                <a:latin typeface="PMingLiU"/>
                <a:cs typeface="PMingLiU"/>
              </a:rPr>
              <a:t>1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di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comp</a:t>
            </a:r>
            <a:r>
              <a:rPr sz="1850" b="1" dirty="0">
                <a:latin typeface="Arial"/>
                <a:cs typeface="Arial"/>
              </a:rPr>
              <a:t>l</a:t>
            </a:r>
            <a:r>
              <a:rPr sz="1850" b="1" spc="-15" dirty="0">
                <a:latin typeface="Arial"/>
                <a:cs typeface="Arial"/>
              </a:rPr>
              <a:t>e</a:t>
            </a:r>
            <a:r>
              <a:rPr sz="1850" b="1" spc="15" dirty="0">
                <a:latin typeface="Arial"/>
                <a:cs typeface="Arial"/>
              </a:rPr>
              <a:t>x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20" dirty="0">
                <a:latin typeface="Arial"/>
                <a:cs typeface="Arial"/>
              </a:rPr>
              <a:t>dade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cons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20" dirty="0">
                <a:latin typeface="Arial"/>
                <a:cs typeface="Arial"/>
              </a:rPr>
              <a:t>an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10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U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algo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independe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10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ins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algo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núme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f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5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54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i="1" spc="405" dirty="0">
                <a:latin typeface="Arial"/>
                <a:cs typeface="Arial"/>
              </a:rPr>
              <a:t>f</a:t>
            </a:r>
            <a:r>
              <a:rPr sz="1850" i="1" spc="-315" dirty="0">
                <a:latin typeface="Arial"/>
                <a:cs typeface="Arial"/>
              </a:rPr>
              <a:t> 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480" dirty="0">
                <a:latin typeface="PMingLiU"/>
                <a:cs typeface="PMingLiU"/>
              </a:rPr>
              <a:t>=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spc="35" dirty="0">
                <a:latin typeface="PMingLiU"/>
                <a:cs typeface="PMingLiU"/>
              </a:rPr>
              <a:t>l</a:t>
            </a:r>
            <a:r>
              <a:rPr sz="1850" spc="65" dirty="0">
                <a:latin typeface="PMingLiU"/>
                <a:cs typeface="PMingLiU"/>
              </a:rPr>
              <a:t>o</a:t>
            </a:r>
            <a:r>
              <a:rPr sz="1850" spc="70" dirty="0">
                <a:latin typeface="PMingLiU"/>
                <a:cs typeface="PMingLiU"/>
              </a:rPr>
              <a:t>g</a:t>
            </a:r>
            <a:r>
              <a:rPr sz="1850" spc="-145" dirty="0">
                <a:latin typeface="PMingLiU"/>
                <a:cs typeface="PMingLiU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marR="962025" lvl="1" indent="-250825">
              <a:lnSpc>
                <a:spcPct val="1209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U</a:t>
            </a:r>
            <a:r>
              <a:rPr sz="1850" spc="25" dirty="0">
                <a:latin typeface="Arial"/>
                <a:cs typeface="Arial"/>
              </a:rPr>
              <a:t>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algo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ompl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idade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spc="35" dirty="0">
                <a:latin typeface="PMingLiU"/>
                <a:cs typeface="PMingLiU"/>
              </a:rPr>
              <a:t>l</a:t>
            </a:r>
            <a:r>
              <a:rPr sz="1850" spc="65" dirty="0">
                <a:latin typeface="PMingLiU"/>
                <a:cs typeface="PMingLiU"/>
              </a:rPr>
              <a:t>o</a:t>
            </a:r>
            <a:r>
              <a:rPr sz="1850" spc="70" dirty="0">
                <a:latin typeface="PMingLiU"/>
                <a:cs typeface="PMingLiU"/>
              </a:rPr>
              <a:t>g</a:t>
            </a:r>
            <a:r>
              <a:rPr sz="1850" spc="-145" dirty="0">
                <a:latin typeface="PMingLiU"/>
                <a:cs typeface="PMingLiU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di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comp</a:t>
            </a:r>
            <a:r>
              <a:rPr sz="1850" b="1" dirty="0">
                <a:latin typeface="Arial"/>
                <a:cs typeface="Arial"/>
              </a:rPr>
              <a:t>l</a:t>
            </a:r>
            <a:r>
              <a:rPr sz="1850" b="1" spc="-15" dirty="0">
                <a:latin typeface="Arial"/>
                <a:cs typeface="Arial"/>
              </a:rPr>
              <a:t>e</a:t>
            </a:r>
            <a:r>
              <a:rPr sz="1850" b="1" spc="15" dirty="0">
                <a:latin typeface="Arial"/>
                <a:cs typeface="Arial"/>
              </a:rPr>
              <a:t>x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20" dirty="0">
                <a:latin typeface="Arial"/>
                <a:cs typeface="Arial"/>
              </a:rPr>
              <a:t>dade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l</a:t>
            </a:r>
            <a:r>
              <a:rPr sz="1850" b="1" spc="15" dirty="0">
                <a:latin typeface="Arial"/>
                <a:cs typeface="Arial"/>
              </a:rPr>
              <a:t>ogar</a:t>
            </a:r>
            <a:r>
              <a:rPr sz="1850" b="1" dirty="0">
                <a:latin typeface="Arial"/>
                <a:cs typeface="Arial"/>
              </a:rPr>
              <a:t>í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30" dirty="0">
                <a:latin typeface="Arial"/>
                <a:cs typeface="Arial"/>
              </a:rPr>
              <a:t>m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15" dirty="0">
                <a:latin typeface="Arial"/>
                <a:cs typeface="Arial"/>
              </a:rPr>
              <a:t>ca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100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T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10" dirty="0">
                <a:latin typeface="Arial"/>
                <a:cs typeface="Arial"/>
              </a:rPr>
              <a:t>pic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algo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-55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25" dirty="0">
                <a:latin typeface="Arial"/>
                <a:cs typeface="Arial"/>
              </a:rPr>
              <a:t>mam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25" dirty="0">
                <a:latin typeface="Arial"/>
                <a:cs typeface="Arial"/>
              </a:rPr>
              <a:t>b</a:t>
            </a:r>
            <a:r>
              <a:rPr sz="1850" spc="15" dirty="0">
                <a:latin typeface="Arial"/>
                <a:cs typeface="Arial"/>
              </a:rPr>
              <a:t>lema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meno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marR="1053465" lvl="1" indent="-250825">
              <a:lnSpc>
                <a:spcPct val="1209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-75" dirty="0">
                <a:latin typeface="Arial"/>
                <a:cs typeface="Arial"/>
              </a:rPr>
              <a:t>P</a:t>
            </a:r>
            <a:r>
              <a:rPr sz="1850" spc="15" dirty="0">
                <a:latin typeface="Arial"/>
                <a:cs typeface="Arial"/>
              </a:rPr>
              <a:t>ode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ide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empo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menor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and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10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Quando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mil, </a:t>
            </a:r>
            <a:r>
              <a:rPr sz="1850" spc="35" dirty="0">
                <a:latin typeface="PMingLiU"/>
                <a:cs typeface="PMingLiU"/>
              </a:rPr>
              <a:t>l</a:t>
            </a:r>
            <a:r>
              <a:rPr sz="1850" spc="65" dirty="0">
                <a:latin typeface="PMingLiU"/>
                <a:cs typeface="PMingLiU"/>
              </a:rPr>
              <a:t>o</a:t>
            </a:r>
            <a:r>
              <a:rPr sz="1850" spc="95" dirty="0">
                <a:latin typeface="PMingLiU"/>
                <a:cs typeface="PMingLiU"/>
              </a:rPr>
              <a:t>g</a:t>
            </a:r>
            <a:r>
              <a:rPr sz="2025" spc="262" baseline="-18518" dirty="0">
                <a:latin typeface="PMingLiU"/>
                <a:cs typeface="PMingLiU"/>
              </a:rPr>
              <a:t>2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5" dirty="0">
                <a:latin typeface="Arial"/>
                <a:cs typeface="Arial"/>
              </a:rPr>
              <a:t> </a:t>
            </a:r>
            <a:r>
              <a:rPr sz="1850" spc="-10" dirty="0">
                <a:latin typeface="Lucida Sans Unicode"/>
                <a:cs typeface="Lucida Sans Unicode"/>
              </a:rPr>
              <a:t>≈</a:t>
            </a:r>
            <a:r>
              <a:rPr sz="1850" spc="-60" dirty="0">
                <a:latin typeface="Lucida Sans Unicode"/>
                <a:cs typeface="Lucida Sans Unicode"/>
              </a:rPr>
              <a:t> </a:t>
            </a:r>
            <a:r>
              <a:rPr sz="1850" spc="65" dirty="0">
                <a:latin typeface="PMingLiU"/>
                <a:cs typeface="PMingLiU"/>
              </a:rPr>
              <a:t>10</a:t>
            </a:r>
            <a:r>
              <a:rPr sz="1850" spc="5" dirty="0">
                <a:latin typeface="Arial"/>
                <a:cs typeface="Arial"/>
              </a:rPr>
              <a:t>,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1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milhã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35" dirty="0">
                <a:latin typeface="PMingLiU"/>
                <a:cs typeface="PMingLiU"/>
              </a:rPr>
              <a:t>l</a:t>
            </a:r>
            <a:r>
              <a:rPr sz="1850" spc="65" dirty="0">
                <a:latin typeface="PMingLiU"/>
                <a:cs typeface="PMingLiU"/>
              </a:rPr>
              <a:t>o</a:t>
            </a:r>
            <a:r>
              <a:rPr sz="1850" spc="95" dirty="0">
                <a:latin typeface="PMingLiU"/>
                <a:cs typeface="PMingLiU"/>
              </a:rPr>
              <a:t>g</a:t>
            </a:r>
            <a:r>
              <a:rPr sz="2025" spc="262" baseline="-18518" dirty="0">
                <a:latin typeface="PMingLiU"/>
                <a:cs typeface="PMingLiU"/>
              </a:rPr>
              <a:t>2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5" dirty="0">
                <a:latin typeface="Arial"/>
                <a:cs typeface="Arial"/>
              </a:rPr>
              <a:t> </a:t>
            </a:r>
            <a:r>
              <a:rPr sz="1850" spc="-10" dirty="0">
                <a:latin typeface="Lucida Sans Unicode"/>
                <a:cs typeface="Lucida Sans Unicode"/>
              </a:rPr>
              <a:t>≈</a:t>
            </a:r>
            <a:r>
              <a:rPr sz="1850" spc="-60" dirty="0">
                <a:latin typeface="Lucida Sans Unicode"/>
                <a:cs typeface="Lucida Sans Unicode"/>
              </a:rPr>
              <a:t> </a:t>
            </a:r>
            <a:r>
              <a:rPr sz="1850" spc="65" dirty="0">
                <a:latin typeface="PMingLiU"/>
                <a:cs typeface="PMingLiU"/>
              </a:rPr>
              <a:t>20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10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-60" dirty="0">
                <a:latin typeface="Arial"/>
                <a:cs typeface="Arial"/>
              </a:rPr>
              <a:t>P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dob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alor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35" dirty="0">
                <a:latin typeface="PMingLiU"/>
                <a:cs typeface="PMingLiU"/>
              </a:rPr>
              <a:t>l</a:t>
            </a:r>
            <a:r>
              <a:rPr sz="1850" spc="65" dirty="0">
                <a:latin typeface="PMingLiU"/>
                <a:cs typeface="PMingLiU"/>
              </a:rPr>
              <a:t>o</a:t>
            </a:r>
            <a:r>
              <a:rPr sz="1850" spc="70" dirty="0">
                <a:latin typeface="PMingLiU"/>
                <a:cs typeface="PMingLiU"/>
              </a:rPr>
              <a:t>g</a:t>
            </a:r>
            <a:r>
              <a:rPr sz="1850" spc="-145" dirty="0">
                <a:latin typeface="PMingLiU"/>
                <a:cs typeface="PMingLiU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ide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quad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10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ba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loga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m</a:t>
            </a:r>
            <a:r>
              <a:rPr sz="1850" spc="15" dirty="0">
                <a:latin typeface="Arial"/>
                <a:cs typeface="Arial"/>
              </a:rPr>
              <a:t>uda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pou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alo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1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milhã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endParaRPr sz="18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59"/>
              </a:spcBef>
            </a:pPr>
            <a:r>
              <a:rPr sz="1850" spc="35" dirty="0">
                <a:latin typeface="PMingLiU"/>
                <a:cs typeface="PMingLiU"/>
              </a:rPr>
              <a:t>l</a:t>
            </a:r>
            <a:r>
              <a:rPr sz="1850" spc="65" dirty="0">
                <a:latin typeface="PMingLiU"/>
                <a:cs typeface="PMingLiU"/>
              </a:rPr>
              <a:t>o</a:t>
            </a:r>
            <a:r>
              <a:rPr sz="1850" spc="95" dirty="0">
                <a:latin typeface="PMingLiU"/>
                <a:cs typeface="PMingLiU"/>
              </a:rPr>
              <a:t>g</a:t>
            </a:r>
            <a:r>
              <a:rPr sz="2025" spc="262" baseline="-18518" dirty="0">
                <a:latin typeface="PMingLiU"/>
                <a:cs typeface="PMingLiU"/>
              </a:rPr>
              <a:t>2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20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35" dirty="0">
                <a:latin typeface="PMingLiU"/>
                <a:cs typeface="PMingLiU"/>
              </a:rPr>
              <a:t>l</a:t>
            </a:r>
            <a:r>
              <a:rPr sz="1850" spc="65" dirty="0">
                <a:latin typeface="PMingLiU"/>
                <a:cs typeface="PMingLiU"/>
              </a:rPr>
              <a:t>o</a:t>
            </a:r>
            <a:r>
              <a:rPr sz="1850" spc="95" dirty="0">
                <a:latin typeface="PMingLiU"/>
                <a:cs typeface="PMingLiU"/>
              </a:rPr>
              <a:t>g</a:t>
            </a:r>
            <a:r>
              <a:rPr sz="2025" spc="142" baseline="-18518" dirty="0">
                <a:latin typeface="PMingLiU"/>
                <a:cs typeface="PMingLiU"/>
              </a:rPr>
              <a:t>1</a:t>
            </a:r>
            <a:r>
              <a:rPr sz="2025" spc="262" baseline="-18518" dirty="0">
                <a:latin typeface="PMingLiU"/>
                <a:cs typeface="PMingLiU"/>
              </a:rPr>
              <a:t>0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6.</a:t>
            </a:r>
            <a:endParaRPr sz="1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67537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19898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7198" y="833218"/>
            <a:ext cx="8737600" cy="591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tabLst>
                <a:tab pos="8711565" algn="l"/>
              </a:tabLst>
            </a:pP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Principais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Classe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u="heavy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u="heavy" spc="-1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233679">
              <a:lnSpc>
                <a:spcPct val="100000"/>
              </a:lnSpc>
              <a:spcBef>
                <a:spcPts val="1835"/>
              </a:spcBef>
              <a:tabLst>
                <a:tab pos="484505" algn="l"/>
              </a:tabLst>
            </a:pPr>
            <a:r>
              <a:rPr sz="1850" spc="-229" dirty="0">
                <a:latin typeface="Lucida Sans Unicode"/>
                <a:cs typeface="Lucida Sans Unicode"/>
              </a:rPr>
              <a:t>•	</a:t>
            </a:r>
            <a:r>
              <a:rPr sz="1850" i="1" spc="405" dirty="0">
                <a:latin typeface="Arial"/>
                <a:cs typeface="Arial"/>
              </a:rPr>
              <a:t>f</a:t>
            </a:r>
            <a:r>
              <a:rPr sz="1850" i="1" spc="-315" dirty="0">
                <a:latin typeface="Arial"/>
                <a:cs typeface="Arial"/>
              </a:rPr>
              <a:t> 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480" dirty="0">
                <a:latin typeface="PMingLiU"/>
                <a:cs typeface="PMingLiU"/>
              </a:rPr>
              <a:t>=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U</a:t>
            </a:r>
            <a:r>
              <a:rPr sz="1850" spc="25" dirty="0">
                <a:latin typeface="Arial"/>
                <a:cs typeface="Arial"/>
              </a:rPr>
              <a:t>m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algo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ompl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idade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di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comp</a:t>
            </a:r>
            <a:r>
              <a:rPr sz="1850" b="1" dirty="0">
                <a:latin typeface="Arial"/>
                <a:cs typeface="Arial"/>
              </a:rPr>
              <a:t>l</a:t>
            </a:r>
            <a:r>
              <a:rPr sz="1850" b="1" spc="-15" dirty="0">
                <a:latin typeface="Arial"/>
                <a:cs typeface="Arial"/>
              </a:rPr>
              <a:t>e</a:t>
            </a:r>
            <a:r>
              <a:rPr sz="1850" b="1" spc="15" dirty="0">
                <a:latin typeface="Arial"/>
                <a:cs typeface="Arial"/>
              </a:rPr>
              <a:t>x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20" dirty="0">
                <a:latin typeface="Arial"/>
                <a:cs typeface="Arial"/>
              </a:rPr>
              <a:t>dade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li</a:t>
            </a:r>
            <a:r>
              <a:rPr sz="1850" b="1" spc="15" dirty="0">
                <a:latin typeface="Arial"/>
                <a:cs typeface="Arial"/>
              </a:rPr>
              <a:t>near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marR="655955" indent="-250825">
              <a:lnSpc>
                <a:spcPct val="120900"/>
              </a:lnSpc>
              <a:spcBef>
                <a:spcPts val="509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5" dirty="0">
                <a:latin typeface="Arial"/>
                <a:cs typeface="Arial"/>
              </a:rPr>
              <a:t>Em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ge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al,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pequeno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abalho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ealiz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ob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15" dirty="0">
                <a:latin typeface="Arial"/>
                <a:cs typeface="Arial"/>
              </a:rPr>
              <a:t>ada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 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  <a:p>
            <a:pPr marL="852169" marR="1561465" indent="-250825">
              <a:lnSpc>
                <a:spcPct val="120900"/>
              </a:lnSpc>
              <a:spcBef>
                <a:spcPts val="509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melhor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algo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 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/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odu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5" dirty="0">
                <a:latin typeface="Arial"/>
                <a:cs typeface="Arial"/>
              </a:rPr>
              <a:t>ir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</a:t>
            </a:r>
            <a:r>
              <a:rPr sz="1850" dirty="0">
                <a:latin typeface="Arial"/>
                <a:cs typeface="Arial"/>
              </a:rPr>
              <a:t>/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15" dirty="0">
                <a:latin typeface="Arial"/>
                <a:cs typeface="Arial"/>
              </a:rPr>
              <a:t>da.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ada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ez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dob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empo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dob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a.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i="1" spc="405" dirty="0">
                <a:latin typeface="Arial"/>
                <a:cs typeface="Arial"/>
              </a:rPr>
              <a:t>f</a:t>
            </a:r>
            <a:r>
              <a:rPr sz="1850" i="1" spc="-315" dirty="0">
                <a:latin typeface="Arial"/>
                <a:cs typeface="Arial"/>
              </a:rPr>
              <a:t> 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480" dirty="0">
                <a:latin typeface="PMingLiU"/>
                <a:cs typeface="PMingLiU"/>
              </a:rPr>
              <a:t>=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-200" dirty="0">
                <a:latin typeface="Arial"/>
                <a:cs typeface="Arial"/>
              </a:rPr>
              <a:t> </a:t>
            </a:r>
            <a:r>
              <a:rPr sz="1850" spc="35" dirty="0">
                <a:latin typeface="PMingLiU"/>
                <a:cs typeface="PMingLiU"/>
              </a:rPr>
              <a:t>l</a:t>
            </a:r>
            <a:r>
              <a:rPr sz="1850" spc="65" dirty="0">
                <a:latin typeface="PMingLiU"/>
                <a:cs typeface="PMingLiU"/>
              </a:rPr>
              <a:t>o</a:t>
            </a:r>
            <a:r>
              <a:rPr sz="1850" spc="70" dirty="0">
                <a:latin typeface="PMingLiU"/>
                <a:cs typeface="PMingLiU"/>
              </a:rPr>
              <a:t>g</a:t>
            </a:r>
            <a:r>
              <a:rPr sz="1850" spc="-145" dirty="0">
                <a:latin typeface="PMingLiU"/>
                <a:cs typeface="PMingLiU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marR="457200" lvl="1" indent="-250825" algn="just">
              <a:lnSpc>
                <a:spcPct val="120900"/>
              </a:lnSpc>
              <a:spcBef>
                <a:spcPts val="509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T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10" dirty="0">
                <a:latin typeface="Arial"/>
                <a:cs typeface="Arial"/>
              </a:rPr>
              <a:t>pic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algo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queb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am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25" dirty="0">
                <a:latin typeface="Arial"/>
                <a:cs typeface="Arial"/>
              </a:rPr>
              <a:t>b</a:t>
            </a:r>
            <a:r>
              <a:rPr sz="1850" spc="15" dirty="0">
                <a:latin typeface="Arial"/>
                <a:cs typeface="Arial"/>
              </a:rPr>
              <a:t>lema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meno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, 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sol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deles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independen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ajun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olu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 depoi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Quando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1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milhã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35" dirty="0">
                <a:latin typeface="PMingLiU"/>
                <a:cs typeface="PMingLiU"/>
              </a:rPr>
              <a:t>l</a:t>
            </a:r>
            <a:r>
              <a:rPr sz="1850" spc="65" dirty="0">
                <a:latin typeface="PMingLiU"/>
                <a:cs typeface="PMingLiU"/>
              </a:rPr>
              <a:t>o</a:t>
            </a:r>
            <a:r>
              <a:rPr sz="1850" spc="95" dirty="0">
                <a:latin typeface="PMingLiU"/>
                <a:cs typeface="PMingLiU"/>
              </a:rPr>
              <a:t>g</a:t>
            </a:r>
            <a:r>
              <a:rPr sz="2025" spc="262" baseline="-18518" dirty="0">
                <a:latin typeface="PMingLiU"/>
                <a:cs typeface="PMingLiU"/>
              </a:rPr>
              <a:t>2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20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milhõe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marR="133350" lvl="1" indent="-250825">
              <a:lnSpc>
                <a:spcPct val="120900"/>
              </a:lnSpc>
              <a:spcBef>
                <a:spcPts val="509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Quando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2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milhõe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35" dirty="0">
                <a:latin typeface="PMingLiU"/>
                <a:cs typeface="PMingLiU"/>
              </a:rPr>
              <a:t>l</a:t>
            </a:r>
            <a:r>
              <a:rPr sz="1850" spc="65" dirty="0">
                <a:latin typeface="PMingLiU"/>
                <a:cs typeface="PMingLiU"/>
              </a:rPr>
              <a:t>o</a:t>
            </a:r>
            <a:r>
              <a:rPr sz="1850" spc="95" dirty="0">
                <a:latin typeface="PMingLiU"/>
                <a:cs typeface="PMingLiU"/>
              </a:rPr>
              <a:t>g</a:t>
            </a:r>
            <a:r>
              <a:rPr sz="2025" spc="262" baseline="-18518" dirty="0">
                <a:latin typeface="PMingLiU"/>
                <a:cs typeface="PMingLiU"/>
              </a:rPr>
              <a:t>2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42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milhõe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pou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10" dirty="0">
                <a:latin typeface="Arial"/>
                <a:cs typeface="Arial"/>
              </a:rPr>
              <a:t> 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dob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62882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19898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7198" y="836537"/>
            <a:ext cx="8737600" cy="5854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tabLst>
                <a:tab pos="8711565" algn="l"/>
              </a:tabLst>
            </a:pP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Principais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Classe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u="heavy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u="heavy" spc="-1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233679">
              <a:lnSpc>
                <a:spcPct val="100000"/>
              </a:lnSpc>
              <a:spcBef>
                <a:spcPts val="2020"/>
              </a:spcBef>
              <a:tabLst>
                <a:tab pos="484505" algn="l"/>
              </a:tabLst>
            </a:pPr>
            <a:r>
              <a:rPr sz="1850" spc="-229" dirty="0">
                <a:latin typeface="Lucida Sans Unicode"/>
                <a:cs typeface="Lucida Sans Unicode"/>
              </a:rPr>
              <a:t>•	</a:t>
            </a:r>
            <a:r>
              <a:rPr sz="1850" i="1" spc="405" dirty="0">
                <a:latin typeface="Arial"/>
                <a:cs typeface="Arial"/>
              </a:rPr>
              <a:t>f</a:t>
            </a:r>
            <a:r>
              <a:rPr sz="1850" i="1" spc="-315" dirty="0">
                <a:latin typeface="Arial"/>
                <a:cs typeface="Arial"/>
              </a:rPr>
              <a:t> 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480" dirty="0">
                <a:latin typeface="PMingLiU"/>
                <a:cs typeface="PMingLiU"/>
              </a:rPr>
              <a:t>=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2025" spc="262" baseline="28806" dirty="0">
                <a:latin typeface="PMingLiU"/>
                <a:cs typeface="PMingLiU"/>
              </a:rPr>
              <a:t>2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marR="1233805" indent="-250825">
              <a:lnSpc>
                <a:spcPct val="122100"/>
              </a:lnSpc>
              <a:spcBef>
                <a:spcPts val="56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U</a:t>
            </a:r>
            <a:r>
              <a:rPr sz="1850" spc="25" dirty="0">
                <a:latin typeface="Arial"/>
                <a:cs typeface="Arial"/>
              </a:rPr>
              <a:t>m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algo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ompl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idade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2025" spc="262" baseline="28806" dirty="0">
                <a:latin typeface="PMingLiU"/>
                <a:cs typeface="PMingLiU"/>
              </a:rPr>
              <a:t>2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di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comp</a:t>
            </a:r>
            <a:r>
              <a:rPr sz="1850" b="1" dirty="0">
                <a:latin typeface="Arial"/>
                <a:cs typeface="Arial"/>
              </a:rPr>
              <a:t>l</a:t>
            </a:r>
            <a:r>
              <a:rPr sz="1850" b="1" spc="-15" dirty="0">
                <a:latin typeface="Arial"/>
                <a:cs typeface="Arial"/>
              </a:rPr>
              <a:t>e</a:t>
            </a:r>
            <a:r>
              <a:rPr sz="1850" b="1" spc="15" dirty="0">
                <a:latin typeface="Arial"/>
                <a:cs typeface="Arial"/>
              </a:rPr>
              <a:t>x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20" dirty="0">
                <a:latin typeface="Arial"/>
                <a:cs typeface="Arial"/>
              </a:rPr>
              <a:t>dade</a:t>
            </a:r>
            <a:r>
              <a:rPr sz="1850" b="1" spc="15" dirty="0">
                <a:latin typeface="Arial"/>
                <a:cs typeface="Arial"/>
              </a:rPr>
              <a:t> quadrá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15" dirty="0">
                <a:latin typeface="Arial"/>
                <a:cs typeface="Arial"/>
              </a:rPr>
              <a:t>ca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marR="311785" indent="-250825">
              <a:lnSpc>
                <a:spcPct val="122100"/>
              </a:lnSpc>
              <a:spcBef>
                <a:spcPts val="56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rr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ens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ados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, m</a:t>
            </a:r>
            <a:r>
              <a:rPr sz="1850" spc="10" dirty="0">
                <a:latin typeface="Arial"/>
                <a:cs typeface="Arial"/>
              </a:rPr>
              <a:t>ui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5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10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Quando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mil,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núme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ope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1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milhã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10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Semp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dob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a,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empo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m</a:t>
            </a:r>
            <a:r>
              <a:rPr sz="1850" spc="10" dirty="0">
                <a:latin typeface="Arial"/>
                <a:cs typeface="Arial"/>
              </a:rPr>
              <a:t>ul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iplic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4.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10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Ú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eis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sol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25" dirty="0">
                <a:latin typeface="Arial"/>
                <a:cs typeface="Arial"/>
              </a:rPr>
              <a:t>b</a:t>
            </a:r>
            <a:r>
              <a:rPr sz="1850" spc="15" dirty="0">
                <a:latin typeface="Arial"/>
                <a:cs typeface="Arial"/>
              </a:rPr>
              <a:t>lemas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ela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20" dirty="0">
                <a:latin typeface="Arial"/>
                <a:cs typeface="Arial"/>
              </a:rPr>
              <a:t>amen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pequeno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233679">
              <a:lnSpc>
                <a:spcPct val="100000"/>
              </a:lnSpc>
              <a:spcBef>
                <a:spcPts val="1614"/>
              </a:spcBef>
              <a:tabLst>
                <a:tab pos="484505" algn="l"/>
              </a:tabLst>
            </a:pPr>
            <a:r>
              <a:rPr sz="1850" spc="-229" dirty="0">
                <a:latin typeface="Lucida Sans Unicode"/>
                <a:cs typeface="Lucida Sans Unicode"/>
              </a:rPr>
              <a:t>•	</a:t>
            </a:r>
            <a:r>
              <a:rPr sz="1850" i="1" spc="405" dirty="0">
                <a:latin typeface="Arial"/>
                <a:cs typeface="Arial"/>
              </a:rPr>
              <a:t>f</a:t>
            </a:r>
            <a:r>
              <a:rPr sz="1850" i="1" spc="-315" dirty="0">
                <a:latin typeface="Arial"/>
                <a:cs typeface="Arial"/>
              </a:rPr>
              <a:t> 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480" dirty="0">
                <a:latin typeface="PMingLiU"/>
                <a:cs typeface="PMingLiU"/>
              </a:rPr>
              <a:t>=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2025" spc="262" baseline="28806" dirty="0">
                <a:latin typeface="PMingLiU"/>
                <a:cs typeface="PMingLiU"/>
              </a:rPr>
              <a:t>3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105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U</a:t>
            </a:r>
            <a:r>
              <a:rPr sz="1850" spc="25" dirty="0">
                <a:latin typeface="Arial"/>
                <a:cs typeface="Arial"/>
              </a:rPr>
              <a:t>m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algo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ompl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idade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2025" spc="262" baseline="28806" dirty="0">
                <a:latin typeface="PMingLiU"/>
                <a:cs typeface="PMingLiU"/>
              </a:rPr>
              <a:t>3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di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comp</a:t>
            </a:r>
            <a:r>
              <a:rPr sz="1850" b="1" dirty="0">
                <a:latin typeface="Arial"/>
                <a:cs typeface="Arial"/>
              </a:rPr>
              <a:t>l</a:t>
            </a:r>
            <a:r>
              <a:rPr sz="1850" b="1" spc="-15" dirty="0">
                <a:latin typeface="Arial"/>
                <a:cs typeface="Arial"/>
              </a:rPr>
              <a:t>e</a:t>
            </a:r>
            <a:r>
              <a:rPr sz="1850" b="1" spc="15" dirty="0">
                <a:latin typeface="Arial"/>
                <a:cs typeface="Arial"/>
              </a:rPr>
              <a:t>x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20" dirty="0">
                <a:latin typeface="Arial"/>
                <a:cs typeface="Arial"/>
              </a:rPr>
              <a:t>dade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cúb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15" dirty="0">
                <a:latin typeface="Arial"/>
                <a:cs typeface="Arial"/>
              </a:rPr>
              <a:t>ca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10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Ú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eis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apenas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sol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pequenos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25" dirty="0">
                <a:latin typeface="Arial"/>
                <a:cs typeface="Arial"/>
              </a:rPr>
              <a:t>b</a:t>
            </a:r>
            <a:r>
              <a:rPr sz="1850" spc="15" dirty="0">
                <a:latin typeface="Arial"/>
                <a:cs typeface="Arial"/>
              </a:rPr>
              <a:t>lema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10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Quando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100,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núme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ope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1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milhã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10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Semp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dob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a,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empo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f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m</a:t>
            </a:r>
            <a:r>
              <a:rPr sz="1850" spc="10" dirty="0">
                <a:latin typeface="Arial"/>
                <a:cs typeface="Arial"/>
              </a:rPr>
              <a:t>ul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iplic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8.</a:t>
            </a:r>
            <a:endParaRPr sz="1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29961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19898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7198" y="833218"/>
            <a:ext cx="8737600" cy="6069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tabLst>
                <a:tab pos="8711565" algn="l"/>
              </a:tabLst>
            </a:pP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Principais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Classe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u="heavy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u="heavy" spc="-1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233679">
              <a:lnSpc>
                <a:spcPct val="100000"/>
              </a:lnSpc>
              <a:spcBef>
                <a:spcPts val="1835"/>
              </a:spcBef>
              <a:tabLst>
                <a:tab pos="484505" algn="l"/>
              </a:tabLst>
            </a:pPr>
            <a:r>
              <a:rPr sz="1850" spc="-229" dirty="0">
                <a:latin typeface="Lucida Sans Unicode"/>
                <a:cs typeface="Lucida Sans Unicode"/>
              </a:rPr>
              <a:t>•	</a:t>
            </a:r>
            <a:r>
              <a:rPr sz="1850" i="1" spc="405" dirty="0">
                <a:latin typeface="Arial"/>
                <a:cs typeface="Arial"/>
              </a:rPr>
              <a:t>f</a:t>
            </a:r>
            <a:r>
              <a:rPr sz="1850" i="1" spc="-315" dirty="0">
                <a:latin typeface="Arial"/>
                <a:cs typeface="Arial"/>
              </a:rPr>
              <a:t> 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480" dirty="0">
                <a:latin typeface="PMingLiU"/>
                <a:cs typeface="PMingLiU"/>
              </a:rPr>
              <a:t>=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spc="65" dirty="0">
                <a:latin typeface="PMingLiU"/>
                <a:cs typeface="PMingLiU"/>
              </a:rPr>
              <a:t>2</a:t>
            </a:r>
            <a:r>
              <a:rPr sz="2025" i="1" spc="337" baseline="28806" dirty="0">
                <a:latin typeface="Trebuchet MS"/>
                <a:cs typeface="Trebuchet MS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marR="1238250" indent="-250825">
              <a:lnSpc>
                <a:spcPct val="120900"/>
              </a:lnSpc>
              <a:spcBef>
                <a:spcPts val="509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U</a:t>
            </a:r>
            <a:r>
              <a:rPr sz="1850" spc="25" dirty="0">
                <a:latin typeface="Arial"/>
                <a:cs typeface="Arial"/>
              </a:rPr>
              <a:t>m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algo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ompl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idade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spc="65" dirty="0">
                <a:latin typeface="PMingLiU"/>
                <a:cs typeface="PMingLiU"/>
              </a:rPr>
              <a:t>2</a:t>
            </a:r>
            <a:r>
              <a:rPr sz="2025" i="1" spc="337" baseline="28806" dirty="0">
                <a:latin typeface="Trebuchet MS"/>
                <a:cs typeface="Trebuchet MS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di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comp</a:t>
            </a:r>
            <a:r>
              <a:rPr sz="1850" b="1" dirty="0">
                <a:latin typeface="Arial"/>
                <a:cs typeface="Arial"/>
              </a:rPr>
              <a:t>l</a:t>
            </a:r>
            <a:r>
              <a:rPr sz="1850" b="1" spc="-15" dirty="0">
                <a:latin typeface="Arial"/>
                <a:cs typeface="Arial"/>
              </a:rPr>
              <a:t>e</a:t>
            </a:r>
            <a:r>
              <a:rPr sz="1850" b="1" spc="15" dirty="0">
                <a:latin typeface="Arial"/>
                <a:cs typeface="Arial"/>
              </a:rPr>
              <a:t>x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20" dirty="0">
                <a:latin typeface="Arial"/>
                <a:cs typeface="Arial"/>
              </a:rPr>
              <a:t>dade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-15" dirty="0">
                <a:latin typeface="Arial"/>
                <a:cs typeface="Arial"/>
              </a:rPr>
              <a:t>e</a:t>
            </a:r>
            <a:r>
              <a:rPr sz="1850" b="1" spc="20" dirty="0">
                <a:latin typeface="Arial"/>
                <a:cs typeface="Arial"/>
              </a:rPr>
              <a:t>xponenc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15" dirty="0">
                <a:latin typeface="Arial"/>
                <a:cs typeface="Arial"/>
              </a:rPr>
              <a:t>a</a:t>
            </a:r>
            <a:r>
              <a:rPr sz="1850" b="1" dirty="0">
                <a:latin typeface="Arial"/>
                <a:cs typeface="Arial"/>
              </a:rPr>
              <a:t>l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Ge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almen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ú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ob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v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marR="721995" indent="-250825">
              <a:lnSpc>
                <a:spcPct val="120900"/>
              </a:lnSpc>
              <a:spcBef>
                <a:spcPts val="509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rr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olu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25" dirty="0">
                <a:latin typeface="Arial"/>
                <a:cs typeface="Arial"/>
              </a:rPr>
              <a:t>b</a:t>
            </a:r>
            <a:r>
              <a:rPr sz="1850" spc="15" dirty="0">
                <a:latin typeface="Arial"/>
                <a:cs typeface="Arial"/>
              </a:rPr>
              <a:t>lemas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b="1" spc="-30" dirty="0">
                <a:latin typeface="Arial"/>
                <a:cs typeface="Arial"/>
              </a:rPr>
              <a:t>f</a:t>
            </a:r>
            <a:r>
              <a:rPr sz="1850" b="1" spc="20" dirty="0">
                <a:latin typeface="Arial"/>
                <a:cs typeface="Arial"/>
              </a:rPr>
              <a:t>o</a:t>
            </a:r>
            <a:r>
              <a:rPr sz="1850" b="1" spc="-30" dirty="0">
                <a:latin typeface="Arial"/>
                <a:cs typeface="Arial"/>
              </a:rPr>
              <a:t>r</a:t>
            </a:r>
            <a:r>
              <a:rPr sz="1850" b="1" spc="15" dirty="0">
                <a:latin typeface="Arial"/>
                <a:cs typeface="Arial"/>
              </a:rPr>
              <a:t>ça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15" dirty="0">
                <a:latin typeface="Arial"/>
                <a:cs typeface="Arial"/>
              </a:rPr>
              <a:t>bru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15" dirty="0">
                <a:latin typeface="Arial"/>
                <a:cs typeface="Arial"/>
              </a:rPr>
              <a:t>a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solv</a:t>
            </a:r>
            <a:r>
              <a:rPr sz="1850" spc="15" dirty="0">
                <a:latin typeface="Arial"/>
                <a:cs typeface="Arial"/>
              </a:rPr>
              <a:t>ê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0" dirty="0">
                <a:latin typeface="Arial"/>
                <a:cs typeface="Arial"/>
              </a:rPr>
              <a:t>lo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Quando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20,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empo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1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milhã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Quando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endParaRPr sz="18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59"/>
              </a:spcBef>
            </a:pPr>
            <a:r>
              <a:rPr sz="1850" spc="15" dirty="0">
                <a:latin typeface="Arial"/>
                <a:cs typeface="Arial"/>
              </a:rPr>
              <a:t>dob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a,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empo</a:t>
            </a:r>
            <a:r>
              <a:rPr sz="1850" spc="5" dirty="0">
                <a:latin typeface="Arial"/>
                <a:cs typeface="Arial"/>
              </a:rPr>
              <a:t> fic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el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quad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233679">
              <a:lnSpc>
                <a:spcPct val="100000"/>
              </a:lnSpc>
              <a:spcBef>
                <a:spcPts val="1485"/>
              </a:spcBef>
              <a:tabLst>
                <a:tab pos="484505" algn="l"/>
              </a:tabLst>
            </a:pPr>
            <a:r>
              <a:rPr sz="1850" spc="-229" dirty="0">
                <a:latin typeface="Lucida Sans Unicode"/>
                <a:cs typeface="Lucida Sans Unicode"/>
              </a:rPr>
              <a:t>•	</a:t>
            </a:r>
            <a:r>
              <a:rPr sz="1850" i="1" spc="405" dirty="0">
                <a:latin typeface="Arial"/>
                <a:cs typeface="Arial"/>
              </a:rPr>
              <a:t>f</a:t>
            </a:r>
            <a:r>
              <a:rPr sz="1850" i="1" spc="-315" dirty="0">
                <a:latin typeface="Arial"/>
                <a:cs typeface="Arial"/>
              </a:rPr>
              <a:t> 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480" dirty="0">
                <a:latin typeface="PMingLiU"/>
                <a:cs typeface="PMingLiU"/>
              </a:rPr>
              <a:t>=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-60" dirty="0">
                <a:latin typeface="PMingLiU"/>
                <a:cs typeface="PMingLiU"/>
              </a:rPr>
              <a:t>!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marR="5080" indent="-250825">
              <a:lnSpc>
                <a:spcPct val="120900"/>
              </a:lnSpc>
              <a:spcBef>
                <a:spcPts val="509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U</a:t>
            </a:r>
            <a:r>
              <a:rPr sz="1850" spc="25" dirty="0">
                <a:latin typeface="Arial"/>
                <a:cs typeface="Arial"/>
              </a:rPr>
              <a:t>m</a:t>
            </a:r>
            <a:r>
              <a:rPr sz="1850" spc="-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algo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-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-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ompl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idade</a:t>
            </a:r>
            <a:r>
              <a:rPr sz="1850" spc="-5" dirty="0">
                <a:latin typeface="Arial"/>
                <a:cs typeface="Arial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-60" dirty="0">
                <a:latin typeface="PMingLiU"/>
                <a:cs typeface="PMingLiU"/>
              </a:rPr>
              <a:t>!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30" dirty="0">
                <a:latin typeface="PMingLiU"/>
                <a:cs typeface="PMingLiU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-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di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-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ompl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idade</a:t>
            </a:r>
            <a:r>
              <a:rPr sz="1850" spc="-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ponen</a:t>
            </a:r>
            <a:r>
              <a:rPr sz="1850" spc="10" dirty="0">
                <a:latin typeface="Arial"/>
                <a:cs typeface="Arial"/>
              </a:rPr>
              <a:t>cial,</a:t>
            </a:r>
            <a:r>
              <a:rPr sz="1850" spc="15" dirty="0">
                <a:latin typeface="Arial"/>
                <a:cs typeface="Arial"/>
              </a:rPr>
              <a:t> ape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-60" dirty="0">
                <a:latin typeface="PMingLiU"/>
                <a:cs typeface="PMingLiU"/>
              </a:rPr>
              <a:t>!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20" dirty="0">
                <a:latin typeface="Arial"/>
                <a:cs typeface="Arial"/>
              </a:rPr>
              <a:t>ompo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m</a:t>
            </a:r>
            <a:r>
              <a:rPr sz="1850" spc="10" dirty="0">
                <a:latin typeface="Arial"/>
                <a:cs typeface="Arial"/>
              </a:rPr>
              <a:t>ui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pior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spc="65" dirty="0">
                <a:latin typeface="PMingLiU"/>
                <a:cs typeface="PMingLiU"/>
              </a:rPr>
              <a:t>2</a:t>
            </a:r>
            <a:r>
              <a:rPr sz="2025" i="1" spc="337" baseline="28806" dirty="0">
                <a:latin typeface="Trebuchet MS"/>
                <a:cs typeface="Trebuchet MS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Ge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almen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rr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b="1" spc="-30" dirty="0">
                <a:latin typeface="Arial"/>
                <a:cs typeface="Arial"/>
              </a:rPr>
              <a:t>f</a:t>
            </a:r>
            <a:r>
              <a:rPr sz="1850" b="1" spc="20" dirty="0">
                <a:latin typeface="Arial"/>
                <a:cs typeface="Arial"/>
              </a:rPr>
              <a:t>o</a:t>
            </a:r>
            <a:r>
              <a:rPr sz="1850" b="1" spc="-30" dirty="0">
                <a:latin typeface="Arial"/>
                <a:cs typeface="Arial"/>
              </a:rPr>
              <a:t>r</a:t>
            </a:r>
            <a:r>
              <a:rPr sz="1850" b="1" spc="15" dirty="0">
                <a:latin typeface="Arial"/>
                <a:cs typeface="Arial"/>
              </a:rPr>
              <a:t>ça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15" dirty="0">
                <a:latin typeface="Arial"/>
                <a:cs typeface="Arial"/>
              </a:rPr>
              <a:t>bru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15" dirty="0">
                <a:latin typeface="Arial"/>
                <a:cs typeface="Arial"/>
              </a:rPr>
              <a:t>a</a:t>
            </a:r>
            <a:r>
              <a:rPr sz="1850" b="1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olu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25" dirty="0">
                <a:latin typeface="Arial"/>
                <a:cs typeface="Arial"/>
              </a:rPr>
              <a:t>b</a:t>
            </a:r>
            <a:r>
              <a:rPr sz="1850" spc="15" dirty="0">
                <a:latin typeface="Arial"/>
                <a:cs typeface="Arial"/>
              </a:rPr>
              <a:t>lema.</a:t>
            </a:r>
            <a:endParaRPr sz="1850">
              <a:latin typeface="Arial"/>
              <a:cs typeface="Arial"/>
            </a:endParaRPr>
          </a:p>
          <a:p>
            <a:pPr marL="601345">
              <a:lnSpc>
                <a:spcPct val="100000"/>
              </a:lnSpc>
              <a:spcBef>
                <a:spcPts val="975"/>
              </a:spcBef>
              <a:tabLst>
                <a:tab pos="852169" algn="l"/>
              </a:tabLst>
            </a:pPr>
            <a:r>
              <a:rPr sz="1850" b="1" spc="15" dirty="0">
                <a:latin typeface="Times New Roman"/>
                <a:cs typeface="Times New Roman"/>
              </a:rPr>
              <a:t>–	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5" dirty="0">
                <a:latin typeface="Arial"/>
                <a:cs typeface="Arial"/>
              </a:rPr>
              <a:t> </a:t>
            </a:r>
            <a:r>
              <a:rPr sz="1850" spc="480" dirty="0">
                <a:latin typeface="PMingLiU"/>
                <a:cs typeface="PMingLiU"/>
              </a:rPr>
              <a:t>=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65" dirty="0">
                <a:latin typeface="PMingLiU"/>
                <a:cs typeface="PMingLiU"/>
              </a:rPr>
              <a:t>2</a:t>
            </a:r>
            <a:r>
              <a:rPr sz="1850" spc="70" dirty="0">
                <a:latin typeface="PMingLiU"/>
                <a:cs typeface="PMingLiU"/>
              </a:rPr>
              <a:t>0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145" dirty="0">
                <a:latin typeface="Lucida Sans Unicode"/>
                <a:cs typeface="Lucida Sans Unicode"/>
              </a:rPr>
              <a:t>→</a:t>
            </a:r>
            <a:r>
              <a:rPr sz="1850" spc="-65" dirty="0">
                <a:latin typeface="Lucida Sans Unicode"/>
                <a:cs typeface="Lucida Sans Unicode"/>
              </a:rPr>
              <a:t> </a:t>
            </a:r>
            <a:r>
              <a:rPr sz="1850" spc="65" dirty="0">
                <a:latin typeface="PMingLiU"/>
                <a:cs typeface="PMingLiU"/>
              </a:rPr>
              <a:t>20</a:t>
            </a:r>
            <a:r>
              <a:rPr sz="1850" spc="-60" dirty="0">
                <a:latin typeface="PMingLiU"/>
                <a:cs typeface="PMingLiU"/>
              </a:rPr>
              <a:t>!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480" dirty="0">
                <a:latin typeface="PMingLiU"/>
                <a:cs typeface="PMingLiU"/>
              </a:rPr>
              <a:t>=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65" dirty="0">
                <a:latin typeface="PMingLiU"/>
                <a:cs typeface="PMingLiU"/>
              </a:rPr>
              <a:t>2432902008176640000</a:t>
            </a:r>
            <a:r>
              <a:rPr sz="1850" spc="5" dirty="0">
                <a:latin typeface="Arial"/>
                <a:cs typeface="Arial"/>
              </a:rPr>
              <a:t>,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núme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19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10" dirty="0">
                <a:latin typeface="Arial"/>
                <a:cs typeface="Arial"/>
              </a:rPr>
              <a:t>gi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5" dirty="0">
                <a:latin typeface="Arial"/>
                <a:cs typeface="Arial"/>
              </a:rPr>
              <a:t> </a:t>
            </a:r>
            <a:r>
              <a:rPr sz="1850" spc="480" dirty="0">
                <a:latin typeface="PMingLiU"/>
                <a:cs typeface="PMingLiU"/>
              </a:rPr>
              <a:t>=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65" dirty="0">
                <a:latin typeface="PMingLiU"/>
                <a:cs typeface="PMingLiU"/>
              </a:rPr>
              <a:t>4</a:t>
            </a:r>
            <a:r>
              <a:rPr sz="1850" spc="70" dirty="0">
                <a:latin typeface="PMingLiU"/>
                <a:cs typeface="PMingLiU"/>
              </a:rPr>
              <a:t>0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145" dirty="0">
                <a:latin typeface="Lucida Sans Unicode"/>
                <a:cs typeface="Lucida Sans Unicode"/>
              </a:rPr>
              <a:t>→</a:t>
            </a:r>
            <a:r>
              <a:rPr sz="1850" spc="-65" dirty="0">
                <a:latin typeface="Lucida Sans Unicode"/>
                <a:cs typeface="Lucida Sans Unicode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núme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48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10" dirty="0">
                <a:latin typeface="Arial"/>
                <a:cs typeface="Arial"/>
              </a:rPr>
              <a:t>gi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52265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0056" y="866482"/>
            <a:ext cx="6931659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Compl</a:t>
            </a:r>
            <a:r>
              <a:rPr sz="2450" b="1" spc="-2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xida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(1)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403722" y="1975326"/>
          <a:ext cx="5906135" cy="605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6749"/>
                <a:gridCol w="837590"/>
                <a:gridCol w="837704"/>
                <a:gridCol w="837590"/>
                <a:gridCol w="837577"/>
                <a:gridCol w="837704"/>
                <a:gridCol w="837590"/>
              </a:tblGrid>
              <a:tr h="302780">
                <a:tc rowSpan="2">
                  <a:txBody>
                    <a:bodyPr/>
                    <a:lstStyle/>
                    <a:p>
                      <a:pPr marL="97790" indent="387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Fun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ão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3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st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spc="-17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amanho</a:t>
                      </a:r>
                      <a:r>
                        <a:rPr sz="13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i="1" dirty="0">
                          <a:latin typeface="Trebuchet MS"/>
                          <a:cs typeface="Trebuchet MS"/>
                        </a:rPr>
                        <a:t>n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9409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20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40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50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60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403722" y="2624677"/>
          <a:ext cx="5906135" cy="37960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6749"/>
                <a:gridCol w="837590"/>
                <a:gridCol w="837704"/>
                <a:gridCol w="837590"/>
                <a:gridCol w="837577"/>
                <a:gridCol w="837704"/>
                <a:gridCol w="837590"/>
              </a:tblGrid>
              <a:tr h="631151">
                <a:tc>
                  <a:txBody>
                    <a:bodyPr/>
                    <a:lstStyle/>
                    <a:p>
                      <a:pPr marR="364490" algn="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50" i="1" dirty="0">
                          <a:latin typeface="Trebuchet MS"/>
                          <a:cs typeface="Trebuchet MS"/>
                        </a:rPr>
                        <a:t>n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00001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00002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00003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00004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00005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00006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1164">
                <a:tc>
                  <a:txBody>
                    <a:bodyPr/>
                    <a:lstStyle/>
                    <a:p>
                      <a:pPr marR="330200" algn="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025" i="1" baseline="-20576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000" dirty="0">
                          <a:latin typeface="Lucida Sans Unicode"/>
                          <a:cs typeface="Lucida Sans Unicode"/>
                        </a:rPr>
                        <a:t>2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0001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0004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0009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0016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35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0036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1164">
                <a:tc>
                  <a:txBody>
                    <a:bodyPr/>
                    <a:lstStyle/>
                    <a:p>
                      <a:pPr marR="330200" algn="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025" i="1" baseline="-20576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000" dirty="0">
                          <a:latin typeface="Lucida Sans Unicode"/>
                          <a:cs typeface="Lucida Sans Unicode"/>
                        </a:rPr>
                        <a:t>3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001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008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027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64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125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316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1164">
                <a:tc>
                  <a:txBody>
                    <a:bodyPr/>
                    <a:lstStyle/>
                    <a:p>
                      <a:pPr marR="330200" algn="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025" i="1" baseline="-20576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000" dirty="0">
                          <a:latin typeface="Lucida Sans Unicode"/>
                          <a:cs typeface="Lucida Sans Unicode"/>
                        </a:rPr>
                        <a:t>5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2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24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3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7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min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2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min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13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min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1177">
                <a:tc>
                  <a:txBody>
                    <a:bodyPr/>
                    <a:lstStyle/>
                    <a:p>
                      <a:pPr marR="329565" algn="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025" baseline="-20576" dirty="0">
                          <a:latin typeface="PMingLiU"/>
                          <a:cs typeface="PMingLiU"/>
                        </a:rPr>
                        <a:t>2</a:t>
                      </a:r>
                      <a:r>
                        <a:rPr sz="1000" i="1" dirty="0">
                          <a:latin typeface="Arial"/>
                          <a:cs typeface="Arial"/>
                        </a:rPr>
                        <a:t>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001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17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marL="2730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min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12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7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marL="2533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dias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35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7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marL="2247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anos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366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marL="2533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é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.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1164">
                <a:tc>
                  <a:txBody>
                    <a:bodyPr/>
                    <a:lstStyle/>
                    <a:p>
                      <a:pPr marR="329565" algn="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025" baseline="-20576" dirty="0">
                          <a:latin typeface="PMingLiU"/>
                          <a:cs typeface="PMingLiU"/>
                        </a:rPr>
                        <a:t>3</a:t>
                      </a:r>
                      <a:r>
                        <a:rPr sz="1000" i="1" dirty="0">
                          <a:latin typeface="Arial"/>
                          <a:cs typeface="Arial"/>
                        </a:rPr>
                        <a:t>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059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58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min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anos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3855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marL="2533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é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.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350" dirty="0">
                          <a:latin typeface="PMingLiU"/>
                          <a:cs typeface="PMingLiU"/>
                        </a:rPr>
                        <a:t>10</a:t>
                      </a:r>
                      <a:r>
                        <a:rPr sz="1500" baseline="27777" dirty="0">
                          <a:latin typeface="Lucida Sans Unicode"/>
                          <a:cs typeface="Lucida Sans Unicode"/>
                        </a:rPr>
                        <a:t>8</a:t>
                      </a:r>
                      <a:endParaRPr sz="1500" baseline="27777">
                        <a:latin typeface="Lucida Sans Unicode"/>
                        <a:cs typeface="Lucida Sans Unicode"/>
                      </a:endParaRPr>
                    </a:p>
                    <a:p>
                      <a:pPr marL="2533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3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é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.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558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25" baseline="-20576" dirty="0">
                          <a:latin typeface="PMingLiU"/>
                          <a:cs typeface="PMingLiU"/>
                        </a:rPr>
                        <a:t>10</a:t>
                      </a:r>
                      <a:r>
                        <a:rPr sz="1000" spc="-5" dirty="0">
                          <a:latin typeface="Lucida Sans Unicode"/>
                          <a:cs typeface="Lucida Sans Unicode"/>
                        </a:rPr>
                        <a:t>1</a:t>
                      </a:r>
                      <a:r>
                        <a:rPr sz="1000" dirty="0">
                          <a:latin typeface="Lucida Sans Unicode"/>
                          <a:cs typeface="Lucida Sans Unicode"/>
                        </a:rPr>
                        <a:t>3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  <a:p>
                      <a:pPr marL="25336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3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é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.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19937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0056" y="866482"/>
            <a:ext cx="6931659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Compl</a:t>
            </a:r>
            <a:r>
              <a:rPr sz="2450" b="1" spc="-2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xida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(2)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480760" y="1975326"/>
          <a:ext cx="5739765" cy="1132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4175"/>
                <a:gridCol w="1474000"/>
                <a:gridCol w="1474127"/>
                <a:gridCol w="1474012"/>
              </a:tblGrid>
              <a:tr h="1123226">
                <a:tc>
                  <a:txBody>
                    <a:bodyPr/>
                    <a:lstStyle/>
                    <a:p>
                      <a:pPr marL="386080" indent="-25527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Fun</a:t>
                      </a:r>
                      <a:r>
                        <a:rPr sz="170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ão de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191770" marR="184150" indent="194310">
                        <a:lnSpc>
                          <a:spcPct val="143400"/>
                        </a:lnSpc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70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to de</a:t>
                      </a:r>
                      <a:r>
                        <a:rPr sz="17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te</a:t>
                      </a:r>
                      <a:r>
                        <a:rPr sz="1700" spc="-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po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Co</a:t>
                      </a:r>
                      <a:r>
                        <a:rPr sz="1700" spc="-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putador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atual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Co</a:t>
                      </a:r>
                      <a:r>
                        <a:rPr sz="1700" spc="-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putador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167640" marR="159385" indent="-635" algn="ctr">
                        <a:lnSpc>
                          <a:spcPct val="143400"/>
                        </a:lnSpc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100 </a:t>
                      </a:r>
                      <a:r>
                        <a:rPr sz="1700" spc="-4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700" spc="-30" dirty="0">
                          <a:latin typeface="Arial"/>
                          <a:cs typeface="Arial"/>
                        </a:rPr>
                        <a:t>z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es </a:t>
                      </a:r>
                      <a:r>
                        <a:rPr sz="1700" spc="-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ais</a:t>
                      </a:r>
                      <a:r>
                        <a:rPr sz="17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rápido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Co</a:t>
                      </a:r>
                      <a:r>
                        <a:rPr sz="1700" spc="-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putador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167005" marR="139700" indent="-20320">
                        <a:lnSpc>
                          <a:spcPct val="143400"/>
                        </a:lnSpc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1.000 </a:t>
                      </a:r>
                      <a:r>
                        <a:rPr sz="1700" spc="-4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700" spc="-30" dirty="0">
                          <a:latin typeface="Arial"/>
                          <a:cs typeface="Arial"/>
                        </a:rPr>
                        <a:t>z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es </a:t>
                      </a:r>
                      <a:r>
                        <a:rPr sz="1700" spc="-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ais</a:t>
                      </a:r>
                      <a:r>
                        <a:rPr sz="17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rápido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480760" y="3151028"/>
          <a:ext cx="5739765" cy="1503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4175"/>
                <a:gridCol w="1474000"/>
                <a:gridCol w="1474127"/>
                <a:gridCol w="1474012"/>
              </a:tblGrid>
              <a:tr h="363514">
                <a:tc>
                  <a:txBody>
                    <a:bodyPr/>
                    <a:lstStyle/>
                    <a:p>
                      <a:pPr marR="57404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4389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800" baseline="-11574" dirty="0">
                          <a:latin typeface="Cambria"/>
                          <a:cs typeface="Cambria"/>
                        </a:rPr>
                        <a:t>1</a:t>
                      </a:r>
                      <a:endParaRPr sz="1800" baseline="-11574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spc="-5" dirty="0">
                          <a:latin typeface="PMingLiU"/>
                          <a:cs typeface="PMingLiU"/>
                        </a:rPr>
                        <a:t>10</a:t>
                      </a:r>
                      <a:r>
                        <a:rPr sz="1700" dirty="0">
                          <a:latin typeface="PMingLiU"/>
                          <a:cs typeface="PMingLiU"/>
                        </a:rPr>
                        <a:t>0</a:t>
                      </a:r>
                      <a:r>
                        <a:rPr sz="1700" spc="35" dirty="0">
                          <a:latin typeface="PMingLiU"/>
                          <a:cs typeface="PMingLiU"/>
                        </a:rPr>
                        <a:t> </a:t>
                      </a:r>
                      <a:r>
                        <a:rPr sz="1700" i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800" baseline="-11574" dirty="0">
                          <a:latin typeface="Cambria"/>
                          <a:cs typeface="Cambria"/>
                        </a:rPr>
                        <a:t>1</a:t>
                      </a:r>
                      <a:endParaRPr sz="1800" baseline="-11574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spc="-5" dirty="0">
                          <a:latin typeface="PMingLiU"/>
                          <a:cs typeface="PMingLiU"/>
                        </a:rPr>
                        <a:t>100</a:t>
                      </a:r>
                      <a:r>
                        <a:rPr sz="1700" dirty="0">
                          <a:latin typeface="PMingLiU"/>
                          <a:cs typeface="PMingLiU"/>
                        </a:rPr>
                        <a:t>0</a:t>
                      </a:r>
                      <a:r>
                        <a:rPr sz="1700" spc="35" dirty="0">
                          <a:latin typeface="PMingLiU"/>
                          <a:cs typeface="PMingLiU"/>
                        </a:rPr>
                        <a:t> </a:t>
                      </a:r>
                      <a:r>
                        <a:rPr sz="1700" i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800" baseline="-11574" dirty="0">
                          <a:latin typeface="Cambria"/>
                          <a:cs typeface="Cambria"/>
                        </a:rPr>
                        <a:t>1</a:t>
                      </a:r>
                      <a:endParaRPr sz="1800" baseline="-11574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R="535940" algn="r">
                        <a:lnSpc>
                          <a:spcPts val="1860"/>
                        </a:lnSpc>
                      </a:pPr>
                      <a:r>
                        <a:rPr sz="2550" i="1" baseline="-19607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2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4389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700" i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800" baseline="-11574" dirty="0">
                          <a:latin typeface="Cambria"/>
                          <a:cs typeface="Cambria"/>
                        </a:rPr>
                        <a:t>2</a:t>
                      </a:r>
                      <a:endParaRPr sz="1800" baseline="-11574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700" spc="-5" dirty="0">
                          <a:latin typeface="PMingLiU"/>
                          <a:cs typeface="PMingLiU"/>
                        </a:rPr>
                        <a:t>1</a:t>
                      </a:r>
                      <a:r>
                        <a:rPr sz="1700" dirty="0">
                          <a:latin typeface="PMingLiU"/>
                          <a:cs typeface="PMingLiU"/>
                        </a:rPr>
                        <a:t>0</a:t>
                      </a:r>
                      <a:r>
                        <a:rPr sz="1700" spc="35" dirty="0">
                          <a:latin typeface="PMingLiU"/>
                          <a:cs typeface="PMingLiU"/>
                        </a:rPr>
                        <a:t> </a:t>
                      </a:r>
                      <a:r>
                        <a:rPr sz="1700" i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800" baseline="-11574" dirty="0">
                          <a:latin typeface="Cambria"/>
                          <a:cs typeface="Cambria"/>
                        </a:rPr>
                        <a:t>2</a:t>
                      </a:r>
                      <a:endParaRPr sz="1800" baseline="-11574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700" spc="-5" dirty="0">
                          <a:latin typeface="PMingLiU"/>
                          <a:cs typeface="PMingLiU"/>
                        </a:rPr>
                        <a:t>31</a:t>
                      </a:r>
                      <a:r>
                        <a:rPr sz="1700" i="1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700" i="1" spc="-1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PMingLiU"/>
                          <a:cs typeface="PMingLiU"/>
                        </a:rPr>
                        <a:t>6</a:t>
                      </a:r>
                      <a:r>
                        <a:rPr sz="1700" spc="35" dirty="0">
                          <a:latin typeface="PMingLiU"/>
                          <a:cs typeface="PMingLiU"/>
                        </a:rPr>
                        <a:t> </a:t>
                      </a:r>
                      <a:r>
                        <a:rPr sz="1700" i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800" baseline="-11574" dirty="0">
                          <a:latin typeface="Cambria"/>
                          <a:cs typeface="Cambria"/>
                        </a:rPr>
                        <a:t>2</a:t>
                      </a:r>
                      <a:endParaRPr sz="1800" baseline="-11574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080">
                <a:tc>
                  <a:txBody>
                    <a:bodyPr/>
                    <a:lstStyle/>
                    <a:p>
                      <a:pPr marR="535940" algn="r">
                        <a:lnSpc>
                          <a:spcPts val="1860"/>
                        </a:lnSpc>
                      </a:pPr>
                      <a:r>
                        <a:rPr sz="2550" i="1" baseline="-2124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3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4389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700" i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800" baseline="-11574" dirty="0">
                          <a:latin typeface="Cambria"/>
                          <a:cs typeface="Cambria"/>
                        </a:rPr>
                        <a:t>3</a:t>
                      </a:r>
                      <a:endParaRPr sz="1800" baseline="-11574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700" spc="-5" dirty="0">
                          <a:latin typeface="PMingLiU"/>
                          <a:cs typeface="PMingLiU"/>
                        </a:rPr>
                        <a:t>4</a:t>
                      </a:r>
                      <a:r>
                        <a:rPr sz="1700" i="1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700" i="1" spc="-1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PMingLiU"/>
                          <a:cs typeface="PMingLiU"/>
                        </a:rPr>
                        <a:t>6</a:t>
                      </a:r>
                      <a:r>
                        <a:rPr sz="1700" spc="35" dirty="0">
                          <a:latin typeface="PMingLiU"/>
                          <a:cs typeface="PMingLiU"/>
                        </a:rPr>
                        <a:t> </a:t>
                      </a:r>
                      <a:r>
                        <a:rPr sz="1700" i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800" baseline="-11574" dirty="0">
                          <a:latin typeface="Cambria"/>
                          <a:cs typeface="Cambria"/>
                        </a:rPr>
                        <a:t>3</a:t>
                      </a:r>
                      <a:endParaRPr sz="1800" baseline="-11574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700" spc="-5" dirty="0">
                          <a:latin typeface="PMingLiU"/>
                          <a:cs typeface="PMingLiU"/>
                        </a:rPr>
                        <a:t>1</a:t>
                      </a:r>
                      <a:r>
                        <a:rPr sz="1700" dirty="0">
                          <a:latin typeface="PMingLiU"/>
                          <a:cs typeface="PMingLiU"/>
                        </a:rPr>
                        <a:t>0</a:t>
                      </a:r>
                      <a:r>
                        <a:rPr sz="1700" spc="35" dirty="0">
                          <a:latin typeface="PMingLiU"/>
                          <a:cs typeface="PMingLiU"/>
                        </a:rPr>
                        <a:t> </a:t>
                      </a:r>
                      <a:r>
                        <a:rPr sz="1700" i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800" baseline="-11574" dirty="0">
                          <a:latin typeface="Cambria"/>
                          <a:cs typeface="Cambria"/>
                        </a:rPr>
                        <a:t>3</a:t>
                      </a:r>
                      <a:endParaRPr sz="1800" baseline="-11574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88631">
                <a:tc>
                  <a:txBody>
                    <a:bodyPr/>
                    <a:lstStyle/>
                    <a:p>
                      <a:pPr marR="536575" algn="r">
                        <a:lnSpc>
                          <a:spcPts val="1864"/>
                        </a:lnSpc>
                      </a:pPr>
                      <a:r>
                        <a:rPr sz="2550" spc="-7" baseline="-19607" dirty="0">
                          <a:latin typeface="PMingLiU"/>
                          <a:cs typeface="PMingLiU"/>
                        </a:rPr>
                        <a:t>2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n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389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700" i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800" baseline="-11574" dirty="0">
                          <a:latin typeface="Cambria"/>
                          <a:cs typeface="Cambria"/>
                        </a:rPr>
                        <a:t>4</a:t>
                      </a:r>
                      <a:endParaRPr sz="1800" baseline="-11574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700" i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800" baseline="-11574" dirty="0">
                          <a:latin typeface="Cambria"/>
                          <a:cs typeface="Cambria"/>
                        </a:rPr>
                        <a:t>4 </a:t>
                      </a:r>
                      <a:r>
                        <a:rPr sz="1800" spc="-89" baseline="-1157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700" dirty="0">
                          <a:latin typeface="PMingLiU"/>
                          <a:cs typeface="PMingLiU"/>
                        </a:rPr>
                        <a:t>+</a:t>
                      </a:r>
                      <a:r>
                        <a:rPr sz="1700" spc="-60" dirty="0">
                          <a:latin typeface="PMingLiU"/>
                          <a:cs typeface="PMingLiU"/>
                        </a:rPr>
                        <a:t> </a:t>
                      </a:r>
                      <a:r>
                        <a:rPr sz="1700" spc="-5" dirty="0">
                          <a:latin typeface="PMingLiU"/>
                          <a:cs typeface="PMingLiU"/>
                        </a:rPr>
                        <a:t>6</a:t>
                      </a:r>
                      <a:r>
                        <a:rPr sz="1700" i="1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700" i="1" spc="-1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PMingLiU"/>
                          <a:cs typeface="PMingLiU"/>
                        </a:rPr>
                        <a:t>6</a:t>
                      </a:r>
                      <a:endParaRPr sz="1700">
                        <a:latin typeface="PMingLiU"/>
                        <a:cs typeface="PMingLiU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700" i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800" baseline="-11574" dirty="0">
                          <a:latin typeface="Cambria"/>
                          <a:cs typeface="Cambria"/>
                        </a:rPr>
                        <a:t>4 </a:t>
                      </a:r>
                      <a:r>
                        <a:rPr sz="1800" spc="-89" baseline="-1157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700" dirty="0">
                          <a:latin typeface="PMingLiU"/>
                          <a:cs typeface="PMingLiU"/>
                        </a:rPr>
                        <a:t>+</a:t>
                      </a:r>
                      <a:r>
                        <a:rPr sz="1700" spc="-60" dirty="0">
                          <a:latin typeface="PMingLiU"/>
                          <a:cs typeface="PMingLiU"/>
                        </a:rPr>
                        <a:t> </a:t>
                      </a:r>
                      <a:r>
                        <a:rPr sz="1700" spc="-5" dirty="0">
                          <a:latin typeface="PMingLiU"/>
                          <a:cs typeface="PMingLiU"/>
                        </a:rPr>
                        <a:t>1</a:t>
                      </a:r>
                      <a:r>
                        <a:rPr sz="1700" dirty="0">
                          <a:latin typeface="PMingLiU"/>
                          <a:cs typeface="PMingLiU"/>
                        </a:rPr>
                        <a:t>0</a:t>
                      </a:r>
                      <a:endParaRPr sz="1700">
                        <a:latin typeface="PMingLiU"/>
                        <a:cs typeface="PMingLiU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32639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0056" y="855737"/>
            <a:ext cx="8737600" cy="6003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tabLst>
                <a:tab pos="8711565" algn="l"/>
              </a:tabLst>
            </a:pP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ri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mos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-8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olinomiais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u="heavy" spc="-25" dirty="0">
                <a:solidFill>
                  <a:srgbClr val="007F7A"/>
                </a:solidFill>
                <a:latin typeface="Lucida Sans Unicode"/>
                <a:cs typeface="Lucida Sans Unicode"/>
              </a:rPr>
              <a:t>×</a:t>
            </a:r>
            <a:r>
              <a:rPr sz="2450" u="heavy" spc="-85" dirty="0">
                <a:solidFill>
                  <a:srgbClr val="007F7A"/>
                </a:solidFill>
                <a:latin typeface="Lucida Sans Unicode"/>
                <a:cs typeface="Lucida Sans Unicode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ri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mos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Ex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pon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ais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22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b="1" spc="20" dirty="0">
                <a:latin typeface="Arial"/>
                <a:cs typeface="Arial"/>
              </a:rPr>
              <a:t>A</a:t>
            </a:r>
            <a:r>
              <a:rPr sz="1850" b="1" dirty="0">
                <a:latin typeface="Arial"/>
                <a:cs typeface="Arial"/>
              </a:rPr>
              <a:t>l</a:t>
            </a:r>
            <a:r>
              <a:rPr sz="1850" b="1" spc="15" dirty="0">
                <a:latin typeface="Arial"/>
                <a:cs typeface="Arial"/>
              </a:rPr>
              <a:t>gor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25" dirty="0">
                <a:latin typeface="Arial"/>
                <a:cs typeface="Arial"/>
              </a:rPr>
              <a:t>mo</a:t>
            </a:r>
            <a:r>
              <a:rPr sz="1850" b="1" spc="10" dirty="0">
                <a:latin typeface="Arial"/>
                <a:cs typeface="Arial"/>
              </a:rPr>
              <a:t> </a:t>
            </a:r>
            <a:r>
              <a:rPr sz="1850" b="1" spc="-15" dirty="0">
                <a:latin typeface="Arial"/>
                <a:cs typeface="Arial"/>
              </a:rPr>
              <a:t>e</a:t>
            </a:r>
            <a:r>
              <a:rPr sz="1850" b="1" spc="20" dirty="0">
                <a:latin typeface="Arial"/>
                <a:cs typeface="Arial"/>
              </a:rPr>
              <a:t>xponenc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10" dirty="0">
                <a:latin typeface="Arial"/>
                <a:cs typeface="Arial"/>
              </a:rPr>
              <a:t>al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empo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un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ompl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idade</a:t>
            </a:r>
            <a:endParaRPr sz="18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59"/>
              </a:spcBef>
            </a:pP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-114" dirty="0">
                <a:latin typeface="Arial"/>
                <a:cs typeface="Arial"/>
              </a:rPr>
              <a:t>c</a:t>
            </a:r>
            <a:r>
              <a:rPr sz="2025" i="1" spc="337" baseline="28806" dirty="0">
                <a:latin typeface="Trebuchet MS"/>
                <a:cs typeface="Trebuchet MS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i="1" spc="5" dirty="0">
                <a:latin typeface="Arial"/>
                <a:cs typeface="Arial"/>
              </a:rPr>
              <a:t>,</a:t>
            </a:r>
            <a:r>
              <a:rPr sz="1850" i="1" spc="-200" dirty="0">
                <a:latin typeface="Arial"/>
                <a:cs typeface="Arial"/>
              </a:rPr>
              <a:t> </a:t>
            </a:r>
            <a:r>
              <a:rPr sz="1850" i="1" spc="-114" dirty="0">
                <a:latin typeface="Arial"/>
                <a:cs typeface="Arial"/>
              </a:rPr>
              <a:t>c</a:t>
            </a:r>
            <a:r>
              <a:rPr sz="1850" i="1" spc="10" dirty="0">
                <a:latin typeface="Arial"/>
                <a:cs typeface="Arial"/>
              </a:rPr>
              <a:t> </a:t>
            </a:r>
            <a:r>
              <a:rPr sz="1850" i="1" spc="380" dirty="0">
                <a:latin typeface="Arial"/>
                <a:cs typeface="Arial"/>
              </a:rPr>
              <a:t>&gt;</a:t>
            </a:r>
            <a:r>
              <a:rPr sz="1850" i="1" spc="10" dirty="0">
                <a:latin typeface="Arial"/>
                <a:cs typeface="Arial"/>
              </a:rPr>
              <a:t> </a:t>
            </a:r>
            <a:r>
              <a:rPr sz="1850" spc="65" dirty="0">
                <a:latin typeface="PMingLiU"/>
                <a:cs typeface="PMingLiU"/>
              </a:rPr>
              <a:t>1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5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b="1" spc="20" dirty="0">
                <a:latin typeface="Arial"/>
                <a:cs typeface="Arial"/>
              </a:rPr>
              <a:t>A</a:t>
            </a:r>
            <a:r>
              <a:rPr sz="1850" b="1" dirty="0">
                <a:latin typeface="Arial"/>
                <a:cs typeface="Arial"/>
              </a:rPr>
              <a:t>l</a:t>
            </a:r>
            <a:r>
              <a:rPr sz="1850" b="1" spc="15" dirty="0">
                <a:latin typeface="Arial"/>
                <a:cs typeface="Arial"/>
              </a:rPr>
              <a:t>gor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25" dirty="0">
                <a:latin typeface="Arial"/>
                <a:cs typeface="Arial"/>
              </a:rPr>
              <a:t>mo</a:t>
            </a:r>
            <a:r>
              <a:rPr sz="1850" b="1" spc="10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po</a:t>
            </a:r>
            <a:r>
              <a:rPr sz="1850" b="1" dirty="0">
                <a:latin typeface="Arial"/>
                <a:cs typeface="Arial"/>
              </a:rPr>
              <a:t>li</a:t>
            </a:r>
            <a:r>
              <a:rPr sz="1850" b="1" spc="20" dirty="0">
                <a:latin typeface="Arial"/>
                <a:cs typeface="Arial"/>
              </a:rPr>
              <a:t>nom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10" dirty="0">
                <a:latin typeface="Arial"/>
                <a:cs typeface="Arial"/>
              </a:rPr>
              <a:t>al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empo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un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ompl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idade</a:t>
            </a:r>
            <a:endParaRPr sz="18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59"/>
              </a:spcBef>
            </a:pP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-85" dirty="0">
                <a:latin typeface="Arial"/>
                <a:cs typeface="Arial"/>
              </a:rPr>
              <a:t>p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))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onde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-85" dirty="0">
                <a:latin typeface="Arial"/>
                <a:cs typeface="Arial"/>
              </a:rPr>
              <a:t>p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40" dirty="0">
                <a:latin typeface="PMingLiU"/>
                <a:cs typeface="PMingLiU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polinômi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123825" indent="-250825">
              <a:lnSpc>
                <a:spcPct val="1209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dis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inç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ipos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algo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signif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quando</a:t>
            </a:r>
            <a:r>
              <a:rPr sz="1850" spc="10" dirty="0">
                <a:latin typeface="Arial"/>
                <a:cs typeface="Arial"/>
              </a:rPr>
              <a:t> 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25" dirty="0">
                <a:latin typeface="Arial"/>
                <a:cs typeface="Arial"/>
              </a:rPr>
              <a:t>b</a:t>
            </a:r>
            <a:r>
              <a:rPr sz="1850" spc="15" dirty="0">
                <a:latin typeface="Arial"/>
                <a:cs typeface="Arial"/>
              </a:rPr>
              <a:t>lema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solv</a:t>
            </a:r>
            <a:r>
              <a:rPr sz="1850" spc="15" dirty="0">
                <a:latin typeface="Arial"/>
                <a:cs typeface="Arial"/>
              </a:rPr>
              <a:t>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54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algo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polinomiais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ú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ponen</a:t>
            </a:r>
            <a:r>
              <a:rPr sz="1850" spc="10" dirty="0">
                <a:latin typeface="Arial"/>
                <a:cs typeface="Arial"/>
              </a:rPr>
              <a:t>ciai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5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15" dirty="0">
                <a:latin typeface="Arial"/>
                <a:cs typeface="Arial"/>
              </a:rPr>
              <a:t>Algo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ponen</a:t>
            </a:r>
            <a:r>
              <a:rPr sz="1850" spc="10" dirty="0">
                <a:latin typeface="Arial"/>
                <a:cs typeface="Arial"/>
              </a:rPr>
              <a:t>ciais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ge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almen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iaç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au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a.</a:t>
            </a:r>
            <a:endParaRPr sz="1850">
              <a:latin typeface="Arial"/>
              <a:cs typeface="Arial"/>
            </a:endParaRPr>
          </a:p>
          <a:p>
            <a:pPr marL="484505" marR="1443990" indent="-250825">
              <a:lnSpc>
                <a:spcPct val="1209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15" dirty="0">
                <a:latin typeface="Arial"/>
                <a:cs typeface="Arial"/>
              </a:rPr>
              <a:t>Algo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polinomiais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ge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almen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ob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idos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median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melhor 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endimen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25" dirty="0">
                <a:latin typeface="Arial"/>
                <a:cs typeface="Arial"/>
              </a:rPr>
              <a:t>b</a:t>
            </a:r>
            <a:r>
              <a:rPr sz="1850" spc="15" dirty="0">
                <a:latin typeface="Arial"/>
                <a:cs typeface="Arial"/>
              </a:rPr>
              <a:t>lema.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54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U</a:t>
            </a:r>
            <a:r>
              <a:rPr sz="1850" spc="25" dirty="0">
                <a:latin typeface="Arial"/>
                <a:cs typeface="Arial"/>
              </a:rPr>
              <a:t>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25" dirty="0">
                <a:latin typeface="Arial"/>
                <a:cs typeface="Arial"/>
              </a:rPr>
              <a:t>b</a:t>
            </a:r>
            <a:r>
              <a:rPr sz="1850" spc="15" dirty="0">
                <a:latin typeface="Arial"/>
                <a:cs typeface="Arial"/>
              </a:rPr>
              <a:t>lema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ide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ado: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100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10" dirty="0">
                <a:latin typeface="Arial"/>
                <a:cs typeface="Arial"/>
              </a:rPr>
              <a:t>in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algo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polinomial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solv</a:t>
            </a:r>
            <a:r>
              <a:rPr sz="1850" spc="15" dirty="0">
                <a:latin typeface="Arial"/>
                <a:cs typeface="Arial"/>
              </a:rPr>
              <a:t>ê</a:t>
            </a:r>
            <a:r>
              <a:rPr sz="1850" spc="5" dirty="0">
                <a:latin typeface="Arial"/>
                <a:cs typeface="Arial"/>
              </a:rPr>
              <a:t>-l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10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bem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solvido: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algo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polinomial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solv</a:t>
            </a:r>
            <a:r>
              <a:rPr sz="1850" spc="15" dirty="0">
                <a:latin typeface="Arial"/>
                <a:cs typeface="Arial"/>
              </a:rPr>
              <a:t>ê</a:t>
            </a:r>
            <a:r>
              <a:rPr sz="1850" spc="5" dirty="0">
                <a:latin typeface="Arial"/>
                <a:cs typeface="Arial"/>
              </a:rPr>
              <a:t>-l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10334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0056" y="863967"/>
            <a:ext cx="8737600" cy="5798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ri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mos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-8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olinomiais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u="heavy" spc="-25" dirty="0">
                <a:solidFill>
                  <a:srgbClr val="007F7A"/>
                </a:solidFill>
                <a:latin typeface="Lucida Sans Unicode"/>
                <a:cs typeface="Lucida Sans Unicode"/>
              </a:rPr>
              <a:t>×</a:t>
            </a:r>
            <a:r>
              <a:rPr sz="2450" u="heavy" spc="-85" dirty="0">
                <a:solidFill>
                  <a:srgbClr val="007F7A"/>
                </a:solidFill>
                <a:latin typeface="Lucida Sans Unicode"/>
                <a:cs typeface="Lucida Sans Unicode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ri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mos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Ex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pon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ais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484505" marR="931544" indent="-262255">
              <a:lnSpc>
                <a:spcPct val="118900"/>
              </a:lnSpc>
              <a:spcBef>
                <a:spcPts val="22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polino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ineficien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6990" indent="-262255">
              <a:lnSpc>
                <a:spcPct val="118900"/>
              </a:lnSpc>
              <a:spcBef>
                <a:spcPts val="13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25" i="1" spc="217" baseline="30864" dirty="0">
                <a:latin typeface="Trebuchet MS"/>
                <a:cs typeface="Trebuchet MS"/>
              </a:rPr>
              <a:t>n</a:t>
            </a:r>
            <a:r>
              <a:rPr sz="2025" i="1" baseline="30864" dirty="0">
                <a:latin typeface="Trebuchet MS"/>
                <a:cs typeface="Trebuchet MS"/>
              </a:rPr>
              <a:t> </a:t>
            </a:r>
            <a:r>
              <a:rPr sz="2025" i="1" spc="-232" baseline="30864" dirty="0">
                <a:latin typeface="Trebuchet MS"/>
                <a:cs typeface="Trebuchet MS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rápid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100" dirty="0">
                <a:latin typeface="Arial"/>
                <a:cs typeface="Arial"/>
              </a:rPr>
              <a:t>g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142" baseline="30864" dirty="0">
                <a:latin typeface="PMingLiU"/>
                <a:cs typeface="PMingLiU"/>
              </a:rPr>
              <a:t>5</a:t>
            </a:r>
            <a:r>
              <a:rPr sz="2025" baseline="30864" dirty="0">
                <a:latin typeface="PMingLiU"/>
                <a:cs typeface="PMingLiU"/>
              </a:rPr>
              <a:t> </a:t>
            </a:r>
            <a:r>
              <a:rPr sz="2025" spc="-67" baseline="30864" dirty="0">
                <a:latin typeface="PMingLiU"/>
                <a:cs typeface="PMingLiU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20.</a:t>
            </a:r>
            <a:endParaRPr sz="2050">
              <a:latin typeface="Arial"/>
              <a:cs typeface="Arial"/>
            </a:endParaRPr>
          </a:p>
          <a:p>
            <a:pPr marL="484505" marR="678815" indent="-262255">
              <a:lnSpc>
                <a:spcPct val="118900"/>
              </a:lnSpc>
              <a:spcBef>
                <a:spcPts val="13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ú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prá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506095" indent="-262255">
              <a:lnSpc>
                <a:spcPct val="118900"/>
              </a:lnSpc>
              <a:spcBef>
                <a:spcPts val="13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Sim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al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rápid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prá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828675" indent="-262255">
              <a:lnSpc>
                <a:spcPct val="118900"/>
              </a:lnSpc>
              <a:spcBef>
                <a:spcPts val="13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requên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prá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ú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90992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90031" y="4371896"/>
            <a:ext cx="2041034" cy="18544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39980" y="5469140"/>
            <a:ext cx="129539" cy="256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55717" y="5469140"/>
            <a:ext cx="129539" cy="256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91161" y="5033695"/>
            <a:ext cx="129539" cy="256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66740" y="6028994"/>
            <a:ext cx="129539" cy="256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26607" y="5095900"/>
            <a:ext cx="129539" cy="256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69103" y="5095900"/>
            <a:ext cx="129539" cy="256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9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0056" y="855737"/>
            <a:ext cx="8692515" cy="3816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mo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Ex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 marL="484505" marR="30797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ca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-20" dirty="0">
                <a:latin typeface="Arial"/>
                <a:cs typeface="Arial"/>
              </a:rPr>
              <a:t>x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v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-5" dirty="0">
                <a:latin typeface="Arial"/>
                <a:cs typeface="Arial"/>
              </a:rPr>
              <a:t>j</a:t>
            </a:r>
            <a:r>
              <a:rPr sz="2050" b="1" dirty="0">
                <a:latin typeface="Arial"/>
                <a:cs typeface="Arial"/>
              </a:rPr>
              <a:t>ant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visi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dade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vi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icie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ci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visi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ún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z.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upond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dade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que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é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84505" marR="2247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figu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ilu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ci</a:t>
            </a:r>
            <a:r>
              <a:rPr sz="2050" dirty="0">
                <a:latin typeface="Arial"/>
                <a:cs typeface="Arial"/>
              </a:rPr>
              <a:t>dade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25" spc="262" baseline="-12345" dirty="0">
                <a:latin typeface="PMingLiU"/>
                <a:cs typeface="PMingLiU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25" spc="262" baseline="-12345" dirty="0">
                <a:latin typeface="PMingLiU"/>
                <a:cs typeface="PMingLiU"/>
              </a:rPr>
              <a:t>2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25" spc="262" baseline="-12345" dirty="0">
                <a:latin typeface="PMingLiU"/>
                <a:cs typeface="PMingLiU"/>
              </a:rPr>
              <a:t>3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25" spc="262" baseline="-12345" dirty="0">
                <a:latin typeface="PMingLiU"/>
                <a:cs typeface="PMingLiU"/>
              </a:rPr>
              <a:t>4</a:t>
            </a:r>
            <a:r>
              <a:rPr sz="2050" dirty="0">
                <a:latin typeface="Arial"/>
                <a:cs typeface="Arial"/>
              </a:rPr>
              <a:t>,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ind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ân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 ci</a:t>
            </a:r>
            <a:r>
              <a:rPr sz="2050" dirty="0">
                <a:latin typeface="Arial"/>
                <a:cs typeface="Arial"/>
              </a:rPr>
              <a:t>dade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574040" algn="ctr">
              <a:lnSpc>
                <a:spcPct val="100000"/>
              </a:lnSpc>
              <a:spcBef>
                <a:spcPts val="725"/>
              </a:spcBef>
            </a:pPr>
            <a:r>
              <a:rPr sz="1800" spc="-5" dirty="0">
                <a:latin typeface="Times New Roman"/>
                <a:cs typeface="Times New Roman"/>
              </a:rPr>
              <a:t>c</a:t>
            </a:r>
            <a:r>
              <a:rPr sz="1800" spc="-290" dirty="0">
                <a:latin typeface="Times New Roman"/>
                <a:cs typeface="Times New Roman"/>
              </a:rPr>
              <a:t> </a:t>
            </a:r>
            <a:r>
              <a:rPr sz="1725" spc="-7" baseline="-12077" dirty="0">
                <a:latin typeface="Times New Roman"/>
                <a:cs typeface="Times New Roman"/>
              </a:rPr>
              <a:t>1</a:t>
            </a:r>
            <a:endParaRPr sz="1725" baseline="-12077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33567" y="5366334"/>
            <a:ext cx="219710" cy="301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c</a:t>
            </a:r>
            <a:r>
              <a:rPr sz="1800" spc="-290" dirty="0">
                <a:latin typeface="Times New Roman"/>
                <a:cs typeface="Times New Roman"/>
              </a:rPr>
              <a:t> </a:t>
            </a:r>
            <a:r>
              <a:rPr sz="1725" spc="-7" baseline="-12077" dirty="0">
                <a:latin typeface="Times New Roman"/>
                <a:cs typeface="Times New Roman"/>
              </a:rPr>
              <a:t>3</a:t>
            </a:r>
            <a:endParaRPr sz="1725" baseline="-12077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62690" y="5863971"/>
            <a:ext cx="1899285" cy="301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91639" algn="l"/>
              </a:tabLst>
            </a:pPr>
            <a:r>
              <a:rPr sz="1800" spc="-5" dirty="0">
                <a:latin typeface="Times New Roman"/>
                <a:cs typeface="Times New Roman"/>
              </a:rPr>
              <a:t>c</a:t>
            </a:r>
            <a:r>
              <a:rPr sz="1800" spc="-290" dirty="0">
                <a:latin typeface="Times New Roman"/>
                <a:cs typeface="Times New Roman"/>
              </a:rPr>
              <a:t> </a:t>
            </a:r>
            <a:r>
              <a:rPr sz="1725" spc="-7" baseline="-12077" dirty="0">
                <a:latin typeface="Times New Roman"/>
                <a:cs typeface="Times New Roman"/>
              </a:rPr>
              <a:t>2</a:t>
            </a:r>
            <a:r>
              <a:rPr sz="1725" baseline="-12077" dirty="0">
                <a:latin typeface="Times New Roman"/>
                <a:cs typeface="Times New Roman"/>
              </a:rPr>
              <a:t>	</a:t>
            </a:r>
            <a:r>
              <a:rPr sz="1800" spc="-5" dirty="0">
                <a:latin typeface="Times New Roman"/>
                <a:cs typeface="Times New Roman"/>
              </a:rPr>
              <a:t>c</a:t>
            </a:r>
            <a:r>
              <a:rPr sz="1800" spc="-290" dirty="0">
                <a:latin typeface="Times New Roman"/>
                <a:cs typeface="Times New Roman"/>
              </a:rPr>
              <a:t> </a:t>
            </a:r>
            <a:r>
              <a:rPr sz="1725" spc="-7" baseline="-12077" dirty="0">
                <a:latin typeface="Times New Roman"/>
                <a:cs typeface="Times New Roman"/>
              </a:rPr>
              <a:t>4</a:t>
            </a:r>
            <a:endParaRPr sz="1725" baseline="-12077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20022" y="6420995"/>
            <a:ext cx="8030209" cy="737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so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spc="-340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25" spc="262" baseline="-12345" dirty="0">
                <a:latin typeface="PMingLiU"/>
                <a:cs typeface="PMingLiU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25" spc="262" baseline="-12345" dirty="0">
                <a:latin typeface="PMingLiU"/>
                <a:cs typeface="PMingLiU"/>
              </a:rPr>
              <a:t>3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25" spc="262" baseline="-12345" dirty="0">
                <a:latin typeface="PMingLiU"/>
                <a:cs typeface="PMingLiU"/>
              </a:rPr>
              <a:t>4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25" spc="262" baseline="-12345" dirty="0">
                <a:latin typeface="PMingLiU"/>
                <a:cs typeface="PMingLiU"/>
              </a:rPr>
              <a:t>2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25" spc="142" baseline="-12345" dirty="0">
                <a:latin typeface="PMingLiU"/>
                <a:cs typeface="PMingLiU"/>
              </a:rPr>
              <a:t>1</a:t>
            </a:r>
            <a:r>
              <a:rPr sz="2025" spc="-52" baseline="-12345" dirty="0">
                <a:latin typeface="PMingLiU"/>
                <a:cs typeface="PMingLiU"/>
              </a:rPr>
              <a:t> </a:t>
            </a:r>
            <a:r>
              <a:rPr sz="2050" i="1" spc="375" dirty="0">
                <a:latin typeface="Arial"/>
                <a:cs typeface="Arial"/>
              </a:rPr>
              <a:t>&gt;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jo</a:t>
            </a:r>
            <a:r>
              <a:rPr sz="2050" dirty="0">
                <a:latin typeface="Arial"/>
                <a:cs typeface="Arial"/>
              </a:rPr>
              <a:t> per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ân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24.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50921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72387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59740"/>
            <a:ext cx="8696960" cy="5808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mo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Ex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7600"/>
              </a:lnSpc>
              <a:spcBef>
                <a:spcPts val="20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ifica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10489" indent="-262255">
              <a:lnSpc>
                <a:spcPct val="117600"/>
              </a:lnSpc>
              <a:spcBef>
                <a:spcPts val="11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Há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!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ân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per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log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!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No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2</a:t>
            </a:r>
            <a:r>
              <a:rPr sz="2050" spc="5" dirty="0">
                <a:latin typeface="Arial"/>
                <a:cs typeface="Arial"/>
              </a:rPr>
              <a:t>4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uponh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ago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5</a:t>
            </a:r>
            <a:r>
              <a:rPr sz="2050" spc="5" dirty="0">
                <a:latin typeface="Arial"/>
                <a:cs typeface="Arial"/>
              </a:rPr>
              <a:t>0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dade</a:t>
            </a:r>
            <a:r>
              <a:rPr sz="2050" spc="5" dirty="0">
                <a:latin typeface="Arial"/>
                <a:cs typeface="Arial"/>
              </a:rPr>
              <a:t>s: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spc="-110" dirty="0">
                <a:latin typeface="Tahoma"/>
                <a:cs typeface="Tahoma"/>
              </a:rPr>
              <a:t>50</a:t>
            </a:r>
            <a:r>
              <a:rPr sz="2050" spc="-125" dirty="0">
                <a:latin typeface="Tahoma"/>
                <a:cs typeface="Tahoma"/>
              </a:rPr>
              <a:t>!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≈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10</a:t>
            </a:r>
            <a:r>
              <a:rPr sz="2025" spc="142" baseline="30864" dirty="0">
                <a:latin typeface="PMingLiU"/>
                <a:cs typeface="PMingLiU"/>
              </a:rPr>
              <a:t>6</a:t>
            </a:r>
            <a:r>
              <a:rPr sz="2025" spc="262" baseline="30864" dirty="0">
                <a:latin typeface="PMingLiU"/>
                <a:cs typeface="PMingLiU"/>
              </a:rPr>
              <a:t>4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7785" indent="-262255">
              <a:lnSpc>
                <a:spcPct val="117600"/>
              </a:lnSpc>
              <a:spcBef>
                <a:spcPts val="11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110" dirty="0">
                <a:latin typeface="Tahoma"/>
                <a:cs typeface="Tahoma"/>
              </a:rPr>
              <a:t>10</a:t>
            </a:r>
            <a:r>
              <a:rPr sz="2025" spc="142" baseline="30864" dirty="0">
                <a:latin typeface="PMingLiU"/>
                <a:cs typeface="PMingLiU"/>
              </a:rPr>
              <a:t>9</a:t>
            </a:r>
            <a:r>
              <a:rPr sz="2025" baseline="30864" dirty="0">
                <a:latin typeface="PMingLiU"/>
                <a:cs typeface="PMingLiU"/>
              </a:rPr>
              <a:t> </a:t>
            </a:r>
            <a:r>
              <a:rPr sz="2025" spc="-67" baseline="30864" dirty="0">
                <a:latin typeface="PMingLiU"/>
                <a:cs typeface="PMingLiU"/>
              </a:rPr>
              <a:t>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egund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5</a:t>
            </a:r>
            <a:r>
              <a:rPr sz="2050" spc="5" dirty="0">
                <a:latin typeface="Arial"/>
                <a:cs typeface="Arial"/>
              </a:rPr>
              <a:t>0 ci</a:t>
            </a:r>
            <a:r>
              <a:rPr sz="2050" dirty="0">
                <a:latin typeface="Arial"/>
                <a:cs typeface="Arial"/>
              </a:rPr>
              <a:t>dade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110" dirty="0">
                <a:latin typeface="Tahoma"/>
                <a:cs typeface="Tahoma"/>
              </a:rPr>
              <a:t>10</a:t>
            </a:r>
            <a:r>
              <a:rPr sz="2025" spc="142" baseline="30864" dirty="0">
                <a:latin typeface="PMingLiU"/>
                <a:cs typeface="PMingLiU"/>
              </a:rPr>
              <a:t>45</a:t>
            </a:r>
            <a:r>
              <a:rPr sz="2025" spc="75" baseline="30864" dirty="0">
                <a:latin typeface="PMingLiU"/>
                <a:cs typeface="PMingLiU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só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17855" indent="-262255">
              <a:lnSpc>
                <a:spcPct val="117600"/>
              </a:lnSpc>
              <a:spcBef>
                <a:spcPts val="11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ai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ajan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apare</a:t>
            </a:r>
            <a:r>
              <a:rPr sz="2050" spc="5" dirty="0">
                <a:latin typeface="Arial"/>
                <a:cs typeface="Arial"/>
              </a:rPr>
              <a:t>ce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requên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rela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onado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rela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imiz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22177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72387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59740"/>
            <a:ext cx="8556625" cy="5809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écnica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mos</a:t>
            </a:r>
            <a:endParaRPr sz="2450">
              <a:latin typeface="Arial"/>
              <a:cs typeface="Arial"/>
            </a:endParaRPr>
          </a:p>
          <a:p>
            <a:pPr marL="484505" marR="670560" indent="-262255">
              <a:lnSpc>
                <a:spcPct val="117600"/>
              </a:lnSpc>
              <a:spcBef>
                <a:spcPts val="20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o;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7600"/>
              </a:lnSpc>
              <a:spcBef>
                <a:spcPts val="11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preo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upa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lvi</a:t>
            </a:r>
            <a:r>
              <a:rPr sz="2050" dirty="0">
                <a:latin typeface="Arial"/>
                <a:cs typeface="Arial"/>
              </a:rPr>
              <a:t>da,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51230" indent="-262255">
              <a:lnSpc>
                <a:spcPct val="1175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aná</a:t>
            </a:r>
            <a:r>
              <a:rPr sz="2050" spc="5" dirty="0">
                <a:latin typeface="Arial"/>
                <a:cs typeface="Arial"/>
              </a:rPr>
              <a:t>lise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e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anipula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produ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bino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ai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30"/>
              </a:spcBef>
              <a:buFont typeface="Times New Roman"/>
              <a:buChar char="–"/>
              <a:tabLst>
                <a:tab pos="852805" algn="l"/>
                <a:tab pos="2266315" algn="l"/>
              </a:tabLst>
            </a:pP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	</a:t>
            </a:r>
            <a:r>
              <a:rPr sz="2050" b="1" dirty="0">
                <a:latin typeface="Arial"/>
                <a:cs typeface="Arial"/>
              </a:rPr>
              <a:t>equaçõe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r</a:t>
            </a:r>
            <a:r>
              <a:rPr sz="2050" b="1" dirty="0">
                <a:latin typeface="Arial"/>
                <a:cs typeface="Arial"/>
              </a:rPr>
              <a:t>eco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dirty="0">
                <a:latin typeface="Arial"/>
                <a:cs typeface="Arial"/>
              </a:rPr>
              <a:t>ênc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24332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67475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58023"/>
            <a:ext cx="8733790" cy="5827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mpo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2050">
              <a:latin typeface="Times New Roman"/>
              <a:cs typeface="Times New Roman"/>
            </a:endParaRPr>
          </a:p>
          <a:p>
            <a:pPr marL="484505" indent="-25082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Comando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-25" dirty="0">
                <a:latin typeface="Arial"/>
                <a:cs typeface="Arial"/>
              </a:rPr>
              <a:t>b</a:t>
            </a:r>
            <a:r>
              <a:rPr sz="1850" spc="10" dirty="0">
                <a:latin typeface="Arial"/>
                <a:cs typeface="Arial"/>
              </a:rPr>
              <a:t>uiç</a:t>
            </a:r>
            <a:r>
              <a:rPr sz="1850" spc="15" dirty="0">
                <a:latin typeface="Arial"/>
                <a:cs typeface="Arial"/>
              </a:rPr>
              <a:t>ã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lei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a:</a:t>
            </a:r>
            <a:r>
              <a:rPr sz="1850" spc="135" dirty="0">
                <a:latin typeface="Arial"/>
                <a:cs typeface="Arial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spc="65" dirty="0">
                <a:latin typeface="PMingLiU"/>
                <a:cs typeface="PMingLiU"/>
              </a:rPr>
              <a:t>1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461645" indent="-250825">
              <a:lnSpc>
                <a:spcPct val="121600"/>
              </a:lnSpc>
              <a:spcBef>
                <a:spcPts val="11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Sequên</a:t>
            </a:r>
            <a:r>
              <a:rPr sz="1850" spc="10" dirty="0">
                <a:latin typeface="Arial"/>
                <a:cs typeface="Arial"/>
              </a:rPr>
              <a:t>cia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omando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minado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pelo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empo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 qualquer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equên</a:t>
            </a:r>
            <a:r>
              <a:rPr sz="1850" spc="10" dirty="0">
                <a:latin typeface="Arial"/>
                <a:cs typeface="Arial"/>
              </a:rPr>
              <a:t>cia.</a:t>
            </a:r>
            <a:endParaRPr sz="1850">
              <a:latin typeface="Arial"/>
              <a:cs typeface="Arial"/>
            </a:endParaRPr>
          </a:p>
          <a:p>
            <a:pPr marL="484505" marR="80645" indent="-250825">
              <a:lnSpc>
                <a:spcPct val="121700"/>
              </a:lnSpc>
              <a:spcBef>
                <a:spcPts val="11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Comando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ão: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empo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omandos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ondi</a:t>
            </a:r>
            <a:r>
              <a:rPr sz="1850" spc="10" dirty="0">
                <a:latin typeface="Arial"/>
                <a:cs typeface="Arial"/>
              </a:rPr>
              <a:t>cional,</a:t>
            </a:r>
            <a:r>
              <a:rPr sz="1850" spc="15" dirty="0">
                <a:latin typeface="Arial"/>
                <a:cs typeface="Arial"/>
              </a:rPr>
              <a:t> 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empo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25" dirty="0">
                <a:latin typeface="Arial"/>
                <a:cs typeface="Arial"/>
              </a:rPr>
              <a:t>a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aliar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ondi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spc="65" dirty="0">
                <a:latin typeface="PMingLiU"/>
                <a:cs typeface="PMingLiU"/>
              </a:rPr>
              <a:t>1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283845" indent="-250825">
              <a:lnSpc>
                <a:spcPct val="121600"/>
              </a:lnSpc>
              <a:spcBef>
                <a:spcPts val="11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15" dirty="0">
                <a:latin typeface="Arial"/>
                <a:cs typeface="Arial"/>
              </a:rPr>
              <a:t>Anel: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20" dirty="0">
                <a:latin typeface="Arial"/>
                <a:cs typeface="Arial"/>
              </a:rPr>
              <a:t>oma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empo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6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po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empo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25" dirty="0">
                <a:latin typeface="Arial"/>
                <a:cs typeface="Arial"/>
              </a:rPr>
              <a:t>a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aliar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15" dirty="0">
                <a:latin typeface="Arial"/>
                <a:cs typeface="Arial"/>
              </a:rPr>
              <a:t>ondi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 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mina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(</a:t>
            </a:r>
            <a:r>
              <a:rPr sz="1850" spc="15" dirty="0">
                <a:latin typeface="Arial"/>
                <a:cs typeface="Arial"/>
              </a:rPr>
              <a:t>ge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almen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45" dirty="0">
                <a:latin typeface="Arial"/>
                <a:cs typeface="Arial"/>
              </a:rPr>
              <a:t>O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spc="65" dirty="0">
                <a:latin typeface="PMingLiU"/>
                <a:cs typeface="PMingLiU"/>
              </a:rPr>
              <a:t>1</a:t>
            </a:r>
            <a:r>
              <a:rPr sz="1850" spc="150" dirty="0">
                <a:latin typeface="PMingLiU"/>
                <a:cs typeface="PMingLiU"/>
              </a:rPr>
              <a:t>)</a:t>
            </a:r>
            <a:r>
              <a:rPr sz="1850" spc="5" dirty="0">
                <a:latin typeface="Arial"/>
                <a:cs typeface="Arial"/>
              </a:rPr>
              <a:t>), m</a:t>
            </a:r>
            <a:r>
              <a:rPr sz="1850" spc="10" dirty="0">
                <a:latin typeface="Arial"/>
                <a:cs typeface="Arial"/>
              </a:rPr>
              <a:t>ul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iplic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pelo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núme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5080" indent="-250825">
              <a:lnSpc>
                <a:spcPct val="121600"/>
              </a:lnSpc>
              <a:spcBef>
                <a:spcPts val="11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b="1" spc="20" dirty="0">
                <a:latin typeface="Arial"/>
                <a:cs typeface="Arial"/>
              </a:rPr>
              <a:t>P</a:t>
            </a:r>
            <a:r>
              <a:rPr sz="1850" b="1" spc="-30" dirty="0">
                <a:latin typeface="Arial"/>
                <a:cs typeface="Arial"/>
              </a:rPr>
              <a:t>r</a:t>
            </a:r>
            <a:r>
              <a:rPr sz="1850" b="1" spc="20" dirty="0">
                <a:latin typeface="Arial"/>
                <a:cs typeface="Arial"/>
              </a:rPr>
              <a:t>oced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20" dirty="0">
                <a:latin typeface="Arial"/>
                <a:cs typeface="Arial"/>
              </a:rPr>
              <a:t>men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20" dirty="0">
                <a:latin typeface="Arial"/>
                <a:cs typeface="Arial"/>
              </a:rPr>
              <a:t>os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não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15" dirty="0">
                <a:latin typeface="Arial"/>
                <a:cs typeface="Arial"/>
              </a:rPr>
              <a:t>recu</a:t>
            </a:r>
            <a:r>
              <a:rPr sz="1850" b="1" spc="-20" dirty="0">
                <a:latin typeface="Arial"/>
                <a:cs typeface="Arial"/>
              </a:rPr>
              <a:t>r</a:t>
            </a:r>
            <a:r>
              <a:rPr sz="1850" b="1" spc="15" dirty="0">
                <a:latin typeface="Arial"/>
                <a:cs typeface="Arial"/>
              </a:rPr>
              <a:t>s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-45" dirty="0">
                <a:latin typeface="Arial"/>
                <a:cs typeface="Arial"/>
              </a:rPr>
              <a:t>v</a:t>
            </a:r>
            <a:r>
              <a:rPr sz="1850" b="1" spc="20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ompu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adamen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um,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inic</a:t>
            </a:r>
            <a:r>
              <a:rPr sz="1850" spc="15" dirty="0">
                <a:latin typeface="Arial"/>
                <a:cs typeface="Arial"/>
              </a:rPr>
              <a:t>iando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hamam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10" dirty="0">
                <a:latin typeface="Arial"/>
                <a:cs typeface="Arial"/>
              </a:rPr>
              <a:t> 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edimen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-60" dirty="0">
                <a:latin typeface="Arial"/>
                <a:cs typeface="Arial"/>
              </a:rPr>
              <a:t>A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alia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hamam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10" dirty="0">
                <a:latin typeface="Arial"/>
                <a:cs typeface="Arial"/>
              </a:rPr>
              <a:t> já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25" dirty="0">
                <a:latin typeface="Arial"/>
                <a:cs typeface="Arial"/>
              </a:rPr>
              <a:t>a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aliados</a:t>
            </a:r>
            <a:r>
              <a:rPr sz="1850" spc="5" dirty="0">
                <a:latin typeface="Arial"/>
                <a:cs typeface="Arial"/>
              </a:rPr>
              <a:t> (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ili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empos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).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epe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15" dirty="0">
                <a:latin typeface="Arial"/>
                <a:cs typeface="Arial"/>
              </a:rPr>
              <a:t>hegar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ama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incipal.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6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b="1" spc="20" dirty="0">
                <a:latin typeface="Arial"/>
                <a:cs typeface="Arial"/>
              </a:rPr>
              <a:t>P</a:t>
            </a:r>
            <a:r>
              <a:rPr sz="1850" b="1" spc="-30" dirty="0">
                <a:latin typeface="Arial"/>
                <a:cs typeface="Arial"/>
              </a:rPr>
              <a:t>r</a:t>
            </a:r>
            <a:r>
              <a:rPr sz="1850" b="1" spc="20" dirty="0">
                <a:latin typeface="Arial"/>
                <a:cs typeface="Arial"/>
              </a:rPr>
              <a:t>oced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20" dirty="0">
                <a:latin typeface="Arial"/>
                <a:cs typeface="Arial"/>
              </a:rPr>
              <a:t>men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20" dirty="0">
                <a:latin typeface="Arial"/>
                <a:cs typeface="Arial"/>
              </a:rPr>
              <a:t>os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15" dirty="0">
                <a:latin typeface="Arial"/>
                <a:cs typeface="Arial"/>
              </a:rPr>
              <a:t>recu</a:t>
            </a:r>
            <a:r>
              <a:rPr sz="1850" b="1" spc="-20" dirty="0">
                <a:latin typeface="Arial"/>
                <a:cs typeface="Arial"/>
              </a:rPr>
              <a:t>r</a:t>
            </a:r>
            <a:r>
              <a:rPr sz="1850" b="1" spc="15" dirty="0">
                <a:latin typeface="Arial"/>
                <a:cs typeface="Arial"/>
              </a:rPr>
              <a:t>s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-45" dirty="0">
                <a:latin typeface="Arial"/>
                <a:cs typeface="Arial"/>
              </a:rPr>
              <a:t>v</a:t>
            </a:r>
            <a:r>
              <a:rPr sz="1850" b="1" spc="20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iada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un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ompl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idade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405" dirty="0">
                <a:latin typeface="Arial"/>
                <a:cs typeface="Arial"/>
              </a:rPr>
              <a:t>f</a:t>
            </a:r>
            <a:r>
              <a:rPr sz="1850" i="1" spc="-315" dirty="0">
                <a:latin typeface="Arial"/>
                <a:cs typeface="Arial"/>
              </a:rPr>
              <a:t> </a:t>
            </a:r>
            <a:r>
              <a:rPr sz="1850" spc="150" dirty="0">
                <a:latin typeface="PMingLiU"/>
                <a:cs typeface="PMingLiU"/>
              </a:rPr>
              <a:t>(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spc="150" dirty="0">
                <a:latin typeface="PMingLiU"/>
                <a:cs typeface="PMingLiU"/>
              </a:rPr>
              <a:t>)</a:t>
            </a:r>
            <a:endParaRPr sz="1850">
              <a:latin typeface="PMingLiU"/>
              <a:cs typeface="PMingLiU"/>
            </a:endParaRPr>
          </a:p>
          <a:p>
            <a:pPr marL="484505">
              <a:lnSpc>
                <a:spcPct val="100000"/>
              </a:lnSpc>
              <a:spcBef>
                <a:spcPts val="480"/>
              </a:spcBef>
            </a:pP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onhe</a:t>
            </a:r>
            <a:r>
              <a:rPr sz="1850" spc="10" dirty="0">
                <a:latin typeface="Arial"/>
                <a:cs typeface="Arial"/>
              </a:rPr>
              <a:t>cida,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onde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gumen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03518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19898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19898" y="122312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3073" y="843279"/>
            <a:ext cx="8641080" cy="135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-3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2130"/>
              </a:spcBef>
            </a:pPr>
            <a:r>
              <a:rPr sz="1850" spc="15" dirty="0">
                <a:latin typeface="Arial"/>
                <a:cs typeface="Arial"/>
              </a:rPr>
              <a:t>Algo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onjun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75" dirty="0">
                <a:latin typeface="Arial"/>
                <a:cs typeface="Arial"/>
              </a:rPr>
              <a:t>A</a:t>
            </a:r>
            <a:r>
              <a:rPr sz="1850" i="1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35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Orden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20" dirty="0">
                <a:latin typeface="Arial"/>
                <a:cs typeface="Arial"/>
              </a:rPr>
              <a:t>TipoVeto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4050" y="2277554"/>
            <a:ext cx="4582160" cy="3456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14629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00" dirty="0">
                <a:latin typeface="Lucida Sans Unicode"/>
                <a:cs typeface="Lucida Sans Unicode"/>
              </a:rPr>
              <a:t>∗</a:t>
            </a:r>
            <a:r>
              <a:rPr sz="1700" i="1" spc="-35" dirty="0">
                <a:latin typeface="Arial"/>
                <a:cs typeface="Arial"/>
              </a:rPr>
              <a:t>orden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04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95" dirty="0">
                <a:latin typeface="Arial"/>
                <a:cs typeface="Arial"/>
              </a:rPr>
              <a:t> </a:t>
            </a:r>
            <a:r>
              <a:rPr sz="1700" i="1" spc="70" dirty="0">
                <a:latin typeface="Arial"/>
                <a:cs typeface="Arial"/>
              </a:rPr>
              <a:t>v</a:t>
            </a:r>
            <a:r>
              <a:rPr sz="1700" i="1" spc="75" dirty="0">
                <a:latin typeface="Arial"/>
                <a:cs typeface="Arial"/>
              </a:rPr>
              <a:t>eto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9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spc="-20" dirty="0">
                <a:latin typeface="Arial"/>
                <a:cs typeface="Arial"/>
              </a:rPr>
              <a:t> </a:t>
            </a:r>
            <a:r>
              <a:rPr sz="1700" i="1" spc="-225" dirty="0">
                <a:latin typeface="Arial"/>
                <a:cs typeface="Arial"/>
              </a:rPr>
              <a:t>e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spc="25" dirty="0">
                <a:latin typeface="Arial"/>
                <a:cs typeface="Arial"/>
              </a:rPr>
              <a:t> </a:t>
            </a:r>
            <a:r>
              <a:rPr sz="1700" i="1" spc="-100" dirty="0">
                <a:latin typeface="Arial"/>
                <a:cs typeface="Arial"/>
              </a:rPr>
              <a:t>orde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spc="215" dirty="0">
                <a:latin typeface="Arial"/>
                <a:cs typeface="Arial"/>
              </a:rPr>
              <a:t> </a:t>
            </a:r>
            <a:r>
              <a:rPr sz="1700" i="1" spc="-35" dirty="0">
                <a:latin typeface="Arial"/>
                <a:cs typeface="Arial"/>
              </a:rPr>
              <a:t>ascendent</a:t>
            </a:r>
            <a:r>
              <a:rPr sz="1700" i="1" spc="75" dirty="0">
                <a:latin typeface="Arial"/>
                <a:cs typeface="Arial"/>
              </a:rPr>
              <a:t>e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13360">
              <a:lnSpc>
                <a:spcPct val="100000"/>
              </a:lnSpc>
              <a:spcBef>
                <a:spcPts val="675"/>
              </a:spcBef>
              <a:tabLst>
                <a:tab pos="647700" algn="l"/>
                <a:tab pos="969010" algn="l"/>
              </a:tabLst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j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mi</a:t>
            </a:r>
            <a:r>
              <a:rPr sz="1700" spc="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07010">
              <a:lnSpc>
                <a:spcPct val="100000"/>
              </a:lnSpc>
              <a:spcBef>
                <a:spcPts val="675"/>
              </a:spcBef>
              <a:tabLst>
                <a:tab pos="946150" algn="l"/>
                <a:tab pos="1514475" algn="l"/>
                <a:tab pos="1696720" algn="l"/>
                <a:tab pos="226441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	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35635">
              <a:lnSpc>
                <a:spcPct val="100000"/>
              </a:lnSpc>
              <a:spcBef>
                <a:spcPts val="675"/>
              </a:spcBef>
              <a:tabLst>
                <a:tab pos="1803400" algn="l"/>
                <a:tab pos="2371725" algn="l"/>
                <a:tab pos="3228975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j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655320">
              <a:lnSpc>
                <a:spcPct val="100000"/>
              </a:lnSpc>
              <a:spcBef>
                <a:spcPts val="675"/>
              </a:spcBef>
              <a:tabLst>
                <a:tab pos="96710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30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40" dirty="0">
                <a:latin typeface="Arial"/>
                <a:cs typeface="Arial"/>
              </a:rPr>
              <a:t> A</a:t>
            </a:r>
            <a:r>
              <a:rPr sz="1700" spc="125" dirty="0">
                <a:latin typeface="Arial"/>
                <a:cs typeface="Arial"/>
              </a:rPr>
              <a:t>[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240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43255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360" dirty="0">
                <a:latin typeface="Lucida Sans Unicode"/>
                <a:cs typeface="Lucida Sans Unicode"/>
              </a:rPr>
              <a:t> </a:t>
            </a:r>
            <a:r>
              <a:rPr sz="1700" i="1" spc="70" dirty="0">
                <a:latin typeface="Arial"/>
                <a:cs typeface="Arial"/>
              </a:rPr>
              <a:t>t</a:t>
            </a:r>
            <a:r>
              <a:rPr sz="1700" i="1" spc="65" dirty="0">
                <a:latin typeface="Arial"/>
                <a:cs typeface="Arial"/>
              </a:rPr>
              <a:t>r</a:t>
            </a:r>
            <a:r>
              <a:rPr sz="1700" i="1" spc="75" dirty="0">
                <a:latin typeface="Arial"/>
                <a:cs typeface="Arial"/>
              </a:rPr>
              <a:t>o</a:t>
            </a:r>
            <a:r>
              <a:rPr sz="1700" i="1" spc="70" dirty="0">
                <a:latin typeface="Arial"/>
                <a:cs typeface="Arial"/>
              </a:rPr>
              <a:t>c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90" dirty="0">
                <a:latin typeface="Arial"/>
                <a:cs typeface="Arial"/>
              </a:rPr>
              <a:t> </a:t>
            </a:r>
            <a:r>
              <a:rPr sz="1700" i="1" spc="35" dirty="0">
                <a:latin typeface="Arial"/>
                <a:cs typeface="Arial"/>
              </a:rPr>
              <a:t>A</a:t>
            </a:r>
            <a:r>
              <a:rPr sz="1700" i="1" spc="125" dirty="0">
                <a:latin typeface="Arial"/>
                <a:cs typeface="Arial"/>
              </a:rPr>
              <a:t>[</a:t>
            </a:r>
            <a:r>
              <a:rPr sz="1700" i="1" spc="-50" dirty="0">
                <a:latin typeface="Arial"/>
                <a:cs typeface="Arial"/>
              </a:rPr>
              <a:t>m</a:t>
            </a:r>
            <a:r>
              <a:rPr sz="1700" i="1" spc="-60" dirty="0">
                <a:latin typeface="Arial"/>
                <a:cs typeface="Arial"/>
              </a:rPr>
              <a:t>i</a:t>
            </a:r>
            <a:r>
              <a:rPr sz="1700" i="1" spc="190" dirty="0">
                <a:latin typeface="Arial"/>
                <a:cs typeface="Arial"/>
              </a:rPr>
              <a:t>n</a:t>
            </a:r>
            <a:r>
              <a:rPr sz="1700" i="1" spc="5" dirty="0">
                <a:latin typeface="Arial"/>
                <a:cs typeface="Arial"/>
              </a:rPr>
              <a:t>]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4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spc="160" dirty="0">
                <a:latin typeface="Arial"/>
                <a:cs typeface="Arial"/>
              </a:rPr>
              <a:t> </a:t>
            </a:r>
            <a:r>
              <a:rPr sz="1700" i="1" spc="35" dirty="0">
                <a:latin typeface="Arial"/>
                <a:cs typeface="Arial"/>
              </a:rPr>
              <a:t>A</a:t>
            </a:r>
            <a:r>
              <a:rPr sz="1700" i="1" spc="5" dirty="0">
                <a:latin typeface="Arial"/>
                <a:cs typeface="Arial"/>
              </a:rPr>
              <a:t>[</a:t>
            </a:r>
            <a:r>
              <a:rPr sz="1700" i="1" spc="-60" dirty="0">
                <a:latin typeface="Arial"/>
                <a:cs typeface="Arial"/>
              </a:rPr>
              <a:t> </a:t>
            </a:r>
            <a:r>
              <a:rPr sz="1700" i="1" dirty="0">
                <a:latin typeface="Arial"/>
                <a:cs typeface="Arial"/>
              </a:rPr>
              <a:t>i</a:t>
            </a:r>
            <a:r>
              <a:rPr sz="1700" i="1" spc="-60" dirty="0">
                <a:latin typeface="Arial"/>
                <a:cs typeface="Arial"/>
              </a:rPr>
              <a:t> </a:t>
            </a:r>
            <a:r>
              <a:rPr sz="1700" i="1" spc="5" dirty="0">
                <a:latin typeface="Arial"/>
                <a:cs typeface="Arial"/>
              </a:rPr>
              <a:t>]</a:t>
            </a:r>
            <a:r>
              <a:rPr sz="1700" i="1" spc="-175" dirty="0">
                <a:latin typeface="Arial"/>
                <a:cs typeface="Arial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627380">
              <a:lnSpc>
                <a:spcPct val="100000"/>
              </a:lnSpc>
              <a:spcBef>
                <a:spcPts val="675"/>
              </a:spcBef>
            </a:pPr>
            <a:r>
              <a:rPr sz="1700" spc="10" dirty="0">
                <a:latin typeface="Arial"/>
                <a:cs typeface="Arial"/>
              </a:rPr>
              <a:t>x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125" dirty="0">
                <a:latin typeface="Arial"/>
                <a:cs typeface="Arial"/>
              </a:rPr>
              <a:t>[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08965" marR="1602105">
              <a:lnSpc>
                <a:spcPct val="133100"/>
              </a:lnSpc>
              <a:tabLst>
                <a:tab pos="1050925" algn="l"/>
                <a:tab pos="2443480" algn="l"/>
              </a:tabLst>
            </a:pP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125" dirty="0">
                <a:latin typeface="Arial"/>
                <a:cs typeface="Arial"/>
              </a:rPr>
              <a:t>[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6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4213" y="5727585"/>
            <a:ext cx="527050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07836" y="2158850"/>
            <a:ext cx="3536950" cy="1529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3525" marR="5080" indent="-250825">
              <a:lnSpc>
                <a:spcPct val="124400"/>
              </a:lnSpc>
              <a:buFont typeface="Lucida Sans Unicode"/>
              <a:buChar char="•"/>
              <a:tabLst>
                <a:tab pos="264160" algn="l"/>
                <a:tab pos="1452245" algn="l"/>
                <a:tab pos="1722755" algn="l"/>
                <a:tab pos="2538730" algn="l"/>
              </a:tabLst>
            </a:pPr>
            <a:r>
              <a:rPr sz="1850" spc="15" dirty="0">
                <a:latin typeface="Arial"/>
                <a:cs typeface="Arial"/>
              </a:rPr>
              <a:t>Sele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iona</a:t>
            </a:r>
            <a:r>
              <a:rPr sz="1850" dirty="0">
                <a:latin typeface="Arial"/>
                <a:cs typeface="Arial"/>
              </a:rPr>
              <a:t>	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dirty="0">
                <a:latin typeface="Arial"/>
                <a:cs typeface="Arial"/>
              </a:rPr>
              <a:t>	</a:t>
            </a:r>
            <a:r>
              <a:rPr sz="1850" spc="15" dirty="0">
                <a:latin typeface="Arial"/>
                <a:cs typeface="Arial"/>
              </a:rPr>
              <a:t>menor</a:t>
            </a:r>
            <a:r>
              <a:rPr sz="1850" dirty="0">
                <a:latin typeface="Arial"/>
                <a:cs typeface="Arial"/>
              </a:rPr>
              <a:t>	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 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onjun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263525" marR="5080" indent="-250825">
              <a:lnSpc>
                <a:spcPct val="124500"/>
              </a:lnSpc>
              <a:spcBef>
                <a:spcPts val="785"/>
              </a:spcBef>
              <a:buFont typeface="Lucida Sans Unicode"/>
              <a:buChar char="•"/>
              <a:tabLst>
                <a:tab pos="264160" algn="l"/>
              </a:tabLst>
            </a:pPr>
            <a:r>
              <a:rPr sz="1850" spc="-21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7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7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</a:t>
            </a:r>
            <a:r>
              <a:rPr sz="1850" spc="7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7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imei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7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ele-</a:t>
            </a:r>
            <a:r>
              <a:rPr sz="1850" spc="15" dirty="0">
                <a:latin typeface="Arial"/>
                <a:cs typeface="Arial"/>
              </a:rPr>
              <a:t> 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75" dirty="0">
                <a:latin typeface="Arial"/>
                <a:cs typeface="Arial"/>
              </a:rPr>
              <a:t>A</a:t>
            </a:r>
            <a:r>
              <a:rPr sz="1850" spc="-60" dirty="0">
                <a:latin typeface="PMingLiU"/>
                <a:cs typeface="PMingLiU"/>
              </a:rPr>
              <a:t>[</a:t>
            </a:r>
            <a:r>
              <a:rPr sz="1850" spc="65" dirty="0">
                <a:latin typeface="PMingLiU"/>
                <a:cs typeface="PMingLiU"/>
              </a:rPr>
              <a:t>1</a:t>
            </a:r>
            <a:r>
              <a:rPr sz="1850" spc="-60" dirty="0">
                <a:latin typeface="PMingLiU"/>
                <a:cs typeface="PMingLiU"/>
              </a:rPr>
              <a:t>]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07836" y="3831386"/>
            <a:ext cx="1448435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3525" indent="-250825">
              <a:lnSpc>
                <a:spcPct val="100000"/>
              </a:lnSpc>
              <a:buFont typeface="Lucida Sans Unicode"/>
              <a:buChar char="•"/>
              <a:tabLst>
                <a:tab pos="264160" algn="l"/>
                <a:tab pos="1182370" algn="l"/>
              </a:tabLst>
            </a:pPr>
            <a:r>
              <a:rPr sz="1850" spc="2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epi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dirty="0">
                <a:latin typeface="Arial"/>
                <a:cs typeface="Arial"/>
              </a:rPr>
              <a:t>	</a:t>
            </a:r>
            <a:r>
              <a:rPr sz="1850" spc="15" dirty="0">
                <a:latin typeface="Arial"/>
                <a:cs typeface="Arial"/>
              </a:rPr>
              <a:t>as</a:t>
            </a:r>
            <a:endParaRPr sz="18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57533" y="3831386"/>
            <a:ext cx="1887220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58190" algn="l"/>
              </a:tabLst>
            </a:pPr>
            <a:r>
              <a:rPr sz="1850" spc="15" dirty="0">
                <a:latin typeface="Arial"/>
                <a:cs typeface="Arial"/>
              </a:rPr>
              <a:t>duas	ope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</a:t>
            </a:r>
            <a:endParaRPr sz="18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58724" y="4113494"/>
            <a:ext cx="3286125" cy="1063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24400"/>
              </a:lnSpc>
            </a:pP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ima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-120" dirty="0">
                <a:latin typeface="Arial"/>
                <a:cs typeface="Arial"/>
              </a:rPr>
              <a:t> </a:t>
            </a:r>
            <a:r>
              <a:rPr sz="1850" spc="-10" dirty="0">
                <a:latin typeface="Lucida Sans Unicode"/>
                <a:cs typeface="Lucida Sans Unicode"/>
              </a:rPr>
              <a:t>−</a:t>
            </a:r>
            <a:r>
              <a:rPr sz="1850" spc="-190" dirty="0">
                <a:latin typeface="Lucida Sans Unicode"/>
                <a:cs typeface="Lucida Sans Unicode"/>
              </a:rPr>
              <a:t> </a:t>
            </a:r>
            <a:r>
              <a:rPr sz="1850" spc="70" dirty="0">
                <a:latin typeface="PMingLiU"/>
                <a:cs typeface="PMingLiU"/>
              </a:rPr>
              <a:t>1</a:t>
            </a:r>
            <a:r>
              <a:rPr sz="1850" spc="35" dirty="0">
                <a:latin typeface="PMingLiU"/>
                <a:cs typeface="PMingLiU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,</a:t>
            </a:r>
            <a:r>
              <a:rPr sz="1850" spc="-4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depois</a:t>
            </a:r>
            <a:r>
              <a:rPr sz="1850" spc="-6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</a:t>
            </a:r>
            <a:r>
              <a:rPr sz="1850" spc="-5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-60" dirty="0">
                <a:latin typeface="Arial"/>
                <a:cs typeface="Arial"/>
              </a:rPr>
              <a:t> </a:t>
            </a:r>
            <a:r>
              <a:rPr sz="1850" i="1" spc="100" dirty="0">
                <a:latin typeface="Arial"/>
                <a:cs typeface="Arial"/>
              </a:rPr>
              <a:t>n</a:t>
            </a:r>
            <a:r>
              <a:rPr sz="1850" i="1" spc="-315" dirty="0">
                <a:latin typeface="Arial"/>
                <a:cs typeface="Arial"/>
              </a:rPr>
              <a:t> </a:t>
            </a:r>
            <a:r>
              <a:rPr sz="1850" spc="-10" dirty="0">
                <a:latin typeface="Lucida Sans Unicode"/>
                <a:cs typeface="Lucida Sans Unicode"/>
              </a:rPr>
              <a:t>−</a:t>
            </a:r>
            <a:r>
              <a:rPr sz="1850" spc="-385" dirty="0">
                <a:latin typeface="Lucida Sans Unicode"/>
                <a:cs typeface="Lucida Sans Unicode"/>
              </a:rPr>
              <a:t> </a:t>
            </a:r>
            <a:r>
              <a:rPr sz="1850" spc="65" dirty="0">
                <a:latin typeface="PMingLiU"/>
                <a:cs typeface="PMingLiU"/>
              </a:rPr>
              <a:t>2</a:t>
            </a:r>
            <a:r>
              <a:rPr sz="1850" spc="10" dirty="0">
                <a:latin typeface="Arial"/>
                <a:cs typeface="Arial"/>
              </a:rPr>
              <a:t>, 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apenas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um.</a:t>
            </a:r>
            <a:endParaRPr sz="1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37340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5741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-3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nel Inte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 marR="5035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cis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Am</a:t>
            </a:r>
            <a:r>
              <a:rPr sz="2050" dirty="0">
                <a:latin typeface="Arial"/>
                <a:cs typeface="Arial"/>
              </a:rPr>
              <a:t>bo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1399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cis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10" dirty="0">
                <a:latin typeface="Arial"/>
                <a:cs typeface="Arial"/>
              </a:rPr>
              <a:t>SS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2352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anel</a:t>
            </a:r>
            <a:r>
              <a:rPr sz="2050" spc="5" dirty="0">
                <a:latin typeface="Arial"/>
                <a:cs typeface="Arial"/>
              </a:rPr>
              <a:t>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alia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binad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anel </a:t>
            </a:r>
            <a:r>
              <a:rPr sz="2050" spc="5" dirty="0">
                <a:latin typeface="Arial"/>
                <a:cs typeface="Arial"/>
              </a:rPr>
              <a:t>é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0" dirty="0">
                <a:latin typeface="Arial"/>
                <a:cs typeface="Arial"/>
              </a:rPr>
              <a:t>m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5" dirty="0">
                <a:latin typeface="Tahoma"/>
                <a:cs typeface="Tahoma"/>
              </a:rPr>
              <a:t>))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me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nota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anel</a:t>
            </a:r>
            <a:r>
              <a:rPr sz="2050" spc="5" dirty="0">
                <a:latin typeface="Arial"/>
                <a:cs typeface="Arial"/>
              </a:rPr>
              <a:t> é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0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285" dirty="0">
                <a:latin typeface="Lucida Sans Unicode"/>
                <a:cs typeface="Lucida Sans Unicode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280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×</a:t>
            </a:r>
            <a:r>
              <a:rPr sz="2050" spc="-28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0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285" dirty="0">
                <a:latin typeface="Lucida Sans Unicode"/>
                <a:cs typeface="Lucida Sans Unicode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me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produt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nota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23650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556625" cy="286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-3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nel </a:t>
            </a:r>
            <a:r>
              <a:rPr sz="2050" spc="5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te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m, </a:t>
            </a:r>
            <a:r>
              <a:rPr sz="2050" dirty="0">
                <a:latin typeface="Arial"/>
                <a:cs typeface="Arial"/>
              </a:rPr>
              <a:t>alé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anel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0" dirty="0">
                <a:latin typeface="Arial"/>
                <a:cs typeface="Arial"/>
              </a:rPr>
              <a:t>m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5" dirty="0">
                <a:latin typeface="Tahoma"/>
                <a:cs typeface="Tahoma"/>
              </a:rPr>
              <a:t>))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linh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(1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produ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b="1" dirty="0">
                <a:latin typeface="Arial"/>
                <a:cs typeface="Arial"/>
              </a:rPr>
              <a:t>so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ató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82344" y="3781869"/>
            <a:ext cx="1224915" cy="420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71635" y="3651326"/>
            <a:ext cx="256540" cy="443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1340" dirty="0"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02419" y="3800347"/>
            <a:ext cx="37592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340"/>
              </a:lnSpc>
            </a:pPr>
            <a:r>
              <a:rPr sz="1350" i="1" spc="145" dirty="0">
                <a:latin typeface="Trebuchet MS"/>
                <a:cs typeface="Trebuchet MS"/>
              </a:rPr>
              <a:t>n</a:t>
            </a:r>
            <a:r>
              <a:rPr sz="1350" spc="345" dirty="0">
                <a:latin typeface="Arial"/>
                <a:cs typeface="Arial"/>
              </a:rPr>
              <a:t>−</a:t>
            </a:r>
            <a:r>
              <a:rPr sz="1350" spc="80" dirty="0">
                <a:latin typeface="PMingLiU"/>
                <a:cs typeface="PMingLiU"/>
              </a:rPr>
              <a:t>1 1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63607" y="3781869"/>
            <a:ext cx="1059815" cy="420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96892" y="3748354"/>
            <a:ext cx="63309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5095" algn="l"/>
              </a:tabLst>
            </a:pPr>
            <a:r>
              <a:rPr sz="1350" i="1" spc="-745" dirty="0">
                <a:latin typeface="Trebuchet MS"/>
                <a:cs typeface="Trebuchet MS"/>
              </a:rPr>
              <a:t>n</a:t>
            </a:r>
            <a:r>
              <a:rPr sz="1350" u="sng" spc="5" dirty="0">
                <a:latin typeface="Times New Roman"/>
                <a:cs typeface="Times New Roman"/>
              </a:rPr>
              <a:t> </a:t>
            </a:r>
            <a:r>
              <a:rPr sz="1350" u="sng" dirty="0">
                <a:latin typeface="Times New Roman"/>
                <a:cs typeface="Times New Roman"/>
              </a:rPr>
              <a:t>	</a:t>
            </a:r>
            <a:r>
              <a:rPr sz="1350" spc="145" dirty="0">
                <a:latin typeface="PMingLiU"/>
                <a:cs typeface="PMingLiU"/>
              </a:rPr>
              <a:t>(</a:t>
            </a:r>
            <a:r>
              <a:rPr sz="1350" i="1" spc="145" dirty="0">
                <a:latin typeface="Trebuchet MS"/>
                <a:cs typeface="Trebuchet MS"/>
              </a:rPr>
              <a:t>n</a:t>
            </a:r>
            <a:r>
              <a:rPr sz="1350" u="sng" spc="345" dirty="0">
                <a:latin typeface="Arial"/>
                <a:cs typeface="Arial"/>
              </a:rPr>
              <a:t>−</a:t>
            </a:r>
            <a:r>
              <a:rPr sz="1350" u="sng" spc="95" dirty="0">
                <a:latin typeface="PMingLiU"/>
                <a:cs typeface="PMingLiU"/>
              </a:rPr>
              <a:t>1</a:t>
            </a:r>
            <a:r>
              <a:rPr sz="1350" u="sng" spc="145" dirty="0">
                <a:latin typeface="PMingLiU"/>
                <a:cs typeface="PMingLiU"/>
              </a:rPr>
              <a:t>)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54181" y="3961180"/>
            <a:ext cx="11874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03494" y="3781869"/>
            <a:ext cx="22542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75" dirty="0">
                <a:latin typeface="Tahoma"/>
                <a:cs typeface="Tahoma"/>
              </a:rPr>
              <a:t>=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15203" y="3750170"/>
            <a:ext cx="106045" cy="144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1000" spc="-5" dirty="0">
                <a:latin typeface="Lucida Sans Unicode"/>
                <a:cs typeface="Lucida Sans Unicode"/>
              </a:rPr>
              <a:t>2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02389" y="3767442"/>
            <a:ext cx="229870" cy="421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75"/>
              </a:lnSpc>
              <a:tabLst>
                <a:tab pos="216535" algn="l"/>
              </a:tabLst>
            </a:pPr>
            <a:r>
              <a:rPr sz="1350" i="1" u="sng" spc="145" dirty="0">
                <a:latin typeface="Trebuchet MS"/>
                <a:cs typeface="Trebuchet MS"/>
              </a:rPr>
              <a:t>n	</a:t>
            </a:r>
            <a:endParaRPr sz="1350">
              <a:latin typeface="Trebuchet MS"/>
              <a:cs typeface="Trebuchet MS"/>
            </a:endParaRPr>
          </a:p>
          <a:p>
            <a:pPr marL="67945">
              <a:lnSpc>
                <a:spcPts val="1575"/>
              </a:lnSpc>
            </a:pP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79375" y="3767442"/>
            <a:ext cx="13843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u="sng" spc="145" dirty="0">
                <a:latin typeface="Trebuchet MS"/>
                <a:cs typeface="Trebuchet MS"/>
              </a:rPr>
              <a:t>n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89319" y="3961180"/>
            <a:ext cx="11874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90882" y="3781869"/>
            <a:ext cx="1459230" cy="420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12445" algn="l"/>
              </a:tabLst>
            </a:pPr>
            <a:r>
              <a:rPr sz="2050" spc="-25" dirty="0">
                <a:latin typeface="Lucida Sans Unicode"/>
                <a:cs typeface="Lucida Sans Unicode"/>
              </a:rPr>
              <a:t>−	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-5" dirty="0">
                <a:latin typeface="Tahoma"/>
                <a:cs typeface="Tahoma"/>
              </a:rPr>
              <a:t>)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20026" y="4272734"/>
            <a:ext cx="8207375" cy="2157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3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rea</a:t>
            </a:r>
            <a:r>
              <a:rPr sz="2050" spc="5" dirty="0">
                <a:latin typeface="Arial"/>
                <a:cs typeface="Arial"/>
              </a:rPr>
              <a:t>liza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274955">
              <a:lnSpc>
                <a:spcPct val="100000"/>
              </a:lnSpc>
              <a:spcBef>
                <a:spcPts val="484"/>
              </a:spcBef>
            </a:pP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tro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02829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3714115" cy="20281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-3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Times New Roman"/>
              <a:cs typeface="Times New Roman"/>
            </a:endParaRPr>
          </a:p>
          <a:p>
            <a:pPr marL="32384" marR="2005964" indent="403225">
              <a:lnSpc>
                <a:spcPct val="129700"/>
              </a:lnSpc>
              <a:tabLst>
                <a:tab pos="467995" algn="l"/>
                <a:tab pos="769620" algn="l"/>
              </a:tabLst>
            </a:pPr>
            <a:r>
              <a:rPr sz="1700" spc="-30" dirty="0">
                <a:latin typeface="Arial"/>
                <a:cs typeface="Arial"/>
              </a:rPr>
              <a:t>Pesquis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165" dirty="0">
                <a:latin typeface="Arial"/>
                <a:cs typeface="Arial"/>
              </a:rPr>
              <a:t>n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 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≤</a:t>
            </a:r>
            <a:r>
              <a:rPr sz="1700" spc="-60" dirty="0">
                <a:latin typeface="Lucida Sans Unicode"/>
                <a:cs typeface="Lucida Sans Unicode"/>
              </a:rPr>
              <a:t> </a:t>
            </a:r>
            <a:r>
              <a:rPr sz="1700" spc="190" dirty="0">
                <a:latin typeface="PMingLiU"/>
                <a:cs typeface="PMingLiU"/>
              </a:rPr>
              <a:t>1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32384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‘i</a:t>
            </a:r>
            <a:r>
              <a:rPr sz="1700" spc="25" dirty="0">
                <a:latin typeface="Arial"/>
                <a:cs typeface="Arial"/>
              </a:rPr>
              <a:t>nspec</a:t>
            </a:r>
            <a:r>
              <a:rPr sz="1700" spc="15" dirty="0">
                <a:latin typeface="Arial"/>
                <a:cs typeface="Arial"/>
              </a:rPr>
              <a:t>i</a:t>
            </a:r>
            <a:r>
              <a:rPr sz="1700" spc="25" dirty="0">
                <a:latin typeface="Arial"/>
                <a:cs typeface="Arial"/>
              </a:rPr>
              <a:t>on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</a:t>
            </a:r>
            <a:r>
              <a:rPr sz="1700" spc="-40" dirty="0">
                <a:latin typeface="Arial"/>
                <a:cs typeface="Arial"/>
              </a:rPr>
              <a:t>l</a:t>
            </a:r>
            <a:r>
              <a:rPr sz="1700" spc="-30" dirty="0">
                <a:latin typeface="Arial"/>
                <a:cs typeface="Arial"/>
              </a:rPr>
              <a:t>e</a:t>
            </a:r>
            <a:r>
              <a:rPr sz="1700" spc="-25" dirty="0">
                <a:latin typeface="Arial"/>
                <a:cs typeface="Arial"/>
              </a:rPr>
              <a:t>m</a:t>
            </a:r>
            <a:r>
              <a:rPr sz="1700" spc="-30" dirty="0">
                <a:latin typeface="Arial"/>
                <a:cs typeface="Arial"/>
              </a:rPr>
              <a:t>en</a:t>
            </a:r>
            <a:r>
              <a:rPr sz="1700" spc="-35" dirty="0">
                <a:latin typeface="Arial"/>
                <a:cs typeface="Arial"/>
              </a:rPr>
              <a:t>t</a:t>
            </a:r>
            <a:r>
              <a:rPr sz="1700" spc="-3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’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ter</a:t>
            </a:r>
            <a:r>
              <a:rPr sz="1700" spc="30" dirty="0">
                <a:latin typeface="Arial"/>
                <a:cs typeface="Arial"/>
              </a:rPr>
              <a:t>m</a:t>
            </a:r>
            <a:r>
              <a:rPr sz="1700" spc="20" dirty="0">
                <a:latin typeface="Arial"/>
                <a:cs typeface="Arial"/>
              </a:rPr>
              <a:t>i</a:t>
            </a:r>
            <a:r>
              <a:rPr sz="1700" spc="25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e</a:t>
            </a:r>
            <a:endParaRPr sz="1700">
              <a:latin typeface="Arial"/>
              <a:cs typeface="Arial"/>
            </a:endParaRPr>
          </a:p>
          <a:p>
            <a:pPr marL="441325">
              <a:lnSpc>
                <a:spcPct val="100000"/>
              </a:lnSpc>
              <a:spcBef>
                <a:spcPts val="605"/>
              </a:spcBef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4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13535" y="2949867"/>
            <a:ext cx="232727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dirty="0">
                <a:latin typeface="Arial"/>
                <a:cs typeface="Arial"/>
              </a:rPr>
              <a:t>‘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inspecion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element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0174" y="2949867"/>
            <a:ext cx="333375" cy="606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4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69607" y="2872920"/>
            <a:ext cx="3034665" cy="683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540">
              <a:lnSpc>
                <a:spcPct val="129700"/>
              </a:lnSpc>
            </a:pPr>
            <a:r>
              <a:rPr sz="1700" spc="-5" dirty="0">
                <a:latin typeface="Arial"/>
                <a:cs typeface="Arial"/>
              </a:rPr>
              <a:t>par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cad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65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u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do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ele</a:t>
            </a:r>
            <a:r>
              <a:rPr sz="1700" spc="-25" dirty="0">
                <a:latin typeface="Arial"/>
                <a:cs typeface="Arial"/>
              </a:rPr>
              <a:t>mento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Pesquis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12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0021" y="3622179"/>
            <a:ext cx="8001634" cy="3056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6275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2250">
              <a:latin typeface="Times New Roman"/>
              <a:cs typeface="Times New Roman"/>
            </a:endParaRPr>
          </a:p>
          <a:p>
            <a:pPr marL="274955" marR="342265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da,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argu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b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equa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425" dirty="0">
                <a:latin typeface="Arial"/>
                <a:cs typeface="Arial"/>
              </a:rPr>
              <a:t>f</a:t>
            </a:r>
            <a:r>
              <a:rPr sz="2050" i="1" spc="-35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b="1" spc="10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quaçã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r</a:t>
            </a:r>
            <a:r>
              <a:rPr sz="2050" b="1" dirty="0">
                <a:latin typeface="Arial"/>
                <a:cs typeface="Arial"/>
              </a:rPr>
              <a:t>eco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dirty="0">
                <a:latin typeface="Arial"/>
                <a:cs typeface="Arial"/>
              </a:rPr>
              <a:t>ênc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definir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91811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293836" y="3435578"/>
            <a:ext cx="104139" cy="0"/>
          </a:xfrm>
          <a:custGeom>
            <a:avLst/>
            <a:gdLst/>
            <a:ahLst/>
            <a:cxnLst/>
            <a:rect l="l" t="t" r="r" b="b"/>
            <a:pathLst>
              <a:path w="104140">
                <a:moveTo>
                  <a:pt x="0" y="0"/>
                </a:moveTo>
                <a:lnTo>
                  <a:pt x="10389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10056" y="855737"/>
            <a:ext cx="8546465" cy="6260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-3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484505" marR="4064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70" dirty="0">
                <a:latin typeface="Arial"/>
                <a:cs typeface="Arial"/>
              </a:rPr>
              <a:t>T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794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linha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(1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(2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linh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(3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78613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Us</a:t>
            </a:r>
            <a:r>
              <a:rPr sz="2050" dirty="0">
                <a:latin typeface="Arial"/>
                <a:cs typeface="Arial"/>
              </a:rPr>
              <a:t>a-</a:t>
            </a:r>
            <a:r>
              <a:rPr sz="2050" spc="5" dirty="0">
                <a:latin typeface="Arial"/>
                <a:cs typeface="Arial"/>
              </a:rPr>
              <a:t>se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equaçã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eco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dirty="0">
                <a:latin typeface="Arial"/>
                <a:cs typeface="Arial"/>
              </a:rPr>
              <a:t>ênc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25" spc="142" baseline="30864" dirty="0">
                <a:latin typeface="PMingLiU"/>
                <a:cs typeface="PMingLiU"/>
              </a:rPr>
              <a:t>o</a:t>
            </a:r>
            <a:r>
              <a:rPr sz="2025" baseline="30864" dirty="0">
                <a:latin typeface="PMingLiU"/>
                <a:cs typeface="PMingLiU"/>
              </a:rPr>
              <a:t> </a:t>
            </a:r>
            <a:r>
              <a:rPr sz="2025" spc="-67" baseline="30864" dirty="0">
                <a:latin typeface="PMingLiU"/>
                <a:cs typeface="PMingLiU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70" dirty="0">
                <a:latin typeface="Arial"/>
                <a:cs typeface="Arial"/>
              </a:rPr>
              <a:t>T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65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cific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-70" dirty="0">
                <a:latin typeface="Arial"/>
                <a:cs typeface="Arial"/>
              </a:rPr>
              <a:t>T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00"/>
              </a:spcBef>
            </a:pPr>
            <a:r>
              <a:rPr sz="2050" i="1" spc="-70" dirty="0">
                <a:latin typeface="Arial"/>
                <a:cs typeface="Arial"/>
              </a:rPr>
              <a:t>T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-70" dirty="0">
                <a:latin typeface="Arial"/>
                <a:cs typeface="Arial"/>
              </a:rPr>
              <a:t>T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  <a:tab pos="2896235" algn="l"/>
              </a:tabLst>
            </a:pPr>
            <a:r>
              <a:rPr sz="2050" i="1" spc="-70" dirty="0">
                <a:latin typeface="Arial"/>
                <a:cs typeface="Arial"/>
              </a:rPr>
              <a:t>T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i="1" spc="-70" dirty="0">
                <a:latin typeface="Arial"/>
                <a:cs typeface="Arial"/>
              </a:rPr>
              <a:t>T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dirty="0">
                <a:latin typeface="Arial"/>
                <a:cs typeface="Arial"/>
              </a:rPr>
              <a:t>	</a:t>
            </a:r>
            <a:r>
              <a:rPr sz="2050" i="1" spc="-70" dirty="0">
                <a:latin typeface="Arial"/>
                <a:cs typeface="Arial"/>
              </a:rPr>
              <a:t>T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(pa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</a:t>
            </a:r>
            <a:r>
              <a:rPr sz="2050" spc="5" dirty="0">
                <a:latin typeface="Arial"/>
                <a:cs typeface="Arial"/>
              </a:rPr>
              <a:t>)</a:t>
            </a:r>
            <a:endParaRPr sz="2050">
              <a:latin typeface="Arial"/>
              <a:cs typeface="Arial"/>
            </a:endParaRPr>
          </a:p>
          <a:p>
            <a:pPr marL="484505" marR="49530" indent="-262890">
              <a:lnSpc>
                <a:spcPct val="116300"/>
              </a:lnSpc>
              <a:spcBef>
                <a:spcPts val="1080"/>
              </a:spcBef>
              <a:tabLst>
                <a:tab pos="484505" algn="l"/>
              </a:tabLst>
            </a:pPr>
            <a:r>
              <a:rPr sz="2050" spc="-265" dirty="0">
                <a:latin typeface="Lucida Sans Unicode"/>
                <a:cs typeface="Lucida Sans Unicode"/>
              </a:rPr>
              <a:t>•	</a:t>
            </a: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70" dirty="0">
                <a:latin typeface="Arial"/>
                <a:cs typeface="Arial"/>
              </a:rPr>
              <a:t>T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-70" dirty="0">
                <a:latin typeface="Arial"/>
                <a:cs typeface="Arial"/>
              </a:rPr>
              <a:t>T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4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-70" dirty="0">
                <a:latin typeface="Arial"/>
                <a:cs typeface="Arial"/>
              </a:rPr>
              <a:t>T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9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-70" dirty="0">
                <a:latin typeface="Arial"/>
                <a:cs typeface="Arial"/>
              </a:rPr>
              <a:t>T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9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9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13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ssim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diant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eguind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defin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00"/>
              </a:spcBef>
            </a:pP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-45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puta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70" dirty="0">
                <a:latin typeface="Arial"/>
                <a:cs typeface="Arial"/>
              </a:rPr>
              <a:t>T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25" i="1" spc="120" baseline="30864" dirty="0">
                <a:latin typeface="Trebuchet MS"/>
                <a:cs typeface="Trebuchet MS"/>
              </a:rPr>
              <a:t>k</a:t>
            </a:r>
            <a:r>
              <a:rPr sz="2025" i="1" spc="-427" baseline="30864" dirty="0">
                <a:latin typeface="Trebuchet MS"/>
                <a:cs typeface="Trebuchet MS"/>
              </a:rPr>
              <a:t> 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78635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1442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esoluçã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rrê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cia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ui-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i="1" spc="-70" dirty="0">
                <a:latin typeface="Arial"/>
                <a:cs typeface="Arial"/>
              </a:rPr>
              <a:t>T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70" dirty="0">
                <a:latin typeface="Arial"/>
                <a:cs typeface="Arial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i="1" spc="-70" dirty="0">
                <a:latin typeface="Arial"/>
                <a:cs typeface="Arial"/>
              </a:rPr>
              <a:t>T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70" dirty="0">
                <a:latin typeface="Arial"/>
                <a:cs typeface="Arial"/>
              </a:rPr>
              <a:t> </a:t>
            </a:r>
            <a:r>
              <a:rPr sz="2050" i="1" spc="375" dirty="0">
                <a:latin typeface="Arial"/>
                <a:cs typeface="Arial"/>
              </a:rPr>
              <a:t>&gt;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si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-70" dirty="0">
                <a:latin typeface="Arial"/>
                <a:cs typeface="Arial"/>
              </a:rPr>
              <a:t>T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22012" y="3971378"/>
            <a:ext cx="98425" cy="323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32044" y="3971378"/>
            <a:ext cx="98425" cy="323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19997" y="5093804"/>
            <a:ext cx="8521065" cy="154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lad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274955" marR="5080">
              <a:lnSpc>
                <a:spcPct val="119700"/>
              </a:lnSpc>
            </a:pPr>
            <a:r>
              <a:rPr sz="2050" i="1" spc="-70" dirty="0">
                <a:latin typeface="Arial"/>
                <a:cs typeface="Arial"/>
              </a:rPr>
              <a:t>T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25" spc="262" baseline="30864" dirty="0">
                <a:latin typeface="PMingLiU"/>
                <a:cs typeface="PMingLiU"/>
              </a:rPr>
              <a:t>3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spc="-300" dirty="0">
                <a:latin typeface="Tahoma"/>
                <a:cs typeface="Tahom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ie</a:t>
            </a:r>
            <a:r>
              <a:rPr sz="2050" dirty="0">
                <a:latin typeface="Arial"/>
                <a:cs typeface="Arial"/>
              </a:rPr>
              <a:t> geo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ica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70" dirty="0">
                <a:latin typeface="Arial"/>
                <a:cs typeface="Arial"/>
              </a:rPr>
              <a:t>T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spc="-300" dirty="0">
                <a:latin typeface="Tahoma"/>
                <a:cs typeface="Tahom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, qu</a:t>
            </a:r>
            <a:r>
              <a:rPr sz="2050" spc="5" dirty="0">
                <a:latin typeface="Arial"/>
                <a:cs typeface="Arial"/>
              </a:rPr>
              <a:t>e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igual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1.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881883" y="2584197"/>
          <a:ext cx="5466080" cy="2153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5086"/>
                <a:gridCol w="418388"/>
                <a:gridCol w="3212252"/>
              </a:tblGrid>
              <a:tr h="1232655">
                <a:tc>
                  <a:txBody>
                    <a:bodyPr/>
                    <a:lstStyle/>
                    <a:p>
                      <a:pPr marL="1186180">
                        <a:lnSpc>
                          <a:spcPct val="100000"/>
                        </a:lnSpc>
                      </a:pPr>
                      <a:r>
                        <a:rPr sz="2050" i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050" i="1" spc="-2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)</a:t>
                      </a:r>
                      <a:endParaRPr sz="2050">
                        <a:latin typeface="Tahoma"/>
                        <a:cs typeface="Tahoma"/>
                      </a:endParaRPr>
                    </a:p>
                    <a:p>
                      <a:pPr marL="92900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2050" i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050" i="1" spc="-2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n/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3)</a:t>
                      </a:r>
                      <a:endParaRPr sz="2050">
                        <a:latin typeface="Tahoma"/>
                        <a:cs typeface="Tahoma"/>
                      </a:endParaRPr>
                    </a:p>
                    <a:p>
                      <a:pPr marL="67246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2050" i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050" i="1" spc="-2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n/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3)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</a:pPr>
                      <a:r>
                        <a:rPr sz="2050" dirty="0">
                          <a:latin typeface="Tahoma"/>
                          <a:cs typeface="Tahoma"/>
                        </a:rPr>
                        <a:t>=</a:t>
                      </a:r>
                      <a:endParaRPr sz="2050">
                        <a:latin typeface="Tahoma"/>
                        <a:cs typeface="Tahoma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2050" dirty="0">
                          <a:latin typeface="Tahoma"/>
                          <a:cs typeface="Tahoma"/>
                        </a:rPr>
                        <a:t>=</a:t>
                      </a:r>
                      <a:endParaRPr sz="2050">
                        <a:latin typeface="Tahoma"/>
                        <a:cs typeface="Tahoma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2050" dirty="0">
                          <a:latin typeface="Tahoma"/>
                          <a:cs typeface="Tahoma"/>
                        </a:rPr>
                        <a:t>=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</a:pPr>
                      <a:r>
                        <a:rPr sz="205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5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+</a:t>
                      </a:r>
                      <a:r>
                        <a:rPr sz="2050" spc="-1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050" i="1" spc="-2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n/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3)</a:t>
                      </a:r>
                      <a:endParaRPr sz="2050">
                        <a:latin typeface="Tahoma"/>
                        <a:cs typeface="Tahoma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2050" i="1" dirty="0">
                          <a:latin typeface="Arial"/>
                          <a:cs typeface="Arial"/>
                        </a:rPr>
                        <a:t>n/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2050" spc="-1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+</a:t>
                      </a:r>
                      <a:r>
                        <a:rPr sz="2050" spc="-1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050" i="1" spc="-2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n/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3)</a:t>
                      </a:r>
                      <a:endParaRPr sz="2050">
                        <a:latin typeface="Tahoma"/>
                        <a:cs typeface="Tahoma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2050" i="1" dirty="0">
                          <a:latin typeface="Arial"/>
                          <a:cs typeface="Arial"/>
                        </a:rPr>
                        <a:t>n/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2050" spc="-1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+</a:t>
                      </a:r>
                      <a:r>
                        <a:rPr sz="2050" spc="-1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050" i="1" spc="-2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n/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3)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</a:tr>
              <a:tr h="517550">
                <a:tc>
                  <a:txBody>
                    <a:bodyPr/>
                    <a:lstStyle/>
                    <a:p>
                      <a:pPr marR="101600" algn="r">
                        <a:lnSpc>
                          <a:spcPts val="2300"/>
                        </a:lnSpc>
                      </a:pPr>
                      <a:r>
                        <a:rPr sz="2050" spc="-57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3075" baseline="-18970" dirty="0">
                          <a:latin typeface="Arial"/>
                          <a:cs typeface="Arial"/>
                        </a:rPr>
                        <a:t>.</a:t>
                      </a:r>
                      <a:endParaRPr sz="3075" baseline="-1897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075" baseline="-1897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ts val="2300"/>
                        </a:lnSpc>
                      </a:pPr>
                      <a:r>
                        <a:rPr sz="2050" spc="-57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3075" baseline="-18970" dirty="0">
                          <a:latin typeface="Arial"/>
                          <a:cs typeface="Arial"/>
                        </a:rPr>
                        <a:t>.</a:t>
                      </a:r>
                      <a:endParaRPr sz="3075" baseline="-1897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402710">
                <a:tc>
                  <a:txBody>
                    <a:bodyPr/>
                    <a:lstStyle/>
                    <a:p>
                      <a:pPr marR="101600" algn="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050" i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050" i="1" spc="-2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n/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2050" spc="-3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50" dirty="0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sz="2050" spc="-30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050" dirty="0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sz="2050" spc="-30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050" dirty="0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sz="2050" spc="-30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3)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050" dirty="0">
                          <a:latin typeface="Tahoma"/>
                          <a:cs typeface="Tahoma"/>
                        </a:rPr>
                        <a:t>=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050" i="1" dirty="0">
                          <a:latin typeface="Arial"/>
                          <a:cs typeface="Arial"/>
                        </a:rPr>
                        <a:t>n/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2050" spc="-3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50" dirty="0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sz="2050" spc="-30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050" dirty="0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sz="2050" spc="-30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050" dirty="0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sz="2050" spc="-30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2050" spc="-1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+</a:t>
                      </a:r>
                      <a:r>
                        <a:rPr sz="2050" spc="-1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050" i="1" spc="-2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n/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2050" spc="-3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50" dirty="0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sz="2050" spc="-30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050" dirty="0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sz="2050" spc="-30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050" dirty="0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sz="2050" spc="-30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050" i="1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2050" dirty="0">
                          <a:latin typeface="Tahoma"/>
                          <a:cs typeface="Tahoma"/>
                        </a:rPr>
                        <a:t>3)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25389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0056" y="866482"/>
            <a:ext cx="768604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esoluçã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rrê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cia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10048" y="1554619"/>
            <a:ext cx="7877809" cy="1347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i="1" spc="-70" dirty="0">
                <a:latin typeface="Arial"/>
                <a:cs typeface="Arial"/>
              </a:rPr>
              <a:t>T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25" spc="262" baseline="30864" dirty="0">
                <a:latin typeface="PMingLiU"/>
                <a:cs typeface="PMingLiU"/>
              </a:rPr>
              <a:t>3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endParaRPr sz="2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spc="-300" dirty="0">
                <a:latin typeface="Tahoma"/>
                <a:cs typeface="Tahom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10" dirty="0">
                <a:latin typeface="Lucida Sans Unicode"/>
                <a:cs typeface="Lucida Sans Unicode"/>
              </a:rPr>
              <a:t> 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spc="-5" dirty="0">
                <a:latin typeface="Tahoma"/>
                <a:cs typeface="Tahoma"/>
              </a:rPr>
              <a:t>)</a:t>
            </a:r>
            <a:endParaRPr sz="2050">
              <a:latin typeface="Tahoma"/>
              <a:cs typeface="Tahoma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Se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70" dirty="0">
                <a:latin typeface="Arial"/>
                <a:cs typeface="Arial"/>
              </a:rPr>
              <a:t>T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spc="-300" dirty="0">
                <a:latin typeface="Tahoma"/>
                <a:cs typeface="Tahom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,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18139" y="2911221"/>
            <a:ext cx="985519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09319" algn="l"/>
              </a:tabLst>
            </a:pPr>
            <a:r>
              <a:rPr sz="2025" spc="750" baseline="4115" dirty="0">
                <a:latin typeface="Arial"/>
                <a:cs typeface="Arial"/>
              </a:rPr>
              <a:t>∞</a:t>
            </a:r>
            <a:r>
              <a:rPr sz="1350" spc="5" dirty="0">
                <a:latin typeface="Times New Roman"/>
                <a:cs typeface="Times New Roman"/>
              </a:rPr>
              <a:t> 	</a:t>
            </a:r>
            <a:r>
              <a:rPr sz="1350" i="1" spc="80" dirty="0">
                <a:latin typeface="Trebuchet MS"/>
                <a:cs typeface="Trebuchet MS"/>
              </a:rPr>
              <a:t>i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82344" y="2917532"/>
            <a:ext cx="443103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992245" algn="l"/>
              </a:tabLst>
            </a:pPr>
            <a:r>
              <a:rPr sz="2050" dirty="0">
                <a:latin typeface="Arial"/>
                <a:cs typeface="Arial"/>
              </a:rPr>
              <a:t>infini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entã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-70" dirty="0">
                <a:latin typeface="Arial"/>
                <a:cs typeface="Arial"/>
              </a:rPr>
              <a:t>T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550" spc="2010" baseline="45751" dirty="0">
                <a:latin typeface="Arial"/>
                <a:cs typeface="Arial"/>
              </a:rPr>
              <a:t>.</a:t>
            </a:r>
            <a:r>
              <a:rPr sz="2025" i="1" spc="120" baseline="-20576" dirty="0">
                <a:latin typeface="Trebuchet MS"/>
                <a:cs typeface="Trebuchet MS"/>
              </a:rPr>
              <a:t>i</a:t>
            </a:r>
            <a:r>
              <a:rPr sz="2025" spc="630" baseline="-20576" dirty="0">
                <a:latin typeface="PMingLiU"/>
                <a:cs typeface="PMingLiU"/>
              </a:rPr>
              <a:t>=</a:t>
            </a:r>
            <a:r>
              <a:rPr sz="2025" spc="262" baseline="-20576" dirty="0">
                <a:latin typeface="PMingLiU"/>
                <a:cs typeface="PMingLiU"/>
              </a:rPr>
              <a:t>0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Tahoma"/>
                <a:cs typeface="Tahoma"/>
              </a:rPr>
              <a:t>	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endParaRPr sz="2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18923" y="3109988"/>
            <a:ext cx="36957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5" dirty="0">
                <a:latin typeface="PMingLiU"/>
                <a:cs typeface="PMingLiU"/>
              </a:rPr>
              <a:t>1</a:t>
            </a:r>
            <a:r>
              <a:rPr sz="1350" spc="345" dirty="0">
                <a:latin typeface="Arial"/>
                <a:cs typeface="Arial"/>
              </a:rPr>
              <a:t>−</a:t>
            </a:r>
            <a:r>
              <a:rPr sz="1350" spc="-170" dirty="0">
                <a:latin typeface="Arial"/>
                <a:cs typeface="Arial"/>
              </a:rPr>
              <a:t> </a:t>
            </a:r>
            <a:r>
              <a:rPr sz="1500" u="sng" spc="-7" baseline="30555" dirty="0">
                <a:latin typeface="Lucida Sans Unicode"/>
                <a:cs typeface="Lucida Sans Unicode"/>
              </a:rPr>
              <a:t>1</a:t>
            </a:r>
            <a:endParaRPr sz="1500" baseline="30555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82613" y="3223018"/>
            <a:ext cx="106045" cy="144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1000" spc="-5" dirty="0">
                <a:latin typeface="Lucida Sans Unicode"/>
                <a:cs typeface="Lucida Sans Unicode"/>
              </a:rPr>
              <a:t>3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31915" y="2642742"/>
            <a:ext cx="770255" cy="488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69595" algn="l"/>
              </a:tabLst>
            </a:pPr>
            <a:r>
              <a:rPr sz="1700" spc="790" dirty="0">
                <a:latin typeface="Arial"/>
                <a:cs typeface="Arial"/>
              </a:rPr>
              <a:t>.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2025" u="sng" spc="7" baseline="-69958" dirty="0">
                <a:latin typeface="Times New Roman"/>
                <a:cs typeface="Times New Roman"/>
              </a:rPr>
              <a:t> </a:t>
            </a:r>
            <a:r>
              <a:rPr sz="2025" u="sng" baseline="-69958" dirty="0">
                <a:latin typeface="Times New Roman"/>
                <a:cs typeface="Times New Roman"/>
              </a:rPr>
              <a:t> </a:t>
            </a:r>
            <a:r>
              <a:rPr sz="2025" u="sng" spc="104" baseline="-69958" dirty="0">
                <a:latin typeface="Times New Roman"/>
                <a:cs typeface="Times New Roman"/>
              </a:rPr>
              <a:t> </a:t>
            </a:r>
            <a:r>
              <a:rPr sz="2025" u="sng" spc="142" baseline="-69958" dirty="0">
                <a:latin typeface="PMingLiU"/>
                <a:cs typeface="PMingLiU"/>
              </a:rPr>
              <a:t>1</a:t>
            </a:r>
            <a:r>
              <a:rPr sz="2025" u="sng" baseline="-69958" dirty="0">
                <a:latin typeface="PMingLiU"/>
                <a:cs typeface="PMingLiU"/>
              </a:rPr>
              <a:t>	</a:t>
            </a:r>
            <a:r>
              <a:rPr sz="2025" spc="-217" baseline="-69958" dirty="0">
                <a:latin typeface="PMingLiU"/>
                <a:cs typeface="PMingLiU"/>
              </a:rPr>
              <a:t> </a:t>
            </a:r>
            <a:r>
              <a:rPr sz="1700" spc="790" dirty="0"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48068" y="2903105"/>
            <a:ext cx="23114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u="sng" spc="95" dirty="0">
                <a:latin typeface="PMingLiU"/>
                <a:cs typeface="PMingLiU"/>
              </a:rPr>
              <a:t>3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49174" y="2917532"/>
            <a:ext cx="629285" cy="420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7665" algn="l"/>
              </a:tabLst>
            </a:pPr>
            <a:r>
              <a:rPr sz="2050" spc="75" dirty="0">
                <a:latin typeface="Tahoma"/>
                <a:cs typeface="Tahoma"/>
              </a:rPr>
              <a:t>=	</a:t>
            </a:r>
            <a:r>
              <a:rPr sz="2025" spc="142" baseline="-28806" dirty="0">
                <a:latin typeface="PMingLiU"/>
                <a:cs typeface="PMingLiU"/>
              </a:rPr>
              <a:t>2 </a:t>
            </a:r>
            <a:r>
              <a:rPr sz="2025" spc="-82" baseline="-28806" dirty="0">
                <a:latin typeface="PMingLiU"/>
                <a:cs typeface="PMingLiU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20011" y="3470691"/>
            <a:ext cx="7879715" cy="1783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Se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70" dirty="0">
                <a:latin typeface="Arial"/>
                <a:cs typeface="Arial"/>
              </a:rPr>
              <a:t>T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spc="-300" dirty="0">
                <a:latin typeface="Tahoma"/>
                <a:cs typeface="Tahom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deno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ubd</a:t>
            </a:r>
            <a:r>
              <a:rPr sz="2050" spc="5" dirty="0">
                <a:latin typeface="Arial"/>
                <a:cs typeface="Arial"/>
              </a:rPr>
              <a:t>ivis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3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25" i="1" spc="217" baseline="30864" dirty="0">
                <a:latin typeface="Trebuchet MS"/>
                <a:cs typeface="Trebuchet MS"/>
              </a:rPr>
              <a:t>x</a:t>
            </a:r>
            <a:r>
              <a:rPr sz="2025" i="1" baseline="30864" dirty="0">
                <a:latin typeface="Trebuchet MS"/>
                <a:cs typeface="Trebuchet MS"/>
              </a:rPr>
              <a:t> </a:t>
            </a:r>
            <a:r>
              <a:rPr sz="2025" i="1" spc="-232" baseline="30864" dirty="0">
                <a:latin typeface="Trebuchet MS"/>
                <a:cs typeface="Trebuchet MS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25" i="1" spc="337" baseline="30864" dirty="0">
                <a:latin typeface="Trebuchet MS"/>
                <a:cs typeface="Trebuchet MS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Log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90" dirty="0">
                <a:latin typeface="Tahoma"/>
                <a:cs typeface="Tahoma"/>
              </a:rPr>
              <a:t>l</a:t>
            </a:r>
            <a:r>
              <a:rPr sz="2050" spc="-105" dirty="0">
                <a:latin typeface="Tahoma"/>
                <a:cs typeface="Tahoma"/>
              </a:rPr>
              <a:t>o</a:t>
            </a:r>
            <a:r>
              <a:rPr sz="2050" spc="-100" dirty="0">
                <a:latin typeface="Tahoma"/>
                <a:cs typeface="Tahoma"/>
              </a:rPr>
              <a:t>g</a:t>
            </a:r>
            <a:r>
              <a:rPr sz="2025" spc="142" baseline="-20576" dirty="0">
                <a:latin typeface="PMingLiU"/>
                <a:cs typeface="PMingLiU"/>
              </a:rPr>
              <a:t>3</a:t>
            </a:r>
            <a:r>
              <a:rPr sz="2025" spc="120" baseline="-20576" dirty="0">
                <a:latin typeface="PMingLiU"/>
                <a:cs typeface="PMingLiU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70" dirty="0">
                <a:latin typeface="Arial"/>
                <a:cs typeface="Arial"/>
              </a:rPr>
              <a:t>T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98127" y="5398389"/>
            <a:ext cx="32639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80" dirty="0">
                <a:latin typeface="Trebuchet MS"/>
                <a:cs typeface="Trebuchet MS"/>
              </a:rPr>
              <a:t>i</a:t>
            </a:r>
            <a:r>
              <a:rPr sz="1350" spc="420" dirty="0">
                <a:latin typeface="PMingLiU"/>
                <a:cs typeface="PMingLiU"/>
              </a:rPr>
              <a:t>=</a:t>
            </a:r>
            <a:r>
              <a:rPr sz="1350" spc="95" dirty="0">
                <a:latin typeface="PMingLiU"/>
                <a:cs typeface="PMingLiU"/>
              </a:rPr>
              <a:t>0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21050" y="5230253"/>
            <a:ext cx="1027430" cy="421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375"/>
              </a:lnSpc>
            </a:pPr>
            <a:r>
              <a:rPr sz="1350" i="1" u="sng" spc="145" dirty="0">
                <a:latin typeface="Trebuchet MS"/>
                <a:cs typeface="Trebuchet MS"/>
              </a:rPr>
              <a:t>n</a:t>
            </a:r>
            <a:endParaRPr sz="1350">
              <a:latin typeface="Trebuchet MS"/>
              <a:cs typeface="Trebuchet MS"/>
            </a:endParaRPr>
          </a:p>
          <a:p>
            <a:pPr marL="12700">
              <a:lnSpc>
                <a:spcPts val="1375"/>
              </a:lnSpc>
              <a:tabLst>
                <a:tab pos="829944" algn="l"/>
              </a:tabLst>
            </a:pPr>
            <a:r>
              <a:rPr sz="2025" spc="142" baseline="-16460" dirty="0">
                <a:latin typeface="PMingLiU"/>
                <a:cs typeface="PMingLiU"/>
              </a:rPr>
              <a:t>3</a:t>
            </a:r>
            <a:r>
              <a:rPr sz="1000" i="1" spc="235" dirty="0">
                <a:latin typeface="Arial"/>
                <a:cs typeface="Arial"/>
              </a:rPr>
              <a:t>i	</a:t>
            </a:r>
            <a:r>
              <a:rPr sz="2025" spc="142" baseline="-16460" dirty="0">
                <a:latin typeface="PMingLiU"/>
                <a:cs typeface="PMingLiU"/>
              </a:rPr>
              <a:t>3</a:t>
            </a:r>
            <a:r>
              <a:rPr sz="1000" i="1" spc="220" dirty="0">
                <a:latin typeface="Arial"/>
                <a:cs typeface="Arial"/>
              </a:rPr>
              <a:t>x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33403" y="5398389"/>
            <a:ext cx="32639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80" dirty="0">
                <a:latin typeface="Trebuchet MS"/>
                <a:cs typeface="Trebuchet MS"/>
              </a:rPr>
              <a:t>i</a:t>
            </a:r>
            <a:r>
              <a:rPr sz="1350" spc="420" dirty="0">
                <a:latin typeface="PMingLiU"/>
                <a:cs typeface="PMingLiU"/>
              </a:rPr>
              <a:t>=</a:t>
            </a:r>
            <a:r>
              <a:rPr sz="1350" spc="95" dirty="0">
                <a:latin typeface="PMingLiU"/>
                <a:cs typeface="PMingLiU"/>
              </a:rPr>
              <a:t>0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82318" y="5244680"/>
            <a:ext cx="520636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797685" algn="l"/>
              </a:tabLst>
            </a:pPr>
            <a:r>
              <a:rPr sz="2050" i="1" spc="-70" dirty="0">
                <a:latin typeface="Arial"/>
                <a:cs typeface="Arial"/>
              </a:rPr>
              <a:t>T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550" spc="2010" baseline="45751" dirty="0">
                <a:latin typeface="Arial"/>
                <a:cs typeface="Arial"/>
              </a:rPr>
              <a:t>.</a:t>
            </a:r>
            <a:r>
              <a:rPr sz="2025" i="1" spc="217" baseline="34979" dirty="0">
                <a:latin typeface="Trebuchet MS"/>
                <a:cs typeface="Trebuchet MS"/>
              </a:rPr>
              <a:t>x</a:t>
            </a:r>
            <a:r>
              <a:rPr sz="2025" spc="517" baseline="34979" dirty="0">
                <a:latin typeface="Arial"/>
                <a:cs typeface="Arial"/>
              </a:rPr>
              <a:t>−</a:t>
            </a:r>
            <a:r>
              <a:rPr sz="2025" spc="142" baseline="34979" dirty="0">
                <a:latin typeface="PMingLiU"/>
                <a:cs typeface="PMingLiU"/>
              </a:rPr>
              <a:t>1</a:t>
            </a:r>
            <a:r>
              <a:rPr sz="2025" baseline="34979" dirty="0">
                <a:latin typeface="PMingLiU"/>
                <a:cs typeface="PMingLiU"/>
              </a:rPr>
              <a:t>	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i="1" spc="-70" dirty="0">
                <a:latin typeface="Arial"/>
                <a:cs typeface="Arial"/>
              </a:rPr>
              <a:t>T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 </a:t>
            </a:r>
            <a:r>
              <a:rPr sz="2025" i="1" u="sng" spc="217" baseline="32921" dirty="0">
                <a:latin typeface="Trebuchet MS"/>
                <a:cs typeface="Trebuchet MS"/>
              </a:rPr>
              <a:t>n</a:t>
            </a:r>
            <a:r>
              <a:rPr sz="2025" i="1" spc="187" baseline="32921" dirty="0">
                <a:latin typeface="Trebuchet MS"/>
                <a:cs typeface="Trebuchet MS"/>
              </a:rPr>
              <a:t> 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550" spc="2010" baseline="45751" dirty="0">
                <a:latin typeface="Arial"/>
                <a:cs typeface="Arial"/>
              </a:rPr>
              <a:t>.</a:t>
            </a:r>
            <a:r>
              <a:rPr sz="2025" i="1" spc="217" baseline="34979" dirty="0">
                <a:latin typeface="Trebuchet MS"/>
                <a:cs typeface="Trebuchet MS"/>
              </a:rPr>
              <a:t>x</a:t>
            </a:r>
            <a:r>
              <a:rPr sz="2025" spc="517" baseline="34979" dirty="0">
                <a:latin typeface="Arial"/>
                <a:cs typeface="Arial"/>
              </a:rPr>
              <a:t>−</a:t>
            </a:r>
            <a:r>
              <a:rPr sz="2025" spc="262" baseline="34979" dirty="0">
                <a:latin typeface="PMingLiU"/>
                <a:cs typeface="PMingLiU"/>
              </a:rPr>
              <a:t>1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25" i="1" spc="120" baseline="30864" dirty="0">
                <a:latin typeface="Trebuchet MS"/>
                <a:cs typeface="Trebuchet MS"/>
              </a:rPr>
              <a:t>i</a:t>
            </a:r>
            <a:r>
              <a:rPr sz="2025" i="1" spc="202" baseline="30864" dirty="0">
                <a:latin typeface="Trebuchet MS"/>
                <a:cs typeface="Trebuchet MS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83525" y="5159146"/>
            <a:ext cx="106045" cy="144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1000" spc="-5" dirty="0">
                <a:latin typeface="Lucida Sans Unicode"/>
                <a:cs typeface="Lucida Sans Unicode"/>
              </a:rPr>
              <a:t>1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296112" y="5313972"/>
            <a:ext cx="80645" cy="0"/>
          </a:xfrm>
          <a:custGeom>
            <a:avLst/>
            <a:gdLst/>
            <a:ahLst/>
            <a:cxnLst/>
            <a:rect l="l" t="t" r="r" b="b"/>
            <a:pathLst>
              <a:path w="80645">
                <a:moveTo>
                  <a:pt x="0" y="0"/>
                </a:moveTo>
                <a:lnTo>
                  <a:pt x="8023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762432" y="5186248"/>
            <a:ext cx="72517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145" dirty="0">
                <a:latin typeface="Trebuchet MS"/>
                <a:cs typeface="Trebuchet MS"/>
              </a:rPr>
              <a:t>n</a:t>
            </a:r>
            <a:r>
              <a:rPr sz="1350" spc="120" dirty="0">
                <a:latin typeface="PMingLiU"/>
                <a:cs typeface="PMingLiU"/>
              </a:rPr>
              <a:t>(1</a:t>
            </a:r>
            <a:r>
              <a:rPr sz="1350" spc="345" dirty="0">
                <a:latin typeface="Arial"/>
                <a:cs typeface="Arial"/>
              </a:rPr>
              <a:t>−</a:t>
            </a:r>
            <a:r>
              <a:rPr sz="1350" spc="145" dirty="0">
                <a:latin typeface="PMingLiU"/>
                <a:cs typeface="PMingLiU"/>
              </a:rPr>
              <a:t>(</a:t>
            </a:r>
            <a:r>
              <a:rPr sz="1350" spc="-145" dirty="0">
                <a:latin typeface="PMingLiU"/>
                <a:cs typeface="PMingLiU"/>
              </a:rPr>
              <a:t> </a:t>
            </a:r>
            <a:r>
              <a:rPr sz="1500" spc="-7" baseline="-30555" dirty="0">
                <a:latin typeface="Lucida Sans Unicode"/>
                <a:cs typeface="Lucida Sans Unicode"/>
              </a:rPr>
              <a:t>3</a:t>
            </a:r>
            <a:r>
              <a:rPr sz="1500" spc="-165" baseline="-30555" dirty="0">
                <a:latin typeface="Lucida Sans Unicode"/>
                <a:cs typeface="Lucida Sans Unicode"/>
              </a:rPr>
              <a:t> </a:t>
            </a:r>
            <a:r>
              <a:rPr sz="1350" spc="145" dirty="0">
                <a:latin typeface="PMingLiU"/>
                <a:cs typeface="PMingLiU"/>
              </a:rPr>
              <a:t>)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62063" y="5168975"/>
            <a:ext cx="116839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15"/>
              </a:lnSpc>
            </a:pPr>
            <a:r>
              <a:rPr sz="1000" i="1" spc="220" dirty="0">
                <a:latin typeface="Arial"/>
                <a:cs typeface="Arial"/>
              </a:rPr>
              <a:t>x</a:t>
            </a:r>
            <a:endParaRPr sz="10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775132" y="5439359"/>
            <a:ext cx="875030" cy="0"/>
          </a:xfrm>
          <a:custGeom>
            <a:avLst/>
            <a:gdLst/>
            <a:ahLst/>
            <a:cxnLst/>
            <a:rect l="l" t="t" r="r" b="b"/>
            <a:pathLst>
              <a:path w="875029">
                <a:moveTo>
                  <a:pt x="0" y="0"/>
                </a:moveTo>
                <a:lnTo>
                  <a:pt x="874509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290968" y="5564873"/>
            <a:ext cx="80645" cy="0"/>
          </a:xfrm>
          <a:custGeom>
            <a:avLst/>
            <a:gdLst/>
            <a:ahLst/>
            <a:cxnLst/>
            <a:rect l="l" t="t" r="r" b="b"/>
            <a:pathLst>
              <a:path w="80645">
                <a:moveTo>
                  <a:pt x="0" y="0"/>
                </a:moveTo>
                <a:lnTo>
                  <a:pt x="8023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942340" y="5437136"/>
            <a:ext cx="54038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5"/>
              </a:lnSpc>
            </a:pPr>
            <a:r>
              <a:rPr sz="1350" spc="120" dirty="0">
                <a:latin typeface="PMingLiU"/>
                <a:cs typeface="PMingLiU"/>
              </a:rPr>
              <a:t>(1</a:t>
            </a:r>
            <a:r>
              <a:rPr sz="1350" spc="345" dirty="0">
                <a:latin typeface="Arial"/>
                <a:cs typeface="Arial"/>
              </a:rPr>
              <a:t>−</a:t>
            </a:r>
            <a:r>
              <a:rPr sz="1350" spc="-170" dirty="0">
                <a:latin typeface="Arial"/>
                <a:cs typeface="Arial"/>
              </a:rPr>
              <a:t> </a:t>
            </a:r>
            <a:r>
              <a:rPr sz="1500" spc="-7" baseline="30555" dirty="0">
                <a:latin typeface="Lucida Sans Unicode"/>
                <a:cs typeface="Lucida Sans Unicode"/>
              </a:rPr>
              <a:t>1</a:t>
            </a:r>
            <a:r>
              <a:rPr sz="1500" spc="-172" baseline="30555" dirty="0">
                <a:latin typeface="Lucida Sans Unicode"/>
                <a:cs typeface="Lucida Sans Unicode"/>
              </a:rPr>
              <a:t> </a:t>
            </a:r>
            <a:r>
              <a:rPr sz="1350" spc="145" dirty="0">
                <a:latin typeface="PMingLiU"/>
                <a:cs typeface="PMingLiU"/>
              </a:rPr>
              <a:t>)</a:t>
            </a:r>
            <a:endParaRPr sz="1350">
              <a:latin typeface="PMingLiU"/>
              <a:cs typeface="PMingLiU"/>
            </a:endParaRPr>
          </a:p>
          <a:p>
            <a:pPr marL="348615">
              <a:lnSpc>
                <a:spcPts val="765"/>
              </a:lnSpc>
            </a:pPr>
            <a:r>
              <a:rPr sz="1000" spc="-5" dirty="0">
                <a:latin typeface="Lucida Sans Unicode"/>
                <a:cs typeface="Lucida Sans Unicode"/>
              </a:rPr>
              <a:t>3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564590" y="5244680"/>
            <a:ext cx="84137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25" spc="217" baseline="47325" dirty="0">
                <a:latin typeface="PMingLiU"/>
                <a:cs typeface="PMingLiU"/>
              </a:rPr>
              <a:t>) </a:t>
            </a:r>
            <a:r>
              <a:rPr sz="2025" spc="-60" baseline="47325" dirty="0">
                <a:latin typeface="PMingLiU"/>
                <a:cs typeface="PMingLiU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85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479790" y="5246255"/>
            <a:ext cx="231140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580" marR="5080" indent="-56515">
              <a:lnSpc>
                <a:spcPts val="1530"/>
              </a:lnSpc>
            </a:pPr>
            <a:r>
              <a:rPr sz="1350" u="sng" spc="95" dirty="0">
                <a:latin typeface="PMingLiU"/>
                <a:cs typeface="PMingLiU"/>
              </a:rPr>
              <a:t>3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i="1" spc="80" dirty="0">
                <a:latin typeface="Trebuchet MS"/>
                <a:cs typeface="Trebuchet MS"/>
              </a:rPr>
              <a:t> </a:t>
            </a: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058605" y="5230253"/>
            <a:ext cx="11874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u="sng" spc="95" dirty="0">
                <a:latin typeface="PMingLiU"/>
                <a:cs typeface="PMingLiU"/>
              </a:rPr>
              <a:t>1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769998" y="5244680"/>
            <a:ext cx="506095" cy="420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15" dirty="0">
                <a:latin typeface="Lucida Sans Unicode"/>
                <a:cs typeface="Lucida Sans Unicode"/>
              </a:rPr>
              <a:t> </a:t>
            </a:r>
            <a:r>
              <a:rPr sz="2025" spc="142" baseline="-28806" dirty="0">
                <a:latin typeface="PMingLiU"/>
                <a:cs typeface="PMingLiU"/>
              </a:rPr>
              <a:t>2</a:t>
            </a:r>
            <a:r>
              <a:rPr sz="2025" spc="-217" baseline="-28806" dirty="0">
                <a:latin typeface="PMingLiU"/>
                <a:cs typeface="PMingLiU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20021" y="5834811"/>
            <a:ext cx="4678045" cy="420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dirty="0">
                <a:latin typeface="Arial"/>
                <a:cs typeface="Arial"/>
              </a:rPr>
              <a:t>Log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-5" dirty="0">
                <a:latin typeface="Tahoma"/>
                <a:cs typeface="Tahom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5" dirty="0">
                <a:latin typeface="Tahoma"/>
                <a:cs typeface="Tahom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178790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73465" cy="3136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Lingu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og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asca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(1)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"/>
              </a:spcBef>
            </a:pPr>
            <a:endParaRPr sz="1950">
              <a:latin typeface="Times New Roman"/>
              <a:cs typeface="Times New Roman"/>
            </a:endParaRPr>
          </a:p>
          <a:p>
            <a:pPr marL="484505" marR="5080" indent="-250825">
              <a:lnSpc>
                <a:spcPct val="1245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amas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no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v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20" dirty="0">
                <a:latin typeface="Arial"/>
                <a:cs typeface="Arial"/>
              </a:rPr>
              <a:t>am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apenas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bá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as 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60" dirty="0">
                <a:latin typeface="Arial"/>
                <a:cs typeface="Arial"/>
              </a:rPr>
              <a:t>P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scal.</a:t>
            </a:r>
            <a:endParaRPr sz="1850">
              <a:latin typeface="Arial"/>
              <a:cs typeface="Arial"/>
            </a:endParaRPr>
          </a:p>
          <a:p>
            <a:pPr marL="484505" marR="880110" indent="-250825">
              <a:lnSpc>
                <a:spcPct val="124500"/>
              </a:lnSpc>
              <a:spcBef>
                <a:spcPts val="14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São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v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55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cilidades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25" dirty="0">
                <a:latin typeface="Arial"/>
                <a:cs typeface="Arial"/>
              </a:rPr>
              <a:t>a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dis</a:t>
            </a:r>
            <a:r>
              <a:rPr sz="1850" spc="15" dirty="0">
                <a:latin typeface="Arial"/>
                <a:cs typeface="Arial"/>
              </a:rPr>
              <a:t>pon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algumas implemen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354330" indent="-250825">
              <a:lnSpc>
                <a:spcPct val="124500"/>
              </a:lnSpc>
              <a:spcBef>
                <a:spcPts val="14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N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emos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linguagem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ua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alidad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apenas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20" dirty="0">
                <a:latin typeface="Arial"/>
                <a:cs typeface="Arial"/>
              </a:rPr>
              <a:t>aminamos</a:t>
            </a:r>
            <a:r>
              <a:rPr sz="1850" spc="15" dirty="0">
                <a:latin typeface="Arial"/>
                <a:cs typeface="Arial"/>
              </a:rPr>
              <a:t> algumas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741887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7452359" cy="1076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Lingu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og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asca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(2)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al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40008" y="2151054"/>
            <a:ext cx="3295015" cy="2524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49300"/>
              </a:lnSpc>
            </a:pP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abe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alho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5" dirty="0">
                <a:latin typeface="Arial"/>
                <a:cs typeface="Arial"/>
              </a:rPr>
              <a:t>gr</a:t>
            </a:r>
            <a:r>
              <a:rPr sz="1850" spc="20" dirty="0">
                <a:latin typeface="Arial"/>
                <a:cs typeface="Arial"/>
              </a:rPr>
              <a:t>ama</a:t>
            </a:r>
            <a:r>
              <a:rPr sz="1850" spc="15" dirty="0">
                <a:latin typeface="Arial"/>
                <a:cs typeface="Arial"/>
              </a:rPr>
              <a:t> de</a:t>
            </a:r>
            <a:r>
              <a:rPr sz="1850" spc="10" dirty="0">
                <a:latin typeface="Arial"/>
                <a:cs typeface="Arial"/>
              </a:rPr>
              <a:t>cla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ó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ulo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go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20" dirty="0">
                <a:latin typeface="Arial"/>
                <a:cs typeface="Arial"/>
              </a:rPr>
              <a:t>o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def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niç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spc="5" dirty="0">
                <a:latin typeface="Arial"/>
                <a:cs typeface="Arial"/>
              </a:rPr>
              <a:t>st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es</a:t>
            </a:r>
            <a:r>
              <a:rPr sz="1850" spc="10" dirty="0">
                <a:latin typeface="Arial"/>
                <a:cs typeface="Arial"/>
              </a:rPr>
              <a:t> def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niç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ipos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dados de</a:t>
            </a:r>
            <a:r>
              <a:rPr sz="1850" spc="10" dirty="0">
                <a:latin typeface="Arial"/>
                <a:cs typeface="Arial"/>
              </a:rPr>
              <a:t>cla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iá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eis de</a:t>
            </a:r>
            <a:r>
              <a:rPr sz="1850" spc="10" dirty="0">
                <a:latin typeface="Arial"/>
                <a:cs typeface="Arial"/>
              </a:rPr>
              <a:t>cla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ubp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5" dirty="0">
                <a:latin typeface="Arial"/>
                <a:cs typeface="Arial"/>
              </a:rPr>
              <a:t>gr</a:t>
            </a:r>
            <a:r>
              <a:rPr sz="1850" spc="20" dirty="0">
                <a:latin typeface="Arial"/>
                <a:cs typeface="Arial"/>
              </a:rPr>
              <a:t>amas</a:t>
            </a:r>
            <a:endParaRPr sz="1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22409" y="2151054"/>
            <a:ext cx="1277620" cy="37547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302895">
              <a:lnSpc>
                <a:spcPct val="149300"/>
              </a:lnSpc>
            </a:pPr>
            <a:r>
              <a:rPr sz="1850" b="1" spc="20" dirty="0">
                <a:latin typeface="Arial"/>
                <a:cs typeface="Arial"/>
              </a:rPr>
              <a:t>p</a:t>
            </a:r>
            <a:r>
              <a:rPr sz="1850" b="1" spc="-30" dirty="0">
                <a:latin typeface="Arial"/>
                <a:cs typeface="Arial"/>
              </a:rPr>
              <a:t>r</a:t>
            </a:r>
            <a:r>
              <a:rPr sz="1850" b="1" spc="20" dirty="0">
                <a:latin typeface="Arial"/>
                <a:cs typeface="Arial"/>
              </a:rPr>
              <a:t>ogram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l</a:t>
            </a:r>
            <a:r>
              <a:rPr sz="1850" b="1" spc="15" dirty="0">
                <a:latin typeface="Arial"/>
                <a:cs typeface="Arial"/>
              </a:rPr>
              <a:t>abel const 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20" dirty="0">
                <a:latin typeface="Arial"/>
                <a:cs typeface="Arial"/>
              </a:rPr>
              <a:t>ype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49300"/>
              </a:lnSpc>
            </a:pPr>
            <a:r>
              <a:rPr sz="1850" b="1" spc="-25" dirty="0">
                <a:latin typeface="Arial"/>
                <a:cs typeface="Arial"/>
              </a:rPr>
              <a:t>v</a:t>
            </a:r>
            <a:r>
              <a:rPr sz="1850" b="1" spc="15" dirty="0">
                <a:latin typeface="Arial"/>
                <a:cs typeface="Arial"/>
              </a:rPr>
              <a:t>ar p</a:t>
            </a:r>
            <a:r>
              <a:rPr sz="1850" b="1" spc="-30" dirty="0">
                <a:latin typeface="Arial"/>
                <a:cs typeface="Arial"/>
              </a:rPr>
              <a:t>r</a:t>
            </a:r>
            <a:r>
              <a:rPr sz="1850" b="1" spc="15" dirty="0">
                <a:latin typeface="Arial"/>
                <a:cs typeface="Arial"/>
              </a:rPr>
              <a:t>ocedure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r>
              <a:rPr sz="1850" spc="15" dirty="0">
                <a:latin typeface="Arial"/>
                <a:cs typeface="Arial"/>
              </a:rPr>
              <a:t>ou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b="1" spc="5" dirty="0">
                <a:latin typeface="Arial"/>
                <a:cs typeface="Arial"/>
              </a:rPr>
              <a:t>f</a:t>
            </a:r>
            <a:r>
              <a:rPr sz="1850" b="1" spc="20" dirty="0">
                <a:latin typeface="Arial"/>
                <a:cs typeface="Arial"/>
              </a:rPr>
              <a:t>unc</a:t>
            </a:r>
            <a:r>
              <a:rPr sz="1850" b="1" spc="5" dirty="0">
                <a:latin typeface="Arial"/>
                <a:cs typeface="Arial"/>
              </a:rPr>
              <a:t>ti</a:t>
            </a:r>
            <a:r>
              <a:rPr sz="1850" b="1" spc="20" dirty="0">
                <a:latin typeface="Arial"/>
                <a:cs typeface="Arial"/>
              </a:rPr>
              <a:t>on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r>
              <a:rPr sz="1850" b="1" spc="20" dirty="0">
                <a:latin typeface="Arial"/>
                <a:cs typeface="Arial"/>
              </a:rPr>
              <a:t>beg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20" dirty="0">
                <a:latin typeface="Arial"/>
                <a:cs typeface="Arial"/>
              </a:rPr>
              <a:t>n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850" spc="-520" dirty="0">
                <a:latin typeface="Arial"/>
                <a:cs typeface="Arial"/>
              </a:rPr>
              <a:t>.</a:t>
            </a:r>
            <a:r>
              <a:rPr sz="2775" spc="-780" baseline="-21021" dirty="0">
                <a:latin typeface="Arial"/>
                <a:cs typeface="Arial"/>
              </a:rPr>
              <a:t>.</a:t>
            </a:r>
            <a:r>
              <a:rPr sz="2775" spc="7" baseline="-42042" dirty="0">
                <a:latin typeface="Arial"/>
                <a:cs typeface="Arial"/>
              </a:rPr>
              <a:t>.</a:t>
            </a:r>
            <a:endParaRPr sz="2775" baseline="-42042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40012" y="5624982"/>
            <a:ext cx="2523490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10"/>
              </a:lnSpc>
            </a:pP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omandos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5" dirty="0">
                <a:latin typeface="Arial"/>
                <a:cs typeface="Arial"/>
              </a:rPr>
              <a:t>gr</a:t>
            </a:r>
            <a:r>
              <a:rPr sz="1850" spc="20" dirty="0">
                <a:latin typeface="Arial"/>
                <a:cs typeface="Arial"/>
              </a:rPr>
              <a:t>ama</a:t>
            </a:r>
            <a:endParaRPr sz="18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22409" y="6396850"/>
            <a:ext cx="426084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10"/>
              </a:lnSpc>
            </a:pPr>
            <a:r>
              <a:rPr sz="1850" b="1" spc="20" dirty="0">
                <a:latin typeface="Arial"/>
                <a:cs typeface="Arial"/>
              </a:rPr>
              <a:t>end</a:t>
            </a:r>
            <a:endParaRPr sz="18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616898" y="2160333"/>
            <a:ext cx="5523865" cy="0"/>
          </a:xfrm>
          <a:custGeom>
            <a:avLst/>
            <a:gdLst/>
            <a:ahLst/>
            <a:cxnLst/>
            <a:rect l="l" t="t" r="r" b="b"/>
            <a:pathLst>
              <a:path w="5523865">
                <a:moveTo>
                  <a:pt x="0" y="0"/>
                </a:moveTo>
                <a:lnTo>
                  <a:pt x="552354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21305" y="2160270"/>
            <a:ext cx="0" cy="4667885"/>
          </a:xfrm>
          <a:custGeom>
            <a:avLst/>
            <a:gdLst/>
            <a:ahLst/>
            <a:cxnLst/>
            <a:rect l="l" t="t" r="r" b="b"/>
            <a:pathLst>
              <a:path h="4667884">
                <a:moveTo>
                  <a:pt x="0" y="4667783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136052" y="2160270"/>
            <a:ext cx="0" cy="4667885"/>
          </a:xfrm>
          <a:custGeom>
            <a:avLst/>
            <a:gdLst/>
            <a:ahLst/>
            <a:cxnLst/>
            <a:rect l="l" t="t" r="r" b="b"/>
            <a:pathLst>
              <a:path h="4667884">
                <a:moveTo>
                  <a:pt x="0" y="4667783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616898" y="6828002"/>
            <a:ext cx="5523865" cy="0"/>
          </a:xfrm>
          <a:custGeom>
            <a:avLst/>
            <a:gdLst/>
            <a:ahLst/>
            <a:cxnLst/>
            <a:rect l="l" t="t" r="r" b="b"/>
            <a:pathLst>
              <a:path w="5523865">
                <a:moveTo>
                  <a:pt x="0" y="0"/>
                </a:moveTo>
                <a:lnTo>
                  <a:pt x="552354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465613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523605" cy="4849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6032500" algn="ctr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Tipos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asca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se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cl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906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defin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10" dirty="0">
                <a:latin typeface="Arial"/>
                <a:cs typeface="Arial"/>
              </a:rPr>
              <a:t>me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tipo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ilimi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al,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spc="5" dirty="0">
                <a:latin typeface="Arial"/>
                <a:cs typeface="Arial"/>
              </a:rPr>
              <a:t>sim</a:t>
            </a:r>
            <a:r>
              <a:rPr sz="2050" i="1" dirty="0">
                <a:latin typeface="Arial"/>
                <a:cs typeface="Arial"/>
              </a:rPr>
              <a:t>ple</a:t>
            </a:r>
            <a:r>
              <a:rPr sz="2050" i="1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dirty="0">
                <a:latin typeface="Arial"/>
                <a:cs typeface="Arial"/>
              </a:rPr>
              <a:t>e</a:t>
            </a:r>
            <a:r>
              <a:rPr sz="2050" i="1" spc="5" dirty="0">
                <a:latin typeface="Arial"/>
                <a:cs typeface="Arial"/>
              </a:rPr>
              <a:t>s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-20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ado</a:t>
            </a:r>
            <a:r>
              <a:rPr sz="2050" i="1" spc="5" dirty="0">
                <a:latin typeface="Arial"/>
                <a:cs typeface="Arial"/>
              </a:rPr>
              <a:t>s 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dirty="0">
                <a:latin typeface="Arial"/>
                <a:cs typeface="Arial"/>
              </a:rPr>
              <a:t>apon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dirty="0">
                <a:latin typeface="Arial"/>
                <a:cs typeface="Arial"/>
              </a:rPr>
              <a:t>adore</a:t>
            </a:r>
            <a:r>
              <a:rPr sz="2050" i="1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48252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026400" cy="2446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Tipos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(1)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upo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ind</a:t>
            </a:r>
            <a:r>
              <a:rPr sz="2050" spc="5" dirty="0">
                <a:latin typeface="Arial"/>
                <a:cs typeface="Arial"/>
              </a:rPr>
              <a:t>ivis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(in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ege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boolean,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real).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dirty="0">
                <a:latin typeface="Arial"/>
                <a:cs typeface="Arial"/>
              </a:rPr>
              <a:t>Tipo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de:</a:t>
            </a:r>
            <a:endParaRPr sz="2050">
              <a:latin typeface="Arial"/>
              <a:cs typeface="Arial"/>
            </a:endParaRPr>
          </a:p>
          <a:p>
            <a:pPr marL="589915">
              <a:lnSpc>
                <a:spcPct val="100000"/>
              </a:lnSpc>
              <a:spcBef>
                <a:spcPts val="1005"/>
              </a:spcBef>
              <a:tabLst>
                <a:tab pos="852169" algn="l"/>
              </a:tabLst>
            </a:pPr>
            <a:r>
              <a:rPr sz="2050" b="1" spc="5" dirty="0">
                <a:latin typeface="Times New Roman"/>
                <a:cs typeface="Times New Roman"/>
              </a:rPr>
              <a:t>–	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upo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alore</a:t>
            </a:r>
            <a:r>
              <a:rPr sz="2050" spc="5" dirty="0">
                <a:latin typeface="Arial"/>
                <a:cs typeface="Arial"/>
              </a:rPr>
              <a:t>s;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plo:</a:t>
            </a:r>
            <a:endParaRPr sz="2050">
              <a:latin typeface="Arial"/>
              <a:cs typeface="Arial"/>
            </a:endParaRPr>
          </a:p>
          <a:p>
            <a:pPr marL="1251585">
              <a:lnSpc>
                <a:spcPct val="100000"/>
              </a:lnSpc>
              <a:spcBef>
                <a:spcPts val="935"/>
              </a:spcBef>
            </a:pP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20" dirty="0">
                <a:latin typeface="Arial"/>
                <a:cs typeface="Arial"/>
              </a:rPr>
              <a:t>ype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=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(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melh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zul,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);</a:t>
            </a:r>
            <a:endParaRPr sz="18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48954" y="3281260"/>
            <a:ext cx="9207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520" dirty="0">
                <a:latin typeface="Arial"/>
                <a:cs typeface="Arial"/>
              </a:rPr>
              <a:t>.</a:t>
            </a:r>
            <a:r>
              <a:rPr sz="2775" spc="7" baseline="-21021" dirty="0">
                <a:latin typeface="Arial"/>
                <a:cs typeface="Arial"/>
              </a:rPr>
              <a:t>.</a:t>
            </a:r>
            <a:endParaRPr sz="2775" baseline="-21021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48954" y="3456254"/>
            <a:ext cx="1188085" cy="643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850" b="1" spc="-25" dirty="0">
                <a:latin typeface="Arial"/>
                <a:cs typeface="Arial"/>
              </a:rPr>
              <a:t>v</a:t>
            </a:r>
            <a:r>
              <a:rPr sz="1850" b="1" spc="15" dirty="0">
                <a:latin typeface="Arial"/>
                <a:cs typeface="Arial"/>
              </a:rPr>
              <a:t>ar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6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;</a:t>
            </a:r>
            <a:endParaRPr sz="18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48954" y="4068902"/>
            <a:ext cx="9207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520" dirty="0">
                <a:latin typeface="Arial"/>
                <a:cs typeface="Arial"/>
              </a:rPr>
              <a:t>.</a:t>
            </a:r>
            <a:r>
              <a:rPr sz="2775" spc="7" baseline="-21021" dirty="0">
                <a:latin typeface="Arial"/>
                <a:cs typeface="Arial"/>
              </a:rPr>
              <a:t>.</a:t>
            </a:r>
            <a:endParaRPr sz="2775" baseline="-21021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48954" y="4243781"/>
            <a:ext cx="1017269" cy="644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850" spc="1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:</a:t>
            </a:r>
            <a:r>
              <a:rPr sz="1850" spc="20" dirty="0">
                <a:latin typeface="Arial"/>
                <a:cs typeface="Arial"/>
              </a:rPr>
              <a:t>=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sa;</a:t>
            </a:r>
            <a:endParaRPr sz="1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59513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4835525" cy="1836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Tipos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(2)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225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dirty="0">
                <a:latin typeface="Arial"/>
                <a:cs typeface="Arial"/>
              </a:rPr>
              <a:t>ind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plo:</a:t>
            </a:r>
            <a:endParaRPr sz="2050">
              <a:latin typeface="Arial"/>
              <a:cs typeface="Arial"/>
            </a:endParaRPr>
          </a:p>
          <a:p>
            <a:pPr marL="883919">
              <a:lnSpc>
                <a:spcPct val="100000"/>
              </a:lnSpc>
              <a:spcBef>
                <a:spcPts val="1365"/>
              </a:spcBef>
            </a:pP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20" dirty="0">
                <a:latin typeface="Arial"/>
                <a:cs typeface="Arial"/>
              </a:rPr>
              <a:t>ype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=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1900</a:t>
            </a:r>
            <a:r>
              <a:rPr sz="1850" dirty="0">
                <a:latin typeface="Arial"/>
                <a:cs typeface="Arial"/>
              </a:rPr>
              <a:t>..</a:t>
            </a:r>
            <a:r>
              <a:rPr sz="1850" spc="15" dirty="0">
                <a:latin typeface="Arial"/>
                <a:cs typeface="Arial"/>
              </a:rPr>
              <a:t>1999;</a:t>
            </a:r>
            <a:endParaRPr sz="1850">
              <a:latin typeface="Arial"/>
              <a:cs typeface="Arial"/>
            </a:endParaRPr>
          </a:p>
          <a:p>
            <a:pPr marL="883919">
              <a:lnSpc>
                <a:spcPct val="100000"/>
              </a:lnSpc>
              <a:spcBef>
                <a:spcPts val="540"/>
              </a:spcBef>
            </a:pP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20" dirty="0">
                <a:latin typeface="Arial"/>
                <a:cs typeface="Arial"/>
              </a:rPr>
              <a:t>ype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=</a:t>
            </a:r>
            <a:r>
              <a:rPr sz="1850" spc="10" dirty="0">
                <a:latin typeface="Arial"/>
                <a:cs typeface="Arial"/>
              </a:rPr>
              <a:t> ’A’</a:t>
            </a:r>
            <a:r>
              <a:rPr sz="1850" dirty="0">
                <a:latin typeface="Arial"/>
                <a:cs typeface="Arial"/>
              </a:rPr>
              <a:t>..</a:t>
            </a:r>
            <a:r>
              <a:rPr sz="1850" spc="10" dirty="0">
                <a:latin typeface="Arial"/>
                <a:cs typeface="Arial"/>
              </a:rPr>
              <a:t>’Z’;</a:t>
            </a:r>
            <a:endParaRPr sz="18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81708" y="2671355"/>
            <a:ext cx="9207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520" dirty="0">
                <a:latin typeface="Arial"/>
                <a:cs typeface="Arial"/>
              </a:rPr>
              <a:t>.</a:t>
            </a:r>
            <a:r>
              <a:rPr sz="2775" spc="7" baseline="-21021" dirty="0">
                <a:latin typeface="Arial"/>
                <a:cs typeface="Arial"/>
              </a:rPr>
              <a:t>.</a:t>
            </a:r>
            <a:endParaRPr sz="2775" baseline="-21021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82344" y="2846235"/>
            <a:ext cx="8265159" cy="1857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1480">
              <a:lnSpc>
                <a:spcPct val="100000"/>
              </a:lnSpc>
            </a:pP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11480">
              <a:lnSpc>
                <a:spcPct val="100000"/>
              </a:lnSpc>
              <a:spcBef>
                <a:spcPts val="540"/>
              </a:spcBef>
            </a:pPr>
            <a:r>
              <a:rPr sz="1850" b="1" spc="-25" dirty="0">
                <a:latin typeface="Arial"/>
                <a:cs typeface="Arial"/>
              </a:rPr>
              <a:t>v</a:t>
            </a:r>
            <a:r>
              <a:rPr sz="1850" b="1" spc="15" dirty="0">
                <a:latin typeface="Arial"/>
                <a:cs typeface="Arial"/>
              </a:rPr>
              <a:t>ar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ano;</a:t>
            </a:r>
            <a:endParaRPr sz="1850">
              <a:latin typeface="Arial"/>
              <a:cs typeface="Arial"/>
            </a:endParaRPr>
          </a:p>
          <a:p>
            <a:pPr marL="411480">
              <a:lnSpc>
                <a:spcPct val="100000"/>
              </a:lnSpc>
              <a:spcBef>
                <a:spcPts val="540"/>
              </a:spcBef>
            </a:pPr>
            <a:r>
              <a:rPr sz="1850" b="1" spc="-25" dirty="0">
                <a:latin typeface="Arial"/>
                <a:cs typeface="Arial"/>
              </a:rPr>
              <a:t>v</a:t>
            </a:r>
            <a:r>
              <a:rPr sz="1850" b="1" spc="15" dirty="0">
                <a:latin typeface="Arial"/>
                <a:cs typeface="Arial"/>
              </a:rPr>
              <a:t>ar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b</a:t>
            </a:r>
            <a:r>
              <a:rPr sz="1850" spc="5" dirty="0">
                <a:latin typeface="Arial"/>
                <a:cs typeface="Arial"/>
              </a:rPr>
              <a:t> 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a;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19700"/>
              </a:lnSpc>
              <a:spcBef>
                <a:spcPts val="905"/>
              </a:spcBef>
            </a:pP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a:=198</a:t>
            </a:r>
            <a:r>
              <a:rPr sz="2050" spc="5" dirty="0">
                <a:latin typeface="Arial"/>
                <a:cs typeface="Arial"/>
              </a:rPr>
              <a:t>6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b:=</a:t>
            </a:r>
            <a:r>
              <a:rPr sz="2050" spc="5" dirty="0">
                <a:latin typeface="Arial"/>
                <a:cs typeface="Arial"/>
              </a:rPr>
              <a:t>‘B’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a:=200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b:=</a:t>
            </a:r>
            <a:r>
              <a:rPr sz="2050" spc="5" dirty="0">
                <a:latin typeface="Arial"/>
                <a:cs typeface="Arial"/>
              </a:rPr>
              <a:t>7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05561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697595" cy="6115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Tipos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endParaRPr sz="2450">
              <a:latin typeface="Arial"/>
              <a:cs typeface="Arial"/>
            </a:endParaRPr>
          </a:p>
          <a:p>
            <a:pPr marL="484505" marR="10223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efine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dirty="0">
                <a:latin typeface="Arial"/>
                <a:cs typeface="Arial"/>
              </a:rPr>
              <a:t>regad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di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b="1" spc="5" dirty="0">
                <a:latin typeface="Arial"/>
                <a:cs typeface="Arial"/>
              </a:rPr>
              <a:t>Arr</a:t>
            </a:r>
            <a:r>
              <a:rPr sz="2050" b="1" dirty="0">
                <a:latin typeface="Arial"/>
                <a:cs typeface="Arial"/>
              </a:rPr>
              <a:t>an</a:t>
            </a:r>
            <a:r>
              <a:rPr sz="2050" b="1" spc="-5" dirty="0">
                <a:latin typeface="Arial"/>
                <a:cs typeface="Arial"/>
              </a:rPr>
              <a:t>j</a:t>
            </a:r>
            <a:r>
              <a:rPr sz="2050" b="1" dirty="0">
                <a:latin typeface="Arial"/>
                <a:cs typeface="Arial"/>
              </a:rPr>
              <a:t>os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-d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onal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ho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ogêneo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real.</a:t>
            </a:r>
            <a:endParaRPr sz="2050">
              <a:latin typeface="Arial"/>
              <a:cs typeface="Arial"/>
            </a:endParaRPr>
          </a:p>
          <a:p>
            <a:pPr marL="852169" marR="597535" lvl="1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eg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st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os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uniã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que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ujo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pelo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499745" lvl="1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b="1" spc="5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on</a:t>
            </a:r>
            <a:r>
              <a:rPr sz="2050" b="1" spc="-5" dirty="0">
                <a:latin typeface="Arial"/>
                <a:cs typeface="Arial"/>
              </a:rPr>
              <a:t>j</a:t>
            </a:r>
            <a:r>
              <a:rPr sz="2050" b="1" dirty="0">
                <a:latin typeface="Arial"/>
                <a:cs typeface="Arial"/>
              </a:rPr>
              <a:t>untos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algu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35" dirty="0">
                <a:latin typeface="Lucida Sans Unicode"/>
                <a:cs typeface="Lucida Sans Unicode"/>
              </a:rPr>
              <a:t>∗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dirty="0">
                <a:latin typeface="Arial"/>
                <a:cs typeface="Arial"/>
              </a:rPr>
              <a:t>(in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ão),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(união),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0" dirty="0">
                <a:latin typeface="Lucida Sans Unicode"/>
                <a:cs typeface="Lucida Sans Unicode"/>
              </a:rPr>
              <a:t> </a:t>
            </a:r>
            <a:r>
              <a:rPr sz="2050" dirty="0">
                <a:latin typeface="Arial"/>
                <a:cs typeface="Arial"/>
              </a:rPr>
              <a:t>(di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eren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(pe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definido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b="1" spc="5" dirty="0">
                <a:latin typeface="Arial"/>
                <a:cs typeface="Arial"/>
              </a:rPr>
              <a:t>A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qu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-6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os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equên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ho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ogêneo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qualque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00"/>
              </a:spcBef>
            </a:pPr>
            <a:r>
              <a:rPr sz="2050" spc="10" dirty="0">
                <a:latin typeface="Arial"/>
                <a:cs typeface="Arial"/>
              </a:rPr>
              <a:t>G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e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unidad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te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91480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5358130" cy="1800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Tipo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50215" marR="401955">
              <a:lnSpc>
                <a:spcPct val="119700"/>
              </a:lnSpc>
              <a:tabLst>
                <a:tab pos="1941195" algn="l"/>
              </a:tabLst>
            </a:pPr>
            <a:r>
              <a:rPr sz="2050" b="1" dirty="0">
                <a:latin typeface="Arial"/>
                <a:cs typeface="Arial"/>
              </a:rPr>
              <a:t>typ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	</a:t>
            </a:r>
            <a:r>
              <a:rPr sz="2050" spc="5" dirty="0">
                <a:latin typeface="Arial"/>
                <a:cs typeface="Arial"/>
              </a:rPr>
              <a:t>=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 </a:t>
            </a:r>
            <a:r>
              <a:rPr sz="2050" dirty="0">
                <a:latin typeface="Arial"/>
                <a:cs typeface="Arial"/>
              </a:rPr>
              <a:t>[1..80]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; </a:t>
            </a:r>
            <a:r>
              <a:rPr sz="2050" b="1" dirty="0">
                <a:latin typeface="Arial"/>
                <a:cs typeface="Arial"/>
              </a:rPr>
              <a:t>typ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	</a:t>
            </a:r>
            <a:r>
              <a:rPr sz="2050" spc="5" dirty="0">
                <a:latin typeface="Arial"/>
                <a:cs typeface="Arial"/>
              </a:rPr>
              <a:t>=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 </a:t>
            </a:r>
            <a:r>
              <a:rPr sz="2050" dirty="0">
                <a:latin typeface="Arial"/>
                <a:cs typeface="Arial"/>
              </a:rPr>
              <a:t>[1..5,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1..5]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real; </a:t>
            </a:r>
            <a:r>
              <a:rPr sz="2050" b="1" dirty="0">
                <a:latin typeface="Arial"/>
                <a:cs typeface="Arial"/>
              </a:rPr>
              <a:t>typ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olun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=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 </a:t>
            </a:r>
            <a:r>
              <a:rPr sz="2050" dirty="0">
                <a:latin typeface="Arial"/>
                <a:cs typeface="Arial"/>
              </a:rPr>
              <a:t>[1..3]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real;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7711" y="2656532"/>
            <a:ext cx="1214755" cy="1132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700"/>
              </a:lnSpc>
            </a:pPr>
            <a:r>
              <a:rPr sz="2050" b="1" dirty="0">
                <a:latin typeface="Arial"/>
                <a:cs typeface="Arial"/>
              </a:rPr>
              <a:t>typ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linh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typ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typ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eto</a:t>
            </a:r>
            <a:r>
              <a:rPr sz="2050" spc="5" dirty="0">
                <a:latin typeface="Arial"/>
                <a:cs typeface="Arial"/>
              </a:rPr>
              <a:t>r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38751" y="2718079"/>
            <a:ext cx="3501390" cy="1071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5" dirty="0">
                <a:latin typeface="Arial"/>
                <a:cs typeface="Arial"/>
              </a:rPr>
              <a:t>=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 </a:t>
            </a:r>
            <a:r>
              <a:rPr sz="2050" dirty="0">
                <a:latin typeface="Arial"/>
                <a:cs typeface="Arial"/>
              </a:rPr>
              <a:t>[ano]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50" spc="5" dirty="0">
                <a:latin typeface="Arial"/>
                <a:cs typeface="Arial"/>
              </a:rPr>
              <a:t>= </a:t>
            </a:r>
            <a:r>
              <a:rPr sz="2050" b="1" dirty="0">
                <a:latin typeface="Arial"/>
                <a:cs typeface="Arial"/>
              </a:rPr>
              <a:t>pa</a:t>
            </a:r>
            <a:r>
              <a:rPr sz="2050" b="1" spc="-4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ke</a:t>
            </a:r>
            <a:r>
              <a:rPr sz="2050" b="1" spc="5" dirty="0">
                <a:latin typeface="Arial"/>
                <a:cs typeface="Arial"/>
              </a:rPr>
              <a:t>d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 </a:t>
            </a:r>
            <a:r>
              <a:rPr sz="2050" dirty="0">
                <a:latin typeface="Arial"/>
                <a:cs typeface="Arial"/>
              </a:rPr>
              <a:t>[1..n]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50" spc="5" dirty="0">
                <a:latin typeface="Arial"/>
                <a:cs typeface="Arial"/>
              </a:rPr>
              <a:t>=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 </a:t>
            </a:r>
            <a:r>
              <a:rPr sz="2050" dirty="0">
                <a:latin typeface="Arial"/>
                <a:cs typeface="Arial"/>
              </a:rPr>
              <a:t>[1..n]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intege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0055" y="4018686"/>
            <a:ext cx="7211695" cy="2533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tant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cl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50215">
              <a:lnSpc>
                <a:spcPct val="100000"/>
              </a:lnSpc>
              <a:spcBef>
                <a:spcPts val="1889"/>
              </a:spcBef>
            </a:pPr>
            <a:r>
              <a:rPr sz="2050" b="1" dirty="0">
                <a:latin typeface="Arial"/>
                <a:cs typeface="Arial"/>
              </a:rPr>
              <a:t>cons</a:t>
            </a:r>
            <a:r>
              <a:rPr sz="2050" b="1" spc="5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=</a:t>
            </a:r>
            <a:r>
              <a:rPr sz="2050" dirty="0">
                <a:latin typeface="Arial"/>
                <a:cs typeface="Arial"/>
              </a:rPr>
              <a:t> 20;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50215">
              <a:lnSpc>
                <a:spcPct val="100000"/>
              </a:lnSpc>
            </a:pPr>
            <a:r>
              <a:rPr sz="2050" b="1" spc="-4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 </a:t>
            </a:r>
            <a:r>
              <a:rPr sz="2050" spc="5" dirty="0">
                <a:latin typeface="Arial"/>
                <a:cs typeface="Arial"/>
              </a:rPr>
              <a:t>x: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oluna;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x</a:t>
            </a:r>
            <a:r>
              <a:rPr sz="2050" dirty="0">
                <a:latin typeface="Arial"/>
                <a:cs typeface="Arial"/>
              </a:rPr>
              <a:t>[1]:=0.75,</a:t>
            </a:r>
            <a:r>
              <a:rPr sz="2050" spc="5" dirty="0">
                <a:latin typeface="Arial"/>
                <a:cs typeface="Arial"/>
              </a:rPr>
              <a:t> x</a:t>
            </a:r>
            <a:r>
              <a:rPr sz="2050" dirty="0">
                <a:latin typeface="Arial"/>
                <a:cs typeface="Arial"/>
              </a:rPr>
              <a:t>[2]:=0.8</a:t>
            </a:r>
            <a:r>
              <a:rPr sz="2050" spc="5" dirty="0">
                <a:latin typeface="Arial"/>
                <a:cs typeface="Arial"/>
              </a:rPr>
              <a:t>5 e x</a:t>
            </a:r>
            <a:r>
              <a:rPr sz="2050" dirty="0">
                <a:latin typeface="Arial"/>
                <a:cs typeface="Arial"/>
              </a:rPr>
              <a:t>[3]:=1.</a:t>
            </a:r>
            <a:r>
              <a:rPr sz="2050" spc="5" dirty="0">
                <a:latin typeface="Arial"/>
                <a:cs typeface="Arial"/>
              </a:rPr>
              <a:t>5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358986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0056" y="866482"/>
            <a:ext cx="598106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Tipo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egi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(1)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47711" y="1595767"/>
            <a:ext cx="1148715" cy="323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b="1" dirty="0">
                <a:latin typeface="Arial"/>
                <a:cs typeface="Arial"/>
              </a:rPr>
              <a:t>typ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dat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7711" y="3092183"/>
            <a:ext cx="1483995" cy="323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b="1" dirty="0">
                <a:latin typeface="Arial"/>
                <a:cs typeface="Arial"/>
              </a:rPr>
              <a:t>typ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40306" y="3466287"/>
            <a:ext cx="873760" cy="1445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a;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a;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data;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5" dirty="0">
                <a:latin typeface="Arial"/>
                <a:cs typeface="Arial"/>
              </a:rPr>
              <a:t>m, </a:t>
            </a:r>
            <a:r>
              <a:rPr sz="2050" spc="-5" dirty="0">
                <a:latin typeface="Arial"/>
                <a:cs typeface="Arial"/>
              </a:rPr>
              <a:t>f)</a:t>
            </a:r>
            <a:r>
              <a:rPr sz="2050" dirty="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38751" y="1595767"/>
            <a:ext cx="2219960" cy="3689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149350" algn="ctr">
              <a:lnSpc>
                <a:spcPct val="100000"/>
              </a:lnSpc>
            </a:pPr>
            <a:r>
              <a:rPr sz="2050" spc="5" dirty="0">
                <a:latin typeface="Arial"/>
                <a:cs typeface="Arial"/>
              </a:rPr>
              <a:t>= 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eco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spc="5" dirty="0">
                <a:latin typeface="Arial"/>
                <a:cs typeface="Arial"/>
              </a:rPr>
              <a:t>d</a:t>
            </a:r>
            <a:endParaRPr sz="205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484"/>
              </a:spcBef>
            </a:pP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1..31;</a:t>
            </a:r>
            <a:endParaRPr sz="205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484"/>
              </a:spcBef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ê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1..12;</a:t>
            </a:r>
            <a:endParaRPr sz="2050">
              <a:latin typeface="Arial"/>
              <a:cs typeface="Arial"/>
            </a:endParaRPr>
          </a:p>
          <a:p>
            <a:pPr marR="1195070" algn="ctr">
              <a:lnSpc>
                <a:spcPct val="100000"/>
              </a:lnSpc>
              <a:spcBef>
                <a:spcPts val="484"/>
              </a:spcBef>
            </a:pPr>
            <a:r>
              <a:rPr sz="2050" b="1" dirty="0">
                <a:latin typeface="Arial"/>
                <a:cs typeface="Arial"/>
              </a:rPr>
              <a:t>end</a:t>
            </a:r>
            <a:r>
              <a:rPr sz="2050" dirty="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marR="894080" algn="ctr">
              <a:lnSpc>
                <a:spcPct val="100000"/>
              </a:lnSpc>
              <a:spcBef>
                <a:spcPts val="484"/>
              </a:spcBef>
            </a:pPr>
            <a:r>
              <a:rPr sz="2050" spc="5" dirty="0">
                <a:latin typeface="Arial"/>
                <a:cs typeface="Arial"/>
              </a:rPr>
              <a:t>= 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eco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spc="5" dirty="0">
                <a:latin typeface="Arial"/>
                <a:cs typeface="Arial"/>
              </a:rPr>
              <a:t>d</a:t>
            </a:r>
            <a:endParaRPr sz="2050">
              <a:latin typeface="Arial"/>
              <a:cs typeface="Arial"/>
            </a:endParaRPr>
          </a:p>
          <a:p>
            <a:pPr marL="599440" marR="5080">
              <a:lnSpc>
                <a:spcPct val="119700"/>
              </a:lnSpc>
            </a:pP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obreno</a:t>
            </a:r>
            <a:r>
              <a:rPr sz="2050" spc="10" dirty="0">
                <a:latin typeface="Arial"/>
                <a:cs typeface="Arial"/>
              </a:rPr>
              <a:t>me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eirono</a:t>
            </a:r>
            <a:r>
              <a:rPr sz="2050" spc="10" dirty="0">
                <a:latin typeface="Arial"/>
                <a:cs typeface="Arial"/>
              </a:rPr>
              <a:t>me</a:t>
            </a:r>
            <a:r>
              <a:rPr sz="2050" dirty="0">
                <a:latin typeface="Arial"/>
                <a:cs typeface="Arial"/>
              </a:rPr>
              <a:t> ani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s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xo</a:t>
            </a:r>
            <a:endParaRPr sz="2050">
              <a:latin typeface="Arial"/>
              <a:cs typeface="Arial"/>
            </a:endParaRPr>
          </a:p>
          <a:p>
            <a:pPr marR="939800" algn="ctr">
              <a:lnSpc>
                <a:spcPct val="100000"/>
              </a:lnSpc>
              <a:spcBef>
                <a:spcPts val="484"/>
              </a:spcBef>
            </a:pPr>
            <a:r>
              <a:rPr sz="2050" b="1" dirty="0">
                <a:latin typeface="Arial"/>
                <a:cs typeface="Arial"/>
              </a:rPr>
              <a:t>end</a:t>
            </a:r>
            <a:r>
              <a:rPr sz="2050" dirty="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915862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5981065" cy="1979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Tipo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egi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(2)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spc="5" dirty="0">
                <a:latin typeface="Arial"/>
                <a:cs typeface="Arial"/>
              </a:rPr>
              <a:t>Decl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50215">
              <a:lnSpc>
                <a:spcPct val="100000"/>
              </a:lnSpc>
            </a:pPr>
            <a:r>
              <a:rPr sz="2050" b="1" spc="-4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oa;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uído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7711" y="3013262"/>
            <a:ext cx="1927860" cy="1132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700"/>
              </a:lnSpc>
            </a:pPr>
            <a:r>
              <a:rPr sz="2050" spc="-70" dirty="0">
                <a:latin typeface="Arial"/>
                <a:cs typeface="Arial"/>
              </a:rPr>
              <a:t>p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obreno</a:t>
            </a:r>
            <a:r>
              <a:rPr sz="2050" spc="10" dirty="0">
                <a:latin typeface="Arial"/>
                <a:cs typeface="Arial"/>
              </a:rPr>
              <a:t>me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.p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eirono</a:t>
            </a:r>
            <a:r>
              <a:rPr sz="2050" spc="10" dirty="0">
                <a:latin typeface="Arial"/>
                <a:cs typeface="Arial"/>
              </a:rPr>
              <a:t>me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.ani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.d</a:t>
            </a:r>
            <a:r>
              <a:rPr sz="2050" spc="5" dirty="0">
                <a:latin typeface="Arial"/>
                <a:cs typeface="Arial"/>
              </a:rPr>
              <a:t>ia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68658" y="3074809"/>
            <a:ext cx="1383030" cy="1071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5" dirty="0">
                <a:latin typeface="Arial"/>
                <a:cs typeface="Arial"/>
              </a:rPr>
              <a:t>:</a:t>
            </a:r>
            <a:r>
              <a:rPr sz="2050" spc="5" dirty="0">
                <a:latin typeface="Arial"/>
                <a:cs typeface="Arial"/>
              </a:rPr>
              <a:t>=</a:t>
            </a:r>
            <a:r>
              <a:rPr sz="2050" dirty="0">
                <a:latin typeface="Arial"/>
                <a:cs typeface="Arial"/>
              </a:rPr>
              <a:t> ’Z</a:t>
            </a:r>
            <a:r>
              <a:rPr sz="2050" spc="5" dirty="0">
                <a:latin typeface="Arial"/>
                <a:cs typeface="Arial"/>
              </a:rPr>
              <a:t>ivi</a:t>
            </a:r>
            <a:r>
              <a:rPr sz="2050" dirty="0">
                <a:latin typeface="Arial"/>
                <a:cs typeface="Arial"/>
              </a:rPr>
              <a:t>ani’;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50" spc="-5" dirty="0">
                <a:latin typeface="Arial"/>
                <a:cs typeface="Arial"/>
              </a:rPr>
              <a:t>:</a:t>
            </a:r>
            <a:r>
              <a:rPr sz="2050" spc="5" dirty="0">
                <a:latin typeface="Arial"/>
                <a:cs typeface="Arial"/>
              </a:rPr>
              <a:t>=</a:t>
            </a:r>
            <a:r>
              <a:rPr sz="2050" dirty="0">
                <a:latin typeface="Arial"/>
                <a:cs typeface="Arial"/>
              </a:rPr>
              <a:t> ’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a’;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50" spc="-5" dirty="0">
                <a:latin typeface="Arial"/>
                <a:cs typeface="Arial"/>
              </a:rPr>
              <a:t>:</a:t>
            </a:r>
            <a:r>
              <a:rPr sz="2050" spc="5" dirty="0">
                <a:latin typeface="Arial"/>
                <a:cs typeface="Arial"/>
              </a:rPr>
              <a:t>=</a:t>
            </a:r>
            <a:r>
              <a:rPr sz="2050" dirty="0">
                <a:latin typeface="Arial"/>
                <a:cs typeface="Arial"/>
              </a:rPr>
              <a:t> 21;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7711" y="4135574"/>
            <a:ext cx="2810510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700"/>
              </a:lnSpc>
              <a:tabLst>
                <a:tab pos="2133600" algn="l"/>
              </a:tabLst>
            </a:pPr>
            <a:r>
              <a:rPr sz="2050" spc="-70" dirty="0">
                <a:latin typeface="Arial"/>
                <a:cs typeface="Arial"/>
              </a:rPr>
              <a:t>p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ani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ê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5" dirty="0">
                <a:latin typeface="Arial"/>
                <a:cs typeface="Arial"/>
              </a:rPr>
              <a:t>:</a:t>
            </a:r>
            <a:r>
              <a:rPr sz="2050" spc="5" dirty="0">
                <a:latin typeface="Arial"/>
                <a:cs typeface="Arial"/>
              </a:rPr>
              <a:t>=</a:t>
            </a:r>
            <a:r>
              <a:rPr sz="2050" dirty="0">
                <a:latin typeface="Arial"/>
                <a:cs typeface="Arial"/>
              </a:rPr>
              <a:t> 10; 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xo</a:t>
            </a:r>
            <a:r>
              <a:rPr sz="2050" dirty="0">
                <a:latin typeface="Arial"/>
                <a:cs typeface="Arial"/>
              </a:rPr>
              <a:t>	</a:t>
            </a:r>
            <a:r>
              <a:rPr sz="2050" spc="-5" dirty="0">
                <a:latin typeface="Arial"/>
                <a:cs typeface="Arial"/>
              </a:rPr>
              <a:t>:</a:t>
            </a:r>
            <a:r>
              <a:rPr sz="2050" spc="5" dirty="0">
                <a:latin typeface="Arial"/>
                <a:cs typeface="Arial"/>
              </a:rPr>
              <a:t>=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679319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0056" y="866482"/>
            <a:ext cx="561975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Tipo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Conjun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47698" y="1534220"/>
            <a:ext cx="1629410" cy="1132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700"/>
              </a:lnSpc>
            </a:pPr>
            <a:r>
              <a:rPr sz="2050" b="1" dirty="0">
                <a:latin typeface="Arial"/>
                <a:cs typeface="Arial"/>
              </a:rPr>
              <a:t>typ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onjint </a:t>
            </a:r>
            <a:r>
              <a:rPr sz="2050" b="1" dirty="0">
                <a:latin typeface="Arial"/>
                <a:cs typeface="Arial"/>
              </a:rPr>
              <a:t>typ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jc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typ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jc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5" dirty="0">
                <a:latin typeface="Arial"/>
                <a:cs typeface="Arial"/>
              </a:rPr>
              <a:t>r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12032" y="1595767"/>
            <a:ext cx="1615440" cy="1071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5" dirty="0">
                <a:latin typeface="Arial"/>
                <a:cs typeface="Arial"/>
              </a:rPr>
              <a:t>= </a:t>
            </a:r>
            <a:r>
              <a:rPr sz="2050" b="1" dirty="0">
                <a:latin typeface="Arial"/>
                <a:cs typeface="Arial"/>
              </a:rPr>
              <a:t>se</a:t>
            </a:r>
            <a:r>
              <a:rPr sz="2050" b="1" spc="5" dirty="0">
                <a:latin typeface="Arial"/>
                <a:cs typeface="Arial"/>
              </a:rPr>
              <a:t>t</a:t>
            </a:r>
            <a:r>
              <a:rPr sz="2050" b="1" dirty="0">
                <a:latin typeface="Arial"/>
                <a:cs typeface="Arial"/>
              </a:rPr>
              <a:t> o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1..9;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50" spc="5" dirty="0">
                <a:latin typeface="Arial"/>
                <a:cs typeface="Arial"/>
              </a:rPr>
              <a:t>= </a:t>
            </a:r>
            <a:r>
              <a:rPr sz="2050" b="1" dirty="0">
                <a:latin typeface="Arial"/>
                <a:cs typeface="Arial"/>
              </a:rPr>
              <a:t>se</a:t>
            </a:r>
            <a:r>
              <a:rPr sz="2050" b="1" spc="5" dirty="0">
                <a:latin typeface="Arial"/>
                <a:cs typeface="Arial"/>
              </a:rPr>
              <a:t>t</a:t>
            </a:r>
            <a:r>
              <a:rPr sz="2050" b="1" dirty="0">
                <a:latin typeface="Arial"/>
                <a:cs typeface="Arial"/>
              </a:rPr>
              <a:t> o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50" spc="5" dirty="0">
                <a:latin typeface="Arial"/>
                <a:cs typeface="Arial"/>
              </a:rPr>
              <a:t>= </a:t>
            </a:r>
            <a:r>
              <a:rPr sz="2050" b="1" dirty="0">
                <a:latin typeface="Arial"/>
                <a:cs typeface="Arial"/>
              </a:rPr>
              <a:t>se</a:t>
            </a:r>
            <a:r>
              <a:rPr sz="2050" b="1" spc="5" dirty="0">
                <a:latin typeface="Arial"/>
                <a:cs typeface="Arial"/>
              </a:rPr>
              <a:t>t</a:t>
            </a:r>
            <a:r>
              <a:rPr sz="2050" b="1" dirty="0">
                <a:latin typeface="Arial"/>
                <a:cs typeface="Arial"/>
              </a:rPr>
              <a:t> o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0044" y="2896501"/>
            <a:ext cx="4728210" cy="2728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0215" indent="-43815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definid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50215">
              <a:lnSpc>
                <a:spcPct val="100000"/>
              </a:lnSpc>
            </a:pPr>
            <a:r>
              <a:rPr sz="2050" b="1" dirty="0">
                <a:latin typeface="Arial"/>
                <a:cs typeface="Arial"/>
              </a:rPr>
              <a:t>typ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=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ul, 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a);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5" dirty="0">
                <a:latin typeface="Arial"/>
                <a:cs typeface="Arial"/>
              </a:rPr>
              <a:t>Decl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50215">
              <a:lnSpc>
                <a:spcPct val="100000"/>
              </a:lnSpc>
            </a:pPr>
            <a:r>
              <a:rPr sz="2050" b="1" spc="-4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 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spc="2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onjint;</a:t>
            </a:r>
            <a:endParaRPr sz="2050">
              <a:latin typeface="Arial"/>
              <a:cs typeface="Arial"/>
            </a:endParaRPr>
          </a:p>
          <a:p>
            <a:pPr marL="450215">
              <a:lnSpc>
                <a:spcPct val="100000"/>
              </a:lnSpc>
              <a:spcBef>
                <a:spcPts val="484"/>
              </a:spcBef>
            </a:pPr>
            <a:r>
              <a:rPr sz="2050" b="1" spc="-4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220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[1..5]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jc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marL="450215">
              <a:lnSpc>
                <a:spcPct val="100000"/>
              </a:lnSpc>
              <a:spcBef>
                <a:spcPts val="484"/>
              </a:spcBef>
            </a:pPr>
            <a:r>
              <a:rPr sz="2050" b="1" spc="-4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10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jc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322527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6596380" cy="1011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Tipo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Conjun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uído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at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uído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7711" y="2045598"/>
            <a:ext cx="579755" cy="1506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700"/>
              </a:lnSpc>
            </a:pPr>
            <a:r>
              <a:rPr sz="2050" spc="5" dirty="0">
                <a:latin typeface="Arial"/>
                <a:cs typeface="Arial"/>
              </a:rPr>
              <a:t>ci cc</a:t>
            </a:r>
            <a:r>
              <a:rPr sz="2050" dirty="0">
                <a:latin typeface="Arial"/>
                <a:cs typeface="Arial"/>
              </a:rPr>
              <a:t>[2]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50" spc="5" dirty="0">
                <a:latin typeface="Arial"/>
                <a:cs typeface="Arial"/>
              </a:rPr>
              <a:t>cc</a:t>
            </a:r>
            <a:r>
              <a:rPr sz="2050" dirty="0">
                <a:latin typeface="Arial"/>
                <a:cs typeface="Arial"/>
              </a:rPr>
              <a:t>[4]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50" spc="5" dirty="0">
                <a:latin typeface="Arial"/>
                <a:cs typeface="Arial"/>
              </a:rPr>
              <a:t>cc</a:t>
            </a:r>
            <a:r>
              <a:rPr sz="2050" dirty="0">
                <a:latin typeface="Arial"/>
                <a:cs typeface="Arial"/>
              </a:rPr>
              <a:t>[5]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05974" y="2107145"/>
            <a:ext cx="2278380" cy="1445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5" dirty="0">
                <a:latin typeface="Arial"/>
                <a:cs typeface="Arial"/>
              </a:rPr>
              <a:t>:</a:t>
            </a:r>
            <a:r>
              <a:rPr sz="2050" spc="5" dirty="0">
                <a:latin typeface="Arial"/>
                <a:cs typeface="Arial"/>
              </a:rPr>
              <a:t>=</a:t>
            </a:r>
            <a:r>
              <a:rPr sz="2050" dirty="0">
                <a:latin typeface="Arial"/>
                <a:cs typeface="Arial"/>
              </a:rPr>
              <a:t> [1,4,9];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50" spc="-5" dirty="0">
                <a:latin typeface="Arial"/>
                <a:cs typeface="Arial"/>
              </a:rPr>
              <a:t>:</a:t>
            </a:r>
            <a:r>
              <a:rPr sz="2050" spc="5" dirty="0">
                <a:latin typeface="Arial"/>
                <a:cs typeface="Arial"/>
              </a:rPr>
              <a:t>=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[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elho..ro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a];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50" spc="-5" dirty="0">
                <a:latin typeface="Arial"/>
                <a:cs typeface="Arial"/>
              </a:rPr>
              <a:t>:</a:t>
            </a:r>
            <a:r>
              <a:rPr sz="2050" spc="5" dirty="0">
                <a:latin typeface="Arial"/>
                <a:cs typeface="Arial"/>
              </a:rPr>
              <a:t>=</a:t>
            </a:r>
            <a:r>
              <a:rPr sz="2050" dirty="0">
                <a:latin typeface="Arial"/>
                <a:cs typeface="Arial"/>
              </a:rPr>
              <a:t> [ </a:t>
            </a:r>
            <a:r>
              <a:rPr sz="2050" spc="-5" dirty="0">
                <a:latin typeface="Arial"/>
                <a:cs typeface="Arial"/>
              </a:rPr>
              <a:t>]</a:t>
            </a:r>
            <a:r>
              <a:rPr sz="2050" dirty="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50" spc="-5" dirty="0">
                <a:latin typeface="Arial"/>
                <a:cs typeface="Arial"/>
              </a:rPr>
              <a:t>:</a:t>
            </a:r>
            <a:r>
              <a:rPr sz="2050" spc="5" dirty="0">
                <a:latin typeface="Arial"/>
                <a:cs typeface="Arial"/>
              </a:rPr>
              <a:t>=</a:t>
            </a:r>
            <a:r>
              <a:rPr sz="2050" dirty="0">
                <a:latin typeface="Arial"/>
                <a:cs typeface="Arial"/>
              </a:rPr>
              <a:t> [a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ul, 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a];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0056" y="3720322"/>
            <a:ext cx="8047990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700"/>
              </a:lnSpc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“inter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</a:t>
            </a:r>
            <a:r>
              <a:rPr sz="2050" spc="5" dirty="0">
                <a:latin typeface="Arial"/>
                <a:cs typeface="Arial"/>
              </a:rPr>
              <a:t>”</a:t>
            </a:r>
            <a:r>
              <a:rPr sz="2050" dirty="0">
                <a:latin typeface="Arial"/>
                <a:cs typeface="Arial"/>
              </a:rPr>
              <a:t> pre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“união</a:t>
            </a:r>
            <a:r>
              <a:rPr sz="2050" spc="5" dirty="0">
                <a:latin typeface="Arial"/>
                <a:cs typeface="Arial"/>
              </a:rPr>
              <a:t>” e</a:t>
            </a:r>
            <a:r>
              <a:rPr sz="2050" dirty="0">
                <a:latin typeface="Arial"/>
                <a:cs typeface="Arial"/>
              </a:rPr>
              <a:t> “di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eren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a”,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“pe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ten</a:t>
            </a:r>
            <a:r>
              <a:rPr sz="2050" spc="5" dirty="0">
                <a:latin typeface="Arial"/>
                <a:cs typeface="Arial"/>
              </a:rPr>
              <a:t>ce </a:t>
            </a:r>
            <a:r>
              <a:rPr sz="2050" dirty="0">
                <a:latin typeface="Arial"/>
                <a:cs typeface="Arial"/>
              </a:rPr>
              <a:t>a”.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47711" y="4708385"/>
            <a:ext cx="1834514" cy="1445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dirty="0">
                <a:latin typeface="Arial"/>
                <a:cs typeface="Arial"/>
              </a:rPr>
              <a:t>[1..5,7]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335" dirty="0">
                <a:latin typeface="Lucida Sans Unicode"/>
                <a:cs typeface="Lucida Sans Unicode"/>
              </a:rPr>
              <a:t>∗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dirty="0">
                <a:latin typeface="Arial"/>
                <a:cs typeface="Arial"/>
              </a:rPr>
              <a:t>[4,6,8]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50" dirty="0">
                <a:latin typeface="Arial"/>
                <a:cs typeface="Arial"/>
              </a:rPr>
              <a:t>[1..3,5]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[4,6]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50" dirty="0">
                <a:latin typeface="Arial"/>
                <a:cs typeface="Arial"/>
              </a:rPr>
              <a:t>[1..3,5]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dirty="0">
                <a:latin typeface="Arial"/>
                <a:cs typeface="Arial"/>
              </a:rPr>
              <a:t>[2,4]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50" spc="5" dirty="0">
                <a:latin typeface="Arial"/>
                <a:cs typeface="Arial"/>
              </a:rPr>
              <a:t>2 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5" dirty="0">
                <a:latin typeface="Arial"/>
                <a:cs typeface="Arial"/>
              </a:rPr>
              <a:t>n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[1..5]</a:t>
            </a:r>
            <a:endParaRPr sz="2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60532" y="4708385"/>
            <a:ext cx="973455" cy="1445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[4]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[1..6]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[1,3,5]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628497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0056" y="866482"/>
            <a:ext cx="541210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Tipo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2852" y="1401216"/>
            <a:ext cx="4830445" cy="337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spc="16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3</a:t>
            </a:r>
            <a:r>
              <a:rPr sz="1700" spc="10" dirty="0">
                <a:latin typeface="Arial"/>
                <a:cs typeface="Arial"/>
              </a:rPr>
              <a:t>0</a:t>
            </a:r>
            <a:endParaRPr sz="17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85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cha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TipoAlf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[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75"/>
              </a:spcBef>
              <a:tabLst>
                <a:tab pos="1643380" algn="l"/>
                <a:tab pos="1854200" algn="l"/>
                <a:tab pos="2818765" algn="l"/>
              </a:tabLst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Di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8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Me</a:t>
            </a:r>
            <a:r>
              <a:rPr sz="1700" spc="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TipoDat</a:t>
            </a:r>
            <a:r>
              <a:rPr sz="1700" spc="16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30504" marR="1076325" indent="8890">
              <a:lnSpc>
                <a:spcPts val="2720"/>
              </a:lnSpc>
              <a:spcBef>
                <a:spcPts val="200"/>
              </a:spcBef>
            </a:pPr>
            <a:r>
              <a:rPr sz="1700" spc="50" dirty="0">
                <a:latin typeface="Arial"/>
                <a:cs typeface="Arial"/>
              </a:rPr>
              <a:t>TipoAlf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Sobrenom</a:t>
            </a:r>
            <a:r>
              <a:rPr sz="1700" spc="5" dirty="0">
                <a:latin typeface="Arial"/>
                <a:cs typeface="Arial"/>
              </a:rPr>
              <a:t>e,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PrimeiroNom</a:t>
            </a:r>
            <a:r>
              <a:rPr sz="1700" spc="12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20" dirty="0">
                <a:latin typeface="Arial"/>
                <a:cs typeface="Arial"/>
              </a:rPr>
              <a:t>TipoDat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Aniversari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03200">
              <a:lnSpc>
                <a:spcPct val="100000"/>
              </a:lnSpc>
              <a:spcBef>
                <a:spcPts val="470"/>
              </a:spcBef>
            </a:pPr>
            <a:r>
              <a:rPr sz="1700" b="1" spc="-235" dirty="0">
                <a:latin typeface="Arial"/>
                <a:cs typeface="Arial"/>
              </a:rPr>
              <a:t>enu</a:t>
            </a:r>
            <a:r>
              <a:rPr sz="1700" b="1" spc="15" dirty="0">
                <a:latin typeface="Arial"/>
                <a:cs typeface="Arial"/>
              </a:rPr>
              <a:t>m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Ma</a:t>
            </a:r>
            <a:r>
              <a:rPr sz="1700" spc="-40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Fe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Se</a:t>
            </a:r>
            <a:r>
              <a:rPr sz="1700" spc="-105" dirty="0">
                <a:latin typeface="Arial"/>
                <a:cs typeface="Arial"/>
              </a:rPr>
              <a:t>x</a:t>
            </a:r>
            <a:r>
              <a:rPr sz="1700" spc="1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Pesso</a:t>
            </a:r>
            <a:r>
              <a:rPr sz="1700" spc="9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020">
              <a:lnSpc>
                <a:spcPct val="100000"/>
              </a:lnSpc>
              <a:spcBef>
                <a:spcPts val="67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mai</a:t>
            </a:r>
            <a:r>
              <a:rPr sz="1700" spc="7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15" dirty="0">
                <a:latin typeface="Arial"/>
                <a:cs typeface="Arial"/>
              </a:rPr>
              <a:t>g</a:t>
            </a:r>
            <a:r>
              <a:rPr sz="1700" spc="10" dirty="0">
                <a:latin typeface="Arial"/>
                <a:cs typeface="Arial"/>
              </a:rPr>
              <a:t>c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cha</a:t>
            </a:r>
            <a:r>
              <a:rPr sz="1700" b="1" spc="65" dirty="0">
                <a:latin typeface="Arial"/>
                <a:cs typeface="Arial"/>
              </a:rPr>
              <a:t>r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175" dirty="0">
                <a:latin typeface="Lucida Sans Unicode"/>
                <a:cs typeface="Lucida Sans Unicode"/>
              </a:rPr>
              <a:t> </a:t>
            </a:r>
            <a:r>
              <a:rPr sz="1700" spc="15" dirty="0">
                <a:latin typeface="Arial"/>
                <a:cs typeface="Arial"/>
              </a:rPr>
              <a:t>arg</a:t>
            </a:r>
            <a:r>
              <a:rPr sz="1700" spc="10" dirty="0">
                <a:latin typeface="Arial"/>
                <a:cs typeface="Arial"/>
              </a:rPr>
              <a:t>v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∗</a:t>
            </a:r>
            <a:r>
              <a:rPr sz="1700" spc="-20" dirty="0">
                <a:latin typeface="Arial"/>
                <a:cs typeface="Arial"/>
              </a:rPr>
              <a:t>Velh</a:t>
            </a:r>
            <a:r>
              <a:rPr sz="1700" spc="12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225" dirty="0">
                <a:latin typeface="Lucida Sans Unicode"/>
                <a:cs typeface="Lucida Sans Unicode"/>
              </a:rPr>
              <a:t>∗</a:t>
            </a:r>
            <a:r>
              <a:rPr sz="1700" spc="-120" dirty="0">
                <a:latin typeface="Arial"/>
                <a:cs typeface="Arial"/>
              </a:rPr>
              <a:t>Nov</a:t>
            </a:r>
            <a:r>
              <a:rPr sz="1700" spc="1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Pesso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60985">
              <a:lnSpc>
                <a:spcPct val="100000"/>
              </a:lnSpc>
              <a:spcBef>
                <a:spcPts val="675"/>
              </a:spcBef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Velh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fope</a:t>
            </a:r>
            <a:r>
              <a:rPr sz="1700" spc="125" dirty="0">
                <a:latin typeface="Arial"/>
                <a:cs typeface="Arial"/>
              </a:rPr>
              <a:t>n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5" dirty="0">
                <a:latin typeface="Arial"/>
                <a:cs typeface="Arial"/>
              </a:rPr>
              <a:t>arg</a:t>
            </a:r>
            <a:r>
              <a:rPr sz="1700" spc="175" dirty="0">
                <a:latin typeface="Arial"/>
                <a:cs typeface="Arial"/>
              </a:rPr>
              <a:t>v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0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7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NUL</a:t>
            </a:r>
            <a:r>
              <a:rPr sz="1700" spc="10" dirty="0">
                <a:latin typeface="Arial"/>
                <a:cs typeface="Arial"/>
              </a:rPr>
              <a:t>L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7214" y="4851362"/>
            <a:ext cx="5992495" cy="2340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6220">
              <a:lnSpc>
                <a:spcPct val="100000"/>
              </a:lnSpc>
              <a:tabLst>
                <a:tab pos="44640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arquiv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pod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s</a:t>
            </a:r>
            <a:r>
              <a:rPr sz="1700" spc="4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abert</a:t>
            </a:r>
            <a:r>
              <a:rPr sz="1700" spc="215" dirty="0">
                <a:latin typeface="Arial"/>
                <a:cs typeface="Arial"/>
              </a:rPr>
              <a:t>o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e</a:t>
            </a:r>
            <a:r>
              <a:rPr sz="1700" spc="140" dirty="0">
                <a:latin typeface="Arial"/>
                <a:cs typeface="Arial"/>
              </a:rPr>
              <a:t>xi</a:t>
            </a:r>
            <a:r>
              <a:rPr sz="1700" spc="5" dirty="0">
                <a:latin typeface="Arial"/>
                <a:cs typeface="Arial"/>
              </a:rPr>
              <a:t>t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36220">
              <a:lnSpc>
                <a:spcPct val="100000"/>
              </a:lnSpc>
              <a:spcBef>
                <a:spcPts val="675"/>
              </a:spcBef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(</a:t>
            </a:r>
            <a:r>
              <a:rPr sz="1700" spc="-120" dirty="0">
                <a:latin typeface="Arial"/>
                <a:cs typeface="Arial"/>
              </a:rPr>
              <a:t>Nov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fope</a:t>
            </a:r>
            <a:r>
              <a:rPr sz="1700" spc="125" dirty="0">
                <a:latin typeface="Arial"/>
                <a:cs typeface="Arial"/>
              </a:rPr>
              <a:t>n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5" dirty="0">
                <a:latin typeface="Arial"/>
                <a:cs typeface="Arial"/>
              </a:rPr>
              <a:t>arg</a:t>
            </a:r>
            <a:r>
              <a:rPr sz="1700" spc="175" dirty="0">
                <a:latin typeface="Arial"/>
                <a:cs typeface="Arial"/>
              </a:rPr>
              <a:t>v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"w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0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7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NUL</a:t>
            </a:r>
            <a:r>
              <a:rPr sz="1700" spc="-6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6220">
              <a:lnSpc>
                <a:spcPct val="100000"/>
              </a:lnSpc>
              <a:spcBef>
                <a:spcPts val="675"/>
              </a:spcBef>
              <a:tabLst>
                <a:tab pos="44640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arquiv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pod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s</a:t>
            </a:r>
            <a:r>
              <a:rPr sz="1700" spc="4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abert</a:t>
            </a:r>
            <a:r>
              <a:rPr sz="1700" spc="215" dirty="0">
                <a:latin typeface="Arial"/>
                <a:cs typeface="Arial"/>
              </a:rPr>
              <a:t>o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e</a:t>
            </a:r>
            <a:r>
              <a:rPr sz="1700" spc="140" dirty="0">
                <a:latin typeface="Arial"/>
                <a:cs typeface="Arial"/>
              </a:rPr>
              <a:t>xi</a:t>
            </a:r>
            <a:r>
              <a:rPr sz="1700" spc="5" dirty="0">
                <a:latin typeface="Arial"/>
                <a:cs typeface="Arial"/>
              </a:rPr>
              <a:t>t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41325" marR="5080" indent="-233679">
              <a:lnSpc>
                <a:spcPct val="133100"/>
              </a:lnSpc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fr</a:t>
            </a:r>
            <a:r>
              <a:rPr sz="1700" spc="60" dirty="0">
                <a:latin typeface="Arial"/>
                <a:cs typeface="Arial"/>
              </a:rPr>
              <a:t>ea</a:t>
            </a:r>
            <a:r>
              <a:rPr sz="1700" spc="40" dirty="0">
                <a:latin typeface="Arial"/>
                <a:cs typeface="Arial"/>
              </a:rPr>
              <a:t>d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25" dirty="0">
                <a:latin typeface="Arial"/>
                <a:cs typeface="Arial"/>
              </a:rPr>
              <a:t>&amp;</a:t>
            </a:r>
            <a:r>
              <a:rPr sz="1700" spc="35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(</a:t>
            </a:r>
            <a:r>
              <a:rPr sz="1700" spc="-90" dirty="0">
                <a:latin typeface="Arial"/>
                <a:cs typeface="Arial"/>
              </a:rPr>
              <a:t>Pesso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Velh</a:t>
            </a:r>
            <a:r>
              <a:rPr sz="1700" spc="10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40" dirty="0">
                <a:latin typeface="Arial"/>
                <a:cs typeface="Arial"/>
              </a:rPr>
              <a:t>fwrit</a:t>
            </a:r>
            <a:r>
              <a:rPr sz="1700" spc="125" dirty="0">
                <a:latin typeface="Arial"/>
                <a:cs typeface="Arial"/>
              </a:rPr>
              <a:t>e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25" dirty="0">
                <a:latin typeface="Arial"/>
                <a:cs typeface="Arial"/>
              </a:rPr>
              <a:t>&amp;</a:t>
            </a:r>
            <a:r>
              <a:rPr sz="1700" spc="35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(</a:t>
            </a:r>
            <a:r>
              <a:rPr sz="1700" spc="-90" dirty="0">
                <a:latin typeface="Arial"/>
                <a:cs typeface="Arial"/>
              </a:rPr>
              <a:t>Pesso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3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Nov</a:t>
            </a:r>
            <a:r>
              <a:rPr sz="1700" spc="9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9710">
              <a:lnSpc>
                <a:spcPct val="100000"/>
              </a:lnSpc>
              <a:spcBef>
                <a:spcPts val="675"/>
              </a:spcBef>
              <a:tabLst>
                <a:tab pos="1826895" algn="l"/>
              </a:tabLst>
            </a:pPr>
            <a:r>
              <a:rPr sz="1700" spc="85" dirty="0">
                <a:latin typeface="Arial"/>
                <a:cs typeface="Arial"/>
              </a:rPr>
              <a:t>fclos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25" dirty="0">
                <a:latin typeface="Arial"/>
                <a:cs typeface="Arial"/>
              </a:rPr>
              <a:t>Velh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fclos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(</a:t>
            </a:r>
            <a:r>
              <a:rPr sz="1700" spc="-120" dirty="0">
                <a:latin typeface="Arial"/>
                <a:cs typeface="Arial"/>
              </a:rPr>
              <a:t>Nov</a:t>
            </a:r>
            <a:r>
              <a:rPr sz="1700" spc="12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11454" y="2387854"/>
            <a:ext cx="3136265" cy="2117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24500"/>
              </a:lnSpc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24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5" dirty="0">
                <a:latin typeface="Arial"/>
                <a:cs typeface="Arial"/>
              </a:rPr>
              <a:t>gr</a:t>
            </a:r>
            <a:r>
              <a:rPr sz="1850" spc="20" dirty="0">
                <a:latin typeface="Arial"/>
                <a:cs typeface="Arial"/>
              </a:rPr>
              <a:t>ama</a:t>
            </a:r>
            <a:r>
              <a:rPr sz="1850" spc="24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ao</a:t>
            </a:r>
            <a:r>
              <a:rPr sz="1850" spc="24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lado</a:t>
            </a:r>
            <a:r>
              <a:rPr sz="1850" spc="24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opia</a:t>
            </a:r>
            <a:r>
              <a:rPr sz="1850" spc="24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eúdo</a:t>
            </a:r>
            <a:r>
              <a:rPr sz="1850" spc="-8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-8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80" dirty="0">
                <a:latin typeface="Arial"/>
                <a:cs typeface="Arial"/>
              </a:rPr>
              <a:t> </a:t>
            </a:r>
            <a:r>
              <a:rPr sz="1850" spc="-1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elho</a:t>
            </a:r>
            <a:r>
              <a:rPr sz="1850" spc="-8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no</a:t>
            </a:r>
            <a:r>
              <a:rPr sz="1850" spc="10" dirty="0">
                <a:latin typeface="Arial"/>
                <a:cs typeface="Arial"/>
              </a:rPr>
              <a:t> 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6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N</a:t>
            </a:r>
            <a:r>
              <a:rPr sz="1850" spc="-15" dirty="0">
                <a:latin typeface="Arial"/>
                <a:cs typeface="Arial"/>
              </a:rPr>
              <a:t>o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.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9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(</a:t>
            </a:r>
            <a:r>
              <a:rPr sz="1850" spc="20" dirty="0">
                <a:latin typeface="Arial"/>
                <a:cs typeface="Arial"/>
              </a:rPr>
              <a:t>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-25" dirty="0">
                <a:latin typeface="Arial"/>
                <a:cs typeface="Arial"/>
              </a:rPr>
              <a:t>b</a:t>
            </a:r>
            <a:r>
              <a:rPr sz="1850" spc="10" dirty="0">
                <a:latin typeface="Arial"/>
                <a:cs typeface="Arial"/>
              </a:rPr>
              <a:t>uiç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16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 nomes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-22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-21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-220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xt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nos ao</a:t>
            </a:r>
            <a:r>
              <a:rPr sz="1850" spc="12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5" dirty="0">
                <a:latin typeface="Arial"/>
                <a:cs typeface="Arial"/>
              </a:rPr>
              <a:t>gr</a:t>
            </a:r>
            <a:r>
              <a:rPr sz="1850" spc="20" dirty="0">
                <a:latin typeface="Arial"/>
                <a:cs typeface="Arial"/>
              </a:rPr>
              <a:t>ama</a:t>
            </a:r>
            <a:r>
              <a:rPr sz="1850" spc="120" dirty="0">
                <a:latin typeface="Arial"/>
                <a:cs typeface="Arial"/>
              </a:rPr>
              <a:t> 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ia</a:t>
            </a:r>
            <a:r>
              <a:rPr sz="1850" spc="12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2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ompi-</a:t>
            </a:r>
            <a:r>
              <a:rPr sz="1850" spc="10" dirty="0">
                <a:latin typeface="Arial"/>
                <a:cs typeface="Arial"/>
              </a:rPr>
              <a:t> lador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ompilado</a:t>
            </a:r>
            <a:r>
              <a:rPr sz="1850" spc="-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.</a:t>
            </a:r>
            <a:r>
              <a:rPr sz="1850" spc="10" dirty="0">
                <a:latin typeface="Arial"/>
                <a:cs typeface="Arial"/>
              </a:rPr>
              <a:t>)</a:t>
            </a:r>
            <a:endParaRPr sz="1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41740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588375" cy="3136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Tipo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(1)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"/>
              </a:spcBef>
            </a:pPr>
            <a:endParaRPr sz="1950">
              <a:latin typeface="Times New Roman"/>
              <a:cs typeface="Times New Roman"/>
            </a:endParaRPr>
          </a:p>
          <a:p>
            <a:pPr marL="484505" marR="5080" indent="-250825">
              <a:lnSpc>
                <a:spcPct val="1245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São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ú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iar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encadeadas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ipo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65" dirty="0">
                <a:latin typeface="Arial"/>
                <a:cs typeface="Arial"/>
              </a:rPr>
              <a:t>r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es</a:t>
            </a:r>
            <a:r>
              <a:rPr sz="1850" spc="10" dirty="0">
                <a:latin typeface="Arial"/>
                <a:cs typeface="Arial"/>
              </a:rPr>
              <a:t> 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55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922655" indent="-250825">
              <a:lnSpc>
                <a:spcPct val="124500"/>
              </a:lnSpc>
              <a:spcBef>
                <a:spcPts val="14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U</a:t>
            </a:r>
            <a:r>
              <a:rPr sz="1850" spc="25" dirty="0">
                <a:latin typeface="Arial"/>
                <a:cs typeface="Arial"/>
              </a:rPr>
              <a:t>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apon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iá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55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cia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iá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b="1" spc="15" dirty="0">
                <a:latin typeface="Arial"/>
                <a:cs typeface="Arial"/>
              </a:rPr>
              <a:t>a</a:t>
            </a:r>
            <a:r>
              <a:rPr sz="1850" b="1" dirty="0">
                <a:latin typeface="Arial"/>
                <a:cs typeface="Arial"/>
              </a:rPr>
              <a:t>l</a:t>
            </a:r>
            <a:r>
              <a:rPr sz="1850" b="1" spc="20" dirty="0">
                <a:latin typeface="Arial"/>
                <a:cs typeface="Arial"/>
              </a:rPr>
              <a:t>ocada</a:t>
            </a:r>
            <a:r>
              <a:rPr sz="1850" b="1" spc="15" dirty="0">
                <a:latin typeface="Arial"/>
                <a:cs typeface="Arial"/>
              </a:rPr>
              <a:t> d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20" dirty="0">
                <a:latin typeface="Arial"/>
                <a:cs typeface="Arial"/>
              </a:rPr>
              <a:t>nam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20" dirty="0">
                <a:latin typeface="Arial"/>
                <a:cs typeface="Arial"/>
              </a:rPr>
              <a:t>camen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662305" indent="-250825">
              <a:lnSpc>
                <a:spcPct val="124500"/>
              </a:lnSpc>
              <a:spcBef>
                <a:spcPts val="14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ge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al,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iá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55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iada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def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nida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egi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20" dirty="0">
                <a:latin typeface="Arial"/>
                <a:cs typeface="Arial"/>
              </a:rPr>
              <a:t>om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15" dirty="0">
                <a:latin typeface="Arial"/>
                <a:cs typeface="Arial"/>
              </a:rPr>
              <a:t> apon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ip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662431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2" y="866482"/>
            <a:ext cx="4977765" cy="4717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Tipo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(2)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plo: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50215">
              <a:lnSpc>
                <a:spcPct val="100000"/>
              </a:lnSpc>
            </a:pPr>
            <a:r>
              <a:rPr sz="2050" b="1" dirty="0">
                <a:latin typeface="Arial"/>
                <a:cs typeface="Arial"/>
              </a:rPr>
              <a:t>typ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pontado</a:t>
            </a:r>
            <a:r>
              <a:rPr sz="2050" spc="5" dirty="0">
                <a:latin typeface="Arial"/>
                <a:cs typeface="Arial"/>
              </a:rPr>
              <a:t>r =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dirty="0">
                <a:latin typeface="Courier New"/>
                <a:cs typeface="Courier New"/>
              </a:rPr>
              <a:t>^</a:t>
            </a:r>
            <a:r>
              <a:rPr sz="2050" spc="5" dirty="0">
                <a:latin typeface="Arial"/>
                <a:cs typeface="Arial"/>
              </a:rPr>
              <a:t>No</a:t>
            </a:r>
            <a:r>
              <a:rPr sz="2050" dirty="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marL="450215">
              <a:lnSpc>
                <a:spcPct val="100000"/>
              </a:lnSpc>
              <a:spcBef>
                <a:spcPts val="484"/>
              </a:spcBef>
            </a:pPr>
            <a:r>
              <a:rPr sz="2050" b="1" dirty="0">
                <a:latin typeface="Arial"/>
                <a:cs typeface="Arial"/>
              </a:rPr>
              <a:t>typ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No =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eco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spc="5" dirty="0">
                <a:latin typeface="Arial"/>
                <a:cs typeface="Arial"/>
              </a:rPr>
              <a:t>d</a:t>
            </a:r>
            <a:endParaRPr sz="2050">
              <a:latin typeface="Arial"/>
              <a:cs typeface="Arial"/>
            </a:endParaRPr>
          </a:p>
          <a:p>
            <a:pPr marL="1886585" marR="942975">
              <a:lnSpc>
                <a:spcPct val="119700"/>
              </a:lnSpc>
            </a:pPr>
            <a:r>
              <a:rPr sz="2050" spc="5" dirty="0">
                <a:latin typeface="Arial"/>
                <a:cs typeface="Arial"/>
              </a:rPr>
              <a:t>Ch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intege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pont: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pontado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marL="12700" indent="1640839">
              <a:lnSpc>
                <a:spcPct val="100000"/>
              </a:lnSpc>
              <a:spcBef>
                <a:spcPts val="484"/>
              </a:spcBef>
            </a:pPr>
            <a:r>
              <a:rPr sz="2050" b="1" dirty="0">
                <a:latin typeface="Arial"/>
                <a:cs typeface="Arial"/>
              </a:rPr>
              <a:t>end</a:t>
            </a:r>
            <a:r>
              <a:rPr sz="2050" dirty="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50215">
              <a:lnSpc>
                <a:spcPct val="100000"/>
              </a:lnSpc>
            </a:pPr>
            <a:r>
              <a:rPr sz="2050" b="1" spc="-4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ta: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pontado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ilu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75736" y="5942825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39" h="248920">
                <a:moveTo>
                  <a:pt x="0" y="0"/>
                </a:moveTo>
                <a:lnTo>
                  <a:pt x="0" y="248826"/>
                </a:lnTo>
                <a:lnTo>
                  <a:pt x="497646" y="248826"/>
                </a:lnTo>
                <a:lnTo>
                  <a:pt x="497646" y="0"/>
                </a:lnTo>
                <a:lnTo>
                  <a:pt x="0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508184" y="5935916"/>
            <a:ext cx="233045" cy="256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50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19853" y="5942825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39" h="248920">
                <a:moveTo>
                  <a:pt x="0" y="0"/>
                </a:moveTo>
                <a:lnTo>
                  <a:pt x="0" y="248826"/>
                </a:lnTo>
                <a:lnTo>
                  <a:pt x="497652" y="248826"/>
                </a:lnTo>
                <a:lnTo>
                  <a:pt x="497652" y="0"/>
                </a:lnTo>
                <a:lnTo>
                  <a:pt x="0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699774" y="5935916"/>
            <a:ext cx="336550" cy="256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100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859270" y="5942825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40" h="248920">
                <a:moveTo>
                  <a:pt x="0" y="0"/>
                </a:moveTo>
                <a:lnTo>
                  <a:pt x="0" y="248826"/>
                </a:lnTo>
                <a:lnTo>
                  <a:pt x="497646" y="248826"/>
                </a:lnTo>
                <a:lnTo>
                  <a:pt x="497646" y="0"/>
                </a:lnTo>
                <a:lnTo>
                  <a:pt x="0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241912" y="6067234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46470" y="602576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41465"/>
                </a:moveTo>
                <a:lnTo>
                  <a:pt x="0" y="0"/>
                </a:lnTo>
                <a:lnTo>
                  <a:pt x="20739" y="41465"/>
                </a:lnTo>
                <a:lnTo>
                  <a:pt x="20739" y="74647"/>
                </a:lnTo>
                <a:lnTo>
                  <a:pt x="103682" y="41465"/>
                </a:lnTo>
                <a:close/>
              </a:path>
              <a:path w="104139" h="83185">
                <a:moveTo>
                  <a:pt x="20739" y="74647"/>
                </a:moveTo>
                <a:lnTo>
                  <a:pt x="20739" y="41465"/>
                </a:lnTo>
                <a:lnTo>
                  <a:pt x="0" y="82943"/>
                </a:lnTo>
                <a:lnTo>
                  <a:pt x="20739" y="746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46470" y="602576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741769" y="602576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103670" y="41465"/>
                </a:moveTo>
                <a:lnTo>
                  <a:pt x="0" y="0"/>
                </a:lnTo>
                <a:lnTo>
                  <a:pt x="20726" y="41465"/>
                </a:lnTo>
                <a:lnTo>
                  <a:pt x="20726" y="74651"/>
                </a:lnTo>
                <a:lnTo>
                  <a:pt x="103670" y="41465"/>
                </a:lnTo>
                <a:close/>
              </a:path>
              <a:path w="104140" h="83185">
                <a:moveTo>
                  <a:pt x="20726" y="74651"/>
                </a:moveTo>
                <a:lnTo>
                  <a:pt x="20726" y="41465"/>
                </a:lnTo>
                <a:lnTo>
                  <a:pt x="0" y="82943"/>
                </a:lnTo>
                <a:lnTo>
                  <a:pt x="20726" y="746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741769" y="602576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481328" y="6067234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985886" y="602576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103670" y="41465"/>
                </a:moveTo>
                <a:lnTo>
                  <a:pt x="0" y="0"/>
                </a:lnTo>
                <a:lnTo>
                  <a:pt x="20739" y="41465"/>
                </a:lnTo>
                <a:lnTo>
                  <a:pt x="20739" y="74646"/>
                </a:lnTo>
                <a:lnTo>
                  <a:pt x="103670" y="41465"/>
                </a:lnTo>
                <a:close/>
              </a:path>
              <a:path w="104140" h="83185">
                <a:moveTo>
                  <a:pt x="20739" y="74646"/>
                </a:moveTo>
                <a:lnTo>
                  <a:pt x="20739" y="41465"/>
                </a:lnTo>
                <a:lnTo>
                  <a:pt x="0" y="82943"/>
                </a:lnTo>
                <a:lnTo>
                  <a:pt x="20739" y="746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985886" y="602576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873385" y="5942825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31"/>
                </a:lnTo>
                <a:lnTo>
                  <a:pt x="0" y="248831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117503" y="5942825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31"/>
                </a:lnTo>
                <a:lnTo>
                  <a:pt x="0" y="248831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356919" y="5942825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31"/>
                </a:lnTo>
                <a:lnTo>
                  <a:pt x="0" y="248831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753677" y="6067234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258236" y="602576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41465"/>
                </a:moveTo>
                <a:lnTo>
                  <a:pt x="0" y="0"/>
                </a:lnTo>
                <a:lnTo>
                  <a:pt x="20739" y="41465"/>
                </a:lnTo>
                <a:lnTo>
                  <a:pt x="20739" y="74647"/>
                </a:lnTo>
                <a:lnTo>
                  <a:pt x="103682" y="41465"/>
                </a:lnTo>
                <a:close/>
              </a:path>
              <a:path w="104139" h="83185">
                <a:moveTo>
                  <a:pt x="20739" y="74647"/>
                </a:moveTo>
                <a:lnTo>
                  <a:pt x="20739" y="41465"/>
                </a:lnTo>
                <a:lnTo>
                  <a:pt x="0" y="82943"/>
                </a:lnTo>
                <a:lnTo>
                  <a:pt x="20739" y="746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258236" y="602576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997795" y="6067234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502353" y="602576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41465"/>
                </a:moveTo>
                <a:lnTo>
                  <a:pt x="0" y="0"/>
                </a:lnTo>
                <a:lnTo>
                  <a:pt x="20739" y="41465"/>
                </a:lnTo>
                <a:lnTo>
                  <a:pt x="20739" y="74647"/>
                </a:lnTo>
                <a:lnTo>
                  <a:pt x="103682" y="41465"/>
                </a:lnTo>
                <a:close/>
              </a:path>
              <a:path w="104139" h="83185">
                <a:moveTo>
                  <a:pt x="20739" y="74647"/>
                </a:moveTo>
                <a:lnTo>
                  <a:pt x="20739" y="41465"/>
                </a:lnTo>
                <a:lnTo>
                  <a:pt x="0" y="82943"/>
                </a:lnTo>
                <a:lnTo>
                  <a:pt x="20739" y="746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02353" y="602576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975693" y="5864034"/>
            <a:ext cx="1300480" cy="328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18210" algn="l"/>
              </a:tabLst>
            </a:pPr>
            <a:r>
              <a:rPr sz="1600" spc="5" dirty="0">
                <a:latin typeface="Times New Roman"/>
                <a:cs typeface="Times New Roman"/>
              </a:rPr>
              <a:t>... 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u="sng" spc="5" dirty="0">
                <a:latin typeface="Times New Roman"/>
                <a:cs typeface="Times New Roman"/>
              </a:rPr>
              <a:t> </a:t>
            </a:r>
            <a:r>
              <a:rPr sz="1600" u="sng" dirty="0">
                <a:latin typeface="Times New Roman"/>
                <a:cs typeface="Times New Roman"/>
              </a:rPr>
              <a:t>	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2400" spc="22" baseline="-19097" dirty="0">
                <a:latin typeface="Times New Roman"/>
                <a:cs typeface="Times New Roman"/>
              </a:rPr>
              <a:t>200</a:t>
            </a:r>
            <a:endParaRPr sz="2400" baseline="-19097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305545" y="5926239"/>
            <a:ext cx="440690" cy="256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Lista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152892" y="5926239"/>
            <a:ext cx="244475" cy="256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nil</a:t>
            </a:r>
            <a:endParaRPr sz="16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4253806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420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pont</a:t>
            </a:r>
            <a:r>
              <a:rPr sz="2050" b="1" spc="5" dirty="0">
                <a:latin typeface="Arial"/>
                <a:cs typeface="Arial"/>
              </a:rPr>
              <a:t>o e </a:t>
            </a:r>
            <a:r>
              <a:rPr sz="2050" b="1" dirty="0">
                <a:latin typeface="Arial"/>
                <a:cs typeface="Arial"/>
              </a:rPr>
              <a:t>v</a:t>
            </a:r>
            <a:r>
              <a:rPr sz="2050" b="1" spc="-5" dirty="0">
                <a:latin typeface="Arial"/>
                <a:cs typeface="Arial"/>
              </a:rPr>
              <a:t>í</a:t>
            </a:r>
            <a:r>
              <a:rPr sz="2050" b="1" spc="-3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gu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32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al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pod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erro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2700" marR="5080">
              <a:lnSpc>
                <a:spcPct val="119700"/>
              </a:lnSpc>
              <a:spcBef>
                <a:spcPts val="1405"/>
              </a:spcBef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tre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aba</a:t>
            </a:r>
            <a:r>
              <a:rPr sz="2050" spc="5" dirty="0">
                <a:latin typeface="Arial"/>
                <a:cs typeface="Arial"/>
              </a:rPr>
              <a:t>ixo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si</a:t>
            </a:r>
            <a:r>
              <a:rPr sz="2050" dirty="0">
                <a:latin typeface="Arial"/>
                <a:cs typeface="Arial"/>
              </a:rPr>
              <a:t>ntat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5" dirty="0">
                <a:latin typeface="Arial"/>
                <a:cs typeface="Arial"/>
              </a:rPr>
              <a:t> E</a:t>
            </a:r>
            <a:r>
              <a:rPr sz="2050" dirty="0">
                <a:latin typeface="Arial"/>
                <a:cs typeface="Arial"/>
              </a:rPr>
              <a:t>ntretant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10" dirty="0">
                <a:latin typeface="Arial"/>
                <a:cs typeface="Arial"/>
              </a:rPr>
              <a:t>SS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utad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igual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50215" marR="6755130">
              <a:lnSpc>
                <a:spcPct val="119700"/>
              </a:lnSpc>
              <a:spcBef>
                <a:spcPts val="1405"/>
              </a:spcBef>
            </a:pP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=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0 </a:t>
            </a:r>
            <a:r>
              <a:rPr sz="2050" b="1" dirty="0">
                <a:latin typeface="Arial"/>
                <a:cs typeface="Arial"/>
              </a:rPr>
              <a:t>then</a:t>
            </a:r>
            <a:r>
              <a:rPr sz="2050" spc="5" dirty="0">
                <a:latin typeface="Arial"/>
                <a:cs typeface="Arial"/>
              </a:rPr>
              <a:t>;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:</a:t>
            </a:r>
            <a:r>
              <a:rPr sz="2050" spc="5" dirty="0">
                <a:latin typeface="Arial"/>
                <a:cs typeface="Arial"/>
              </a:rPr>
              <a:t>=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+</a:t>
            </a:r>
            <a:r>
              <a:rPr sz="2050" dirty="0">
                <a:latin typeface="Arial"/>
                <a:cs typeface="Arial"/>
              </a:rPr>
              <a:t> 1;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116863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8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312784" cy="235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ass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arâ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(1)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b="1" spc="-75" dirty="0">
                <a:latin typeface="Arial"/>
                <a:cs typeface="Arial"/>
              </a:rPr>
              <a:t>P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r </a:t>
            </a:r>
            <a:r>
              <a:rPr sz="2050" b="1" spc="-4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po</a:t>
            </a:r>
            <a:r>
              <a:rPr sz="2050" b="1" spc="5" dirty="0">
                <a:latin typeface="Arial"/>
                <a:cs typeface="Arial"/>
              </a:rPr>
              <a:t>r </a:t>
            </a:r>
            <a:r>
              <a:rPr sz="2050" b="1" spc="-4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ável</a:t>
            </a:r>
            <a:r>
              <a:rPr sz="2050" b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(o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-20" dirty="0">
                <a:latin typeface="Arial"/>
                <a:cs typeface="Arial"/>
              </a:rPr>
              <a:t>f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ênc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).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parâ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719074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1 I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oduçã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8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19898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3068" y="833218"/>
            <a:ext cx="8741410" cy="6381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  <a:tabLst>
                <a:tab pos="8728075" algn="l"/>
              </a:tabLst>
            </a:pPr>
            <a:r>
              <a:rPr sz="2450" b="1" u="heavy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ass</a:t>
            </a:r>
            <a:r>
              <a:rPr sz="2450" b="1" u="heavy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u="heavy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arâ</a:t>
            </a:r>
            <a:r>
              <a:rPr sz="2450" b="1" u="heavy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et</a:t>
            </a:r>
            <a:r>
              <a:rPr sz="2450" b="1" u="heavy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(2)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230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</a:pP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-45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emplo: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SomaU</a:t>
            </a:r>
            <a:r>
              <a:rPr sz="1850" spc="25" dirty="0">
                <a:latin typeface="Arial"/>
                <a:cs typeface="Arial"/>
              </a:rPr>
              <a:t>m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ebe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âme</a:t>
            </a:r>
            <a:r>
              <a:rPr sz="1850" spc="5" dirty="0">
                <a:latin typeface="Arial"/>
                <a:cs typeface="Arial"/>
              </a:rPr>
              <a:t>tr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150" dirty="0">
                <a:latin typeface="Arial"/>
                <a:cs typeface="Arial"/>
              </a:rPr>
              <a:t>x</a:t>
            </a:r>
            <a:r>
              <a:rPr sz="1850" i="1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alor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âme</a:t>
            </a:r>
            <a:r>
              <a:rPr sz="1850" spc="5" dirty="0">
                <a:latin typeface="Arial"/>
                <a:cs typeface="Arial"/>
              </a:rPr>
              <a:t>tr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i="1" spc="-5" dirty="0">
                <a:latin typeface="Arial"/>
                <a:cs typeface="Arial"/>
              </a:rPr>
              <a:t>y</a:t>
            </a:r>
            <a:r>
              <a:rPr sz="1850" i="1" spc="7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iá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el.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06565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-295" dirty="0">
                <a:latin typeface="Arial"/>
                <a:cs typeface="Arial"/>
              </a:rPr>
              <a:t>SomaU</a:t>
            </a:r>
            <a:r>
              <a:rPr sz="1700" spc="-155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100" dirty="0">
                <a:latin typeface="Arial"/>
                <a:cs typeface="Arial"/>
              </a:rPr>
              <a:t>t</a:t>
            </a:r>
            <a:r>
              <a:rPr sz="1700" spc="-290" dirty="0">
                <a:latin typeface="Lucida Sans Unicode"/>
                <a:cs typeface="Lucida Sans Unicode"/>
              </a:rPr>
              <a:t>∗</a:t>
            </a:r>
            <a:r>
              <a:rPr sz="1700" spc="135" dirty="0">
                <a:latin typeface="Arial"/>
                <a:cs typeface="Arial"/>
              </a:rPr>
              <a:t>y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x</a:t>
            </a:r>
            <a:r>
              <a:rPr sz="1700" spc="25" dirty="0">
                <a:latin typeface="Arial"/>
                <a:cs typeface="Arial"/>
              </a:rPr>
              <a:t>+1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870">
              <a:lnSpc>
                <a:spcPct val="100000"/>
              </a:lnSpc>
              <a:spcBef>
                <a:spcPts val="605"/>
              </a:spcBef>
            </a:pPr>
            <a:r>
              <a:rPr sz="1700" spc="-29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y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0" dirty="0">
                <a:latin typeface="Arial"/>
                <a:cs typeface="Arial"/>
              </a:rPr>
              <a:t>(</a:t>
            </a:r>
            <a:r>
              <a:rPr sz="1700" spc="-14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y</a:t>
            </a:r>
            <a:r>
              <a:rPr sz="1700" spc="75" dirty="0">
                <a:latin typeface="Arial"/>
                <a:cs typeface="Arial"/>
              </a:rPr>
              <a:t>)+1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605"/>
              </a:spcBef>
            </a:pP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"</a:t>
            </a:r>
            <a:r>
              <a:rPr sz="1700" spc="-90" dirty="0">
                <a:latin typeface="Arial"/>
                <a:cs typeface="Arial"/>
              </a:rPr>
              <a:t>Funca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295" dirty="0">
                <a:latin typeface="Arial"/>
                <a:cs typeface="Arial"/>
              </a:rPr>
              <a:t>SomaU</a:t>
            </a:r>
            <a:r>
              <a:rPr sz="1700" spc="-28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%</a:t>
            </a:r>
            <a:r>
              <a:rPr sz="1700" spc="10" dirty="0">
                <a:latin typeface="Arial"/>
                <a:cs typeface="Arial"/>
              </a:rPr>
              <a:t>d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%</a:t>
            </a:r>
            <a:r>
              <a:rPr sz="1700" spc="130" dirty="0">
                <a:latin typeface="Arial"/>
                <a:cs typeface="Arial"/>
              </a:rPr>
              <a:t>d\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 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114" dirty="0">
                <a:latin typeface="Arial"/>
                <a:cs typeface="Arial"/>
              </a:rPr>
              <a:t>x</a:t>
            </a:r>
            <a:r>
              <a:rPr sz="1700" spc="120" dirty="0">
                <a:latin typeface="Arial"/>
                <a:cs typeface="Arial"/>
              </a:rPr>
              <a:t>,</a:t>
            </a:r>
            <a:r>
              <a:rPr sz="1700" spc="-165" dirty="0">
                <a:latin typeface="Lucida Sans Unicode"/>
                <a:cs typeface="Lucida Sans Unicode"/>
              </a:rPr>
              <a:t>∗</a:t>
            </a:r>
            <a:r>
              <a:rPr sz="1700" spc="210" dirty="0">
                <a:latin typeface="Arial"/>
                <a:cs typeface="Arial"/>
              </a:rPr>
              <a:t>y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mai</a:t>
            </a:r>
            <a:r>
              <a:rPr sz="1700" spc="114" dirty="0">
                <a:latin typeface="Arial"/>
                <a:cs typeface="Arial"/>
              </a:rPr>
              <a:t>n</a:t>
            </a:r>
            <a:r>
              <a:rPr sz="1700" spc="185" dirty="0">
                <a:latin typeface="Arial"/>
                <a:cs typeface="Arial"/>
              </a:rPr>
              <a:t>(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92405" marR="7113270" indent="-149225">
              <a:lnSpc>
                <a:spcPct val="129700"/>
              </a:lnSpc>
              <a:tabLst>
                <a:tab pos="24447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100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b</a:t>
            </a:r>
            <a:r>
              <a:rPr sz="1700" spc="25" dirty="0">
                <a:latin typeface="Arial"/>
                <a:cs typeface="Arial"/>
              </a:rPr>
              <a:t>=0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295" dirty="0">
                <a:latin typeface="Arial"/>
                <a:cs typeface="Arial"/>
              </a:rPr>
              <a:t>SomaU</a:t>
            </a:r>
            <a:r>
              <a:rPr sz="1700" spc="-155" dirty="0">
                <a:latin typeface="Arial"/>
                <a:cs typeface="Arial"/>
              </a:rPr>
              <a:t>m</a:t>
            </a:r>
            <a:r>
              <a:rPr sz="1700" spc="100" dirty="0">
                <a:latin typeface="Arial"/>
                <a:cs typeface="Arial"/>
              </a:rPr>
              <a:t>(</a:t>
            </a:r>
            <a:r>
              <a:rPr sz="1700" spc="-50" dirty="0">
                <a:latin typeface="Arial"/>
                <a:cs typeface="Arial"/>
              </a:rPr>
              <a:t>a</a:t>
            </a:r>
            <a:r>
              <a:rPr sz="1700" spc="25" dirty="0">
                <a:latin typeface="Arial"/>
                <a:cs typeface="Arial"/>
              </a:rPr>
              <a:t>,</a:t>
            </a:r>
            <a:r>
              <a:rPr sz="1700" spc="-30" dirty="0">
                <a:latin typeface="Arial"/>
                <a:cs typeface="Arial"/>
              </a:rPr>
              <a:t>&amp;</a:t>
            </a:r>
            <a:r>
              <a:rPr sz="1700" spc="10" dirty="0">
                <a:latin typeface="Arial"/>
                <a:cs typeface="Arial"/>
              </a:rPr>
              <a:t>b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605"/>
              </a:spcBef>
            </a:pP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"</a:t>
            </a:r>
            <a:r>
              <a:rPr sz="1700" spc="-80" dirty="0">
                <a:latin typeface="Arial"/>
                <a:cs typeface="Arial"/>
              </a:rPr>
              <a:t>Program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principa</a:t>
            </a:r>
            <a:r>
              <a:rPr sz="1700" spc="13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%</a:t>
            </a:r>
            <a:r>
              <a:rPr sz="1700" spc="10" dirty="0">
                <a:latin typeface="Arial"/>
                <a:cs typeface="Arial"/>
              </a:rPr>
              <a:t>d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%</a:t>
            </a:r>
            <a:r>
              <a:rPr sz="1700" spc="130" dirty="0">
                <a:latin typeface="Arial"/>
                <a:cs typeface="Arial"/>
              </a:rPr>
              <a:t>d\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 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114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,</a:t>
            </a:r>
            <a:r>
              <a:rPr sz="1700" spc="160" dirty="0">
                <a:latin typeface="Arial"/>
                <a:cs typeface="Arial"/>
              </a:rPr>
              <a:t>b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2410">
              <a:lnSpc>
                <a:spcPct val="100000"/>
              </a:lnSpc>
              <a:spcBef>
                <a:spcPts val="60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160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15925" marR="5095240" indent="-399415">
              <a:lnSpc>
                <a:spcPct val="169500"/>
              </a:lnSpc>
              <a:spcBef>
                <a:spcPts val="1285"/>
              </a:spcBef>
              <a:tabLst>
                <a:tab pos="3505200" algn="l"/>
              </a:tabLst>
            </a:pPr>
            <a:r>
              <a:rPr sz="1850" spc="2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sul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ão: 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edimen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SomaU</a:t>
            </a:r>
            <a:r>
              <a:rPr sz="1850" spc="25" dirty="0">
                <a:latin typeface="Arial"/>
                <a:cs typeface="Arial"/>
              </a:rPr>
              <a:t>m</a:t>
            </a:r>
            <a:r>
              <a:rPr sz="1850" spc="5" dirty="0">
                <a:latin typeface="Arial"/>
                <a:cs typeface="Arial"/>
              </a:rPr>
              <a:t> 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1</a:t>
            </a:r>
            <a:r>
              <a:rPr sz="1850" dirty="0">
                <a:latin typeface="Arial"/>
                <a:cs typeface="Arial"/>
              </a:rPr>
              <a:t>	</a:t>
            </a:r>
            <a:r>
              <a:rPr sz="1850" spc="15" dirty="0">
                <a:latin typeface="Arial"/>
                <a:cs typeface="Arial"/>
              </a:rPr>
              <a:t>1</a:t>
            </a:r>
            <a:endParaRPr sz="1850">
              <a:latin typeface="Arial"/>
              <a:cs typeface="Arial"/>
            </a:endParaRPr>
          </a:p>
          <a:p>
            <a:pPr marL="415925">
              <a:lnSpc>
                <a:spcPct val="100000"/>
              </a:lnSpc>
              <a:spcBef>
                <a:spcPts val="540"/>
              </a:spcBef>
              <a:tabLst>
                <a:tab pos="3023235" algn="l"/>
                <a:tab pos="3505200" algn="l"/>
              </a:tabLst>
            </a:pPr>
            <a:r>
              <a:rPr sz="1850" spc="20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5" dirty="0">
                <a:latin typeface="Arial"/>
                <a:cs typeface="Arial"/>
              </a:rPr>
              <a:t>gr</a:t>
            </a:r>
            <a:r>
              <a:rPr sz="1850" spc="20" dirty="0">
                <a:latin typeface="Arial"/>
                <a:cs typeface="Arial"/>
              </a:rPr>
              <a:t>ama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incipal</a:t>
            </a:r>
            <a:r>
              <a:rPr sz="1850" dirty="0">
                <a:latin typeface="Arial"/>
                <a:cs typeface="Arial"/>
              </a:rPr>
              <a:t>	</a:t>
            </a:r>
            <a:r>
              <a:rPr sz="1850" spc="5" dirty="0">
                <a:latin typeface="Arial"/>
                <a:cs typeface="Arial"/>
              </a:rPr>
              <a:t>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0</a:t>
            </a:r>
            <a:r>
              <a:rPr sz="1850" dirty="0">
                <a:latin typeface="Arial"/>
                <a:cs typeface="Arial"/>
              </a:rPr>
              <a:t>	</a:t>
            </a:r>
            <a:r>
              <a:rPr sz="1850" spc="15" dirty="0">
                <a:latin typeface="Arial"/>
                <a:cs typeface="Arial"/>
              </a:rPr>
              <a:t>1</a:t>
            </a:r>
            <a:endParaRPr sz="1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8315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1461</TotalTime>
  <Words>7562</Words>
  <Application>Microsoft Office PowerPoint</Application>
  <PresentationFormat>Personalizar</PresentationFormat>
  <Paragraphs>1167</Paragraphs>
  <Slides>78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78</vt:i4>
      </vt:variant>
    </vt:vector>
  </HeadingPairs>
  <TitlesOfParts>
    <vt:vector size="79" baseType="lpstr">
      <vt:lpstr>Office Theme</vt:lpstr>
      <vt:lpstr>Classificação e Pesquisa de Dados</vt:lpstr>
      <vt:lpstr>Apresentação da Disciplina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transp-cap3.dvi</dc:title>
  <dc:creator>Samuel Basilio</dc:creator>
  <cp:lastModifiedBy>Samuel Basilio</cp:lastModifiedBy>
  <cp:revision>102</cp:revision>
  <dcterms:created xsi:type="dcterms:W3CDTF">2015-06-18T03:37:37Z</dcterms:created>
  <dcterms:modified xsi:type="dcterms:W3CDTF">2019-08-02T13:52:12Z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2010-09-16T00:00:00Z</vt:filetime>
  </property>
  <property fmtid="{D5CDD505-2E9C-101B-9397-08002B2CF9AE}" pid="3" name="Creator">
    <vt:lpwstr>dvips(k) 5.98 Copyright 2009 Radical Eye Software</vt:lpwstr>
  </property>
  <property fmtid="{D5CDD505-2E9C-101B-9397-08002B2CF9AE}" pid="4" name="LastSaved">
    <vt:filetime>2015-06-18T00:00:00Z</vt:filetime>
  </property>
</Properties>
</file>