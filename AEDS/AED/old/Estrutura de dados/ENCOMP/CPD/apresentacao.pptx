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08" r:id="rId3"/>
    <p:sldId id="311" r:id="rId4"/>
    <p:sldId id="312" r:id="rId5"/>
    <p:sldId id="313" r:id="rId6"/>
    <p:sldId id="314" r:id="rId7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696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7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33DDF-8ADD-4D40-831B-EFAF5BDF5914}" type="datetimeFigureOut">
              <a:rPr lang="pt-BR" smtClean="0"/>
              <a:t>02/08/2019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85A2-398D-461C-BB59-C5B0075AFC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021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EDF46-074E-4C45-B1DA-59B0957AE473}" type="datetimeFigureOut">
              <a:rPr lang="pt-BR" smtClean="0"/>
              <a:t>02/08/2019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1FBF-96AB-4ED4-B7B8-8DDEA26A0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49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26D2-01CF-4A1E-8F21-69C9D5064437}" type="datetime1">
              <a:rPr lang="en-US" smtClean="0"/>
              <a:t>8/2/2019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35CE-E74F-408F-BBE8-46BA919F4EA1}" type="datetime1">
              <a:rPr lang="en-US" smtClean="0"/>
              <a:t>8/2/2019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DB3A-8191-4CB2-8D44-725919351B0A}" type="datetime1">
              <a:rPr lang="en-US" smtClean="0"/>
              <a:t>8/2/2019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8960-FA20-4693-A0F9-F1BA6A5387EF}" type="datetime1">
              <a:rPr lang="en-US" smtClean="0"/>
              <a:t>8/2/2019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0048A-2DD4-433F-A1B8-94AD01C5E802}" type="datetime1">
              <a:rPr lang="en-US" smtClean="0"/>
              <a:t>8/2/2019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F4B22F4D-54A3-4064-90AC-BF8620867796}" type="datetime1">
              <a:rPr lang="en-US" smtClean="0"/>
              <a:t>8/2/2019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EC9-1968-4C6F-B01E-40A2E6A655B2}" type="datetime1">
              <a:rPr lang="en-US" smtClean="0"/>
              <a:t>8/2/2019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047" y="2025650"/>
            <a:ext cx="7278573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dirty="0"/>
              <a:t>Classificação e Pesquisa de </a:t>
            </a:r>
            <a:r>
              <a:rPr lang="pt-BR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smtClean="0">
                <a:latin typeface="Arial"/>
                <a:cs typeface="Arial"/>
              </a:rPr>
              <a:t>samuel@cefetmg.br</a:t>
            </a:r>
            <a:endParaRPr lang="pt-BR" sz="1700" spc="5" dirty="0" smtClean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cs typeface="Calibri"/>
              </a:rPr>
              <a:t>Sexta 13:20 </a:t>
            </a:r>
            <a:r>
              <a:rPr lang="pt-BR" dirty="0">
                <a:cs typeface="Calibri"/>
              </a:rPr>
              <a:t>– </a:t>
            </a:r>
            <a:r>
              <a:rPr lang="pt-BR" dirty="0" smtClean="0">
                <a:cs typeface="Calibri"/>
              </a:rPr>
              <a:t>15:00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 smtClean="0">
                <a:latin typeface="Calibri"/>
                <a:cs typeface="Calibri"/>
              </a:rPr>
              <a:t>s</a:t>
            </a:r>
            <a:r>
              <a:rPr lang="pt-BR" spc="5" dirty="0" smtClean="0">
                <a:latin typeface="Calibri"/>
                <a:cs typeface="Calibri"/>
              </a:rPr>
              <a:t>e</a:t>
            </a:r>
            <a:r>
              <a:rPr lang="pt-BR" spc="-5" dirty="0" smtClean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 smtClean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spc="14" dirty="0" smtClean="0">
                <a:latin typeface="Calibri"/>
                <a:cs typeface="Calibri"/>
              </a:rPr>
              <a:t>4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</a:t>
            </a:r>
            <a:r>
              <a:rPr lang="pt-BR" spc="9" dirty="0" smtClean="0">
                <a:latin typeface="Calibri"/>
                <a:cs typeface="Calibri"/>
              </a:rPr>
              <a:t>total </a:t>
            </a:r>
            <a:r>
              <a:rPr lang="pt-BR" dirty="0" smtClean="0">
                <a:latin typeface="Calibri"/>
                <a:cs typeface="Calibri"/>
              </a:rPr>
              <a:t>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60</a:t>
            </a:r>
            <a:r>
              <a:rPr lang="pt-BR" spc="-5" dirty="0" smtClean="0">
                <a:latin typeface="Calibri"/>
                <a:cs typeface="Calibri"/>
              </a:rPr>
              <a:t>h</a:t>
            </a:r>
            <a:r>
              <a:rPr lang="pt-BR" spc="-50" dirty="0" smtClean="0">
                <a:latin typeface="Calibri"/>
                <a:cs typeface="Calibri"/>
              </a:rPr>
              <a:t>/</a:t>
            </a:r>
            <a:r>
              <a:rPr lang="pt-BR" spc="5" dirty="0" smtClean="0">
                <a:latin typeface="Calibri"/>
                <a:cs typeface="Calibri"/>
              </a:rPr>
              <a:t>a</a:t>
            </a:r>
            <a:r>
              <a:rPr lang="pt-BR" spc="-5" dirty="0" smtClean="0">
                <a:latin typeface="Calibri"/>
                <a:cs typeface="Calibri"/>
              </a:rPr>
              <a:t>ul</a:t>
            </a:r>
            <a:r>
              <a:rPr lang="pt-BR" spc="5" dirty="0" smtClean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Métodos de </a:t>
            </a:r>
            <a:r>
              <a:rPr lang="pt-BR" sz="2800" dirty="0" smtClean="0"/>
              <a:t>Ordenação;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Pesquisa </a:t>
            </a:r>
            <a:r>
              <a:rPr lang="pt-BR" sz="2800" dirty="0"/>
              <a:t>de </a:t>
            </a:r>
            <a:r>
              <a:rPr lang="pt-BR" sz="2800" dirty="0" smtClean="0"/>
              <a:t>Dados;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Organização </a:t>
            </a:r>
            <a:r>
              <a:rPr lang="pt-BR" sz="2800" dirty="0"/>
              <a:t>de </a:t>
            </a:r>
            <a:r>
              <a:rPr lang="pt-BR" sz="2800" dirty="0" smtClean="0"/>
              <a:t>Arquivos;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Estudo da Complexidade </a:t>
            </a:r>
            <a:r>
              <a:rPr lang="pt-BR" sz="2800" dirty="0"/>
              <a:t>dos Métodos Apresentados.</a:t>
            </a:r>
            <a:endParaRPr lang="pt-BR" sz="2700" dirty="0" smtClean="0"/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endParaRPr lang="pt-BR"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310022" y="2138952"/>
            <a:ext cx="7924831" cy="4860444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DROZDEK. Adam. Estrutura de Dados e Algoritmos em C++. </a:t>
            </a:r>
            <a:r>
              <a:rPr lang="pt-BR" sz="2400" dirty="0" smtClean="0"/>
              <a:t>2002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LEISERSON</a:t>
            </a:r>
            <a:r>
              <a:rPr lang="pt-BR" sz="2400" dirty="0"/>
              <a:t>, C. E.; STEIN, C.; RIVEST, R. L., CORMEN, </a:t>
            </a:r>
            <a:r>
              <a:rPr lang="pt-BR" sz="2400" dirty="0" smtClean="0"/>
              <a:t>T.H. Algoritmos: Teoria </a:t>
            </a:r>
            <a:r>
              <a:rPr lang="pt-BR" sz="2400" dirty="0"/>
              <a:t>e Prática. Tradução da 2ª edição americana. </a:t>
            </a:r>
            <a:r>
              <a:rPr lang="pt-BR" sz="2400" dirty="0" smtClean="0"/>
              <a:t>2002.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PREISS</a:t>
            </a:r>
            <a:r>
              <a:rPr lang="pt-BR" sz="2400" dirty="0"/>
              <a:t>, Bruno. Estrutura de Dados e Algoritmos. </a:t>
            </a:r>
            <a:r>
              <a:rPr lang="pt-BR" sz="2400" dirty="0" smtClean="0"/>
              <a:t>2001.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ZIVIANI</a:t>
            </a:r>
            <a:r>
              <a:rPr lang="pt-BR" sz="2400" dirty="0"/>
              <a:t>, NIVIO. Projeto de Algoritmos com Implementação em Java e C</a:t>
            </a:r>
            <a:r>
              <a:rPr lang="pt-BR" sz="2400" dirty="0" smtClean="0"/>
              <a:t>++. 2007</a:t>
            </a:r>
            <a:r>
              <a:rPr lang="pt-BR" sz="2400" dirty="0"/>
              <a:t>.</a:t>
            </a:r>
            <a:endParaRPr lang="pt-BR" sz="2400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lvl="1">
              <a:lnSpc>
                <a:spcPct val="150000"/>
              </a:lnSpc>
            </a:pPr>
            <a:r>
              <a:rPr lang="pt-BR" dirty="0"/>
              <a:t>*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Transparências adaptadas. Originais por Charles Ornelas Almeida, Israel </a:t>
            </a:r>
            <a:r>
              <a:rPr lang="pt-BR" spc="5" dirty="0" smtClean="0">
                <a:latin typeface="Times New Roman" pitchFamily="18" charset="0"/>
                <a:cs typeface="Times New Roman" pitchFamily="18" charset="0"/>
              </a:rPr>
              <a:t>Guerra e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Nivio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pc="5" dirty="0" err="1" smtClean="0">
                <a:latin typeface="Times New Roman" pitchFamily="18" charset="0"/>
                <a:cs typeface="Times New Roman" pitchFamily="18" charset="0"/>
              </a:rPr>
              <a:t>Ziviani</a:t>
            </a:r>
            <a:r>
              <a:rPr lang="pt-BR" spc="5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 smtClean="0"/>
              <a:t>Seminário 1</a:t>
            </a:r>
            <a:endParaRPr lang="pt-BR" sz="2300" dirty="0"/>
          </a:p>
          <a:p>
            <a:pPr lvl="1"/>
            <a:r>
              <a:rPr lang="pt-BR" sz="2300" dirty="0" smtClean="0"/>
              <a:t>35pontos</a:t>
            </a:r>
          </a:p>
          <a:p>
            <a:pPr lvl="1"/>
            <a:endParaRPr lang="pt-BR" sz="2300" dirty="0" smtClean="0"/>
          </a:p>
          <a:p>
            <a:r>
              <a:rPr lang="pt-BR" sz="2300" dirty="0"/>
              <a:t>Seminário </a:t>
            </a:r>
            <a:r>
              <a:rPr lang="pt-BR" sz="2300" dirty="0" smtClean="0"/>
              <a:t>2</a:t>
            </a:r>
          </a:p>
          <a:p>
            <a:pPr lvl="1"/>
            <a:r>
              <a:rPr lang="pt-BR" sz="2300" dirty="0" smtClean="0"/>
              <a:t>35pontos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1461</TotalTime>
  <Words>196</Words>
  <Application>Microsoft Office PowerPoint</Application>
  <PresentationFormat>Personalizar</PresentationFormat>
  <Paragraphs>44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Classificação e Pesquisa de Dados</vt:lpstr>
      <vt:lpstr>Apresentação da Disciplina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103</cp:revision>
  <dcterms:created xsi:type="dcterms:W3CDTF">2015-06-18T03:37:37Z</dcterms:created>
  <dcterms:modified xsi:type="dcterms:W3CDTF">2019-08-02T14:39:11Z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