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8" r:id="rId12"/>
    <p:sldId id="269" r:id="rId13"/>
    <p:sldId id="270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60" d="100"/>
          <a:sy n="60" d="100"/>
        </p:scale>
        <p:origin x="113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fjf.br/jairo_souza/files/2009/12/6-Strings-Pesquisa-Digital.pdf" TargetMode="External"/><Relationship Id="rId2" Type="http://schemas.openxmlformats.org/officeDocument/2006/relationships/hyperlink" Target="https://www.youtube.com/watch?v=4L6_5-92JGI&amp;t=904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rciobueno.com/arquivos/ensino/ed2/ED2_06_Trie_Patrici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B426D-437D-4B92-B190-9F9265899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801490"/>
            <a:ext cx="10993549" cy="1475013"/>
          </a:xfrm>
        </p:spPr>
        <p:txBody>
          <a:bodyPr/>
          <a:lstStyle/>
          <a:p>
            <a:r>
              <a:rPr lang="pt-BR" dirty="0"/>
              <a:t>CLASSIFICAÇÃO E PESQUISA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B4D487-AA47-4346-98C6-A448EFD93E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ÁRVORE </a:t>
            </a:r>
            <a:r>
              <a:rPr lang="pt-BR" sz="3200" dirty="0" err="1"/>
              <a:t>PATRiCIA</a:t>
            </a:r>
            <a:r>
              <a:rPr lang="pt-BR" sz="3200" dirty="0"/>
              <a:t> 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9322A250-7003-4AFA-8D7A-10E1996D0109}"/>
              </a:ext>
            </a:extLst>
          </p:cNvPr>
          <p:cNvSpPr/>
          <p:nvPr/>
        </p:nvSpPr>
        <p:spPr>
          <a:xfrm>
            <a:off x="581191" y="3429000"/>
            <a:ext cx="5266607" cy="12890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Gill Sans MT"/>
              </a:rPr>
              <a:t>Aluna:  Maria Júlia Marques Schettini</a:t>
            </a:r>
          </a:p>
          <a:p>
            <a:pPr>
              <a:lnSpc>
                <a:spcPct val="100000"/>
              </a:lnSpc>
            </a:pPr>
            <a:r>
              <a:rPr lang="pt-BR" spc="-1" dirty="0" err="1">
                <a:solidFill>
                  <a:srgbClr val="FFFFFF"/>
                </a:solidFill>
                <a:latin typeface="Gill Sans MT"/>
              </a:rPr>
              <a:t>Prof</a:t>
            </a:r>
            <a:r>
              <a:rPr lang="pt-BR" spc="-1" dirty="0">
                <a:solidFill>
                  <a:srgbClr val="FFFFFF"/>
                </a:solidFill>
                <a:latin typeface="Gill Sans MT"/>
              </a:rPr>
              <a:t>: Samuel da Costa Alves Basílio </a:t>
            </a:r>
            <a:endParaRPr lang="pt-BR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18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84696-3E4D-480C-A8C5-FF835D71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A9D44E-70CE-4494-8E97-221DEF89E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6093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Árvore Trie</a:t>
            </a:r>
          </a:p>
          <a:p>
            <a:pPr lvl="1"/>
            <a:r>
              <a:rPr lang="pt-BR" dirty="0"/>
              <a:t>Aplicações</a:t>
            </a:r>
          </a:p>
          <a:p>
            <a:pPr lvl="1"/>
            <a:r>
              <a:rPr lang="pt-BR" dirty="0"/>
              <a:t>Funcionamento</a:t>
            </a:r>
          </a:p>
          <a:p>
            <a:pPr lvl="1"/>
            <a:r>
              <a:rPr lang="pt-BR" dirty="0"/>
              <a:t>Exemplo</a:t>
            </a:r>
          </a:p>
          <a:p>
            <a:pPr lvl="1"/>
            <a:r>
              <a:rPr lang="pt-BR" dirty="0"/>
              <a:t>Código</a:t>
            </a:r>
          </a:p>
          <a:p>
            <a:pPr lvl="1"/>
            <a:endParaRPr lang="pt-BR" dirty="0"/>
          </a:p>
          <a:p>
            <a:r>
              <a:rPr lang="pt-BR" dirty="0"/>
              <a:t>Árvore Patrícia </a:t>
            </a:r>
          </a:p>
          <a:p>
            <a:pPr lvl="1"/>
            <a:r>
              <a:rPr lang="pt-BR" dirty="0"/>
              <a:t>Criação</a:t>
            </a:r>
          </a:p>
          <a:p>
            <a:pPr lvl="1"/>
            <a:r>
              <a:rPr lang="pt-BR" dirty="0"/>
              <a:t>Funcionamento</a:t>
            </a:r>
          </a:p>
          <a:p>
            <a:pPr lvl="1"/>
            <a:r>
              <a:rPr lang="pt-BR" dirty="0"/>
              <a:t>Exemplo</a:t>
            </a:r>
          </a:p>
          <a:p>
            <a:pPr lvl="1"/>
            <a:r>
              <a:rPr lang="pt-BR" dirty="0"/>
              <a:t>Comparação</a:t>
            </a:r>
          </a:p>
          <a:p>
            <a:pPr lvl="1"/>
            <a:r>
              <a:rPr lang="pt-BR" dirty="0"/>
              <a:t>Código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099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55329-3653-4FF4-9764-35B0E49E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trie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5CFE81-0EF4-42F5-926F-113202EBE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Definida em 1960 por Edward </a:t>
            </a:r>
            <a:r>
              <a:rPr lang="pt-BR" dirty="0" err="1"/>
              <a:t>Fredkin</a:t>
            </a:r>
            <a:endParaRPr lang="pt-BR" dirty="0"/>
          </a:p>
          <a:p>
            <a:r>
              <a:rPr lang="pt-BR" dirty="0"/>
              <a:t>Vêm de </a:t>
            </a:r>
            <a:r>
              <a:rPr lang="pt-BR" dirty="0" err="1"/>
              <a:t>Re</a:t>
            </a:r>
            <a:r>
              <a:rPr lang="pt-BR" b="1" u="sng" dirty="0" err="1"/>
              <a:t>trie</a:t>
            </a:r>
            <a:r>
              <a:rPr lang="pt-BR" dirty="0" err="1"/>
              <a:t>val</a:t>
            </a:r>
            <a:r>
              <a:rPr lang="pt-BR" dirty="0"/>
              <a:t> (Relacionado à Recuperação de Informações) </a:t>
            </a:r>
          </a:p>
          <a:p>
            <a:r>
              <a:rPr lang="pt-BR" dirty="0"/>
              <a:t>Árvore </a:t>
            </a:r>
            <a:r>
              <a:rPr lang="pt-BR" dirty="0" err="1"/>
              <a:t>N-ária</a:t>
            </a:r>
            <a:endParaRPr lang="pt-BR" dirty="0"/>
          </a:p>
          <a:p>
            <a:r>
              <a:rPr lang="pt-BR" dirty="0"/>
              <a:t>Árvore de busca</a:t>
            </a:r>
          </a:p>
          <a:p>
            <a:r>
              <a:rPr lang="pt-BR" dirty="0"/>
              <a:t>Utilizada comparando </a:t>
            </a:r>
            <a:r>
              <a:rPr lang="pt-BR" dirty="0" err="1"/>
              <a:t>Strings</a:t>
            </a:r>
            <a:endParaRPr lang="pt-BR" dirty="0"/>
          </a:p>
          <a:p>
            <a:pPr lvl="1"/>
            <a:r>
              <a:rPr lang="pt-BR" dirty="0"/>
              <a:t>Dicionário</a:t>
            </a:r>
          </a:p>
          <a:p>
            <a:pPr lvl="1"/>
            <a:r>
              <a:rPr lang="pt-BR" dirty="0"/>
              <a:t>Preenchimento automático</a:t>
            </a:r>
          </a:p>
          <a:p>
            <a:pPr lvl="1"/>
            <a:r>
              <a:rPr lang="pt-BR" dirty="0"/>
              <a:t>Pesquisa em textos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0920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0EF02-0BC0-4B71-9F08-065C51DB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da Árvore trie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199CDC-0F83-4C71-85D7-FEB829669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4684844"/>
          </a:xfrm>
        </p:spPr>
        <p:txBody>
          <a:bodyPr/>
          <a:lstStyle/>
          <a:p>
            <a:r>
              <a:rPr lang="pt-BR" dirty="0"/>
              <a:t>Chave é a palavra que deseja pesquisar na árvore</a:t>
            </a:r>
          </a:p>
          <a:p>
            <a:r>
              <a:rPr lang="pt-BR" dirty="0"/>
              <a:t>Cada caminho possui um caractere </a:t>
            </a:r>
          </a:p>
          <a:p>
            <a:r>
              <a:rPr lang="pt-BR" dirty="0"/>
              <a:t>Deve existir no nó uma condição de parada/término da palavra</a:t>
            </a:r>
          </a:p>
          <a:p>
            <a:pPr lvl="1"/>
            <a:r>
              <a:rPr lang="pt-BR" dirty="0"/>
              <a:t>Pode ser um </a:t>
            </a:r>
            <a:r>
              <a:rPr lang="pt-BR" dirty="0" err="1"/>
              <a:t>boolean</a:t>
            </a:r>
            <a:r>
              <a:rPr lang="pt-BR" dirty="0"/>
              <a:t> ou algum outro valor  </a:t>
            </a:r>
          </a:p>
          <a:p>
            <a:r>
              <a:rPr lang="pt-BR" dirty="0"/>
              <a:t>O percurso da raiz à condição de parada descreve a palavra</a:t>
            </a:r>
          </a:p>
          <a:p>
            <a:r>
              <a:rPr lang="pt-BR" dirty="0"/>
              <a:t>Conforme desce um nível avança um elemento da chave </a:t>
            </a:r>
          </a:p>
        </p:txBody>
      </p:sp>
    </p:spTree>
    <p:extLst>
      <p:ext uri="{BB962C8B-B14F-4D97-AF65-F5344CB8AC3E}">
        <p14:creationId xmlns:p14="http://schemas.microsoft.com/office/powerpoint/2010/main" val="69818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30A59-43A6-4553-AAB4-7C821F75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779CB32-7C59-4F8D-8E2A-0DD9BEE36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200" y="2229772"/>
            <a:ext cx="8259177" cy="489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75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5395F-553B-4474-A284-E9312068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40674FAF-59A0-4003-8255-AB0D83EC7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581" b="1143"/>
          <a:stretch/>
        </p:blipFill>
        <p:spPr>
          <a:xfrm>
            <a:off x="581192" y="2044553"/>
            <a:ext cx="5566610" cy="452437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A6CABD8-3851-48D2-8797-263AEDBA3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44553"/>
            <a:ext cx="5008738" cy="45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5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9D52F-37A8-4AC8-8259-EC36C722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</a:t>
            </a:r>
            <a:r>
              <a:rPr lang="pt-BR" dirty="0" err="1"/>
              <a:t>PATRiCIA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CB52E5-1782-4E9D-9980-9B3E9C52A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39676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 </a:t>
            </a:r>
            <a:r>
              <a:rPr lang="pt-BR" sz="3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ratical</a:t>
            </a:r>
            <a:endParaRPr lang="pt-BR" sz="3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 </a:t>
            </a:r>
            <a:r>
              <a:rPr lang="pt-BR" sz="3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lgorithm</a:t>
            </a:r>
            <a:endParaRPr lang="pt-BR" sz="3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 </a:t>
            </a:r>
            <a:r>
              <a:rPr lang="pt-BR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  <a:endParaRPr lang="pt-BR" sz="3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 </a:t>
            </a:r>
            <a:r>
              <a:rPr lang="pt-BR" sz="3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etrieve</a:t>
            </a:r>
            <a:endParaRPr lang="pt-BR" sz="3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 </a:t>
            </a:r>
            <a:r>
              <a:rPr lang="pt-BR" sz="3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nformation</a:t>
            </a:r>
            <a:endParaRPr lang="pt-BR" sz="3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 </a:t>
            </a:r>
            <a:r>
              <a:rPr lang="pt-BR" sz="3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oded</a:t>
            </a:r>
            <a:endParaRPr lang="pt-BR" sz="3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 </a:t>
            </a:r>
            <a:r>
              <a:rPr lang="pt-BR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endParaRPr lang="pt-BR" sz="3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0" indent="0" algn="just">
              <a:buNone/>
            </a:pPr>
            <a:r>
              <a:rPr lang="pt-BR" sz="3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 </a:t>
            </a:r>
            <a:r>
              <a:rPr lang="pt-BR" sz="3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lphanumeric</a:t>
            </a:r>
            <a:endParaRPr lang="pt-BR" sz="2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B80DF5-7234-48F0-87D4-FE7B090829DE}"/>
              </a:ext>
            </a:extLst>
          </p:cNvPr>
          <p:cNvSpPr txBox="1"/>
          <p:nvPr/>
        </p:nvSpPr>
        <p:spPr>
          <a:xfrm>
            <a:off x="6448926" y="2791326"/>
            <a:ext cx="43153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Algoritmo Prático para Recuperar Informações Codificadas em Alfanuméricas</a:t>
            </a:r>
            <a:endParaRPr lang="pt-BR" sz="3200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274319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91D04-FC3D-4FC5-BC44-287D3BD2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</a:t>
            </a:r>
            <a:r>
              <a:rPr lang="pt-BR" dirty="0" err="1"/>
              <a:t>patricia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EE1E3A-E9F1-4674-B3C2-96513850F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Criada por Donald R. Morrison em 1968</a:t>
            </a:r>
          </a:p>
          <a:p>
            <a:r>
              <a:rPr lang="pt-BR" dirty="0"/>
              <a:t>Trie Compactada</a:t>
            </a:r>
          </a:p>
          <a:p>
            <a:r>
              <a:rPr lang="pt-BR" dirty="0"/>
              <a:t>Resolve o problema de caminhos de uma só direção</a:t>
            </a:r>
          </a:p>
          <a:p>
            <a:r>
              <a:rPr lang="pt-BR" dirty="0"/>
              <a:t>Analisa através de um conjunto de caracteres e não letra a letra </a:t>
            </a:r>
          </a:p>
          <a:p>
            <a:r>
              <a:rPr lang="pt-BR" dirty="0"/>
              <a:t>Palavra está contida no caminho da raiz até a folha ou até condição de parada (\0) ou até a folha</a:t>
            </a:r>
          </a:p>
          <a:p>
            <a:r>
              <a:rPr lang="pt-BR" dirty="0"/>
              <a:t>Caminhos que possuem nós com apenas 1 filho são agrupados em uma única aresta </a:t>
            </a:r>
          </a:p>
        </p:txBody>
      </p:sp>
    </p:spTree>
    <p:extLst>
      <p:ext uri="{BB962C8B-B14F-4D97-AF65-F5344CB8AC3E}">
        <p14:creationId xmlns:p14="http://schemas.microsoft.com/office/powerpoint/2010/main" val="341643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C5278-57B6-4D83-8F0D-F63AAF07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1B0E42-C344-4FA2-83A7-514754A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Cada nó possui três campos:  Índice (inteiro), Prefixo (</a:t>
            </a:r>
            <a:r>
              <a:rPr lang="pt-BR" dirty="0" err="1"/>
              <a:t>String</a:t>
            </a:r>
            <a:r>
              <a:rPr lang="pt-BR" dirty="0"/>
              <a:t>) e um vetor de nós </a:t>
            </a:r>
          </a:p>
          <a:p>
            <a:r>
              <a:rPr lang="pt-BR" dirty="0"/>
              <a:t>Índice</a:t>
            </a:r>
          </a:p>
          <a:p>
            <a:pPr lvl="1"/>
            <a:r>
              <a:rPr lang="pt-BR" dirty="0"/>
              <a:t>Identifica qual a posição do caractere da chave que deve ser analisado</a:t>
            </a:r>
          </a:p>
          <a:p>
            <a:pPr marL="630000" lvl="2" indent="0">
              <a:buNone/>
            </a:pPr>
            <a:endParaRPr lang="pt-BR" dirty="0"/>
          </a:p>
          <a:p>
            <a:r>
              <a:rPr lang="pt-BR" dirty="0"/>
              <a:t>Prefixo</a:t>
            </a:r>
          </a:p>
          <a:p>
            <a:pPr lvl="1"/>
            <a:r>
              <a:rPr lang="pt-BR" dirty="0"/>
              <a:t>Agrupa a parte em comum da palavra com a chave </a:t>
            </a:r>
          </a:p>
          <a:p>
            <a:r>
              <a:rPr lang="pt-BR" dirty="0"/>
              <a:t>Filhos (vetor de nós)</a:t>
            </a:r>
          </a:p>
          <a:p>
            <a:pPr lvl="1"/>
            <a:r>
              <a:rPr lang="pt-BR" dirty="0"/>
              <a:t>O tamanho desse vetor depende do tamanho do alfabeto a ser utilizado</a:t>
            </a:r>
          </a:p>
          <a:p>
            <a:pPr lvl="1"/>
            <a:endParaRPr lang="pt-BR" dirty="0"/>
          </a:p>
          <a:p>
            <a:r>
              <a:rPr lang="pt-BR" dirty="0"/>
              <a:t>Utilizando o índice e o prefixo consegue encurtar o caminho ao buscar/inserir</a:t>
            </a:r>
            <a:br>
              <a:rPr lang="pt-BR" dirty="0"/>
            </a:br>
            <a:r>
              <a:rPr lang="pt-BR" dirty="0"/>
              <a:t>palavras semelhantes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FC9138-D8C2-4651-A99B-516149D14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695" y="3977095"/>
            <a:ext cx="2964112" cy="217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7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EB4F0-DEB2-438C-92D3-319E9780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DC7B4F4-1153-4456-A29E-7612315BD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225" y="2005764"/>
            <a:ext cx="8281527" cy="437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9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E5E7F-6865-47C5-8B2D-FC00E04F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comparação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B2BDD92-2E7B-4B02-B0CC-4DD2AA6BF2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7913" y="2929789"/>
            <a:ext cx="6072895" cy="30846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21845B5-BBAD-4000-9379-22B284C15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236698"/>
            <a:ext cx="4303334" cy="377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1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E2336-D383-4EE0-8BE4-C6045172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3A7B0C-0760-4E93-8109-767E9F51E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78" y="1990725"/>
            <a:ext cx="2505075" cy="48672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0DB15A9-7883-4C7F-A4B7-0F526AD347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613" b="613"/>
          <a:stretch/>
        </p:blipFill>
        <p:spPr>
          <a:xfrm>
            <a:off x="5021261" y="1990725"/>
            <a:ext cx="446722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00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24534-CBF8-48CD-A968-65DC1C1A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B30442A-ED84-453F-B8F4-984EE0B17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832" y="1936526"/>
            <a:ext cx="6113123" cy="479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6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82304-F84C-4BAD-9037-0C43F385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7C2169-E5E9-4ADA-851E-CC10ED77B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https://www.youtube.com/watch?v=4L6_5-92JGI&amp;t=904s</a:t>
            </a:r>
            <a:endParaRPr lang="pt-BR" dirty="0"/>
          </a:p>
          <a:p>
            <a:r>
              <a:rPr lang="pt-BR" dirty="0">
                <a:hlinkClick r:id="rId3"/>
              </a:rPr>
              <a:t>http://www.ufjf.br/jairo_souza/files/2009/12/6-Strings-Pesquisa-Digital.pdf</a:t>
            </a:r>
            <a:endParaRPr lang="pt-BR" dirty="0"/>
          </a:p>
          <a:p>
            <a:r>
              <a:rPr lang="pt-BR" dirty="0">
                <a:hlinkClick r:id="rId4"/>
              </a:rPr>
              <a:t>https://marciobueno.com/arquivos/ensino/ed2/ED2_06_Trie_Patricia.pdf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109827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3223</TotalTime>
  <Words>356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Times New Roman</vt:lpstr>
      <vt:lpstr>Wingdings 2</vt:lpstr>
      <vt:lpstr>Dividendo</vt:lpstr>
      <vt:lpstr>CLASSIFICAÇÃO E PESQUISA DE DADOS</vt:lpstr>
      <vt:lpstr>SUMÁRIO</vt:lpstr>
      <vt:lpstr>Árvore trie</vt:lpstr>
      <vt:lpstr>Estrutura da Árvore trie</vt:lpstr>
      <vt:lpstr>Exemplo</vt:lpstr>
      <vt:lpstr>Código fonte</vt:lpstr>
      <vt:lpstr>ÁRVORE PATRiCIA</vt:lpstr>
      <vt:lpstr>Árvore patricia</vt:lpstr>
      <vt:lpstr>Funcionamento</vt:lpstr>
      <vt:lpstr>exemplo</vt:lpstr>
      <vt:lpstr>comparação</vt:lpstr>
      <vt:lpstr>Código</vt:lpstr>
      <vt:lpstr>Código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E PESQUISA DE DADOS</dc:title>
  <dc:creator>Maria Júlia Schettini</dc:creator>
  <cp:lastModifiedBy>Maria Júlia Schettini</cp:lastModifiedBy>
  <cp:revision>43</cp:revision>
  <dcterms:created xsi:type="dcterms:W3CDTF">2019-10-14T12:46:55Z</dcterms:created>
  <dcterms:modified xsi:type="dcterms:W3CDTF">2019-10-17T12:09:49Z</dcterms:modified>
</cp:coreProperties>
</file>