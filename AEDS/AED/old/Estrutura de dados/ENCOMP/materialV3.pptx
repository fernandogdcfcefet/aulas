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1" r:id="rId2"/>
    <p:sldId id="272" r:id="rId3"/>
    <p:sldId id="273" r:id="rId4"/>
    <p:sldId id="283" r:id="rId5"/>
    <p:sldId id="287" r:id="rId6"/>
    <p:sldId id="288" r:id="rId7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152" y="-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65049-F1B4-462B-A3F2-F1E931EF2ACF}" type="datetimeFigureOut">
              <a:rPr lang="pt-BR" smtClean="0"/>
              <a:t>20/05/2019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66738"/>
            <a:ext cx="4010025" cy="2833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069975" y="3589338"/>
            <a:ext cx="8553450" cy="3400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AFCE6-2794-4072-9B02-9131E56B39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5793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AFCE6-2794-4072-9B02-9131E56B390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4554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15669" y="2385180"/>
            <a:ext cx="8863330" cy="114935"/>
          </a:xfrm>
          <a:custGeom>
            <a:avLst/>
            <a:gdLst/>
            <a:ahLst/>
            <a:cxnLst/>
            <a:rect l="l" t="t" r="r" b="b"/>
            <a:pathLst>
              <a:path w="8863330" h="114935">
                <a:moveTo>
                  <a:pt x="8863052" y="114414"/>
                </a:moveTo>
                <a:lnTo>
                  <a:pt x="8863052" y="0"/>
                </a:lnTo>
                <a:lnTo>
                  <a:pt x="0" y="0"/>
                </a:lnTo>
                <a:lnTo>
                  <a:pt x="0" y="114414"/>
                </a:lnTo>
                <a:lnTo>
                  <a:pt x="8863052" y="114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23720" y="2615806"/>
            <a:ext cx="7845958" cy="655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50" b="0" i="0">
                <a:solidFill>
                  <a:srgbClr val="007F7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5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485505" cy="4206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9144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dado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30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ena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</a:t>
            </a:r>
            <a:r>
              <a:rPr sz="2050" dirty="0">
                <a:latin typeface="Arial"/>
                <a:cs typeface="Arial"/>
              </a:rPr>
              <a:t>ula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adequad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quand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ssi</a:t>
            </a:r>
            <a:r>
              <a:rPr sz="2050" dirty="0">
                <a:latin typeface="Arial"/>
                <a:cs typeface="Arial"/>
              </a:rPr>
              <a:t>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dirty="0">
                <a:latin typeface="Arial"/>
                <a:cs typeface="Arial"/>
              </a:rPr>
              <a:t>de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</a:t>
            </a:r>
            <a:r>
              <a:rPr sz="2050" dirty="0">
                <a:latin typeface="Arial"/>
                <a:cs typeface="Arial"/>
              </a:rPr>
              <a:t> algu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bina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Ac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sso</a:t>
            </a:r>
            <a:r>
              <a:rPr sz="2050" dirty="0">
                <a:latin typeface="Arial"/>
                <a:cs typeface="Arial"/>
              </a:rPr>
              <a:t> dire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equen</a:t>
            </a:r>
            <a:r>
              <a:rPr sz="2050" spc="5" dirty="0">
                <a:latin typeface="Arial"/>
                <a:cs typeface="Arial"/>
              </a:rPr>
              <a:t>ci</a:t>
            </a:r>
            <a:r>
              <a:rPr sz="2050" dirty="0">
                <a:latin typeface="Arial"/>
                <a:cs typeface="Arial"/>
              </a:rPr>
              <a:t>al eficien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-100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acilidad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e</a:t>
            </a:r>
            <a:r>
              <a:rPr sz="2050" dirty="0">
                <a:latin typeface="Arial"/>
                <a:cs typeface="Arial"/>
              </a:rPr>
              <a:t> re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1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xa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iliza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ó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undá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638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4328"/>
            <a:ext cx="7586345" cy="10109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qualque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qu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enh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38178" y="2124252"/>
            <a:ext cx="379095" cy="351790"/>
          </a:xfrm>
          <a:custGeom>
            <a:avLst/>
            <a:gdLst/>
            <a:ahLst/>
            <a:cxnLst/>
            <a:rect l="l" t="t" r="r" b="b"/>
            <a:pathLst>
              <a:path w="379095" h="351789">
                <a:moveTo>
                  <a:pt x="378574" y="175768"/>
                </a:moveTo>
                <a:lnTo>
                  <a:pt x="373414" y="134842"/>
                </a:lnTo>
                <a:lnTo>
                  <a:pt x="358732" y="97346"/>
                </a:lnTo>
                <a:lnTo>
                  <a:pt x="335718" y="64387"/>
                </a:lnTo>
                <a:lnTo>
                  <a:pt x="305566" y="37071"/>
                </a:lnTo>
                <a:lnTo>
                  <a:pt x="269468" y="16507"/>
                </a:lnTo>
                <a:lnTo>
                  <a:pt x="228618" y="3801"/>
                </a:lnTo>
                <a:lnTo>
                  <a:pt x="189280" y="0"/>
                </a:lnTo>
                <a:lnTo>
                  <a:pt x="184238" y="61"/>
                </a:lnTo>
                <a:lnTo>
                  <a:pt x="145207" y="4790"/>
                </a:lnTo>
                <a:lnTo>
                  <a:pt x="104828" y="18424"/>
                </a:lnTo>
                <a:lnTo>
                  <a:pt x="69334" y="39793"/>
                </a:lnTo>
                <a:lnTo>
                  <a:pt x="39919" y="67790"/>
                </a:lnTo>
                <a:lnTo>
                  <a:pt x="17775" y="101309"/>
                </a:lnTo>
                <a:lnTo>
                  <a:pt x="4093" y="139240"/>
                </a:lnTo>
                <a:lnTo>
                  <a:pt x="0" y="175768"/>
                </a:lnTo>
                <a:lnTo>
                  <a:pt x="65" y="180450"/>
                </a:lnTo>
                <a:lnTo>
                  <a:pt x="6341" y="221049"/>
                </a:lnTo>
                <a:lnTo>
                  <a:pt x="22006" y="258095"/>
                </a:lnTo>
                <a:lnTo>
                  <a:pt x="45870" y="290482"/>
                </a:lnTo>
                <a:lnTo>
                  <a:pt x="76738" y="317103"/>
                </a:lnTo>
                <a:lnTo>
                  <a:pt x="113421" y="336848"/>
                </a:lnTo>
                <a:lnTo>
                  <a:pt x="149943" y="347734"/>
                </a:lnTo>
                <a:lnTo>
                  <a:pt x="189280" y="351536"/>
                </a:lnTo>
                <a:lnTo>
                  <a:pt x="194323" y="351474"/>
                </a:lnTo>
                <a:lnTo>
                  <a:pt x="233354" y="346745"/>
                </a:lnTo>
                <a:lnTo>
                  <a:pt x="273735" y="333111"/>
                </a:lnTo>
                <a:lnTo>
                  <a:pt x="309231" y="311742"/>
                </a:lnTo>
                <a:lnTo>
                  <a:pt x="338649" y="283745"/>
                </a:lnTo>
                <a:lnTo>
                  <a:pt x="360796" y="250226"/>
                </a:lnTo>
                <a:lnTo>
                  <a:pt x="374480" y="212295"/>
                </a:lnTo>
                <a:lnTo>
                  <a:pt x="378574" y="17576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5417" y="3057156"/>
            <a:ext cx="392430" cy="419734"/>
          </a:xfrm>
          <a:custGeom>
            <a:avLst/>
            <a:gdLst/>
            <a:ahLst/>
            <a:cxnLst/>
            <a:rect l="l" t="t" r="r" b="b"/>
            <a:pathLst>
              <a:path w="392429" h="419735">
                <a:moveTo>
                  <a:pt x="392099" y="0"/>
                </a:moveTo>
                <a:lnTo>
                  <a:pt x="0" y="419138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75417" y="3476294"/>
            <a:ext cx="824865" cy="0"/>
          </a:xfrm>
          <a:custGeom>
            <a:avLst/>
            <a:gdLst/>
            <a:ahLst/>
            <a:cxnLst/>
            <a:rect l="l" t="t" r="r" b="b"/>
            <a:pathLst>
              <a:path w="824864">
                <a:moveTo>
                  <a:pt x="0" y="0"/>
                </a:moveTo>
                <a:lnTo>
                  <a:pt x="824750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67517" y="3057156"/>
            <a:ext cx="419734" cy="405765"/>
          </a:xfrm>
          <a:custGeom>
            <a:avLst/>
            <a:gdLst/>
            <a:ahLst/>
            <a:cxnLst/>
            <a:rect l="l" t="t" r="r" b="b"/>
            <a:pathLst>
              <a:path w="419735" h="405764">
                <a:moveTo>
                  <a:pt x="0" y="0"/>
                </a:moveTo>
                <a:lnTo>
                  <a:pt x="419125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916993" y="3057156"/>
            <a:ext cx="500380" cy="405765"/>
          </a:xfrm>
          <a:custGeom>
            <a:avLst/>
            <a:gdLst/>
            <a:ahLst/>
            <a:cxnLst/>
            <a:rect l="l" t="t" r="r" b="b"/>
            <a:pathLst>
              <a:path w="500379" h="405764">
                <a:moveTo>
                  <a:pt x="500265" y="0"/>
                </a:moveTo>
                <a:lnTo>
                  <a:pt x="0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16993" y="3462769"/>
            <a:ext cx="960119" cy="0"/>
          </a:xfrm>
          <a:custGeom>
            <a:avLst/>
            <a:gdLst/>
            <a:ahLst/>
            <a:cxnLst/>
            <a:rect l="l" t="t" r="r" b="b"/>
            <a:pathLst>
              <a:path w="960120">
                <a:moveTo>
                  <a:pt x="0" y="0"/>
                </a:moveTo>
                <a:lnTo>
                  <a:pt x="959954" y="0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417259" y="3057156"/>
            <a:ext cx="473709" cy="405765"/>
          </a:xfrm>
          <a:custGeom>
            <a:avLst/>
            <a:gdLst/>
            <a:ahLst/>
            <a:cxnLst/>
            <a:rect l="l" t="t" r="r" b="b"/>
            <a:pathLst>
              <a:path w="473709" h="405764">
                <a:moveTo>
                  <a:pt x="0" y="0"/>
                </a:moveTo>
                <a:lnTo>
                  <a:pt x="473214" y="405612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7721" y="2146046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4253" y="3146564"/>
            <a:ext cx="151765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77526" y="3146564"/>
            <a:ext cx="162560" cy="239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D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67517" y="2475788"/>
            <a:ext cx="906144" cy="581660"/>
          </a:xfrm>
          <a:custGeom>
            <a:avLst/>
            <a:gdLst/>
            <a:ahLst/>
            <a:cxnLst/>
            <a:rect l="l" t="t" r="r" b="b"/>
            <a:pathLst>
              <a:path w="906145" h="581660">
                <a:moveTo>
                  <a:pt x="905865" y="0"/>
                </a:moveTo>
                <a:lnTo>
                  <a:pt x="0" y="581367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67517" y="2975991"/>
            <a:ext cx="106045" cy="81280"/>
          </a:xfrm>
          <a:custGeom>
            <a:avLst/>
            <a:gdLst/>
            <a:ahLst/>
            <a:cxnLst/>
            <a:rect l="l" t="t" r="r" b="b"/>
            <a:pathLst>
              <a:path w="106045" h="81280">
                <a:moveTo>
                  <a:pt x="0" y="81165"/>
                </a:moveTo>
                <a:lnTo>
                  <a:pt x="105625" y="45504"/>
                </a:lnTo>
                <a:lnTo>
                  <a:pt x="76415" y="0"/>
                </a:lnTo>
                <a:lnTo>
                  <a:pt x="0" y="81165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68023" y="2475788"/>
            <a:ext cx="1136015" cy="554355"/>
          </a:xfrm>
          <a:custGeom>
            <a:avLst/>
            <a:gdLst/>
            <a:ahLst/>
            <a:cxnLst/>
            <a:rect l="l" t="t" r="r" b="b"/>
            <a:pathLst>
              <a:path w="1136014" h="554355">
                <a:moveTo>
                  <a:pt x="0" y="0"/>
                </a:moveTo>
                <a:lnTo>
                  <a:pt x="1135710" y="554329"/>
                </a:lnTo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94666" y="2958376"/>
            <a:ext cx="109220" cy="71755"/>
          </a:xfrm>
          <a:custGeom>
            <a:avLst/>
            <a:gdLst/>
            <a:ahLst/>
            <a:cxnLst/>
            <a:rect l="l" t="t" r="r" b="b"/>
            <a:pathLst>
              <a:path w="109220" h="71755">
                <a:moveTo>
                  <a:pt x="109067" y="71742"/>
                </a:moveTo>
                <a:lnTo>
                  <a:pt x="23723" y="0"/>
                </a:lnTo>
                <a:lnTo>
                  <a:pt x="0" y="48602"/>
                </a:lnTo>
                <a:lnTo>
                  <a:pt x="109067" y="71742"/>
                </a:lnTo>
                <a:close/>
              </a:path>
            </a:pathLst>
          </a:custGeom>
          <a:ln w="135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83613" y="3842067"/>
            <a:ext cx="3150235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rela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</a:t>
            </a:r>
            <a:r>
              <a:rPr sz="2050" spc="-40" dirty="0">
                <a:latin typeface="Arial"/>
                <a:cs typeface="Arial"/>
              </a:rPr>
              <a:t>n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iant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42551" y="4484992"/>
            <a:ext cx="368935" cy="394335"/>
          </a:xfrm>
          <a:custGeom>
            <a:avLst/>
            <a:gdLst/>
            <a:ahLst/>
            <a:cxnLst/>
            <a:rect l="l" t="t" r="r" b="b"/>
            <a:pathLst>
              <a:path w="368935" h="394335">
                <a:moveTo>
                  <a:pt x="368757" y="0"/>
                </a:moveTo>
                <a:lnTo>
                  <a:pt x="0" y="394195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917126" y="4891900"/>
            <a:ext cx="941069" cy="0"/>
          </a:xfrm>
          <a:custGeom>
            <a:avLst/>
            <a:gdLst/>
            <a:ahLst/>
            <a:cxnLst/>
            <a:rect l="l" t="t" r="r" b="b"/>
            <a:pathLst>
              <a:path w="941070">
                <a:moveTo>
                  <a:pt x="0" y="0"/>
                </a:moveTo>
                <a:lnTo>
                  <a:pt x="940968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336747" y="4472279"/>
            <a:ext cx="521970" cy="407034"/>
          </a:xfrm>
          <a:custGeom>
            <a:avLst/>
            <a:gdLst/>
            <a:ahLst/>
            <a:cxnLst/>
            <a:rect l="l" t="t" r="r" b="b"/>
            <a:pathLst>
              <a:path w="521970" h="407035">
                <a:moveTo>
                  <a:pt x="0" y="0"/>
                </a:moveTo>
                <a:lnTo>
                  <a:pt x="521347" y="40690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366729" y="4535855"/>
            <a:ext cx="203835" cy="165735"/>
          </a:xfrm>
          <a:custGeom>
            <a:avLst/>
            <a:gdLst/>
            <a:ahLst/>
            <a:cxnLst/>
            <a:rect l="l" t="t" r="r" b="b"/>
            <a:pathLst>
              <a:path w="203835" h="165735">
                <a:moveTo>
                  <a:pt x="203454" y="0"/>
                </a:moveTo>
                <a:lnTo>
                  <a:pt x="0" y="165303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366729" y="4701158"/>
            <a:ext cx="216535" cy="114935"/>
          </a:xfrm>
          <a:custGeom>
            <a:avLst/>
            <a:gdLst/>
            <a:ahLst/>
            <a:cxnLst/>
            <a:rect l="l" t="t" r="r" b="b"/>
            <a:pathLst>
              <a:path w="216535" h="114935">
                <a:moveTo>
                  <a:pt x="0" y="0"/>
                </a:moveTo>
                <a:lnTo>
                  <a:pt x="216166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97803" y="4510430"/>
            <a:ext cx="229235" cy="191135"/>
          </a:xfrm>
          <a:custGeom>
            <a:avLst/>
            <a:gdLst/>
            <a:ahLst/>
            <a:cxnLst/>
            <a:rect l="l" t="t" r="r" b="b"/>
            <a:pathLst>
              <a:path w="229235" h="191135">
                <a:moveTo>
                  <a:pt x="228879" y="0"/>
                </a:moveTo>
                <a:lnTo>
                  <a:pt x="0" y="190728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97803" y="4701158"/>
            <a:ext cx="267335" cy="114935"/>
          </a:xfrm>
          <a:custGeom>
            <a:avLst/>
            <a:gdLst/>
            <a:ahLst/>
            <a:cxnLst/>
            <a:rect l="l" t="t" r="r" b="b"/>
            <a:pathLst>
              <a:path w="267335" h="114935">
                <a:moveTo>
                  <a:pt x="0" y="0"/>
                </a:moveTo>
                <a:lnTo>
                  <a:pt x="267030" y="114452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75195" y="4421416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4" h="356235">
                <a:moveTo>
                  <a:pt x="356044" y="0"/>
                </a:moveTo>
                <a:lnTo>
                  <a:pt x="0" y="356044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75195" y="4777460"/>
            <a:ext cx="763270" cy="0"/>
          </a:xfrm>
          <a:custGeom>
            <a:avLst/>
            <a:gdLst/>
            <a:ahLst/>
            <a:cxnLst/>
            <a:rect l="l" t="t" r="r" b="b"/>
            <a:pathLst>
              <a:path w="763270">
                <a:moveTo>
                  <a:pt x="0" y="0"/>
                </a:moveTo>
                <a:lnTo>
                  <a:pt x="762952" y="0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431240" y="4408703"/>
            <a:ext cx="419734" cy="368935"/>
          </a:xfrm>
          <a:custGeom>
            <a:avLst/>
            <a:gdLst/>
            <a:ahLst/>
            <a:cxnLst/>
            <a:rect l="l" t="t" r="r" b="b"/>
            <a:pathLst>
              <a:path w="419734" h="368935">
                <a:moveTo>
                  <a:pt x="0" y="0"/>
                </a:moveTo>
                <a:lnTo>
                  <a:pt x="419620" y="368757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67820" y="4408703"/>
            <a:ext cx="407034" cy="432434"/>
          </a:xfrm>
          <a:custGeom>
            <a:avLst/>
            <a:gdLst/>
            <a:ahLst/>
            <a:cxnLst/>
            <a:rect l="l" t="t" r="r" b="b"/>
            <a:pathLst>
              <a:path w="407035" h="432435">
                <a:moveTo>
                  <a:pt x="406908" y="216166"/>
                </a:moveTo>
                <a:lnTo>
                  <a:pt x="403629" y="177308"/>
                </a:lnTo>
                <a:lnTo>
                  <a:pt x="392591" y="136355"/>
                </a:lnTo>
                <a:lnTo>
                  <a:pt x="374559" y="99165"/>
                </a:lnTo>
                <a:lnTo>
                  <a:pt x="350350" y="66605"/>
                </a:lnTo>
                <a:lnTo>
                  <a:pt x="320784" y="39545"/>
                </a:lnTo>
                <a:lnTo>
                  <a:pt x="286678" y="18854"/>
                </a:lnTo>
                <a:lnTo>
                  <a:pt x="248851" y="5401"/>
                </a:lnTo>
                <a:lnTo>
                  <a:pt x="208123" y="55"/>
                </a:lnTo>
                <a:lnTo>
                  <a:pt x="203454" y="0"/>
                </a:lnTo>
                <a:lnTo>
                  <a:pt x="198784" y="55"/>
                </a:lnTo>
                <a:lnTo>
                  <a:pt x="158056" y="5401"/>
                </a:lnTo>
                <a:lnTo>
                  <a:pt x="120229" y="18854"/>
                </a:lnTo>
                <a:lnTo>
                  <a:pt x="86123" y="39545"/>
                </a:lnTo>
                <a:lnTo>
                  <a:pt x="56557" y="66605"/>
                </a:lnTo>
                <a:lnTo>
                  <a:pt x="32348" y="99165"/>
                </a:lnTo>
                <a:lnTo>
                  <a:pt x="14316" y="136355"/>
                </a:lnTo>
                <a:lnTo>
                  <a:pt x="3278" y="177308"/>
                </a:lnTo>
                <a:lnTo>
                  <a:pt x="0" y="216166"/>
                </a:lnTo>
                <a:lnTo>
                  <a:pt x="52" y="221127"/>
                </a:lnTo>
                <a:lnTo>
                  <a:pt x="4133" y="259730"/>
                </a:lnTo>
                <a:lnTo>
                  <a:pt x="15989" y="300306"/>
                </a:lnTo>
                <a:lnTo>
                  <a:pt x="34748" y="337025"/>
                </a:lnTo>
                <a:lnTo>
                  <a:pt x="59593" y="369017"/>
                </a:lnTo>
                <a:lnTo>
                  <a:pt x="89704" y="395414"/>
                </a:lnTo>
                <a:lnTo>
                  <a:pt x="124263" y="415345"/>
                </a:lnTo>
                <a:lnTo>
                  <a:pt x="162453" y="427941"/>
                </a:lnTo>
                <a:lnTo>
                  <a:pt x="203454" y="432333"/>
                </a:lnTo>
                <a:lnTo>
                  <a:pt x="208123" y="432277"/>
                </a:lnTo>
                <a:lnTo>
                  <a:pt x="248851" y="426931"/>
                </a:lnTo>
                <a:lnTo>
                  <a:pt x="286678" y="413476"/>
                </a:lnTo>
                <a:lnTo>
                  <a:pt x="320784" y="392784"/>
                </a:lnTo>
                <a:lnTo>
                  <a:pt x="350350" y="365723"/>
                </a:lnTo>
                <a:lnTo>
                  <a:pt x="374559" y="333162"/>
                </a:lnTo>
                <a:lnTo>
                  <a:pt x="392591" y="295972"/>
                </a:lnTo>
                <a:lnTo>
                  <a:pt x="403629" y="255021"/>
                </a:lnTo>
                <a:lnTo>
                  <a:pt x="406908" y="216166"/>
                </a:lnTo>
              </a:path>
            </a:pathLst>
          </a:custGeom>
          <a:ln w="127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260458" y="4570438"/>
            <a:ext cx="14414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20423" y="4494148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R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3101" y="4481423"/>
            <a:ext cx="15430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500987" y="5174417"/>
            <a:ext cx="7595234" cy="154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2585" marR="5080" indent="-349885">
              <a:lnSpc>
                <a:spcPct val="117100"/>
              </a:lnSpc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querda.</a:t>
            </a:r>
            <a:endParaRPr sz="2050">
              <a:latin typeface="Arial"/>
              <a:cs typeface="Arial"/>
            </a:endParaRPr>
          </a:p>
          <a:p>
            <a:pPr marL="362585" marR="92075" indent="-349885">
              <a:lnSpc>
                <a:spcPct val="117000"/>
              </a:lnSpc>
              <a:spcBef>
                <a:spcPts val="575"/>
              </a:spcBef>
              <a:buAutoNum type="arabicPeriod"/>
              <a:tabLst>
                <a:tab pos="363220" algn="l"/>
              </a:tabLst>
            </a:pPr>
            <a:r>
              <a:rPr sz="2050" spc="-24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aiore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 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à</a:t>
            </a:r>
            <a:r>
              <a:rPr sz="2050" dirty="0">
                <a:latin typeface="Arial"/>
                <a:cs typeface="Arial"/>
              </a:rPr>
              <a:t> 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11326" y="854557"/>
            <a:ext cx="7586345" cy="384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se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026" y="1264691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21295" y="4126217"/>
            <a:ext cx="8297545" cy="2610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  <a:tab pos="624840" algn="l"/>
              </a:tabLst>
            </a:pPr>
            <a:r>
              <a:rPr sz="2050" spc="10" dirty="0">
                <a:latin typeface="Arial"/>
                <a:cs typeface="Arial"/>
              </a:rPr>
              <a:t>O	</a:t>
            </a:r>
            <a:r>
              <a:rPr sz="2050" b="1" dirty="0">
                <a:latin typeface="Arial"/>
                <a:cs typeface="Arial"/>
              </a:rPr>
              <a:t>n</a:t>
            </a:r>
            <a:r>
              <a:rPr sz="2050" b="1" spc="-5" dirty="0">
                <a:latin typeface="Arial"/>
                <a:cs typeface="Arial"/>
              </a:rPr>
              <a:t>í</a:t>
            </a:r>
            <a:r>
              <a:rPr sz="2050" b="1" dirty="0">
                <a:latin typeface="Arial"/>
                <a:cs typeface="Arial"/>
              </a:rPr>
              <a:t>vel</a:t>
            </a:r>
            <a:r>
              <a:rPr sz="2050" b="1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0.</a:t>
            </a:r>
            <a:endParaRPr sz="2050">
              <a:latin typeface="Arial"/>
              <a:cs typeface="Arial"/>
            </a:endParaRPr>
          </a:p>
          <a:p>
            <a:pPr marL="274955" marR="292735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5" dirty="0">
                <a:latin typeface="Arial"/>
                <a:cs typeface="Arial"/>
              </a:rPr>
              <a:t>Se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á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</a:t>
            </a:r>
            <a:r>
              <a:rPr sz="2050" i="1" spc="229" dirty="0">
                <a:latin typeface="Arial"/>
                <a:cs typeface="Arial"/>
              </a:rPr>
              <a:t>i</a:t>
            </a:r>
            <a:r>
              <a:rPr sz="2050" i="1" spc="-114" dirty="0">
                <a:latin typeface="Arial"/>
                <a:cs typeface="Arial"/>
              </a:rPr>
              <a:t> </a:t>
            </a:r>
            <a:r>
              <a:rPr sz="2050" spc="250" dirty="0">
                <a:latin typeface="Georgia"/>
                <a:cs typeface="Georgia"/>
              </a:rPr>
              <a:t>+</a:t>
            </a:r>
            <a:r>
              <a:rPr sz="2050" spc="-35" dirty="0">
                <a:latin typeface="Georgia"/>
                <a:cs typeface="Georgia"/>
              </a:rPr>
              <a:t> </a:t>
            </a:r>
            <a:r>
              <a:rPr sz="2050" spc="125" dirty="0">
                <a:latin typeface="Georgia"/>
                <a:cs typeface="Georgia"/>
              </a:rPr>
              <a:t>1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274955" marR="5080" indent="-262255">
              <a:lnSpc>
                <a:spcPct val="117100"/>
              </a:lnSpc>
              <a:spcBef>
                <a:spcPts val="116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b="1" dirty="0">
                <a:latin typeface="Arial"/>
                <a:cs typeface="Arial"/>
              </a:rPr>
              <a:t>a</a:t>
            </a:r>
            <a:r>
              <a:rPr sz="2050" b="1" spc="-5" dirty="0">
                <a:latin typeface="Arial"/>
                <a:cs typeface="Arial"/>
              </a:rPr>
              <a:t>l</a:t>
            </a:r>
            <a:r>
              <a:rPr sz="2050" b="1" dirty="0">
                <a:latin typeface="Arial"/>
                <a:cs typeface="Arial"/>
              </a:rPr>
              <a:t>tu</a:t>
            </a:r>
            <a:r>
              <a:rPr sz="2050" b="1" spc="5" dirty="0">
                <a:latin typeface="Arial"/>
                <a:cs typeface="Arial"/>
              </a:rPr>
              <a:t>ra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long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de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a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ó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olha.</a:t>
            </a:r>
            <a:endParaRPr sz="2050">
              <a:latin typeface="Arial"/>
              <a:cs typeface="Arial"/>
            </a:endParaRPr>
          </a:p>
          <a:p>
            <a:pPr marL="274955" indent="-262255">
              <a:lnSpc>
                <a:spcPct val="100000"/>
              </a:lnSpc>
              <a:spcBef>
                <a:spcPts val="1580"/>
              </a:spcBef>
              <a:buFont typeface="Lucida Sans Unicode"/>
              <a:buChar char="•"/>
              <a:tabLst>
                <a:tab pos="275590" algn="l"/>
              </a:tabLst>
            </a:pPr>
            <a:r>
              <a:rPr sz="2050" spc="10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ó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iz.</a:t>
            </a:r>
            <a:endParaRPr sz="2050">
              <a:latin typeface="Arial"/>
              <a:cs typeface="Arial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166" y="1492250"/>
            <a:ext cx="5115534" cy="2557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8892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62672"/>
            <a:ext cx="8737600" cy="522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minh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tral</a:t>
            </a:r>
            <a:endParaRPr sz="2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2000">
              <a:latin typeface="Times New Roman"/>
              <a:cs typeface="Times New Roman"/>
            </a:endParaRPr>
          </a:p>
          <a:p>
            <a:pPr marL="484505" marR="598170" indent="-262255">
              <a:lnSpc>
                <a:spcPct val="1197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pó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a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-30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, pod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per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orre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reg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põe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abe</a:t>
            </a:r>
            <a:r>
              <a:rPr sz="2050" spc="5" dirty="0">
                <a:latin typeface="Arial"/>
                <a:cs typeface="Arial"/>
              </a:rPr>
              <a:t>la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arqui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 marL="484505" marR="508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Exis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</a:t>
            </a:r>
            <a:r>
              <a:rPr sz="2050" b="1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1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ú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il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b="1" dirty="0">
                <a:latin typeface="Arial"/>
                <a:cs typeface="Arial"/>
              </a:rPr>
              <a:t>ca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dirty="0">
                <a:latin typeface="Arial"/>
                <a:cs typeface="Arial"/>
              </a:rPr>
              <a:t>nha</a:t>
            </a:r>
            <a:r>
              <a:rPr sz="2050" b="1" spc="10" dirty="0">
                <a:latin typeface="Arial"/>
                <a:cs typeface="Arial"/>
              </a:rPr>
              <a:t>m</a:t>
            </a:r>
            <a:r>
              <a:rPr sz="2050" b="1" dirty="0">
                <a:latin typeface="Arial"/>
                <a:cs typeface="Arial"/>
              </a:rPr>
              <a:t>ent</a:t>
            </a:r>
            <a:r>
              <a:rPr sz="2050" b="1" spc="5" dirty="0">
                <a:latin typeface="Arial"/>
                <a:cs typeface="Arial"/>
              </a:rPr>
              <a:t>o </a:t>
            </a:r>
            <a:r>
              <a:rPr sz="2050" b="1" dirty="0">
                <a:latin typeface="Arial"/>
                <a:cs typeface="Arial"/>
              </a:rPr>
              <a:t>cent</a:t>
            </a:r>
            <a:r>
              <a:rPr sz="2050" b="1" spc="5" dirty="0">
                <a:latin typeface="Arial"/>
                <a:cs typeface="Arial"/>
              </a:rPr>
              <a:t>r</a:t>
            </a:r>
            <a:r>
              <a:rPr sz="2050" b="1" dirty="0">
                <a:latin typeface="Arial"/>
                <a:cs typeface="Arial"/>
              </a:rPr>
              <a:t>al</a:t>
            </a:r>
            <a:r>
              <a:rPr sz="2050" dirty="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9"/>
              </a:spcBef>
              <a:buFont typeface="Lucida Sans Unicode"/>
              <a:buChar char="•"/>
            </a:pPr>
            <a:endParaRPr sz="1600">
              <a:latin typeface="Times New Roman"/>
              <a:cs typeface="Times New Roman"/>
            </a:endParaRPr>
          </a:p>
          <a:p>
            <a:pPr marL="484505" indent="-262255">
              <a:lnSpc>
                <a:spcPct val="100000"/>
              </a:lnSpc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O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</a:t>
            </a:r>
            <a:r>
              <a:rPr sz="2050" spc="5" dirty="0">
                <a:latin typeface="Arial"/>
                <a:cs typeface="Arial"/>
              </a:rPr>
              <a:t> 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be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dirty="0">
                <a:latin typeface="Arial"/>
                <a:cs typeface="Arial"/>
              </a:rPr>
              <a:t>pre</a:t>
            </a:r>
            <a:r>
              <a:rPr sz="2050" spc="5" dirty="0">
                <a:latin typeface="Arial"/>
                <a:cs typeface="Arial"/>
              </a:rPr>
              <a:t>sso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ur</a:t>
            </a:r>
            <a:r>
              <a:rPr sz="2050" spc="5" dirty="0">
                <a:latin typeface="Arial"/>
                <a:cs typeface="Arial"/>
              </a:rPr>
              <a:t>si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s: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iz;</a:t>
            </a:r>
            <a:endParaRPr sz="2050">
              <a:latin typeface="Arial"/>
              <a:cs typeface="Arial"/>
            </a:endParaRPr>
          </a:p>
          <a:p>
            <a:pPr marL="852169" lvl="1" indent="-349885">
              <a:lnSpc>
                <a:spcPct val="100000"/>
              </a:lnSpc>
              <a:spcBef>
                <a:spcPts val="1185"/>
              </a:spcBef>
              <a:buAutoNum type="arabicPeriod"/>
              <a:tabLst>
                <a:tab pos="852805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ubá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orde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al.</a:t>
            </a:r>
            <a:endParaRPr sz="2050">
              <a:latin typeface="Arial"/>
              <a:cs typeface="Arial"/>
            </a:endParaRPr>
          </a:p>
          <a:p>
            <a:pPr marL="484505" marR="146050" indent="-262255">
              <a:lnSpc>
                <a:spcPct val="119700"/>
              </a:lnSpc>
              <a:spcBef>
                <a:spcPts val="140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ica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im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8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nha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 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al </a:t>
            </a:r>
            <a:r>
              <a:rPr sz="2050" spc="5" dirty="0">
                <a:latin typeface="Arial"/>
                <a:cs typeface="Arial"/>
              </a:rPr>
              <a:t>é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 s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visi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ado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ordenada.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37600" cy="429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Á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-65" dirty="0">
                <a:solidFill>
                  <a:srgbClr val="007F7A"/>
                </a:solidFill>
                <a:latin typeface="Arial"/>
                <a:cs typeface="Arial"/>
              </a:rPr>
              <a:t>v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Bin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ári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s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-6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esquis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om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cea</a:t>
            </a:r>
            <a:r>
              <a:rPr sz="2450" b="1" spc="25" dirty="0">
                <a:solidFill>
                  <a:srgbClr val="007F7A"/>
                </a:solidFill>
                <a:latin typeface="Arial"/>
                <a:cs typeface="Arial"/>
              </a:rPr>
              <a:t>m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endParaRPr sz="2450" dirty="0">
              <a:latin typeface="Arial"/>
              <a:cs typeface="Arial"/>
            </a:endParaRPr>
          </a:p>
          <a:p>
            <a:pPr marL="484505" marR="224154" indent="-262255">
              <a:lnSpc>
                <a:spcPct val="116300"/>
              </a:lnSpc>
              <a:spcBef>
                <a:spcPts val="18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40" dirty="0">
                <a:latin typeface="Lucida Sans Unicode"/>
                <a:cs typeface="Lucida Sans Unicode"/>
              </a:rPr>
              <a:t>⇒</a:t>
            </a:r>
            <a:r>
              <a:rPr sz="2050" spc="-75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Arial"/>
                <a:cs typeface="Arial"/>
              </a:rPr>
              <a:t>nó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spc="-6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x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no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apare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o m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5" dirty="0">
                <a:latin typeface="Arial"/>
                <a:cs typeface="Arial"/>
              </a:rPr>
              <a:t>ximo</a:t>
            </a:r>
            <a:r>
              <a:rPr sz="2050" dirty="0">
                <a:latin typeface="Arial"/>
                <a:cs typeface="Arial"/>
              </a:rPr>
              <a:t> do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n</a:t>
            </a:r>
            <a:r>
              <a:rPr sz="2050" spc="-5" dirty="0">
                <a:latin typeface="Arial"/>
                <a:cs typeface="Arial"/>
              </a:rPr>
              <a:t>í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 adja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1447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Mi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imiza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éd</a:t>
            </a:r>
            <a:r>
              <a:rPr sz="2050" spc="5" dirty="0">
                <a:latin typeface="Arial"/>
                <a:cs typeface="Arial"/>
              </a:rPr>
              <a:t>io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isa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</a:t>
            </a:r>
            <a:r>
              <a:rPr sz="2050" spc="-40" dirty="0">
                <a:latin typeface="Arial"/>
                <a:cs typeface="Arial"/>
              </a:rPr>
              <a:t>b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iç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uni</a:t>
            </a:r>
            <a:r>
              <a:rPr sz="2050" spc="-65" dirty="0">
                <a:latin typeface="Arial"/>
                <a:cs typeface="Arial"/>
              </a:rPr>
              <a:t>f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me</a:t>
            </a:r>
            <a:r>
              <a:rPr sz="2050" dirty="0">
                <a:latin typeface="Arial"/>
                <a:cs typeface="Arial"/>
              </a:rPr>
              <a:t> da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-30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, ond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igua</a:t>
            </a:r>
            <a:r>
              <a:rPr sz="2050" spc="5" dirty="0">
                <a:latin typeface="Arial"/>
                <a:cs typeface="Arial"/>
              </a:rPr>
              <a:t>lm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pr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el d</a:t>
            </a:r>
            <a:r>
              <a:rPr sz="2050" spc="5" dirty="0">
                <a:latin typeface="Arial"/>
                <a:cs typeface="Arial"/>
              </a:rPr>
              <a:t>e 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u</a:t>
            </a:r>
            <a:r>
              <a:rPr sz="2050" spc="10" dirty="0">
                <a:latin typeface="Arial"/>
                <a:cs typeface="Arial"/>
              </a:rPr>
              <a:t>ma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a.</a:t>
            </a:r>
          </a:p>
          <a:p>
            <a:pPr marL="484505" marR="3175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ud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,</a:t>
            </a:r>
            <a:r>
              <a:rPr sz="2050" spc="5" dirty="0">
                <a:latin typeface="Arial"/>
                <a:cs typeface="Arial"/>
              </a:rPr>
              <a:t> 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apó</a:t>
            </a:r>
            <a:r>
              <a:rPr sz="2050" spc="5" dirty="0">
                <a:latin typeface="Arial"/>
                <a:cs typeface="Arial"/>
              </a:rPr>
              <a:t>s c</a:t>
            </a:r>
            <a:r>
              <a:rPr sz="2050" dirty="0">
                <a:latin typeface="Arial"/>
                <a:cs typeface="Arial"/>
              </a:rPr>
              <a:t>ad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er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al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-80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.</a:t>
            </a:r>
          </a:p>
          <a:p>
            <a:pPr marL="484505" marR="5080" indent="-262255">
              <a:lnSpc>
                <a:spcPct val="116300"/>
              </a:lnSpc>
              <a:spcBef>
                <a:spcPts val="1080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-75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h</a:t>
            </a:r>
            <a:r>
              <a:rPr sz="2050" spc="-40" dirty="0">
                <a:latin typeface="Arial"/>
                <a:cs typeface="Arial"/>
              </a:rPr>
              <a:t>a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1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n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querd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ob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à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direi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spc="-5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é</a:t>
            </a:r>
            <a:r>
              <a:rPr sz="2050" dirty="0">
                <a:latin typeface="Arial"/>
                <a:cs typeface="Arial"/>
              </a:rPr>
              <a:t> ne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ss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io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spc="-3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vim</a:t>
            </a:r>
            <a:r>
              <a:rPr sz="2050" dirty="0">
                <a:latin typeface="Arial"/>
                <a:cs typeface="Arial"/>
              </a:rPr>
              <a:t>en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odo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nó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iginal.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45" y="5127383"/>
            <a:ext cx="6197055" cy="2406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024026" y="871042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24026" y="1256804"/>
            <a:ext cx="8712200" cy="0"/>
          </a:xfrm>
          <a:custGeom>
            <a:avLst/>
            <a:gdLst/>
            <a:ahLst/>
            <a:cxnLst/>
            <a:rect l="l" t="t" r="r" b="b"/>
            <a:pathLst>
              <a:path w="8712200">
                <a:moveTo>
                  <a:pt x="0" y="0"/>
                </a:moveTo>
                <a:lnTo>
                  <a:pt x="8711833" y="0"/>
                </a:lnTo>
              </a:path>
            </a:pathLst>
          </a:custGeom>
          <a:ln w="219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1326" y="851928"/>
            <a:ext cx="8716645" cy="17062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Uma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Fo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de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Con</a:t>
            </a:r>
            <a:r>
              <a:rPr sz="2450" b="1" dirty="0">
                <a:solidFill>
                  <a:srgbClr val="007F7A"/>
                </a:solidFill>
                <a:latin typeface="Arial"/>
                <a:cs typeface="Arial"/>
              </a:rPr>
              <a:t>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n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ar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est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 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P</a:t>
            </a:r>
            <a:r>
              <a:rPr sz="2450" b="1" spc="-40" dirty="0">
                <a:solidFill>
                  <a:srgbClr val="007F7A"/>
                </a:solidFill>
                <a:latin typeface="Arial"/>
                <a:cs typeface="Arial"/>
              </a:rPr>
              <a:t>r</a:t>
            </a:r>
            <a:r>
              <a:rPr sz="2450" b="1" spc="15" dirty="0">
                <a:solidFill>
                  <a:srgbClr val="007F7A"/>
                </a:solidFill>
                <a:latin typeface="Arial"/>
                <a:cs typeface="Arial"/>
              </a:rPr>
              <a:t>o</a:t>
            </a:r>
            <a:r>
              <a:rPr sz="2450" b="1" spc="-15" dirty="0">
                <a:solidFill>
                  <a:srgbClr val="007F7A"/>
                </a:solidFill>
                <a:latin typeface="Arial"/>
                <a:cs typeface="Arial"/>
              </a:rPr>
              <a:t>b</a:t>
            </a:r>
            <a:r>
              <a:rPr sz="2450" b="1" spc="5" dirty="0">
                <a:solidFill>
                  <a:srgbClr val="007F7A"/>
                </a:solidFill>
                <a:latin typeface="Arial"/>
                <a:cs typeface="Arial"/>
              </a:rPr>
              <a:t>l</a:t>
            </a:r>
            <a:r>
              <a:rPr sz="2450" b="1" spc="10" dirty="0">
                <a:solidFill>
                  <a:srgbClr val="007F7A"/>
                </a:solidFill>
                <a:latin typeface="Arial"/>
                <a:cs typeface="Arial"/>
              </a:rPr>
              <a:t>e</a:t>
            </a:r>
            <a:r>
              <a:rPr sz="2450" b="1" spc="20" dirty="0">
                <a:solidFill>
                  <a:srgbClr val="007F7A"/>
                </a:solidFill>
                <a:latin typeface="Arial"/>
                <a:cs typeface="Arial"/>
              </a:rPr>
              <a:t>ma</a:t>
            </a:r>
            <a:endParaRPr sz="2450">
              <a:latin typeface="Arial"/>
              <a:cs typeface="Arial"/>
            </a:endParaRPr>
          </a:p>
          <a:p>
            <a:pPr marL="484505" indent="-262255">
              <a:lnSpc>
                <a:spcPct val="100000"/>
              </a:lnSpc>
              <a:spcBef>
                <a:spcPts val="2225"/>
              </a:spcBef>
              <a:buFont typeface="Lucida Sans Unicode"/>
              <a:buChar char="•"/>
              <a:tabLst>
                <a:tab pos="485140" algn="l"/>
              </a:tabLst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s</a:t>
            </a:r>
            <a:r>
              <a:rPr sz="2050" dirty="0">
                <a:latin typeface="Arial"/>
                <a:cs typeface="Arial"/>
              </a:rPr>
              <a:t>olu</a:t>
            </a:r>
            <a:r>
              <a:rPr sz="2050" spc="5" dirty="0">
                <a:latin typeface="Arial"/>
                <a:cs typeface="Arial"/>
              </a:rPr>
              <a:t>ç</a:t>
            </a:r>
            <a:r>
              <a:rPr sz="2050" dirty="0">
                <a:latin typeface="Arial"/>
                <a:cs typeface="Arial"/>
              </a:rPr>
              <a:t>ã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in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5" dirty="0">
                <a:latin typeface="Arial"/>
                <a:cs typeface="Arial"/>
              </a:rPr>
              <a:t>r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ediá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ia 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ssa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endParaRPr sz="2050">
              <a:latin typeface="Arial"/>
              <a:cs typeface="Arial"/>
            </a:endParaRPr>
          </a:p>
          <a:p>
            <a:pPr marL="484505" marR="5080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“qua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e-balan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eada”,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5" dirty="0">
                <a:latin typeface="Arial"/>
                <a:cs typeface="Arial"/>
              </a:rPr>
              <a:t>z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tenta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ante</a:t>
            </a:r>
            <a:r>
              <a:rPr sz="2050" spc="5" dirty="0">
                <a:latin typeface="Arial"/>
                <a:cs typeface="Arial"/>
              </a:rPr>
              <a:t>r a</a:t>
            </a:r>
            <a:r>
              <a:rPr sz="2050" dirty="0">
                <a:latin typeface="Arial"/>
                <a:cs typeface="Arial"/>
              </a:rPr>
              <a:t> 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 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eada.</a:t>
            </a:r>
            <a:endParaRPr sz="2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21295" y="2735414"/>
            <a:ext cx="1417320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indent="-262255">
              <a:lnSpc>
                <a:spcPct val="100000"/>
              </a:lnSpc>
              <a:buFont typeface="Lucida Sans Unicode"/>
              <a:buChar char="•"/>
              <a:tabLst>
                <a:tab pos="275590" algn="l"/>
              </a:tabLst>
            </a:pPr>
            <a:r>
              <a:rPr sz="2050" b="1" spc="10" dirty="0">
                <a:latin typeface="Arial"/>
                <a:cs typeface="Arial"/>
              </a:rPr>
              <a:t>O</a:t>
            </a:r>
            <a:r>
              <a:rPr sz="2050" b="1" dirty="0">
                <a:latin typeface="Arial"/>
                <a:cs typeface="Arial"/>
              </a:rPr>
              <a:t>b</a:t>
            </a:r>
            <a:r>
              <a:rPr sz="2050" b="1" spc="-5" dirty="0">
                <a:latin typeface="Arial"/>
                <a:cs typeface="Arial"/>
              </a:rPr>
              <a:t>j</a:t>
            </a:r>
            <a:r>
              <a:rPr sz="2050" b="1" dirty="0">
                <a:latin typeface="Arial"/>
                <a:cs typeface="Arial"/>
              </a:rPr>
              <a:t>et</a:t>
            </a:r>
            <a:r>
              <a:rPr sz="2050" b="1" spc="-5" dirty="0">
                <a:latin typeface="Arial"/>
                <a:cs typeface="Arial"/>
              </a:rPr>
              <a:t>i</a:t>
            </a:r>
            <a:r>
              <a:rPr sz="2050" b="1" spc="-60" dirty="0">
                <a:latin typeface="Arial"/>
                <a:cs typeface="Arial"/>
              </a:rPr>
              <a:t>v</a:t>
            </a:r>
            <a:r>
              <a:rPr sz="2050" b="1" dirty="0">
                <a:latin typeface="Arial"/>
                <a:cs typeface="Arial"/>
              </a:rPr>
              <a:t>o</a:t>
            </a:r>
            <a:r>
              <a:rPr sz="2050" b="1" spc="5" dirty="0">
                <a:latin typeface="Arial"/>
                <a:cs typeface="Arial"/>
              </a:rPr>
              <a:t>:</a:t>
            </a:r>
            <a:endParaRPr sz="20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93263" y="2735414"/>
            <a:ext cx="6337300" cy="323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50" spc="10" dirty="0">
                <a:latin typeface="Arial"/>
                <a:cs typeface="Arial"/>
              </a:rPr>
              <a:t>P</a:t>
            </a:r>
            <a:r>
              <a:rPr sz="2050" dirty="0">
                <a:latin typeface="Arial"/>
                <a:cs typeface="Arial"/>
              </a:rPr>
              <a:t>ro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u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 </a:t>
            </a:r>
            <a:r>
              <a:rPr sz="2050" dirty="0">
                <a:latin typeface="Arial"/>
                <a:cs typeface="Arial"/>
              </a:rPr>
              <a:t>obte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bon</a:t>
            </a:r>
            <a:r>
              <a:rPr sz="2050" spc="5" dirty="0">
                <a:latin typeface="Arial"/>
                <a:cs typeface="Arial"/>
              </a:rPr>
              <a:t>s </a:t>
            </a: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pe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qu</a:t>
            </a:r>
            <a:r>
              <a:rPr sz="2050" spc="5" dirty="0">
                <a:latin typeface="Arial"/>
                <a:cs typeface="Arial"/>
              </a:rPr>
              <a:t>is</a:t>
            </a:r>
            <a:r>
              <a:rPr sz="2050" dirty="0">
                <a:latin typeface="Arial"/>
                <a:cs typeface="Arial"/>
              </a:rPr>
              <a:t>a, pró</a:t>
            </a:r>
            <a:r>
              <a:rPr sz="2050" spc="5" dirty="0">
                <a:latin typeface="Arial"/>
                <a:cs typeface="Arial"/>
              </a:rPr>
              <a:t>xim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o</a:t>
            </a:r>
            <a:endParaRPr sz="2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295" y="3047850"/>
            <a:ext cx="8522335" cy="70025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74955" marR="363855">
              <a:lnSpc>
                <a:spcPct val="116300"/>
              </a:lnSpc>
            </a:pPr>
            <a:r>
              <a:rPr sz="2050" dirty="0">
                <a:latin typeface="Arial"/>
                <a:cs typeface="Arial"/>
              </a:rPr>
              <a:t>te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</a:t>
            </a:r>
            <a:r>
              <a:rPr sz="2050" spc="5" dirty="0">
                <a:latin typeface="Arial"/>
                <a:cs typeface="Arial"/>
              </a:rPr>
              <a:t>o </a:t>
            </a:r>
            <a:r>
              <a:rPr sz="2050" dirty="0">
                <a:latin typeface="Arial"/>
                <a:cs typeface="Arial"/>
              </a:rPr>
              <a:t>ót</a:t>
            </a:r>
            <a:r>
              <a:rPr sz="2050" spc="5" dirty="0">
                <a:latin typeface="Arial"/>
                <a:cs typeface="Arial"/>
              </a:rPr>
              <a:t>imo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á</a:t>
            </a:r>
            <a:r>
              <a:rPr sz="2050" spc="65" dirty="0">
                <a:latin typeface="Arial"/>
                <a:cs typeface="Arial"/>
              </a:rPr>
              <a:t>r</a:t>
            </a:r>
            <a:r>
              <a:rPr sz="2050" spc="-50" dirty="0">
                <a:latin typeface="Arial"/>
                <a:cs typeface="Arial"/>
              </a:rPr>
              <a:t>v</a:t>
            </a:r>
            <a:r>
              <a:rPr sz="2050" dirty="0">
                <a:latin typeface="Arial"/>
                <a:cs typeface="Arial"/>
              </a:rPr>
              <a:t>or</a:t>
            </a:r>
            <a:r>
              <a:rPr sz="2050" spc="5" dirty="0">
                <a:latin typeface="Arial"/>
                <a:cs typeface="Arial"/>
              </a:rPr>
              <a:t>e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o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pleta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ent</a:t>
            </a:r>
            <a:r>
              <a:rPr sz="2050" spc="5" dirty="0">
                <a:latin typeface="Arial"/>
                <a:cs typeface="Arial"/>
              </a:rPr>
              <a:t>e </a:t>
            </a:r>
            <a:r>
              <a:rPr sz="2050" dirty="0">
                <a:latin typeface="Arial"/>
                <a:cs typeface="Arial"/>
              </a:rPr>
              <a:t>balan</a:t>
            </a:r>
            <a:r>
              <a:rPr sz="2050" spc="5" dirty="0">
                <a:latin typeface="Arial"/>
                <a:cs typeface="Arial"/>
              </a:rPr>
              <a:t>c</a:t>
            </a:r>
            <a:r>
              <a:rPr sz="2050" dirty="0">
                <a:latin typeface="Arial"/>
                <a:cs typeface="Arial"/>
              </a:rPr>
              <a:t>eada,</a:t>
            </a:r>
            <a:r>
              <a:rPr sz="2050" spc="5" dirty="0">
                <a:latin typeface="Arial"/>
                <a:cs typeface="Arial"/>
              </a:rPr>
              <a:t> 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10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 paga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spc="-15" dirty="0">
                <a:latin typeface="Arial"/>
                <a:cs typeface="Arial"/>
              </a:rPr>
              <a:t>m</a:t>
            </a:r>
            <a:r>
              <a:rPr sz="2050" dirty="0">
                <a:latin typeface="Arial"/>
                <a:cs typeface="Arial"/>
              </a:rPr>
              <a:t>ui</a:t>
            </a:r>
            <a:r>
              <a:rPr sz="2050" spc="-5" dirty="0">
                <a:latin typeface="Arial"/>
                <a:cs typeface="Arial"/>
              </a:rPr>
              <a:t>t</a:t>
            </a:r>
            <a:r>
              <a:rPr sz="2050" spc="5" dirty="0">
                <a:latin typeface="Arial"/>
                <a:cs typeface="Arial"/>
              </a:rPr>
              <a:t>o</a:t>
            </a:r>
            <a:r>
              <a:rPr sz="2050" dirty="0">
                <a:latin typeface="Arial"/>
                <a:cs typeface="Arial"/>
              </a:rPr>
              <a:t> pa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spc="5" dirty="0">
                <a:latin typeface="Arial"/>
                <a:cs typeface="Arial"/>
              </a:rPr>
              <a:t>a </a:t>
            </a:r>
            <a:r>
              <a:rPr sz="2050" dirty="0">
                <a:latin typeface="Arial"/>
                <a:cs typeface="Arial"/>
              </a:rPr>
              <a:t>in</a:t>
            </a:r>
            <a:r>
              <a:rPr sz="2050" spc="5" dirty="0">
                <a:latin typeface="Arial"/>
                <a:cs typeface="Arial"/>
              </a:rPr>
              <a:t>s</a:t>
            </a:r>
            <a:r>
              <a:rPr sz="2050" dirty="0">
                <a:latin typeface="Arial"/>
                <a:cs typeface="Arial"/>
              </a:rPr>
              <a:t>e</a:t>
            </a:r>
            <a:r>
              <a:rPr sz="2050" spc="3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ir o</a:t>
            </a:r>
            <a:r>
              <a:rPr sz="2050" spc="5" dirty="0">
                <a:latin typeface="Arial"/>
                <a:cs typeface="Arial"/>
              </a:rPr>
              <a:t>u </a:t>
            </a:r>
            <a:r>
              <a:rPr sz="2050" dirty="0">
                <a:latin typeface="Arial"/>
                <a:cs typeface="Arial"/>
              </a:rPr>
              <a:t>reti</a:t>
            </a:r>
            <a:r>
              <a:rPr sz="2050" spc="-20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a</a:t>
            </a:r>
            <a:r>
              <a:rPr sz="2050" spc="5" dirty="0">
                <a:latin typeface="Arial"/>
                <a:cs typeface="Arial"/>
              </a:rPr>
              <a:t>r</a:t>
            </a:r>
            <a:r>
              <a:rPr sz="2050" dirty="0">
                <a:latin typeface="Arial"/>
                <a:cs typeface="Arial"/>
              </a:rPr>
              <a:t> d</a:t>
            </a:r>
            <a:r>
              <a:rPr sz="2050" spc="5" dirty="0">
                <a:latin typeface="Arial"/>
                <a:cs typeface="Arial"/>
              </a:rPr>
              <a:t>a</a:t>
            </a:r>
            <a:r>
              <a:rPr sz="2050" dirty="0">
                <a:latin typeface="Arial"/>
                <a:cs typeface="Arial"/>
              </a:rPr>
              <a:t> </a:t>
            </a:r>
            <a:r>
              <a:rPr sz="2050" dirty="0" err="1">
                <a:latin typeface="Arial"/>
                <a:cs typeface="Arial"/>
              </a:rPr>
              <a:t>á</a:t>
            </a:r>
            <a:r>
              <a:rPr sz="2050" spc="65" dirty="0" err="1">
                <a:latin typeface="Arial"/>
                <a:cs typeface="Arial"/>
              </a:rPr>
              <a:t>r</a:t>
            </a:r>
            <a:r>
              <a:rPr sz="2050" spc="-50" dirty="0" err="1">
                <a:latin typeface="Arial"/>
                <a:cs typeface="Arial"/>
              </a:rPr>
              <a:t>v</a:t>
            </a:r>
            <a:r>
              <a:rPr sz="2050" dirty="0" err="1">
                <a:latin typeface="Arial"/>
                <a:cs typeface="Arial"/>
              </a:rPr>
              <a:t>or</a:t>
            </a:r>
            <a:r>
              <a:rPr sz="2050" spc="-30" dirty="0" err="1">
                <a:latin typeface="Arial"/>
                <a:cs typeface="Arial"/>
              </a:rPr>
              <a:t>e</a:t>
            </a:r>
            <a:r>
              <a:rPr sz="2050" dirty="0" smtClean="0">
                <a:latin typeface="Arial"/>
                <a:cs typeface="Arial"/>
              </a:rPr>
              <a:t>.</a:t>
            </a:r>
            <a:endParaRPr sz="20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345</Words>
  <Application>Microsoft Office PowerPoint</Application>
  <PresentationFormat>Personalizar</PresentationFormat>
  <Paragraphs>47</Paragraphs>
  <Slides>6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transp-cap5.dvi</dc:title>
  <dc:creator>Samuel Basilio</dc:creator>
  <cp:lastModifiedBy>Samuel Basilio</cp:lastModifiedBy>
  <cp:revision>13</cp:revision>
  <dcterms:created xsi:type="dcterms:W3CDTF">2015-06-18T03:58:09Z</dcterms:created>
  <dcterms:modified xsi:type="dcterms:W3CDTF">2019-05-20T14:05:52Z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2010-09-07T00:00:00Z</vt:filetime>
  </property>
  <property fmtid="{D5CDD505-2E9C-101B-9397-08002B2CF9AE}" pid="3" name="Creator">
    <vt:lpwstr>dvips(k) 5.98 Copyright 2009 Radical Eye Software</vt:lpwstr>
  </property>
  <property fmtid="{D5CDD505-2E9C-101B-9397-08002B2CF9AE}" pid="4" name="LastSaved">
    <vt:filetime>2015-06-18T00:00:00Z</vt:filetime>
  </property>
</Properties>
</file>