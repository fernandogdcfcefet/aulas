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697" r:id="rId7"/>
    <p:sldMasterId id="2147483703" r:id="rId8"/>
  </p:sldMasterIdLst>
  <p:sldIdLst>
    <p:sldId id="256" r:id="rId9"/>
    <p:sldId id="308" r:id="rId10"/>
    <p:sldId id="309" r:id="rId11"/>
    <p:sldId id="310" r:id="rId12"/>
    <p:sldId id="311" r:id="rId13"/>
    <p:sldId id="312" r:id="rId14"/>
    <p:sldId id="439" r:id="rId15"/>
    <p:sldId id="313" r:id="rId16"/>
    <p:sldId id="314" r:id="rId17"/>
    <p:sldId id="339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59" r:id="rId57"/>
    <p:sldId id="360" r:id="rId58"/>
    <p:sldId id="361" r:id="rId59"/>
    <p:sldId id="362" r:id="rId60"/>
    <p:sldId id="364" r:id="rId61"/>
    <p:sldId id="366" r:id="rId62"/>
    <p:sldId id="415" r:id="rId63"/>
    <p:sldId id="416" r:id="rId64"/>
    <p:sldId id="417" r:id="rId65"/>
    <p:sldId id="418" r:id="rId66"/>
    <p:sldId id="419" r:id="rId67"/>
    <p:sldId id="420" r:id="rId68"/>
    <p:sldId id="421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430" r:id="rId78"/>
    <p:sldId id="431" r:id="rId79"/>
    <p:sldId id="432" r:id="rId80"/>
    <p:sldId id="433" r:id="rId81"/>
    <p:sldId id="434" r:id="rId82"/>
    <p:sldId id="435" r:id="rId83"/>
    <p:sldId id="436" r:id="rId84"/>
    <p:sldId id="437" r:id="rId85"/>
    <p:sldId id="438" r:id="rId86"/>
    <p:sldId id="411" r:id="rId87"/>
    <p:sldId id="412" r:id="rId88"/>
    <p:sldId id="413" r:id="rId89"/>
    <p:sldId id="414" r:id="rId90"/>
    <p:sldId id="440" r:id="rId91"/>
    <p:sldId id="441" r:id="rId92"/>
    <p:sldId id="442" r:id="rId93"/>
    <p:sldId id="257" r:id="rId94"/>
    <p:sldId id="258" r:id="rId95"/>
    <p:sldId id="259" r:id="rId96"/>
    <p:sldId id="260" r:id="rId97"/>
    <p:sldId id="261" r:id="rId98"/>
    <p:sldId id="262" r:id="rId99"/>
    <p:sldId id="263" r:id="rId100"/>
    <p:sldId id="264" r:id="rId101"/>
    <p:sldId id="265" r:id="rId102"/>
    <p:sldId id="266" r:id="rId103"/>
    <p:sldId id="267" r:id="rId104"/>
    <p:sldId id="268" r:id="rId105"/>
    <p:sldId id="269" r:id="rId106"/>
    <p:sldId id="270" r:id="rId107"/>
    <p:sldId id="271" r:id="rId108"/>
    <p:sldId id="272" r:id="rId109"/>
    <p:sldId id="273" r:id="rId110"/>
    <p:sldId id="274" r:id="rId111"/>
    <p:sldId id="275" r:id="rId112"/>
    <p:sldId id="276" r:id="rId113"/>
    <p:sldId id="277" r:id="rId114"/>
    <p:sldId id="278" r:id="rId115"/>
    <p:sldId id="279" r:id="rId116"/>
    <p:sldId id="280" r:id="rId117"/>
    <p:sldId id="281" r:id="rId118"/>
    <p:sldId id="282" r:id="rId119"/>
    <p:sldId id="283" r:id="rId120"/>
    <p:sldId id="284" r:id="rId121"/>
    <p:sldId id="285" r:id="rId122"/>
    <p:sldId id="286" r:id="rId123"/>
    <p:sldId id="287" r:id="rId124"/>
    <p:sldId id="288" r:id="rId125"/>
    <p:sldId id="289" r:id="rId126"/>
    <p:sldId id="290" r:id="rId127"/>
    <p:sldId id="291" r:id="rId128"/>
    <p:sldId id="292" r:id="rId129"/>
    <p:sldId id="293" r:id="rId130"/>
    <p:sldId id="294" r:id="rId131"/>
    <p:sldId id="295" r:id="rId132"/>
    <p:sldId id="296" r:id="rId133"/>
    <p:sldId id="297" r:id="rId134"/>
    <p:sldId id="298" r:id="rId135"/>
    <p:sldId id="299" r:id="rId136"/>
    <p:sldId id="300" r:id="rId137"/>
    <p:sldId id="301" r:id="rId138"/>
    <p:sldId id="302" r:id="rId139"/>
    <p:sldId id="303" r:id="rId140"/>
    <p:sldId id="443" r:id="rId141"/>
    <p:sldId id="304" r:id="rId142"/>
    <p:sldId id="305" r:id="rId143"/>
    <p:sldId id="306" r:id="rId144"/>
    <p:sldId id="307" r:id="rId145"/>
    <p:sldId id="444" r:id="rId146"/>
    <p:sldId id="445" r:id="rId147"/>
    <p:sldId id="446" r:id="rId148"/>
    <p:sldId id="447" r:id="rId149"/>
    <p:sldId id="448" r:id="rId150"/>
    <p:sldId id="449" r:id="rId151"/>
    <p:sldId id="450" r:id="rId152"/>
    <p:sldId id="451" r:id="rId153"/>
    <p:sldId id="452" r:id="rId154"/>
    <p:sldId id="453" r:id="rId155"/>
    <p:sldId id="454" r:id="rId156"/>
    <p:sldId id="455" r:id="rId157"/>
    <p:sldId id="456" r:id="rId158"/>
    <p:sldId id="457" r:id="rId159"/>
    <p:sldId id="458" r:id="rId160"/>
    <p:sldId id="459" r:id="rId161"/>
    <p:sldId id="460" r:id="rId162"/>
    <p:sldId id="461" r:id="rId163"/>
    <p:sldId id="462" r:id="rId164"/>
    <p:sldId id="463" r:id="rId165"/>
    <p:sldId id="464" r:id="rId166"/>
    <p:sldId id="465" r:id="rId167"/>
    <p:sldId id="466" r:id="rId168"/>
    <p:sldId id="467" r:id="rId169"/>
    <p:sldId id="468" r:id="rId170"/>
    <p:sldId id="517" r:id="rId171"/>
    <p:sldId id="469" r:id="rId172"/>
    <p:sldId id="470" r:id="rId173"/>
    <p:sldId id="471" r:id="rId174"/>
    <p:sldId id="472" r:id="rId175"/>
    <p:sldId id="473" r:id="rId176"/>
    <p:sldId id="474" r:id="rId177"/>
    <p:sldId id="475" r:id="rId178"/>
    <p:sldId id="476" r:id="rId179"/>
    <p:sldId id="477" r:id="rId180"/>
    <p:sldId id="478" r:id="rId181"/>
    <p:sldId id="479" r:id="rId182"/>
    <p:sldId id="480" r:id="rId183"/>
    <p:sldId id="481" r:id="rId184"/>
    <p:sldId id="482" r:id="rId185"/>
    <p:sldId id="483" r:id="rId186"/>
    <p:sldId id="484" r:id="rId187"/>
    <p:sldId id="485" r:id="rId188"/>
    <p:sldId id="486" r:id="rId189"/>
    <p:sldId id="487" r:id="rId190"/>
    <p:sldId id="488" r:id="rId191"/>
    <p:sldId id="489" r:id="rId192"/>
    <p:sldId id="490" r:id="rId193"/>
    <p:sldId id="491" r:id="rId194"/>
    <p:sldId id="492" r:id="rId195"/>
    <p:sldId id="493" r:id="rId196"/>
    <p:sldId id="494" r:id="rId197"/>
    <p:sldId id="495" r:id="rId198"/>
    <p:sldId id="496" r:id="rId199"/>
    <p:sldId id="497" r:id="rId200"/>
    <p:sldId id="498" r:id="rId201"/>
    <p:sldId id="499" r:id="rId202"/>
    <p:sldId id="500" r:id="rId203"/>
    <p:sldId id="501" r:id="rId204"/>
    <p:sldId id="502" r:id="rId205"/>
    <p:sldId id="503" r:id="rId206"/>
    <p:sldId id="504" r:id="rId207"/>
    <p:sldId id="505" r:id="rId208"/>
    <p:sldId id="506" r:id="rId209"/>
    <p:sldId id="507" r:id="rId210"/>
    <p:sldId id="508" r:id="rId211"/>
    <p:sldId id="509" r:id="rId212"/>
    <p:sldId id="510" r:id="rId213"/>
    <p:sldId id="511" r:id="rId214"/>
    <p:sldId id="512" r:id="rId215"/>
    <p:sldId id="513" r:id="rId216"/>
    <p:sldId id="514" r:id="rId217"/>
    <p:sldId id="515" r:id="rId218"/>
    <p:sldId id="516" r:id="rId219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78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slide" Target="slides/slide130.xml"/><Relationship Id="rId159" Type="http://schemas.openxmlformats.org/officeDocument/2006/relationships/slide" Target="slides/slide151.xml"/><Relationship Id="rId170" Type="http://schemas.openxmlformats.org/officeDocument/2006/relationships/slide" Target="slides/slide162.xml"/><Relationship Id="rId191" Type="http://schemas.openxmlformats.org/officeDocument/2006/relationships/slide" Target="slides/slide183.xml"/><Relationship Id="rId205" Type="http://schemas.openxmlformats.org/officeDocument/2006/relationships/slide" Target="slides/slide197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slide" Target="slides/slide120.xml"/><Relationship Id="rId149" Type="http://schemas.openxmlformats.org/officeDocument/2006/relationships/slide" Target="slides/slide14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7.xml"/><Relationship Id="rId160" Type="http://schemas.openxmlformats.org/officeDocument/2006/relationships/slide" Target="slides/slide152.xml"/><Relationship Id="rId181" Type="http://schemas.openxmlformats.org/officeDocument/2006/relationships/slide" Target="slides/slide173.xml"/><Relationship Id="rId216" Type="http://schemas.openxmlformats.org/officeDocument/2006/relationships/slide" Target="slides/slide208.xml"/><Relationship Id="rId211" Type="http://schemas.openxmlformats.org/officeDocument/2006/relationships/slide" Target="slides/slide203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18" Type="http://schemas.openxmlformats.org/officeDocument/2006/relationships/slide" Target="slides/slide110.xml"/><Relationship Id="rId134" Type="http://schemas.openxmlformats.org/officeDocument/2006/relationships/slide" Target="slides/slide126.xml"/><Relationship Id="rId139" Type="http://schemas.openxmlformats.org/officeDocument/2006/relationships/slide" Target="slides/slide13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50" Type="http://schemas.openxmlformats.org/officeDocument/2006/relationships/slide" Target="slides/slide142.xml"/><Relationship Id="rId155" Type="http://schemas.openxmlformats.org/officeDocument/2006/relationships/slide" Target="slides/slide147.xml"/><Relationship Id="rId171" Type="http://schemas.openxmlformats.org/officeDocument/2006/relationships/slide" Target="slides/slide163.xml"/><Relationship Id="rId176" Type="http://schemas.openxmlformats.org/officeDocument/2006/relationships/slide" Target="slides/slide168.xml"/><Relationship Id="rId192" Type="http://schemas.openxmlformats.org/officeDocument/2006/relationships/slide" Target="slides/slide184.xml"/><Relationship Id="rId197" Type="http://schemas.openxmlformats.org/officeDocument/2006/relationships/slide" Target="slides/slide189.xml"/><Relationship Id="rId206" Type="http://schemas.openxmlformats.org/officeDocument/2006/relationships/slide" Target="slides/slide198.xml"/><Relationship Id="rId201" Type="http://schemas.openxmlformats.org/officeDocument/2006/relationships/slide" Target="slides/slide193.xml"/><Relationship Id="rId222" Type="http://schemas.openxmlformats.org/officeDocument/2006/relationships/theme" Target="theme/theme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slide" Target="slides/slide116.xml"/><Relationship Id="rId129" Type="http://schemas.openxmlformats.org/officeDocument/2006/relationships/slide" Target="slides/slide12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slide" Target="slides/slide132.xml"/><Relationship Id="rId145" Type="http://schemas.openxmlformats.org/officeDocument/2006/relationships/slide" Target="slides/slide137.xml"/><Relationship Id="rId161" Type="http://schemas.openxmlformats.org/officeDocument/2006/relationships/slide" Target="slides/slide153.xml"/><Relationship Id="rId166" Type="http://schemas.openxmlformats.org/officeDocument/2006/relationships/slide" Target="slides/slide158.xml"/><Relationship Id="rId182" Type="http://schemas.openxmlformats.org/officeDocument/2006/relationships/slide" Target="slides/slide174.xml"/><Relationship Id="rId187" Type="http://schemas.openxmlformats.org/officeDocument/2006/relationships/slide" Target="slides/slide179.xml"/><Relationship Id="rId217" Type="http://schemas.openxmlformats.org/officeDocument/2006/relationships/slide" Target="slides/slide20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12" Type="http://schemas.openxmlformats.org/officeDocument/2006/relationships/slide" Target="slides/slide204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slide" Target="slides/slide122.xml"/><Relationship Id="rId135" Type="http://schemas.openxmlformats.org/officeDocument/2006/relationships/slide" Target="slides/slide127.xml"/><Relationship Id="rId151" Type="http://schemas.openxmlformats.org/officeDocument/2006/relationships/slide" Target="slides/slide143.xml"/><Relationship Id="rId156" Type="http://schemas.openxmlformats.org/officeDocument/2006/relationships/slide" Target="slides/slide148.xml"/><Relationship Id="rId177" Type="http://schemas.openxmlformats.org/officeDocument/2006/relationships/slide" Target="slides/slide169.xml"/><Relationship Id="rId198" Type="http://schemas.openxmlformats.org/officeDocument/2006/relationships/slide" Target="slides/slide190.xml"/><Relationship Id="rId172" Type="http://schemas.openxmlformats.org/officeDocument/2006/relationships/slide" Target="slides/slide164.xml"/><Relationship Id="rId193" Type="http://schemas.openxmlformats.org/officeDocument/2006/relationships/slide" Target="slides/slide185.xml"/><Relationship Id="rId202" Type="http://schemas.openxmlformats.org/officeDocument/2006/relationships/slide" Target="slides/slide194.xml"/><Relationship Id="rId207" Type="http://schemas.openxmlformats.org/officeDocument/2006/relationships/slide" Target="slides/slide199.xml"/><Relationship Id="rId223" Type="http://schemas.openxmlformats.org/officeDocument/2006/relationships/tableStyles" Target="tableStyles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41" Type="http://schemas.openxmlformats.org/officeDocument/2006/relationships/slide" Target="slides/slide133.xml"/><Relationship Id="rId146" Type="http://schemas.openxmlformats.org/officeDocument/2006/relationships/slide" Target="slides/slide138.xml"/><Relationship Id="rId167" Type="http://schemas.openxmlformats.org/officeDocument/2006/relationships/slide" Target="slides/slide159.xml"/><Relationship Id="rId188" Type="http://schemas.openxmlformats.org/officeDocument/2006/relationships/slide" Target="slides/slide180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62" Type="http://schemas.openxmlformats.org/officeDocument/2006/relationships/slide" Target="slides/slide154.xml"/><Relationship Id="rId183" Type="http://schemas.openxmlformats.org/officeDocument/2006/relationships/slide" Target="slides/slide175.xml"/><Relationship Id="rId213" Type="http://schemas.openxmlformats.org/officeDocument/2006/relationships/slide" Target="slides/slide205.xml"/><Relationship Id="rId218" Type="http://schemas.openxmlformats.org/officeDocument/2006/relationships/slide" Target="slides/slide21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131" Type="http://schemas.openxmlformats.org/officeDocument/2006/relationships/slide" Target="slides/slide123.xml"/><Relationship Id="rId136" Type="http://schemas.openxmlformats.org/officeDocument/2006/relationships/slide" Target="slides/slide128.xml"/><Relationship Id="rId157" Type="http://schemas.openxmlformats.org/officeDocument/2006/relationships/slide" Target="slides/slide149.xml"/><Relationship Id="rId178" Type="http://schemas.openxmlformats.org/officeDocument/2006/relationships/slide" Target="slides/slide170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52" Type="http://schemas.openxmlformats.org/officeDocument/2006/relationships/slide" Target="slides/slide144.xml"/><Relationship Id="rId173" Type="http://schemas.openxmlformats.org/officeDocument/2006/relationships/slide" Target="slides/slide165.xml"/><Relationship Id="rId194" Type="http://schemas.openxmlformats.org/officeDocument/2006/relationships/slide" Target="slides/slide186.xml"/><Relationship Id="rId199" Type="http://schemas.openxmlformats.org/officeDocument/2006/relationships/slide" Target="slides/slide191.xml"/><Relationship Id="rId203" Type="http://schemas.openxmlformats.org/officeDocument/2006/relationships/slide" Target="slides/slide195.xml"/><Relationship Id="rId208" Type="http://schemas.openxmlformats.org/officeDocument/2006/relationships/slide" Target="slides/slide200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slide" Target="slides/slide118.xml"/><Relationship Id="rId147" Type="http://schemas.openxmlformats.org/officeDocument/2006/relationships/slide" Target="slides/slide139.xml"/><Relationship Id="rId168" Type="http://schemas.openxmlformats.org/officeDocument/2006/relationships/slide" Target="slides/slide1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slide" Target="slides/slide113.xml"/><Relationship Id="rId142" Type="http://schemas.openxmlformats.org/officeDocument/2006/relationships/slide" Target="slides/slide134.xml"/><Relationship Id="rId163" Type="http://schemas.openxmlformats.org/officeDocument/2006/relationships/slide" Target="slides/slide155.xml"/><Relationship Id="rId184" Type="http://schemas.openxmlformats.org/officeDocument/2006/relationships/slide" Target="slides/slide176.xml"/><Relationship Id="rId189" Type="http://schemas.openxmlformats.org/officeDocument/2006/relationships/slide" Target="slides/slide181.xml"/><Relationship Id="rId219" Type="http://schemas.openxmlformats.org/officeDocument/2006/relationships/slide" Target="slides/slide211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6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137" Type="http://schemas.openxmlformats.org/officeDocument/2006/relationships/slide" Target="slides/slide129.xml"/><Relationship Id="rId158" Type="http://schemas.openxmlformats.org/officeDocument/2006/relationships/slide" Target="slides/slide150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32" Type="http://schemas.openxmlformats.org/officeDocument/2006/relationships/slide" Target="slides/slide124.xml"/><Relationship Id="rId153" Type="http://schemas.openxmlformats.org/officeDocument/2006/relationships/slide" Target="slides/slide145.xml"/><Relationship Id="rId174" Type="http://schemas.openxmlformats.org/officeDocument/2006/relationships/slide" Target="slides/slide166.xml"/><Relationship Id="rId179" Type="http://schemas.openxmlformats.org/officeDocument/2006/relationships/slide" Target="slides/slide171.xml"/><Relationship Id="rId195" Type="http://schemas.openxmlformats.org/officeDocument/2006/relationships/slide" Target="slides/slide187.xml"/><Relationship Id="rId209" Type="http://schemas.openxmlformats.org/officeDocument/2006/relationships/slide" Target="slides/slide201.xml"/><Relationship Id="rId190" Type="http://schemas.openxmlformats.org/officeDocument/2006/relationships/slide" Target="slides/slide182.xml"/><Relationship Id="rId204" Type="http://schemas.openxmlformats.org/officeDocument/2006/relationships/slide" Target="slides/slide196.xml"/><Relationship Id="rId220" Type="http://schemas.openxmlformats.org/officeDocument/2006/relationships/presProps" Target="presProps.xml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slide" Target="slides/slide114.xml"/><Relationship Id="rId143" Type="http://schemas.openxmlformats.org/officeDocument/2006/relationships/slide" Target="slides/slide135.xml"/><Relationship Id="rId148" Type="http://schemas.openxmlformats.org/officeDocument/2006/relationships/slide" Target="slides/slide140.xml"/><Relationship Id="rId164" Type="http://schemas.openxmlformats.org/officeDocument/2006/relationships/slide" Target="slides/slide156.xml"/><Relationship Id="rId169" Type="http://schemas.openxmlformats.org/officeDocument/2006/relationships/slide" Target="slides/slide161.xml"/><Relationship Id="rId185" Type="http://schemas.openxmlformats.org/officeDocument/2006/relationships/slide" Target="slides/slide17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80" Type="http://schemas.openxmlformats.org/officeDocument/2006/relationships/slide" Target="slides/slide172.xml"/><Relationship Id="rId210" Type="http://schemas.openxmlformats.org/officeDocument/2006/relationships/slide" Target="slides/slide202.xml"/><Relationship Id="rId215" Type="http://schemas.openxmlformats.org/officeDocument/2006/relationships/slide" Target="slides/slide207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33" Type="http://schemas.openxmlformats.org/officeDocument/2006/relationships/slide" Target="slides/slide125.xml"/><Relationship Id="rId154" Type="http://schemas.openxmlformats.org/officeDocument/2006/relationships/slide" Target="slides/slide146.xml"/><Relationship Id="rId175" Type="http://schemas.openxmlformats.org/officeDocument/2006/relationships/slide" Target="slides/slide167.xml"/><Relationship Id="rId196" Type="http://schemas.openxmlformats.org/officeDocument/2006/relationships/slide" Target="slides/slide188.xml"/><Relationship Id="rId200" Type="http://schemas.openxmlformats.org/officeDocument/2006/relationships/slide" Target="slides/slide192.xml"/><Relationship Id="rId16" Type="http://schemas.openxmlformats.org/officeDocument/2006/relationships/slide" Target="slides/slide8.xml"/><Relationship Id="rId221" Type="http://schemas.openxmlformats.org/officeDocument/2006/relationships/viewProps" Target="viewProps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slide" Target="slides/slide115.xml"/><Relationship Id="rId144" Type="http://schemas.openxmlformats.org/officeDocument/2006/relationships/slide" Target="slides/slide136.xml"/><Relationship Id="rId90" Type="http://schemas.openxmlformats.org/officeDocument/2006/relationships/slide" Target="slides/slide82.xml"/><Relationship Id="rId165" Type="http://schemas.openxmlformats.org/officeDocument/2006/relationships/slide" Target="slides/slide157.xml"/><Relationship Id="rId186" Type="http://schemas.openxmlformats.org/officeDocument/2006/relationships/slide" Target="slides/slide17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02/08/2016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1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02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072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716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789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4008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6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84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7" y="702754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25" y="7295529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Quinta 17:00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18:40;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  <a:r>
              <a:rPr spc="5" dirty="0"/>
              <a:t> </a:t>
            </a:r>
            <a:r>
              <a:rPr i="1" dirty="0">
                <a:latin typeface="Arial"/>
                <a:cs typeface="Arial"/>
              </a:rPr>
              <a:t>(</a:t>
            </a:r>
            <a:r>
              <a:rPr i="1" spc="15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on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spc="0" dirty="0">
                <a:latin typeface="Arial"/>
                <a:cs typeface="Arial"/>
              </a:rPr>
              <a:t>u</a:t>
            </a:r>
            <a:r>
              <a:rPr i="1" spc="5" dirty="0">
                <a:latin typeface="Arial"/>
                <a:cs typeface="Arial"/>
              </a:rPr>
              <a:t>açã</a:t>
            </a:r>
            <a:r>
              <a:rPr i="1" spc="-1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7)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9"/>
              </a:spcBef>
            </a:pPr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49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2339"/>
            <a:ext cx="8466455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0525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ago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str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homog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b="1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191135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de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rea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carac</a:t>
            </a:r>
            <a:r>
              <a:rPr sz="3300" b="1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57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1334"/>
            <a:ext cx="8630285" cy="5109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mui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de in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mado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emplo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lien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7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á</a:t>
            </a:r>
            <a:r>
              <a:rPr b="0" i="1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is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po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50095"/>
            <a:ext cx="8883015" cy="507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Quando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minada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versos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es,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não,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êneo de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377825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9525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28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98597" y="4330616"/>
            <a:ext cx="3174491" cy="2774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3835" y="4330624"/>
            <a:ext cx="515620" cy="2852563"/>
          </a:xfrm>
          <a:custGeom>
            <a:avLst/>
            <a:gdLst/>
            <a:ahLst/>
            <a:cxnLst/>
            <a:rect l="l" t="t" r="r" b="b"/>
            <a:pathLst>
              <a:path w="515620" h="2854959">
                <a:moveTo>
                  <a:pt x="515111" y="0"/>
                </a:moveTo>
                <a:lnTo>
                  <a:pt x="474126" y="2156"/>
                </a:lnTo>
                <a:lnTo>
                  <a:pt x="435159" y="8405"/>
                </a:lnTo>
                <a:lnTo>
                  <a:pt x="392931" y="20428"/>
                </a:lnTo>
                <a:lnTo>
                  <a:pt x="354963" y="37045"/>
                </a:lnTo>
                <a:lnTo>
                  <a:pt x="322070" y="57733"/>
                </a:lnTo>
                <a:lnTo>
                  <a:pt x="291739" y="85687"/>
                </a:lnTo>
                <a:lnTo>
                  <a:pt x="270318" y="117488"/>
                </a:lnTo>
                <a:lnTo>
                  <a:pt x="258385" y="156886"/>
                </a:lnTo>
                <a:lnTo>
                  <a:pt x="257555" y="170687"/>
                </a:lnTo>
                <a:lnTo>
                  <a:pt x="257555" y="1257299"/>
                </a:lnTo>
                <a:lnTo>
                  <a:pt x="257463" y="1261931"/>
                </a:lnTo>
                <a:lnTo>
                  <a:pt x="248613" y="1302039"/>
                </a:lnTo>
                <a:lnTo>
                  <a:pt x="226562" y="1338519"/>
                </a:lnTo>
                <a:lnTo>
                  <a:pt x="197278" y="1366997"/>
                </a:lnTo>
                <a:lnTo>
                  <a:pt x="165176" y="1388223"/>
                </a:lnTo>
                <a:lnTo>
                  <a:pt x="127884" y="1405455"/>
                </a:lnTo>
                <a:lnTo>
                  <a:pt x="86215" y="1418165"/>
                </a:lnTo>
                <a:lnTo>
                  <a:pt x="47633" y="1425065"/>
                </a:lnTo>
                <a:lnTo>
                  <a:pt x="6949" y="1427926"/>
                </a:lnTo>
                <a:lnTo>
                  <a:pt x="0" y="1427987"/>
                </a:lnTo>
                <a:lnTo>
                  <a:pt x="6949" y="1428049"/>
                </a:lnTo>
                <a:lnTo>
                  <a:pt x="47633" y="1430910"/>
                </a:lnTo>
                <a:lnTo>
                  <a:pt x="86215" y="1437809"/>
                </a:lnTo>
                <a:lnTo>
                  <a:pt x="127884" y="1450520"/>
                </a:lnTo>
                <a:lnTo>
                  <a:pt x="165176" y="1467752"/>
                </a:lnTo>
                <a:lnTo>
                  <a:pt x="197278" y="1488978"/>
                </a:lnTo>
                <a:lnTo>
                  <a:pt x="226562" y="1517456"/>
                </a:lnTo>
                <a:lnTo>
                  <a:pt x="248613" y="1553936"/>
                </a:lnTo>
                <a:lnTo>
                  <a:pt x="257463" y="1594044"/>
                </a:lnTo>
                <a:lnTo>
                  <a:pt x="257555" y="1598675"/>
                </a:lnTo>
                <a:lnTo>
                  <a:pt x="257555" y="2683763"/>
                </a:lnTo>
                <a:lnTo>
                  <a:pt x="257648" y="2688395"/>
                </a:lnTo>
                <a:lnTo>
                  <a:pt x="266497" y="2728503"/>
                </a:lnTo>
                <a:lnTo>
                  <a:pt x="288549" y="2764983"/>
                </a:lnTo>
                <a:lnTo>
                  <a:pt x="317833" y="2793460"/>
                </a:lnTo>
                <a:lnTo>
                  <a:pt x="349934" y="2814687"/>
                </a:lnTo>
                <a:lnTo>
                  <a:pt x="387227" y="2831919"/>
                </a:lnTo>
                <a:lnTo>
                  <a:pt x="428896" y="2844629"/>
                </a:lnTo>
                <a:lnTo>
                  <a:pt x="467478" y="2851529"/>
                </a:lnTo>
                <a:lnTo>
                  <a:pt x="508162" y="2854390"/>
                </a:lnTo>
                <a:lnTo>
                  <a:pt x="515111" y="2854451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f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1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5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6" y="1931326"/>
            <a:ext cx="8629015" cy="4799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inida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mais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(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ada var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ável 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ser 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800"/>
              </a:spcBef>
            </a:pP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emplo: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endParaRPr sz="3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90955" marR="5069205">
              <a:lnSpc>
                <a:spcPct val="121400"/>
              </a:lnSpc>
              <a:spcBef>
                <a:spcPts val="2655"/>
              </a:spcBef>
            </a:pP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egad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(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4 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)</a:t>
            </a:r>
            <a:endParaRPr sz="35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93443" y="4325465"/>
          <a:ext cx="3174491" cy="2774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4491"/>
              </a:tblGrid>
              <a:tr h="7164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286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0313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2632">
                <a:tc>
                  <a:txBody>
                    <a:bodyPr/>
                    <a:lstStyle/>
                    <a:p>
                      <a:pPr marL="11811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obreno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3041">
                <a:tc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alário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2280"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argo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031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66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e</a:t>
            </a:r>
            <a:r>
              <a:rPr b="0" i="1" spc="-5" dirty="0">
                <a:latin typeface="Arial"/>
                <a:cs typeface="Arial"/>
              </a:rPr>
              <a:t>m </a:t>
            </a:r>
            <a:r>
              <a:rPr b="0" i="1" dirty="0">
                <a:latin typeface="Arial"/>
                <a:cs typeface="Arial"/>
              </a:rPr>
              <a:t>C</a:t>
            </a:r>
          </a:p>
        </p:txBody>
      </p:sp>
      <p:sp>
        <p:nvSpPr>
          <p:cNvPr id="3" name="object 3"/>
          <p:cNvSpPr/>
          <p:nvPr/>
        </p:nvSpPr>
        <p:spPr>
          <a:xfrm>
            <a:off x="1450864" y="2943426"/>
            <a:ext cx="6943343" cy="4161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0864" y="2943418"/>
            <a:ext cx="6943725" cy="4162102"/>
          </a:xfrm>
          <a:custGeom>
            <a:avLst/>
            <a:gdLst/>
            <a:ahLst/>
            <a:cxnLst/>
            <a:rect l="l" t="t" r="r" b="b"/>
            <a:pathLst>
              <a:path w="6943725" h="41656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4163567"/>
                </a:lnTo>
                <a:lnTo>
                  <a:pt x="1523" y="4165091"/>
                </a:lnTo>
                <a:lnTo>
                  <a:pt x="6941819" y="4165091"/>
                </a:lnTo>
                <a:lnTo>
                  <a:pt x="6943343" y="4163567"/>
                </a:lnTo>
                <a:lnTo>
                  <a:pt x="6943343" y="1523"/>
                </a:lnTo>
                <a:lnTo>
                  <a:pt x="6943343" y="0"/>
                </a:lnTo>
                <a:lnTo>
                  <a:pt x="6941819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0562" y="4076128"/>
            <a:ext cx="143256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1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681" y="4076128"/>
            <a:ext cx="377571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6492" y="5023198"/>
            <a:ext cx="6120765" cy="1443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9225"/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spcBef>
                <a:spcPts val="45"/>
              </a:spcBef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n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3050" b="1" spc="15" dirty="0">
                <a:solidFill>
                  <a:srgbClr val="659999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096" y="1652158"/>
            <a:ext cx="8000365" cy="2464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lnSpc>
                <a:spcPts val="3845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lnSpc>
                <a:spcPts val="3845"/>
              </a:lnSpc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3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94715"/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&lt;nom</a:t>
            </a:r>
            <a:r>
              <a:rPr sz="3050" b="1" spc="-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_estr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tura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94715">
              <a:spcBef>
                <a:spcPts val="45"/>
              </a:spcBef>
            </a:pP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5726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(</a:t>
            </a:r>
            <a:r>
              <a:rPr b="0" i="1" spc="5" dirty="0">
                <a:latin typeface="Arial"/>
                <a:cs typeface="Arial"/>
              </a:rPr>
              <a:t>de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7" y="4929551"/>
            <a:ext cx="14338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4851" y="4120995"/>
            <a:ext cx="3244215" cy="124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495" algn="r"/>
            <a:r>
              <a:rPr sz="3500" b="1" spc="1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350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endParaRPr sz="350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080" algn="r">
              <a:spcBef>
                <a:spcPts val="2170"/>
              </a:spcBef>
            </a:pP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4705" y="4929551"/>
            <a:ext cx="445071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522" y="5733547"/>
            <a:ext cx="907732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8744" y="5341702"/>
            <a:ext cx="733425" cy="1254975"/>
          </a:xfrm>
          <a:custGeom>
            <a:avLst/>
            <a:gdLst/>
            <a:ahLst/>
            <a:cxnLst/>
            <a:rect l="l" t="t" r="r" b="b"/>
            <a:pathLst>
              <a:path w="733425" h="1256029">
                <a:moveTo>
                  <a:pt x="0" y="0"/>
                </a:moveTo>
                <a:lnTo>
                  <a:pt x="374903" y="1255775"/>
                </a:lnTo>
                <a:lnTo>
                  <a:pt x="733043" y="1255775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7127" y="6470038"/>
            <a:ext cx="5156200" cy="727122"/>
          </a:xfrm>
          <a:prstGeom prst="rect">
            <a:avLst/>
          </a:prstGeom>
          <a:solidFill>
            <a:srgbClr val="CCCC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737235" marR="194945" indent="-539750">
              <a:spcBef>
                <a:spcPts val="390"/>
              </a:spcBef>
            </a:pP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15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pede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ir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no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trutur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912" y="1932340"/>
            <a:ext cx="9479915" cy="1923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455" marR="101663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72009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dada 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duas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</a:pPr>
            <a:endParaRPr sz="3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650" b="1" spc="-10" dirty="0">
                <a:solidFill>
                  <a:srgbClr val="FF0000"/>
                </a:solidFill>
                <a:latin typeface="Courier New"/>
                <a:cs typeface="Courier New"/>
              </a:rPr>
              <a:t>struct 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r>
              <a:rPr sz="2650" b="1" spc="-5" dirty="0">
                <a:solidFill>
                  <a:srgbClr val="993200"/>
                </a:solidFill>
                <a:latin typeface="Courier New"/>
                <a:cs typeface="Courier New"/>
              </a:rPr>
              <a:t> 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3399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14" y="240843"/>
            <a:ext cx="5009515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111" y="1224774"/>
            <a:ext cx="9057640" cy="1381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9890" indent="-377190">
              <a:buClr>
                <a:srgbClr val="852A33"/>
              </a:buClr>
              <a:buSzPct val="71739"/>
              <a:buFont typeface="Wingdings"/>
              <a:buChar char=""/>
              <a:tabLst>
                <a:tab pos="39052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83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788" y="2606033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9603" y="2606033"/>
            <a:ext cx="223837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  <a:tabLst>
                <a:tab pos="1621155" algn="l"/>
              </a:tabLst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	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115" y="3415969"/>
            <a:ext cx="1232535" cy="833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20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3180"/>
              </a:lnSpc>
            </a:pP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struct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6095" y="3811622"/>
            <a:ext cx="324358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5394" y="3811622"/>
            <a:ext cx="485267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111" y="4550394"/>
            <a:ext cx="4652010" cy="151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b="1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20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1616" y="6024540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8463" y="6024540"/>
            <a:ext cx="183578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114" y="6834474"/>
            <a:ext cx="706564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identificador1,identificador2,..;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9112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</a:t>
            </a:r>
            <a:r>
              <a:rPr sz="4300" spc="-5" dirty="0"/>
              <a:t>a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3100"/>
            <a:ext cx="809879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oná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4608" y="3219030"/>
            <a:ext cx="158750" cy="2063286"/>
          </a:xfrm>
          <a:custGeom>
            <a:avLst/>
            <a:gdLst/>
            <a:ahLst/>
            <a:cxnLst/>
            <a:rect l="l" t="t" r="r" b="b"/>
            <a:pathLst>
              <a:path w="158750" h="2065020">
                <a:moveTo>
                  <a:pt x="158495" y="0"/>
                </a:moveTo>
                <a:lnTo>
                  <a:pt x="122183" y="19007"/>
                </a:lnTo>
                <a:lnTo>
                  <a:pt x="101152" y="53231"/>
                </a:lnTo>
                <a:lnTo>
                  <a:pt x="87861" y="93985"/>
                </a:lnTo>
                <a:lnTo>
                  <a:pt x="81104" y="134974"/>
                </a:lnTo>
                <a:lnTo>
                  <a:pt x="79247" y="172211"/>
                </a:lnTo>
                <a:lnTo>
                  <a:pt x="79247" y="859535"/>
                </a:lnTo>
                <a:lnTo>
                  <a:pt x="79168" y="867276"/>
                </a:lnTo>
                <a:lnTo>
                  <a:pt x="75526" y="911520"/>
                </a:lnTo>
                <a:lnTo>
                  <a:pt x="67024" y="950954"/>
                </a:lnTo>
                <a:lnTo>
                  <a:pt x="52001" y="988959"/>
                </a:lnTo>
                <a:lnTo>
                  <a:pt x="26516" y="1021631"/>
                </a:lnTo>
                <a:lnTo>
                  <a:pt x="0" y="1031747"/>
                </a:lnTo>
                <a:lnTo>
                  <a:pt x="3445" y="1031917"/>
                </a:lnTo>
                <a:lnTo>
                  <a:pt x="38555" y="1054194"/>
                </a:lnTo>
                <a:lnTo>
                  <a:pt x="59040" y="1090249"/>
                </a:lnTo>
                <a:lnTo>
                  <a:pt x="71834" y="1132225"/>
                </a:lnTo>
                <a:lnTo>
                  <a:pt x="78004" y="1173980"/>
                </a:lnTo>
                <a:lnTo>
                  <a:pt x="79247" y="1203959"/>
                </a:lnTo>
                <a:lnTo>
                  <a:pt x="79247" y="1892807"/>
                </a:lnTo>
                <a:lnTo>
                  <a:pt x="79324" y="1900431"/>
                </a:lnTo>
                <a:lnTo>
                  <a:pt x="82836" y="1944223"/>
                </a:lnTo>
                <a:lnTo>
                  <a:pt x="91105" y="1983550"/>
                </a:lnTo>
                <a:lnTo>
                  <a:pt x="105881" y="2021709"/>
                </a:lnTo>
                <a:lnTo>
                  <a:pt x="131372" y="2054735"/>
                </a:lnTo>
                <a:lnTo>
                  <a:pt x="154933" y="2064850"/>
                </a:lnTo>
                <a:lnTo>
                  <a:pt x="158495" y="2065019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498" y="3747530"/>
            <a:ext cx="243656" cy="95677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f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n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ão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6131" y="5757408"/>
            <a:ext cx="157480" cy="633832"/>
          </a:xfrm>
          <a:custGeom>
            <a:avLst/>
            <a:gdLst/>
            <a:ahLst/>
            <a:cxnLst/>
            <a:rect l="l" t="t" r="r" b="b"/>
            <a:pathLst>
              <a:path w="157480" h="634364">
                <a:moveTo>
                  <a:pt x="156971" y="633983"/>
                </a:moveTo>
                <a:lnTo>
                  <a:pt x="118653" y="627672"/>
                </a:lnTo>
                <a:lnTo>
                  <a:pt x="84534" y="603455"/>
                </a:lnTo>
                <a:lnTo>
                  <a:pt x="77723" y="582167"/>
                </a:lnTo>
                <a:lnTo>
                  <a:pt x="77723" y="370331"/>
                </a:lnTo>
                <a:lnTo>
                  <a:pt x="77436" y="365800"/>
                </a:lnTo>
                <a:lnTo>
                  <a:pt x="52594" y="331299"/>
                </a:lnTo>
                <a:lnTo>
                  <a:pt x="13190" y="317779"/>
                </a:lnTo>
                <a:lnTo>
                  <a:pt x="0" y="316991"/>
                </a:lnTo>
                <a:lnTo>
                  <a:pt x="6670" y="316792"/>
                </a:lnTo>
                <a:lnTo>
                  <a:pt x="47801" y="305502"/>
                </a:lnTo>
                <a:lnTo>
                  <a:pt x="75210" y="276948"/>
                </a:lnTo>
                <a:lnTo>
                  <a:pt x="77723" y="263651"/>
                </a:lnTo>
                <a:lnTo>
                  <a:pt x="77723" y="51815"/>
                </a:lnTo>
                <a:lnTo>
                  <a:pt x="78011" y="47297"/>
                </a:lnTo>
                <a:lnTo>
                  <a:pt x="103075" y="13606"/>
                </a:lnTo>
                <a:lnTo>
                  <a:pt x="143349" y="740"/>
                </a:lnTo>
                <a:lnTo>
                  <a:pt x="150073" y="187"/>
                </a:lnTo>
                <a:lnTo>
                  <a:pt x="15697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270" y="5500216"/>
            <a:ext cx="243656" cy="1154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c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l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ar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a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ã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3875" y="3219031"/>
            <a:ext cx="7061200" cy="3132363"/>
          </a:xfrm>
          <a:custGeom>
            <a:avLst/>
            <a:gdLst/>
            <a:ahLst/>
            <a:cxnLst/>
            <a:rect l="l" t="t" r="r" b="b"/>
            <a:pathLst>
              <a:path w="7061200" h="3134995">
                <a:moveTo>
                  <a:pt x="0" y="0"/>
                </a:moveTo>
                <a:lnTo>
                  <a:pt x="0" y="3134867"/>
                </a:lnTo>
                <a:lnTo>
                  <a:pt x="7060691" y="3134867"/>
                </a:lnTo>
                <a:lnTo>
                  <a:pt x="7060691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9031" y="3241364"/>
            <a:ext cx="3022600" cy="3038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77825" marR="196532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7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2347" y="4024164"/>
            <a:ext cx="2520950" cy="2312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254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icula[1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5]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[100]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4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f1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304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1516630"/>
            <a:ext cx="9305290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219075" indent="-377825" algn="just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o ope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da 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ura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0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54" y="775319"/>
            <a:ext cx="530923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2120646"/>
            <a:ext cx="8886190" cy="383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  <a:tab pos="55626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de 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 ba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 marR="241935">
              <a:spcBef>
                <a:spcPts val="10"/>
              </a:spcBef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nome do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 </a:t>
            </a:r>
            <a:r>
              <a:rPr sz="3300" i="1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i="1" spc="-5" dirty="0">
                <a:solidFill>
                  <a:prstClr val="black"/>
                </a:solidFill>
                <a:latin typeface="Arial"/>
                <a:cs typeface="Arial"/>
              </a:rPr>
              <a:t>1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3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766445" marR="2567305">
              <a:lnSpc>
                <a:spcPct val="120300"/>
              </a:lnSpc>
            </a:pP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uct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fu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ncio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rio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f1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; g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et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s(f1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.n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ome);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97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ra</a:t>
            </a:r>
            <a:r>
              <a:rPr sz="4300" spc="-5" dirty="0"/>
              <a:t>:</a:t>
            </a:r>
            <a:r>
              <a:rPr sz="4300" spc="15" dirty="0"/>
              <a:t> </a:t>
            </a:r>
            <a:r>
              <a:rPr sz="4300" spc="-5" dirty="0"/>
              <a:t>E</a:t>
            </a:r>
            <a:r>
              <a:rPr sz="4300" spc="-10" dirty="0"/>
              <a:t>xe</a:t>
            </a:r>
            <a:r>
              <a:rPr sz="4300" dirty="0"/>
              <a:t>mp</a:t>
            </a:r>
            <a:r>
              <a:rPr sz="4300" spc="-10" dirty="0"/>
              <a:t>l</a:t>
            </a:r>
            <a:r>
              <a:rPr sz="4300" spc="-5" dirty="0"/>
              <a:t>o</a:t>
            </a:r>
            <a:r>
              <a:rPr sz="4300" spc="10" dirty="0"/>
              <a:t> </a:t>
            </a:r>
            <a:r>
              <a:rPr sz="4300" dirty="0"/>
              <a:t>Co</a:t>
            </a:r>
            <a:r>
              <a:rPr sz="4300" spc="-10" dirty="0"/>
              <a:t>m</a:t>
            </a:r>
            <a:r>
              <a:rPr sz="4300" dirty="0"/>
              <a:t>pl</a:t>
            </a:r>
            <a:r>
              <a:rPr sz="4300" spc="-10" dirty="0"/>
              <a:t>et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111" y="1633878"/>
            <a:ext cx="8331834" cy="504972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9695">
              <a:spcBef>
                <a:spcPts val="26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o.h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775960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matr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cul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[15]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me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100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451475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f1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"/>
              </a:spcBef>
            </a:pP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77520" marR="4042410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puts("Inf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ç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õe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nad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s:\n")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6318885" indent="-635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687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368" y="1477039"/>
            <a:ext cx="7221220" cy="483654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9695">
              <a:spcBef>
                <a:spcPts val="85"/>
              </a:spcBef>
            </a:pP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 marR="3168650" indent="-114300">
              <a:lnSpc>
                <a:spcPts val="4140"/>
              </a:lnSpc>
              <a:spcBef>
                <a:spcPts val="24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50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>
              <a:spcBef>
                <a:spcPts val="450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>
              <a:spcBef>
                <a:spcPts val="70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 marR="1638935">
              <a:lnSpc>
                <a:spcPct val="120700"/>
              </a:lnSpc>
              <a:spcBef>
                <a:spcPts val="10"/>
              </a:spcBef>
              <a:tabLst>
                <a:tab pos="2065020" algn="l"/>
              </a:tabLst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_e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}e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08585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34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567" y="3120054"/>
            <a:ext cx="8191500" cy="285905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9695">
              <a:spcBef>
                <a:spcPts val="114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horario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8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105535" marR="4452620">
              <a:lnSpc>
                <a:spcPct val="121900"/>
              </a:lnSpc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horas; int minutos; int segundos;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7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 horari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_d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_nasc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mento = { 8, 45, 0 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87960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234" y="1637938"/>
            <a:ext cx="8881745" cy="657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4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nicia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135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3" y="1371217"/>
            <a:ext cx="7976870" cy="2456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533525">
              <a:spcBef>
                <a:spcPts val="705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go_n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o_no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 indent="-377825">
              <a:spcBef>
                <a:spcPts val="70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495425">
              <a:spcBef>
                <a:spcPts val="720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i</a:t>
            </a:r>
            <a:r>
              <a:rPr sz="2850" spc="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71219"/>
          </a:xfrm>
          <a:prstGeom prst="rect">
            <a:avLst/>
          </a:prstGeom>
        </p:spPr>
        <p:txBody>
          <a:bodyPr vert="horz" wrap="square" lIns="0" tIns="177020" rIns="0" bIns="0" rtlCol="0">
            <a:spAutoFit/>
          </a:bodyPr>
          <a:lstStyle/>
          <a:p>
            <a:pPr marL="5842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y</a:t>
            </a:r>
            <a:r>
              <a:rPr b="0" i="1" spc="5" dirty="0">
                <a:latin typeface="Arial"/>
                <a:cs typeface="Arial"/>
              </a:rPr>
              <a:t>pede</a:t>
            </a:r>
            <a:r>
              <a:rPr b="0" i="1" spc="-5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/>
          <p:nvPr/>
        </p:nvSpPr>
        <p:spPr>
          <a:xfrm>
            <a:off x="2086355" y="4237731"/>
            <a:ext cx="6346190" cy="3045441"/>
          </a:xfrm>
          <a:custGeom>
            <a:avLst/>
            <a:gdLst/>
            <a:ahLst/>
            <a:cxnLst/>
            <a:rect l="l" t="t" r="r" b="b"/>
            <a:pathLst>
              <a:path w="6346190" h="30480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3046475"/>
                </a:lnTo>
                <a:lnTo>
                  <a:pt x="0" y="3047999"/>
                </a:lnTo>
                <a:lnTo>
                  <a:pt x="1523" y="3047999"/>
                </a:lnTo>
                <a:lnTo>
                  <a:pt x="6344411" y="3047999"/>
                </a:lnTo>
                <a:lnTo>
                  <a:pt x="6345935" y="3046475"/>
                </a:lnTo>
                <a:lnTo>
                  <a:pt x="6345935" y="1523"/>
                </a:lnTo>
                <a:lnTo>
                  <a:pt x="6344411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0772" y="4186464"/>
            <a:ext cx="261556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scoord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1655" y="4186465"/>
            <a:ext cx="2011680" cy="2474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19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4545">
              <a:lnSpc>
                <a:spcPct val="129600"/>
              </a:lnSpc>
              <a:spcBef>
                <a:spcPts val="1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x; int y;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35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}coord;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1655" y="6755292"/>
            <a:ext cx="462661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coord pr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meira,segunda;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1173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-5" dirty="0"/>
              <a:t>d</a:t>
            </a:r>
            <a:r>
              <a:rPr dirty="0"/>
              <a:t>e</a:t>
            </a:r>
            <a:r>
              <a:rPr spc="15" dirty="0"/>
              <a:t> </a:t>
            </a:r>
            <a:r>
              <a:rPr spc="-5" dirty="0"/>
              <a:t>u</a:t>
            </a:r>
            <a:r>
              <a:rPr spc="5" dirty="0"/>
              <a:t>s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d</a:t>
            </a:r>
            <a:r>
              <a:rPr spc="-5" dirty="0"/>
              <a:t>o</a:t>
            </a:r>
            <a:r>
              <a:rPr spc="-10" dirty="0"/>
              <a:t> </a:t>
            </a:r>
            <a:r>
              <a:rPr i="1" dirty="0">
                <a:latin typeface="Arial"/>
                <a:cs typeface="Arial"/>
              </a:rPr>
              <a:t>ty</a:t>
            </a:r>
            <a:r>
              <a:rPr i="1" spc="-5" dirty="0">
                <a:latin typeface="Arial"/>
                <a:cs typeface="Arial"/>
              </a:rPr>
              <a:t>p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131" y="848154"/>
            <a:ext cx="6742430" cy="6575614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695">
              <a:spcBef>
                <a:spcPts val="19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3808729">
              <a:lnSpc>
                <a:spcPts val="2740"/>
              </a:lnSpc>
              <a:spcBef>
                <a:spcPts val="22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b.h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f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_alun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25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51484" marR="4512945">
              <a:lnSpc>
                <a:spcPct val="146500"/>
              </a:lnSpc>
              <a:tabLst>
                <a:tab pos="1155700" algn="l"/>
              </a:tabLst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r</a:t>
            </a:r>
            <a:r>
              <a:rPr sz="1550" b="1" dirty="0">
                <a:solidFill>
                  <a:srgbClr val="659999"/>
                </a:solidFill>
                <a:latin typeface="Courier New"/>
                <a:cs typeface="Courier New"/>
              </a:rPr>
              <a:t>	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floa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545020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}aluno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46043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alun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aluno1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3432175">
              <a:lnSpc>
                <a:spcPct val="1465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2519680" indent="2101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%f"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&amp;aluno1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puts(aluno1.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3275" marR="2284730" indent="-210820">
              <a:lnSpc>
                <a:spcPct val="146500"/>
              </a:lnSpc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"%f\n"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1.nota[i])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68960">
              <a:spcBef>
                <a:spcPts val="87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n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359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6" y="886478"/>
            <a:ext cx="506285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dirty="0">
                <a:latin typeface="Arial"/>
                <a:cs typeface="Arial"/>
              </a:rPr>
              <a:t>e 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5" dirty="0">
                <a:latin typeface="Arial"/>
                <a:cs typeface="Arial"/>
              </a:rPr>
              <a:t>s</a:t>
            </a:r>
            <a:r>
              <a:rPr i="1" dirty="0">
                <a:latin typeface="Arial"/>
                <a:cs typeface="Arial"/>
              </a:rPr>
              <a:t>tr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8"/>
            <a:ext cx="8004175" cy="3005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3100"/>
              </a:lnSpc>
              <a:spcBef>
                <a:spcPts val="1390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Após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40680"/>
            <a:ext cx="8488680" cy="35586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6722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782933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848582"/>
            <a:ext cx="8488680" cy="1791100"/>
          </a:xfrm>
          <a:custGeom>
            <a:avLst/>
            <a:gdLst/>
            <a:ahLst/>
            <a:cxnLst/>
            <a:rect l="l" t="t" r="r" b="b"/>
            <a:pathLst>
              <a:path w="8488680" h="1792604">
                <a:moveTo>
                  <a:pt x="0" y="0"/>
                </a:moveTo>
                <a:lnTo>
                  <a:pt x="0" y="1792223"/>
                </a:lnTo>
                <a:lnTo>
                  <a:pt x="8488679" y="1792223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70915"/>
            <a:ext cx="8255634" cy="3259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0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ar 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do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01089"/>
            <a:ext cx="8488680" cy="130740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70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35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17;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4639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824046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648700" cy="1789196"/>
          </a:xfrm>
          <a:custGeom>
            <a:avLst/>
            <a:gdLst/>
            <a:ahLst/>
            <a:cxnLst/>
            <a:rect l="l" t="t" r="r" b="b"/>
            <a:pathLst>
              <a:path w="8648700" h="1790700">
                <a:moveTo>
                  <a:pt x="0" y="0"/>
                </a:moveTo>
                <a:lnTo>
                  <a:pt x="0" y="1790699"/>
                </a:lnTo>
                <a:lnTo>
                  <a:pt x="8648699" y="1790699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16097"/>
            <a:ext cx="8624570" cy="2728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29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  <a:tab pos="99695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ag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os 100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884887"/>
            <a:ext cx="8648700" cy="2461097"/>
          </a:xfrm>
          <a:custGeom>
            <a:avLst/>
            <a:gdLst/>
            <a:ahLst/>
            <a:cxnLst/>
            <a:rect l="l" t="t" r="r" b="b"/>
            <a:pathLst>
              <a:path w="8648700" h="2463165">
                <a:moveTo>
                  <a:pt x="0" y="0"/>
                </a:moveTo>
                <a:lnTo>
                  <a:pt x="0" y="2462783"/>
                </a:lnTo>
                <a:lnTo>
                  <a:pt x="8648699" y="2462783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5216" y="4907219"/>
            <a:ext cx="3361054" cy="13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7"/>
              </a:spcBef>
            </a:pPr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657" y="4907218"/>
            <a:ext cx="1174115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791" y="6250258"/>
            <a:ext cx="5876290" cy="1024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2284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scan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toque[i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gets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(e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.descri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5436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52037"/>
          </a:xfrm>
          <a:prstGeom prst="rect">
            <a:avLst/>
          </a:prstGeom>
        </p:spPr>
        <p:txBody>
          <a:bodyPr vert="horz" wrap="square" lIns="0" tIns="607550" rIns="0" bIns="0" rtlCol="0">
            <a:spAutoFit/>
          </a:bodyPr>
          <a:lstStyle/>
          <a:p>
            <a:pPr marL="335280">
              <a:lnSpc>
                <a:spcPct val="100000"/>
              </a:lnSpc>
            </a:pPr>
            <a:r>
              <a:rPr sz="2200" spc="5" dirty="0"/>
              <a:t>C</a:t>
            </a:r>
            <a:r>
              <a:rPr sz="2200" spc="-5" dirty="0"/>
              <a:t>ódig</a:t>
            </a:r>
            <a:r>
              <a:rPr sz="2200" dirty="0"/>
              <a:t>o</a:t>
            </a:r>
            <a:r>
              <a:rPr sz="2200" spc="-5" dirty="0"/>
              <a:t> </a:t>
            </a:r>
            <a:r>
              <a:rPr sz="2200" spc="5" dirty="0"/>
              <a:t>co</a:t>
            </a:r>
            <a:r>
              <a:rPr sz="2200" spc="10" dirty="0"/>
              <a:t>m</a:t>
            </a:r>
            <a:r>
              <a:rPr sz="2200" spc="-5" dirty="0"/>
              <a:t>plet</a:t>
            </a:r>
            <a:r>
              <a:rPr sz="2200" dirty="0"/>
              <a:t>o</a:t>
            </a:r>
            <a:r>
              <a:rPr sz="2200" spc="-5" dirty="0"/>
              <a:t> d</a:t>
            </a:r>
            <a:r>
              <a:rPr sz="2200" dirty="0"/>
              <a:t>o</a:t>
            </a:r>
            <a:r>
              <a:rPr sz="2200" spc="-15" dirty="0"/>
              <a:t> </a:t>
            </a:r>
            <a:r>
              <a:rPr sz="2200" spc="-5" dirty="0"/>
              <a:t>exe</a:t>
            </a:r>
            <a:r>
              <a:rPr sz="2200" spc="10" dirty="0"/>
              <a:t>m</a:t>
            </a:r>
            <a:r>
              <a:rPr sz="2200" spc="-5" dirty="0"/>
              <a:t>pl</a:t>
            </a:r>
            <a:r>
              <a:rPr sz="2200" dirty="0"/>
              <a:t>o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815342" y="1239495"/>
            <a:ext cx="8254365" cy="5885314"/>
          </a:xfrm>
          <a:custGeom>
            <a:avLst/>
            <a:gdLst/>
            <a:ahLst/>
            <a:cxnLst/>
            <a:rect l="l" t="t" r="r" b="b"/>
            <a:pathLst>
              <a:path w="8254365" h="5890259">
                <a:moveTo>
                  <a:pt x="0" y="0"/>
                </a:moveTo>
                <a:lnTo>
                  <a:pt x="0" y="5890259"/>
                </a:lnTo>
                <a:lnTo>
                  <a:pt x="8253983" y="5890259"/>
                </a:lnTo>
                <a:lnTo>
                  <a:pt x="825398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322" y="1234673"/>
            <a:ext cx="213677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952" y="1469170"/>
            <a:ext cx="1784985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22" y="1478054"/>
            <a:ext cx="847725" cy="956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78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5358" y="2172669"/>
            <a:ext cx="845819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319" y="2405643"/>
            <a:ext cx="2840990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ricao[120]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319" y="3109141"/>
            <a:ext cx="284099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1497" y="3811115"/>
            <a:ext cx="190055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Cri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veto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r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038" y="3811115"/>
            <a:ext cx="119951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estrutura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1363" y="4045614"/>
            <a:ext cx="448056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 marR="5080" indent="-635">
              <a:lnSpc>
                <a:spcPts val="1839"/>
              </a:lnSpc>
              <a:spcBef>
                <a:spcPts val="7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%d%*c"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&amp;est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que[i].codig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2687" y="4514610"/>
            <a:ext cx="730885" cy="49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335">
              <a:lnSpc>
                <a:spcPts val="1850"/>
              </a:lnSpc>
            </a:pP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%*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c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09097" y="4747587"/>
            <a:ext cx="730250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'\n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'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3986" y="4516970"/>
            <a:ext cx="963930" cy="72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de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cart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3308" y="4990969"/>
            <a:ext cx="4949825" cy="487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toque[i].des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319" y="5451084"/>
            <a:ext cx="7880984" cy="1659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4490"/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64490" marR="1997075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printf("L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stag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do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nados:\n")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lnSpc>
                <a:spcPts val="178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%s\n"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estoque[i].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odigo,estoqu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[i].d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64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1179792"/>
          </a:xfrm>
          <a:prstGeom prst="rect">
            <a:avLst/>
          </a:prstGeom>
        </p:spPr>
        <p:txBody>
          <a:bodyPr vert="horz" wrap="square" lIns="0" tIns="650222" rIns="0" bIns="0" rtlCol="0">
            <a:spAutoFit/>
          </a:bodyPr>
          <a:lstStyle/>
          <a:p>
            <a:pPr marL="508000">
              <a:lnSpc>
                <a:spcPct val="100000"/>
              </a:lnSpc>
            </a:pPr>
            <a:r>
              <a:rPr sz="3400" spc="-5" dirty="0"/>
              <a:t>I</a:t>
            </a:r>
            <a:r>
              <a:rPr sz="3400" spc="10" dirty="0"/>
              <a:t>n</a:t>
            </a:r>
            <a:r>
              <a:rPr sz="3400" spc="-5" dirty="0"/>
              <a:t>i</a:t>
            </a:r>
            <a:r>
              <a:rPr sz="3400" spc="15" dirty="0"/>
              <a:t>c</a:t>
            </a:r>
            <a:r>
              <a:rPr sz="3400" spc="-5" dirty="0"/>
              <a:t>i</a:t>
            </a:r>
            <a:r>
              <a:rPr sz="3400" spc="15" dirty="0"/>
              <a:t>a</a:t>
            </a:r>
            <a:r>
              <a:rPr sz="3400" spc="-5" dirty="0"/>
              <a:t>l</a:t>
            </a:r>
            <a:r>
              <a:rPr sz="3400" spc="-15" dirty="0"/>
              <a:t>i</a:t>
            </a:r>
            <a:r>
              <a:rPr sz="3400" spc="10" dirty="0"/>
              <a:t>z</a:t>
            </a:r>
            <a:r>
              <a:rPr sz="3400" dirty="0"/>
              <a:t>aç</a:t>
            </a:r>
            <a:r>
              <a:rPr sz="3400" spc="15" dirty="0"/>
              <a:t>ã</a:t>
            </a:r>
            <a:r>
              <a:rPr sz="3400" spc="10" dirty="0"/>
              <a:t>o</a:t>
            </a:r>
            <a:r>
              <a:rPr sz="3400" spc="-10" dirty="0"/>
              <a:t> </a:t>
            </a:r>
            <a:r>
              <a:rPr sz="3400" spc="10" dirty="0"/>
              <a:t>de</a:t>
            </a:r>
            <a:r>
              <a:rPr sz="3400" spc="-5" dirty="0"/>
              <a:t> </a:t>
            </a:r>
            <a:r>
              <a:rPr sz="3400" spc="10" dirty="0"/>
              <a:t>u</a:t>
            </a:r>
            <a:r>
              <a:rPr sz="3400" spc="15" dirty="0"/>
              <a:t>m</a:t>
            </a:r>
            <a:r>
              <a:rPr sz="3400" spc="-5" dirty="0"/>
              <a:t> </a:t>
            </a:r>
            <a:r>
              <a:rPr sz="3400" spc="15" dirty="0"/>
              <a:t>ve</a:t>
            </a:r>
            <a:r>
              <a:rPr sz="3400" spc="-10" dirty="0"/>
              <a:t>t</a:t>
            </a:r>
            <a:r>
              <a:rPr sz="3400" spc="10" dirty="0"/>
              <a:t>o</a:t>
            </a:r>
            <a:r>
              <a:rPr sz="3400" spc="5" dirty="0"/>
              <a:t>r</a:t>
            </a:r>
            <a:r>
              <a:rPr sz="3400" dirty="0"/>
              <a:t> </a:t>
            </a:r>
            <a:r>
              <a:rPr sz="3400" spc="-5" dirty="0"/>
              <a:t>d</a:t>
            </a:r>
            <a:r>
              <a:rPr sz="3400" spc="10" dirty="0"/>
              <a:t>e </a:t>
            </a:r>
            <a:r>
              <a:rPr sz="3400" dirty="0"/>
              <a:t>e</a:t>
            </a:r>
            <a:r>
              <a:rPr sz="3400" spc="15" dirty="0"/>
              <a:t>s</a:t>
            </a:r>
            <a:r>
              <a:rPr sz="3400" spc="5" dirty="0"/>
              <a:t>tr</a:t>
            </a:r>
            <a:r>
              <a:rPr sz="3400" spc="-5" dirty="0"/>
              <a:t>u</a:t>
            </a:r>
            <a:r>
              <a:rPr sz="3400" spc="5" dirty="0"/>
              <a:t>t</a:t>
            </a:r>
            <a:r>
              <a:rPr sz="3400" spc="10" dirty="0"/>
              <a:t>u</a:t>
            </a:r>
            <a:r>
              <a:rPr sz="3400" spc="5" dirty="0"/>
              <a:t>r</a:t>
            </a:r>
            <a:r>
              <a:rPr sz="3400" spc="15" dirty="0"/>
              <a:t>a</a:t>
            </a:r>
            <a:r>
              <a:rPr sz="3400" spc="10" dirty="0"/>
              <a:t>s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9"/>
            <a:ext cx="8138795" cy="269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0525" marR="5080" indent="-377825">
              <a:lnSpc>
                <a:spcPts val="3240"/>
              </a:lnSpc>
              <a:spcBef>
                <a:spcPts val="157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no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aba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043250"/>
            <a:ext cx="8411210" cy="137281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0965">
              <a:spcBef>
                <a:spcPts val="14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4859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15562"/>
          </a:xfrm>
          <a:prstGeom prst="rect">
            <a:avLst/>
          </a:prstGeom>
        </p:spPr>
        <p:txBody>
          <a:bodyPr vert="horz" wrap="square" lIns="0" tIns="160002" rIns="0" bIns="0" rtlCol="0">
            <a:spAutoFit/>
          </a:bodyPr>
          <a:lstStyle/>
          <a:p>
            <a:pPr marL="428625">
              <a:lnSpc>
                <a:spcPct val="100000"/>
              </a:lnSpc>
            </a:pPr>
            <a:r>
              <a:rPr sz="3600" dirty="0"/>
              <a:t>I</a:t>
            </a:r>
            <a:r>
              <a:rPr sz="3600" spc="20" dirty="0"/>
              <a:t>n</a:t>
            </a:r>
            <a:r>
              <a:rPr sz="3600" dirty="0"/>
              <a:t>i</a:t>
            </a:r>
            <a:r>
              <a:rPr sz="3600" spc="20" dirty="0"/>
              <a:t>c</a:t>
            </a:r>
            <a:r>
              <a:rPr sz="3600" spc="-10" dirty="0"/>
              <a:t>i</a:t>
            </a:r>
            <a:r>
              <a:rPr sz="3600" spc="20" dirty="0"/>
              <a:t>a</a:t>
            </a:r>
            <a:r>
              <a:rPr sz="3600" dirty="0"/>
              <a:t>l</a:t>
            </a:r>
            <a:r>
              <a:rPr sz="3600" spc="-10" dirty="0"/>
              <a:t>i</a:t>
            </a:r>
            <a:r>
              <a:rPr sz="3600" spc="20" dirty="0"/>
              <a:t>zan</a:t>
            </a:r>
            <a:r>
              <a:rPr sz="3600" spc="5" dirty="0"/>
              <a:t>d</a:t>
            </a:r>
            <a:r>
              <a:rPr sz="3600" spc="20" dirty="0"/>
              <a:t>o</a:t>
            </a:r>
            <a:r>
              <a:rPr sz="3600" spc="-5" dirty="0"/>
              <a:t> </a:t>
            </a:r>
            <a:r>
              <a:rPr sz="3600" spc="20" dirty="0"/>
              <a:t>u</a:t>
            </a:r>
            <a:r>
              <a:rPr sz="3600" spc="30" dirty="0"/>
              <a:t>m</a:t>
            </a:r>
            <a:r>
              <a:rPr sz="3600" dirty="0"/>
              <a:t> </a:t>
            </a:r>
            <a:r>
              <a:rPr sz="3600" spc="20" dirty="0"/>
              <a:t>ve</a:t>
            </a:r>
            <a:r>
              <a:rPr sz="3600" spc="10" dirty="0"/>
              <a:t>t</a:t>
            </a:r>
            <a:r>
              <a:rPr sz="3600" spc="20" dirty="0"/>
              <a:t>o</a:t>
            </a:r>
            <a:r>
              <a:rPr sz="3600" spc="10" dirty="0"/>
              <a:t>r</a:t>
            </a:r>
            <a:r>
              <a:rPr sz="3600" spc="5" dirty="0"/>
              <a:t> </a:t>
            </a:r>
            <a:r>
              <a:rPr sz="3600" spc="20" dirty="0"/>
              <a:t>d</a:t>
            </a:r>
            <a:r>
              <a:rPr sz="3600" spc="15" dirty="0"/>
              <a:t>e</a:t>
            </a:r>
            <a:r>
              <a:rPr sz="3600" spc="10" dirty="0"/>
              <a:t> </a:t>
            </a:r>
            <a:r>
              <a:rPr sz="3600" spc="5" dirty="0"/>
              <a:t>e</a:t>
            </a:r>
            <a:r>
              <a:rPr sz="3600" spc="20" dirty="0"/>
              <a:t>s</a:t>
            </a:r>
            <a:r>
              <a:rPr sz="3600" spc="10" dirty="0"/>
              <a:t>tr</a:t>
            </a:r>
            <a:r>
              <a:rPr sz="3600" spc="20" dirty="0"/>
              <a:t>u</a:t>
            </a:r>
            <a:r>
              <a:rPr sz="3600" spc="10" dirty="0"/>
              <a:t>t</a:t>
            </a:r>
            <a:r>
              <a:rPr sz="3600" spc="20" dirty="0"/>
              <a:t>u</a:t>
            </a:r>
            <a:r>
              <a:rPr sz="3600" spc="10" dirty="0"/>
              <a:t>r</a:t>
            </a:r>
            <a:r>
              <a:rPr sz="3600" spc="20" dirty="0"/>
              <a:t>a</a:t>
            </a:r>
            <a:r>
              <a:rPr sz="3600" spc="15" dirty="0"/>
              <a:t>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96111" y="1192289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214624"/>
            <a:ext cx="8219440" cy="329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endParaRPr sz="2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7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enos 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“z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”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(s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o) ou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85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85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4699114"/>
            <a:ext cx="841121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6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271" y="6389333"/>
            <a:ext cx="7999730" cy="822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24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3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11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Fun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e </a:t>
            </a:r>
            <a:r>
              <a:rPr spc="15" dirty="0"/>
              <a:t>v</a:t>
            </a:r>
            <a:r>
              <a:rPr spc="5" dirty="0"/>
              <a:t>e</a:t>
            </a:r>
            <a:r>
              <a:rPr dirty="0"/>
              <a:t>t</a:t>
            </a:r>
            <a:r>
              <a:rPr spc="-5" dirty="0"/>
              <a:t>o</a:t>
            </a:r>
            <a:r>
              <a:rPr dirty="0"/>
              <a:t>r</a:t>
            </a:r>
            <a:r>
              <a:rPr spc="5" dirty="0"/>
              <a:t>e</a:t>
            </a:r>
            <a:r>
              <a:rPr dirty="0"/>
              <a:t>s </a:t>
            </a:r>
            <a:r>
              <a:rPr spc="-5" dirty="0"/>
              <a:t>d</a:t>
            </a:r>
            <a:r>
              <a:rPr dirty="0"/>
              <a:t>e </a:t>
            </a:r>
            <a:r>
              <a:rPr spc="5" dirty="0"/>
              <a:t>es</a:t>
            </a:r>
            <a:r>
              <a:rPr spc="10" dirty="0"/>
              <a:t>t</a:t>
            </a:r>
            <a:r>
              <a:rPr dirty="0"/>
              <a:t>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519" y="1550636"/>
            <a:ext cx="8667750" cy="741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292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664762"/>
            <a:ext cx="904494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 marR="5398770" indent="-63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lerProd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ut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os(esto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qu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e)</a:t>
            </a:r>
            <a:r>
              <a:rPr sz="2200" b="1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418935"/>
            <a:ext cx="9044940" cy="2796095"/>
          </a:xfrm>
          <a:custGeom>
            <a:avLst/>
            <a:gdLst/>
            <a:ahLst/>
            <a:cxnLst/>
            <a:rect l="l" t="t" r="r" b="b"/>
            <a:pathLst>
              <a:path w="9044940" h="2798445">
                <a:moveTo>
                  <a:pt x="0" y="0"/>
                </a:moveTo>
                <a:lnTo>
                  <a:pt x="0" y="2798063"/>
                </a:lnTo>
                <a:lnTo>
                  <a:pt x="9044939" y="2798063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794" y="4441266"/>
            <a:ext cx="6717665" cy="304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le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rP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rodutos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37565" marR="4946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an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f("%d"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estoque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].codig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ts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(estoqu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i].desc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cao)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70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08178"/>
          </a:xfrm>
          <a:prstGeom prst="rect">
            <a:avLst/>
          </a:prstGeom>
        </p:spPr>
        <p:txBody>
          <a:bodyPr vert="horz" wrap="square" lIns="0" tIns="312655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1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658371" y="1317152"/>
            <a:ext cx="8886825" cy="4865092"/>
          </a:xfrm>
          <a:custGeom>
            <a:avLst/>
            <a:gdLst/>
            <a:ahLst/>
            <a:cxnLst/>
            <a:rect l="l" t="t" r="r" b="b"/>
            <a:pathLst>
              <a:path w="8886825" h="4869180">
                <a:moveTo>
                  <a:pt x="0" y="0"/>
                </a:moveTo>
                <a:lnTo>
                  <a:pt x="0" y="4869179"/>
                </a:lnTo>
                <a:lnTo>
                  <a:pt x="8886443" y="4869179"/>
                </a:lnTo>
                <a:lnTo>
                  <a:pt x="88864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047" y="1306241"/>
            <a:ext cx="2579370" cy="58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047" y="2162007"/>
            <a:ext cx="3296920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ruc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050" y="2731505"/>
            <a:ext cx="3440429" cy="254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 algn="ctr"/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escricao[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20]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44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.........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8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 indent="-635">
              <a:lnSpc>
                <a:spcPct val="101099"/>
              </a:lnSpc>
              <a:spcBef>
                <a:spcPts val="10"/>
              </a:spcBef>
            </a:pP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850" b="1" spc="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AM]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LerPro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utos(esto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q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2753" y="4692769"/>
            <a:ext cx="4444365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veto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estrut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5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0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pressã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4815" y="5259168"/>
            <a:ext cx="3583304" cy="585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1099"/>
              </a:lnSpc>
            </a:pP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mpr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Produtos(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stoque)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057" y="5831763"/>
            <a:ext cx="1428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566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872" y="1317154"/>
            <a:ext cx="9798050" cy="4502811"/>
          </a:xfrm>
          <a:custGeom>
            <a:avLst/>
            <a:gdLst/>
            <a:ahLst/>
            <a:cxnLst/>
            <a:rect l="l" t="t" r="r" b="b"/>
            <a:pathLst>
              <a:path w="9798050" h="4506595">
                <a:moveTo>
                  <a:pt x="0" y="0"/>
                </a:moveTo>
                <a:lnTo>
                  <a:pt x="0" y="4506467"/>
                </a:lnTo>
                <a:lnTo>
                  <a:pt x="9797795" y="4506467"/>
                </a:lnTo>
                <a:lnTo>
                  <a:pt x="979779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553" y="1300658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102" y="161890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pr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e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st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q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TA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]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551" y="1618906"/>
            <a:ext cx="2703830" cy="965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Le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rP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8967" y="2572127"/>
            <a:ext cx="270573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az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1653" y="2565884"/>
            <a:ext cx="2068195" cy="65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15938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srgbClr val="006500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006500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1253" y="3526873"/>
            <a:ext cx="477329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1259" y="3845122"/>
            <a:ext cx="31838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781" y="3895878"/>
            <a:ext cx="189103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//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%*c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sca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9707" y="3895878"/>
            <a:ext cx="75565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921" y="2565884"/>
            <a:ext cx="2545715" cy="192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-63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Li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m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lnSpc>
                <a:spcPts val="2510"/>
              </a:lnSpc>
              <a:spcBef>
                <a:spcPts val="90"/>
              </a:spcBef>
            </a:pP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1261" y="4163370"/>
            <a:ext cx="2226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7354" y="4163370"/>
            <a:ext cx="286575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554" y="4481619"/>
            <a:ext cx="4614545" cy="1284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880479"/>
          </a:xfrm>
          <a:prstGeom prst="rect">
            <a:avLst/>
          </a:prstGeom>
        </p:spPr>
        <p:txBody>
          <a:bodyPr vert="horz" wrap="square" lIns="0" tIns="285224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2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320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0626" y="1633880"/>
            <a:ext cx="9877425" cy="4518038"/>
          </a:xfrm>
          <a:custGeom>
            <a:avLst/>
            <a:gdLst/>
            <a:ahLst/>
            <a:cxnLst/>
            <a:rect l="l" t="t" r="r" b="b"/>
            <a:pathLst>
              <a:path w="9877425" h="4521835">
                <a:moveTo>
                  <a:pt x="0" y="0"/>
                </a:moveTo>
                <a:lnTo>
                  <a:pt x="0" y="4521707"/>
                </a:lnTo>
                <a:lnTo>
                  <a:pt x="9877043" y="4521707"/>
                </a:lnTo>
                <a:lnTo>
                  <a:pt x="98770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306" y="1641746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259" y="234067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306" y="2340675"/>
            <a:ext cx="3340735" cy="140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 marR="2538095">
              <a:lnSpc>
                <a:spcPts val="2760"/>
              </a:lnSpc>
              <a:spcBef>
                <a:spcPts val="13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29" y="3039603"/>
            <a:ext cx="3340735" cy="680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306" y="3763910"/>
            <a:ext cx="9065895" cy="1354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print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%3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%s\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",estoque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i].codigo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].d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scric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4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120544"/>
          </a:xfrm>
          <a:prstGeom prst="rect">
            <a:avLst/>
          </a:prstGeom>
        </p:spPr>
        <p:txBody>
          <a:bodyPr vert="horz" wrap="square" lIns="0" tIns="522967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3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97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658368" y="1317154"/>
            <a:ext cx="9044940" cy="5591556"/>
          </a:xfrm>
          <a:custGeom>
            <a:avLst/>
            <a:gdLst/>
            <a:ahLst/>
            <a:cxnLst/>
            <a:rect l="l" t="t" r="r" b="b"/>
            <a:pathLst>
              <a:path w="9044940" h="5596255">
                <a:moveTo>
                  <a:pt x="0" y="0"/>
                </a:moveTo>
                <a:lnTo>
                  <a:pt x="0" y="5596127"/>
                </a:lnTo>
                <a:lnTo>
                  <a:pt x="9044939" y="5596127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7" y="1309794"/>
            <a:ext cx="244856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350" y="2118357"/>
            <a:ext cx="3122295" cy="831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typ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uc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5054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3818" y="2655876"/>
            <a:ext cx="96774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2427" y="3613667"/>
            <a:ext cx="191071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[TA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350" y="2925399"/>
            <a:ext cx="3390265" cy="1521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054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}pr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20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2657" y="4417779"/>
            <a:ext cx="3526154" cy="54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arm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:\n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4574" y="4417779"/>
            <a:ext cx="2720340" cy="1105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Lis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783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2830" y="5229272"/>
            <a:ext cx="325627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1288" y="5497271"/>
            <a:ext cx="83375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8803" y="5226875"/>
            <a:ext cx="1102995" cy="834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9953" y="5494341"/>
            <a:ext cx="5679440" cy="836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("%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%*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c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342" y="6305836"/>
            <a:ext cx="56261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3853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7595" y="2189672"/>
            <a:ext cx="9349740" cy="4094849"/>
          </a:xfrm>
          <a:custGeom>
            <a:avLst/>
            <a:gdLst/>
            <a:ahLst/>
            <a:cxnLst/>
            <a:rect l="l" t="t" r="r" b="b"/>
            <a:pathLst>
              <a:path w="9349740" h="4098290">
                <a:moveTo>
                  <a:pt x="0" y="0"/>
                </a:moveTo>
                <a:lnTo>
                  <a:pt x="0" y="4098035"/>
                </a:lnTo>
                <a:lnTo>
                  <a:pt x="9349739" y="4098035"/>
                </a:lnTo>
                <a:lnTo>
                  <a:pt x="93497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575" y="2182310"/>
            <a:ext cx="594868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oqu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1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184" y="3258873"/>
            <a:ext cx="271716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5874" y="3258873"/>
            <a:ext cx="541337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70" y="3528395"/>
            <a:ext cx="137160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575" y="5951042"/>
            <a:ext cx="1600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747" y="1362073"/>
            <a:ext cx="275209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..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4272" y="4642215"/>
          <a:ext cx="7317292" cy="1384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6245"/>
                <a:gridCol w="403793"/>
                <a:gridCol w="3457254"/>
              </a:tblGrid>
              <a:tr h="266983">
                <a:tc>
                  <a:txBody>
                    <a:bodyPr/>
                    <a:lstStyle/>
                    <a:p>
                      <a:pPr marL="22225">
                        <a:lnSpc>
                          <a:spcPts val="180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est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e[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ura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9521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rod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s(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oqu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ess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10126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04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59" y="47459"/>
            <a:ext cx="247650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96375"/>
            <a:ext cx="9866630" cy="6533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09855" indent="-504190">
              <a:lnSpc>
                <a:spcPts val="212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342011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ret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atr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60)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  <a:buClr>
                <a:srgbClr val="852A33"/>
              </a:buClr>
              <a:buFont typeface="Arial"/>
              <a:buAutoNum type="arabicParenR"/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33655" indent="-504190">
              <a:lnSpc>
                <a:spcPct val="804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2721610" algn="l"/>
                <a:tab pos="520763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10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turn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tarde)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ro)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5"/>
              </a:spcBef>
              <a:buClr>
                <a:srgbClr val="852A33"/>
              </a:buClr>
              <a:buFont typeface="Arial"/>
              <a:buAutoNum type="arabicParenR"/>
            </a:pPr>
            <a:endParaRPr sz="27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5080" indent="-504190">
              <a:lnSpc>
                <a:spcPct val="803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89903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geren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opera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ssi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ico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5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1952634"/>
            <a:ext cx="9712325" cy="30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75260" indent="-504190">
              <a:lnSpc>
                <a:spcPts val="2230"/>
              </a:lnSpc>
              <a:buClr>
                <a:srgbClr val="993200"/>
              </a:buClr>
              <a:buFontTx/>
              <a:buAutoNum type="arabicParenR" startAt="4"/>
              <a:tabLst>
                <a:tab pos="355600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ogram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55"/>
              </a:spcBef>
              <a:buFontTx/>
              <a:buChar char="•"/>
              <a:tabLst>
                <a:tab pos="58610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go: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5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uilo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35"/>
              </a:spcBef>
              <a:buFontTx/>
              <a:buChar char="•"/>
              <a:tabLst>
                <a:tab pos="586105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’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15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666575"/>
          </a:xfrm>
          <a:prstGeom prst="rect">
            <a:avLst/>
          </a:prstGeom>
        </p:spPr>
        <p:txBody>
          <a:bodyPr vert="horz" wrap="square" lIns="0" tIns="73388" rIns="0" bIns="0" rtlCol="0">
            <a:spAutoFit/>
          </a:bodyPr>
          <a:lstStyle/>
          <a:p>
            <a:pPr marL="32384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947386"/>
            <a:ext cx="9803765" cy="6226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945" indent="-309245">
              <a:buClr>
                <a:srgbClr val="993200"/>
              </a:buClr>
              <a:buFont typeface="Arial"/>
              <a:buAutoNum type="arabicParenR" startAt="4"/>
              <a:tabLst>
                <a:tab pos="322580" algn="l"/>
              </a:tabLst>
            </a:pP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1946910" indent="-544195">
              <a:lnSpc>
                <a:spcPct val="80000"/>
              </a:lnSpc>
              <a:spcBef>
                <a:spcPts val="555"/>
              </a:spcBef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prog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conte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422909" lvl="1" indent="-544195">
              <a:lnSpc>
                <a:spcPct val="80000"/>
              </a:lnSpc>
              <a:spcBef>
                <a:spcPts val="54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68580" lvl="1" indent="-544195">
              <a:lnSpc>
                <a:spcPts val="2120"/>
              </a:lnSpc>
              <a:spcBef>
                <a:spcPts val="51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abate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derand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lvl="2" indent="-621665">
              <a:spcBef>
                <a:spcPts val="15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51230" lvl="2" indent="-175260"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4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marR="469265" lvl="2" indent="-621665">
              <a:lnSpc>
                <a:spcPct val="80000"/>
              </a:lnSpc>
              <a:spcBef>
                <a:spcPts val="540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entr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794385" lvl="1" indent="-402590">
              <a:spcBef>
                <a:spcPts val="10"/>
              </a:spcBef>
              <a:buFontTx/>
              <a:buAutoNum type="alphaLcParenBoth"/>
              <a:tabLst>
                <a:tab pos="79502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81685" lvl="1" indent="-544195">
              <a:lnSpc>
                <a:spcPts val="2120"/>
              </a:lnSpc>
              <a:spcBef>
                <a:spcPts val="50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508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 ser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9883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026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ai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apó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spcBef>
                <a:spcPts val="2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nú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116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752" y="894851"/>
            <a:ext cx="9178925" cy="3111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125095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Clr>
                <a:srgbClr val="852A33"/>
              </a:buClr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4530" marR="5080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  <a:buClr>
                <a:srgbClr val="852A33"/>
              </a:buClr>
              <a:buFont typeface="Arial"/>
              <a:buAutoNum type="arabicParenR"/>
            </a:pPr>
            <a:endParaRPr sz="2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1505" marR="539750" indent="-598805">
              <a:lnSpc>
                <a:spcPct val="10080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684530">
              <a:lnSpc>
                <a:spcPts val="272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06" y="3985079"/>
            <a:ext cx="6750050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  <a:tabLst>
                <a:tab pos="5692140" algn="l"/>
                <a:tab pos="6181725" algn="l"/>
              </a:tabLst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lt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8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endParaRPr sz="24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4062" y="3988004"/>
            <a:ext cx="2805430" cy="73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98120">
              <a:spcBef>
                <a:spcPts val="20"/>
              </a:spcBef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.5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0811" y="4356501"/>
            <a:ext cx="311086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2542540" algn="l"/>
              </a:tabLst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674" y="4715262"/>
            <a:ext cx="7929245" cy="1510031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2860">
              <a:spcBef>
                <a:spcPts val="25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8 à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;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86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36830" indent="10160">
              <a:lnSpc>
                <a:spcPts val="2780"/>
              </a:lnSpc>
              <a:spcBef>
                <a:spcPts val="33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5499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128" y="974033"/>
            <a:ext cx="9834245" cy="4819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8735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343662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ipal)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2"/>
              </a:spcBef>
              <a:buClr>
                <a:srgbClr val="852A33"/>
              </a:buClr>
              <a:buFont typeface="Arial"/>
              <a:buAutoNum type="arabicParenR" startAt="4"/>
            </a:pPr>
            <a:endParaRPr sz="3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ct val="796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1259205" algn="l"/>
                <a:tab pos="742505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à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no,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se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&gt;=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A33"/>
              </a:buClr>
              <a:buFont typeface="Arial"/>
              <a:buAutoNum type="arabicParenR" startAt="4"/>
            </a:pPr>
            <a:endParaRPr sz="2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590550" indent="-544830">
              <a:lnSpc>
                <a:spcPct val="825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461962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os)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2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9354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159" y="1371463"/>
            <a:ext cx="9037320" cy="5031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99415" indent="-545465" algn="just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pó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60960" indent="-544830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  <a:tab pos="52177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755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7324" y="7282160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15678"/>
            <a:ext cx="9456420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5080" indent="-504825" algn="just">
              <a:lnSpc>
                <a:spcPts val="2330"/>
              </a:lnSpc>
            </a:pP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srgbClr val="993200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)</a:t>
            </a:r>
            <a:r>
              <a:rPr sz="2400" spc="10" dirty="0">
                <a:solidFill>
                  <a:srgbClr val="993200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 CP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F,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16890">
              <a:lnSpc>
                <a:spcPts val="277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8792" y="2418209"/>
            <a:ext cx="2063114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624" y="2049702"/>
            <a:ext cx="6696709" cy="1508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u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pe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2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6198" y="2417478"/>
            <a:ext cx="1322705" cy="1141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8798" y="3159643"/>
            <a:ext cx="558482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eg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624" y="3549459"/>
            <a:ext cx="711644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635" y="3987494"/>
            <a:ext cx="8792210" cy="348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6260" marR="451484" indent="-543560">
              <a:lnSpc>
                <a:spcPts val="2330"/>
              </a:lnSpc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08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36322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9055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  <a:tab pos="3161030" algn="l"/>
                <a:tab pos="3400425" algn="l"/>
              </a:tabLst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siç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-1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boli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8111" y="112934"/>
            <a:ext cx="228473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592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432165" cy="629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lid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Font typeface="Times New Roman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468630">
              <a:lnSpc>
                <a:spcPct val="100000"/>
              </a:lnSpc>
              <a:tabLst>
                <a:tab pos="1466215" algn="l"/>
              </a:tabLst>
            </a:pP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1..999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18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1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05"/>
              </a:spcBef>
              <a:tabLst>
                <a:tab pos="1479550" algn="l"/>
                <a:tab pos="1669414" algn="l"/>
              </a:tabLst>
            </a:pP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rr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y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marR="160020" indent="-262255">
              <a:lnSpc>
                <a:spcPct val="116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final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94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1250" cy="645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70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10,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5" dirty="0">
                <a:latin typeface="Arial"/>
                <a:cs typeface="Arial"/>
              </a:rPr>
              <a:t>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refina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orden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registro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pel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camp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05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houve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c</a:t>
            </a:r>
            <a:r>
              <a:rPr sz="1700" spc="-17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mesm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no</a:t>
            </a:r>
            <a:r>
              <a:rPr sz="1700" spc="5" dirty="0">
                <a:latin typeface="Arial"/>
                <a:cs typeface="Arial"/>
              </a:rPr>
              <a:t>ta</a:t>
            </a:r>
            <a:endParaRPr sz="170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41541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vag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u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op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-50" dirty="0">
                <a:latin typeface="Arial"/>
                <a:cs typeface="Arial"/>
              </a:rPr>
              <a:t>ã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candidat</a:t>
            </a:r>
            <a:r>
              <a:rPr sz="1700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993775">
              <a:lnSpc>
                <a:spcPct val="100000"/>
              </a:lnSpc>
              <a:spcBef>
                <a:spcPts val="605"/>
              </a:spcBef>
              <a:tabLst>
                <a:tab pos="1847850" algn="l"/>
              </a:tabLst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2276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</a:pP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po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curso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52" y="862672"/>
            <a:ext cx="8676005" cy="2950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695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7178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20726" y="8291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3"/>
                </a:lnTo>
                <a:lnTo>
                  <a:pt x="20726" y="8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0" y="0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2757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6289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6"/>
                </a:moveTo>
                <a:lnTo>
                  <a:pt x="746467" y="0"/>
                </a:lnTo>
                <a:lnTo>
                  <a:pt x="0" y="0"/>
                </a:lnTo>
                <a:lnTo>
                  <a:pt x="0" y="248826"/>
                </a:lnTo>
                <a:lnTo>
                  <a:pt x="746467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24337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0114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55705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9233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17342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7178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62757" y="601826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16289" y="6018260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337" y="599757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94230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2171" y="4743743"/>
            <a:ext cx="746760" cy="622300"/>
          </a:xfrm>
          <a:custGeom>
            <a:avLst/>
            <a:gdLst/>
            <a:ahLst/>
            <a:cxnLst/>
            <a:rect l="l" t="t" r="r" b="b"/>
            <a:pathLst>
              <a:path w="746760" h="622300">
                <a:moveTo>
                  <a:pt x="746467" y="622057"/>
                </a:moveTo>
                <a:lnTo>
                  <a:pt x="746467" y="0"/>
                </a:lnTo>
                <a:lnTo>
                  <a:pt x="0" y="0"/>
                </a:lnTo>
                <a:lnTo>
                  <a:pt x="0" y="622057"/>
                </a:lnTo>
                <a:lnTo>
                  <a:pt x="746467" y="622057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42154" y="4948068"/>
            <a:ext cx="269304" cy="212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171" y="443271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59471" y="4105135"/>
            <a:ext cx="8553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NotaFinal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2935" y="4416159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2171" y="5676860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25"/>
                </a:moveTo>
                <a:lnTo>
                  <a:pt x="746467" y="0"/>
                </a:lnTo>
                <a:lnTo>
                  <a:pt x="0" y="0"/>
                </a:lnTo>
                <a:lnTo>
                  <a:pt x="0" y="311025"/>
                </a:lnTo>
                <a:lnTo>
                  <a:pt x="746467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72171" y="536579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72171" y="598785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72171" y="629888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94230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94230" y="5831649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51700" y="6312753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8734" y="6001677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5793" y="5615826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0718" y="5411419"/>
            <a:ext cx="233045" cy="118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4370" y="4141343"/>
            <a:ext cx="541464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96688" y="4453862"/>
            <a:ext cx="515239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tro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9249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4840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836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0"/>
                </a:moveTo>
                <a:lnTo>
                  <a:pt x="746471" y="0"/>
                </a:lnTo>
                <a:lnTo>
                  <a:pt x="0" y="0"/>
                </a:lnTo>
                <a:lnTo>
                  <a:pt x="0" y="248820"/>
                </a:lnTo>
                <a:lnTo>
                  <a:pt x="746471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6476" y="3465234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313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72197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775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130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59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34083" y="3383471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9368" y="3465207"/>
            <a:ext cx="7283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33020">
              <a:lnSpc>
                <a:spcPts val="224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9249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54840" y="379699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08368" y="379700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86313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6313" y="423240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16476" y="3776230"/>
            <a:ext cx="728345" cy="538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53975">
              <a:lnSpc>
                <a:spcPts val="228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4251" y="532169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4251" y="501070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4251" y="4699678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64251" y="4388604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64251" y="407761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64251" y="3766545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64251" y="345552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64941" y="3501174"/>
            <a:ext cx="129539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1326" y="851928"/>
            <a:ext cx="8473440" cy="2532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845435" algn="ctr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 10,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aba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aga.</a:t>
            </a:r>
            <a:endParaRPr sz="2050">
              <a:latin typeface="Arial"/>
              <a:cs typeface="Arial"/>
            </a:endParaRPr>
          </a:p>
          <a:p>
            <a:pPr marR="2858770" algn="ctr">
              <a:lnSpc>
                <a:spcPct val="100000"/>
              </a:lnSpc>
              <a:spcBef>
                <a:spcPts val="630"/>
              </a:spcBef>
            </a:pPr>
            <a:r>
              <a:rPr sz="1600" spc="15" dirty="0">
                <a:latin typeface="Times New Roman"/>
                <a:cs typeface="Times New Roman"/>
              </a:rPr>
              <a:t>Cursos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1299" y="5888723"/>
            <a:ext cx="8527415" cy="118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aga,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746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á a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0478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gundo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26695" marR="1205230">
              <a:lnSpc>
                <a:spcPct val="129700"/>
              </a:lnSpc>
              <a:spcBef>
                <a:spcPts val="1375"/>
              </a:spcBef>
            </a:pPr>
            <a:r>
              <a:rPr sz="1700" b="1" spc="5" dirty="0">
                <a:latin typeface="Arial"/>
                <a:cs typeface="Arial"/>
              </a:rPr>
              <a:t>int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a; </a:t>
            </a:r>
            <a:r>
              <a:rPr sz="1700" spc="10" dirty="0">
                <a:latin typeface="Arial"/>
                <a:cs typeface="Arial"/>
              </a:rPr>
              <a:t>TipoCh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e; lê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0" dirty="0">
                <a:latin typeface="Arial"/>
                <a:cs typeface="Arial"/>
              </a:rPr>
              <a:t>ada</a:t>
            </a:r>
            <a:r>
              <a:rPr sz="1700" spc="5" dirty="0">
                <a:latin typeface="Arial"/>
                <a:cs typeface="Arial"/>
              </a:rPr>
              <a:t> curso; 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lê registro;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90" dirty="0">
                <a:latin typeface="Tahoma"/>
                <a:cs typeface="Tahoma"/>
              </a:rPr>
              <a:t>!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c</a:t>
            </a:r>
            <a:r>
              <a:rPr sz="1700" spc="10" dirty="0">
                <a:latin typeface="Arial"/>
                <a:cs typeface="Arial"/>
              </a:rPr>
              <a:t>on</a:t>
            </a:r>
            <a:r>
              <a:rPr sz="1700" spc="-5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4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5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-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lê registro; }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-30" dirty="0">
                <a:latin typeface="Arial"/>
                <a:cs typeface="Arial"/>
              </a:rPr>
              <a:t>f</a:t>
            </a:r>
            <a:r>
              <a:rPr sz="1700" b="1" spc="10" dirty="0">
                <a:latin typeface="Arial"/>
                <a:cs typeface="Arial"/>
              </a:rPr>
              <a:t>or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1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55" dirty="0">
                <a:latin typeface="Verdana"/>
                <a:cs typeface="Verdana"/>
              </a:rPr>
              <a:t>&gt;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15" dirty="0">
                <a:latin typeface="Lucida Sans Unicode"/>
                <a:cs typeface="Lucida Sans Unicode"/>
              </a:rPr>
              <a:t>−−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hou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er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5" dirty="0">
                <a:latin typeface="Arial"/>
                <a:cs typeface="Arial"/>
              </a:rPr>
              <a:t>om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NotaFinal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reti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b="1" spc="5" dirty="0">
                <a:latin typeface="Arial"/>
                <a:cs typeface="Arial"/>
              </a:rPr>
              <a:t>if 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ste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em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um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dos</a:t>
            </a:r>
            <a:r>
              <a:rPr sz="1700" spc="5" dirty="0">
                <a:latin typeface="Arial"/>
                <a:cs typeface="Arial"/>
              </a:rPr>
              <a:t> 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pç</a:t>
            </a:r>
            <a:r>
              <a:rPr sz="1700" spc="10" dirty="0">
                <a:latin typeface="Arial"/>
                <a:cs typeface="Arial"/>
              </a:rPr>
              <a:t>ão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</a:t>
            </a:r>
            <a:r>
              <a:rPr sz="1700" spc="5" dirty="0">
                <a:latin typeface="Arial"/>
                <a:cs typeface="Arial"/>
              </a:rPr>
              <a:t> c</a:t>
            </a:r>
            <a:r>
              <a:rPr sz="1700" spc="10" dirty="0">
                <a:latin typeface="Arial"/>
                <a:cs typeface="Arial"/>
              </a:rPr>
              <a:t>andidato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R="678180" algn="ctr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cre</a:t>
            </a:r>
            <a:r>
              <a:rPr sz="1700" spc="10" dirty="0">
                <a:latin typeface="Arial"/>
                <a:cs typeface="Arial"/>
              </a:rPr>
              <a:t>menta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aquele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315" marR="2524125">
              <a:lnSpc>
                <a:spcPts val="2650"/>
              </a:lnSpc>
              <a:spcBef>
                <a:spcPts val="185"/>
              </a:spcBef>
            </a:pPr>
            <a:r>
              <a:rPr sz="1700" b="1" spc="10" dirty="0">
                <a:latin typeface="Arial"/>
                <a:cs typeface="Arial"/>
              </a:rPr>
              <a:t>else </a:t>
            </a: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 }</a:t>
            </a:r>
            <a:r>
              <a:rPr sz="1700" spc="10" dirty="0">
                <a:latin typeface="Arial"/>
                <a:cs typeface="Arial"/>
              </a:rPr>
              <a:t> ob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pró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por</a:t>
            </a:r>
            <a:r>
              <a:rPr sz="1700" spc="5" dirty="0">
                <a:latin typeface="Arial"/>
                <a:cs typeface="Arial"/>
              </a:rPr>
              <a:t> curso;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34" y="851946"/>
            <a:ext cx="5311775" cy="6029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5875" marR="2632075" indent="-3810">
              <a:lnSpc>
                <a:spcPts val="2650"/>
              </a:lnSpc>
              <a:spcBef>
                <a:spcPts val="18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41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2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4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241808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177165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51928"/>
            <a:ext cx="50069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1610" y="4838522"/>
            <a:ext cx="141478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13 </a:t>
            </a:r>
            <a:r>
              <a:rPr sz="1700" i="1" spc="-16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spc="-5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spc="65" dirty="0">
                <a:latin typeface="Arial"/>
                <a:cs typeface="Arial"/>
              </a:rPr>
              <a:t>4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817" y="2744789"/>
            <a:ext cx="5917565" cy="2732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1162050" indent="13335">
              <a:lnSpc>
                <a:spcPct val="1297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0" dirty="0">
                <a:latin typeface="Arial"/>
                <a:cs typeface="Arial"/>
              </a:rPr>
              <a:t> </a:t>
            </a:r>
            <a:r>
              <a:rPr sz="1700" i="1" spc="100" dirty="0">
                <a:latin typeface="Arial"/>
                <a:cs typeface="Arial"/>
              </a:rPr>
              <a:t>tipo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Slid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65" dirty="0">
                <a:latin typeface="Arial"/>
                <a:cs typeface="Arial"/>
              </a:rPr>
              <a:t>1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 marR="2471420">
              <a:lnSpc>
                <a:spcPts val="2650"/>
              </a:lnSpc>
              <a:spcBef>
                <a:spcPts val="185"/>
              </a:spcBef>
            </a:pP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20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[11]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1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717165" algn="l"/>
                <a:tab pos="431927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5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7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operadore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sobr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l</a:t>
            </a:r>
            <a:r>
              <a:rPr sz="1700" i="1" spc="-310" dirty="0">
                <a:latin typeface="Arial"/>
                <a:cs typeface="Arial"/>
              </a:rPr>
              <a:t> </a:t>
            </a:r>
            <a:r>
              <a:rPr sz="1700" i="1" spc="165" dirty="0">
                <a:latin typeface="Arial"/>
                <a:cs typeface="Arial"/>
              </a:rPr>
              <a:t>ista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55" dirty="0">
                <a:latin typeface="Arial"/>
                <a:cs typeface="Arial"/>
              </a:rPr>
              <a:t>Slide</a:t>
            </a:r>
            <a:r>
              <a:rPr sz="1700" i="1" spc="10" dirty="0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510822"/>
            <a:ext cx="7498080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ct val="100000"/>
              </a:lnSpc>
              <a:tabLst>
                <a:tab pos="22415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270" dirty="0">
                <a:latin typeface="Lucida Sans Unicode"/>
                <a:cs typeface="Lucida Sans Unicode"/>
              </a:rPr>
              <a:t>−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0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valore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lido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deve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e</a:t>
            </a:r>
            <a:r>
              <a:rPr sz="1700" i="1" spc="70" dirty="0">
                <a:latin typeface="Arial"/>
                <a:cs typeface="Arial"/>
              </a:rPr>
              <a:t>sta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s</a:t>
            </a:r>
            <a:r>
              <a:rPr sz="1700" i="1" spc="-35" dirty="0">
                <a:latin typeface="Arial"/>
                <a:cs typeface="Arial"/>
              </a:rPr>
              <a:t>eparado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0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branco</a:t>
            </a:r>
            <a:r>
              <a:rPr sz="1700" i="1" spc="-290" dirty="0">
                <a:latin typeface="Arial"/>
                <a:cs typeface="Arial"/>
              </a:rPr>
              <a:t>s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605"/>
              </a:spcBef>
              <a:tabLst>
                <a:tab pos="77470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405" dirty="0">
                <a:latin typeface="Arial"/>
                <a:cs typeface="Arial"/>
              </a:rPr>
              <a:t>%</a:t>
            </a:r>
            <a:r>
              <a:rPr sz="1700" spc="-70" dirty="0">
                <a:latin typeface="Arial"/>
                <a:cs typeface="Arial"/>
              </a:rPr>
              <a:t>h</a:t>
            </a:r>
            <a:r>
              <a:rPr sz="1700" spc="-409" dirty="0">
                <a:latin typeface="Arial"/>
                <a:cs typeface="Arial"/>
              </a:rPr>
              <a:t>d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  <a:tabLst>
                <a:tab pos="955675" algn="l"/>
                <a:tab pos="1524635" algn="l"/>
                <a:tab pos="1706245" algn="l"/>
                <a:tab pos="326072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4600" y="1452347"/>
          <a:ext cx="3080660" cy="135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214"/>
                <a:gridCol w="1576790"/>
                <a:gridCol w="670656"/>
              </a:tblGrid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NCURS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spc="-14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ALSE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700" spc="-7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UE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681470" cy="5066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(2)</a:t>
            </a:r>
            <a:endParaRPr sz="24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320" dirty="0">
                <a:latin typeface="Lucida Sans Unicode"/>
                <a:cs typeface="Lucida Sans Unicode"/>
              </a:rPr>
              <a:t>−</a:t>
            </a:r>
            <a:r>
              <a:rPr sz="1700" i="1" spc="-80" dirty="0">
                <a:latin typeface="Arial"/>
                <a:cs typeface="Arial"/>
              </a:rPr>
              <a:t>Program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110" dirty="0">
                <a:latin typeface="Arial"/>
                <a:cs typeface="Arial"/>
              </a:rPr>
              <a:t>principa</a:t>
            </a:r>
            <a:r>
              <a:rPr sz="1700" i="1" spc="-35" dirty="0">
                <a:latin typeface="Arial"/>
                <a:cs typeface="Arial"/>
              </a:rPr>
              <a:t>l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8600" marR="5080" indent="5080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&amp;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"</a:t>
            </a:r>
            <a:r>
              <a:rPr sz="1700" spc="20" dirty="0">
                <a:latin typeface="Arial"/>
                <a:cs typeface="Arial"/>
              </a:rPr>
              <a:t>%</a:t>
            </a:r>
            <a:r>
              <a:rPr sz="1700" spc="-490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[^</a:t>
            </a:r>
            <a:r>
              <a:rPr sz="1700" spc="-40" dirty="0">
                <a:latin typeface="Arial"/>
                <a:cs typeface="Arial"/>
              </a:rPr>
              <a:t>\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70"/>
              </a:spcBef>
            </a:pP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  <a:tabLst>
                <a:tab pos="972819" algn="l"/>
                <a:tab pos="154178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111760" indent="13335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65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70"/>
              </a:spcBef>
            </a:pP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6590" marR="371475" indent="3175">
              <a:lnSpc>
                <a:spcPts val="2720"/>
              </a:lnSpc>
              <a:spcBef>
                <a:spcPts val="200"/>
              </a:spcBef>
            </a:pP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0120" cy="656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(3)</a:t>
            </a:r>
            <a:endParaRPr sz="245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850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Not</a:t>
            </a:r>
            <a:r>
              <a:rPr sz="1700" spc="-225" dirty="0">
                <a:latin typeface="Arial"/>
                <a:cs typeface="Arial"/>
              </a:rPr>
              <a:t>a</a:t>
            </a:r>
            <a:r>
              <a:rPr sz="1700" spc="-305" dirty="0">
                <a:latin typeface="Lucida Sans Unicode"/>
                <a:cs typeface="Lucida Sans Unicode"/>
              </a:rPr>
              <a:t>−</a:t>
            </a:r>
            <a:r>
              <a:rPr sz="1700" spc="-16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3155" marR="15240" indent="-217170">
              <a:lnSpc>
                <a:spcPct val="121900"/>
              </a:lnSpc>
              <a:tabLst>
                <a:tab pos="1294765" algn="l"/>
                <a:tab pos="192849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ALSE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7410">
              <a:lnSpc>
                <a:spcPct val="100000"/>
              </a:lnSpc>
              <a:spcBef>
                <a:spcPts val="44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!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45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0615">
              <a:lnSpc>
                <a:spcPct val="100000"/>
              </a:lnSpc>
              <a:spcBef>
                <a:spcPts val="445"/>
              </a:spcBef>
              <a:tabLst>
                <a:tab pos="1324610" algn="l"/>
                <a:tab pos="162687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45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60" dirty="0">
                <a:latin typeface="Lucida Sans Unicode"/>
                <a:cs typeface="Lucida Sans Unicode"/>
              </a:rPr>
              <a:t> 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497965" marR="1283335" indent="-173990">
              <a:lnSpc>
                <a:spcPct val="121900"/>
              </a:lnSpc>
              <a:tabLst>
                <a:tab pos="52495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1]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6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1]</a:t>
            </a:r>
            <a:r>
              <a:rPr sz="1700" spc="-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508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327150">
              <a:lnSpc>
                <a:spcPct val="100000"/>
              </a:lnSpc>
              <a:spcBef>
                <a:spcPts val="44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045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445"/>
              </a:spcBef>
              <a:tabLst>
                <a:tab pos="120777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2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6460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445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 marR="5080" indent="111125">
              <a:lnSpc>
                <a:spcPct val="121900"/>
              </a:lnSpc>
              <a:tabLst>
                <a:tab pos="570230" algn="l"/>
                <a:tab pos="41859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Curs</a:t>
            </a:r>
            <a:r>
              <a:rPr sz="1700" spc="-400" dirty="0">
                <a:latin typeface="Arial"/>
                <a:cs typeface="Arial"/>
              </a:rPr>
              <a:t>o</a:t>
            </a:r>
            <a:r>
              <a:rPr sz="1700" spc="-215" dirty="0">
                <a:latin typeface="Arial"/>
                <a:cs typeface="Arial"/>
              </a:rPr>
              <a:t>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35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51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192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87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50"/>
            <a:ext cx="8737600" cy="5981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Edi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(E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T)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8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celar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UEM##FMB#G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484505" marR="20637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20" dirty="0">
                <a:latin typeface="Arial"/>
                <a:cs typeface="Arial"/>
              </a:rPr>
              <a:t>mp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10" dirty="0">
                <a:latin typeface="Arial"/>
                <a:cs typeface="Arial"/>
              </a:rPr>
              <a:t> 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inic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 imedia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eguin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DCC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FMG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DC</a:t>
            </a:r>
            <a:r>
              <a:rPr sz="1850" spc="25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marR="83248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114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ET)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15" dirty="0">
                <a:latin typeface="Arial"/>
                <a:cs typeface="Arial"/>
              </a:rPr>
              <a:t> 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ima.</a:t>
            </a:r>
            <a:endParaRPr sz="1850">
              <a:latin typeface="Arial"/>
              <a:cs typeface="Arial"/>
            </a:endParaRPr>
          </a:p>
          <a:p>
            <a:pPr marL="484505" marR="304800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ez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odu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a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8859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po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abs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ra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dados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5" dirty="0">
                <a:latin typeface="Arial"/>
                <a:cs typeface="Arial"/>
              </a:rPr>
              <a:t> 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anj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168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8546" y="862711"/>
            <a:ext cx="7249159" cy="44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73100"/>
              </a:lnSpc>
              <a:spcBef>
                <a:spcPts val="869"/>
              </a:spcBef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P</a:t>
            </a:r>
            <a:r>
              <a:rPr sz="1850" spc="20" dirty="0">
                <a:latin typeface="Arial"/>
                <a:cs typeface="Arial"/>
              </a:rPr>
              <a:t>ASCAL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5" dirty="0">
                <a:latin typeface="Arial"/>
                <a:cs typeface="Arial"/>
              </a:rPr>
              <a:t>*A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abamos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linha, 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eus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(c</a:t>
            </a:r>
            <a:r>
              <a:rPr sz="1850" spc="15" dirty="0">
                <a:latin typeface="Arial"/>
                <a:cs typeface="Arial"/>
              </a:rPr>
              <a:t>uidad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pois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ago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a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ct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.)</a:t>
            </a:r>
            <a:r>
              <a:rPr sz="1850" spc="20" dirty="0">
                <a:latin typeface="Arial"/>
                <a:cs typeface="Arial"/>
              </a:rPr>
              <a:t>*O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k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dh#e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h#um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uu#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h#o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?*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#?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+.*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Como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bom</a:t>
            </a:r>
            <a:endParaRPr sz="1850">
              <a:latin typeface="Arial"/>
              <a:cs typeface="Arial"/>
            </a:endParaRPr>
          </a:p>
          <a:p>
            <a:pPr marL="12700" marR="603250">
              <a:lnSpc>
                <a:spcPct val="173100"/>
              </a:lnSpc>
            </a:pPr>
            <a:r>
              <a:rPr sz="1850" spc="15" dirty="0">
                <a:latin typeface="Arial"/>
                <a:cs typeface="Arial"/>
              </a:rPr>
              <a:t>n#n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#ao###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#e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dirty="0">
                <a:latin typeface="Arial"/>
                <a:cs typeface="Arial"/>
              </a:rPr>
              <a:t>tt</a:t>
            </a:r>
            <a:r>
              <a:rPr sz="1850" spc="15" dirty="0">
                <a:latin typeface="Arial"/>
                <a:cs typeface="Arial"/>
              </a:rPr>
              <a:t>#ar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mb#aa#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ull#ado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nn#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#ele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-590" dirty="0">
                <a:latin typeface="Courier New"/>
                <a:cs typeface="Courier New"/>
              </a:rPr>
              <a:t> </a:t>
            </a: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 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</a:t>
            </a:r>
            <a:r>
              <a:rPr sz="1850" spc="20" dirty="0">
                <a:latin typeface="Courier New"/>
                <a:cs typeface="Courier New"/>
              </a:rPr>
              <a:t>\\\</a:t>
            </a:r>
            <a:r>
              <a:rPr sz="1850" spc="15" dirty="0">
                <a:latin typeface="Arial"/>
                <a:cs typeface="Arial"/>
              </a:rPr>
              <a:t>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sinal?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não###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fic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r!</a:t>
            </a:r>
            <a:r>
              <a:rPr sz="1850" spc="135" dirty="0">
                <a:latin typeface="Arial"/>
                <a:cs typeface="Arial"/>
              </a:rPr>
              <a:t> </a:t>
            </a:r>
            <a:r>
              <a:rPr sz="1850" spc="20" dirty="0">
                <a:latin typeface="Courier New"/>
                <a:cs typeface="Courier New"/>
              </a:rPr>
              <a:t>~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688070" cy="22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911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 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413" y="3330372"/>
            <a:ext cx="493522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7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67050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TER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#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6993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CANCELALINHA</a:t>
            </a:r>
            <a:r>
              <a:rPr sz="1700" dirty="0">
                <a:latin typeface="Arial"/>
                <a:cs typeface="Arial"/>
              </a:rPr>
              <a:t>	’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dirty="0">
                <a:latin typeface="Arial"/>
                <a:cs typeface="Arial"/>
              </a:rPr>
              <a:t> 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30886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40" dirty="0">
                <a:latin typeface="Arial"/>
                <a:cs typeface="Arial"/>
              </a:rPr>
              <a:t>’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4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23495" marR="2402840" indent="-11430">
              <a:lnSpc>
                <a:spcPts val="2650"/>
              </a:lnSpc>
              <a:spcBef>
                <a:spcPts val="185"/>
              </a:spcBef>
              <a:tabLst>
                <a:tab pos="226187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MARCAEOF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~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typede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tipo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30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47040" marR="2680335" indent="-423545">
              <a:lnSpc>
                <a:spcPct val="129700"/>
              </a:lnSpc>
              <a:tabLst>
                <a:tab pos="1014730" algn="l"/>
                <a:tab pos="1203325" algn="l"/>
              </a:tabLst>
            </a:pPr>
            <a:r>
              <a:rPr sz="1700" spc="40" dirty="0">
                <a:latin typeface="Arial"/>
                <a:cs typeface="Arial"/>
              </a:rPr>
              <a:t>v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operadore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943" y="6355739"/>
            <a:ext cx="56769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31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310" y="6691935"/>
            <a:ext cx="553148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20" dirty="0">
                <a:latin typeface="Arial"/>
                <a:cs typeface="Arial"/>
              </a:rPr>
              <a:t>Entr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procediment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tr</a:t>
            </a:r>
            <a:r>
              <a:rPr sz="1700" spc="50" dirty="0">
                <a:latin typeface="Arial"/>
                <a:cs typeface="Arial"/>
              </a:rPr>
              <a:t>an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40</a:t>
            </a:r>
            <a:r>
              <a:rPr sz="1700" i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9"/>
            <a:ext cx="7442834" cy="600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9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7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g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spc="180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0" dirty="0">
                <a:latin typeface="Arial"/>
                <a:cs typeface="Arial"/>
              </a:rPr>
              <a:t>v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7170" marR="3165475" indent="-178435">
              <a:lnSpc>
                <a:spcPts val="2650"/>
              </a:lnSpc>
              <a:spcBef>
                <a:spcPts val="185"/>
              </a:spcBef>
              <a:tabLst>
                <a:tab pos="518795" algn="l"/>
                <a:tab pos="2153920" algn="l"/>
                <a:tab pos="3550920" algn="l"/>
                <a:tab pos="376555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</a:t>
            </a:r>
            <a:r>
              <a:rPr sz="1700" spc="14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15"/>
              </a:spcBef>
              <a:tabLst>
                <a:tab pos="467995" algn="l"/>
                <a:tab pos="7696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</a:t>
            </a:r>
            <a:r>
              <a:rPr sz="1700" spc="15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  <a:tabLst>
                <a:tab pos="681990" algn="l"/>
                <a:tab pos="9937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30556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</a:t>
            </a:r>
            <a:r>
              <a:rPr sz="1700" spc="22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1539240" algn="l"/>
                <a:tab pos="1840864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57425" marR="5080" indent="-744855">
              <a:lnSpc>
                <a:spcPts val="2650"/>
              </a:lnSpc>
              <a:spcBef>
                <a:spcPts val="185"/>
              </a:spcBef>
              <a:tabLst>
                <a:tab pos="2289175" algn="l"/>
                <a:tab pos="259080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650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  <a:tabLst>
                <a:tab pos="2717800" algn="l"/>
                <a:tab pos="3019425" algn="l"/>
                <a:tab pos="6051550" algn="l"/>
                <a:tab pos="6265545" algn="l"/>
              </a:tabLst>
            </a:pP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56515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711"/>
            <a:ext cx="6706234" cy="4902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0979" marR="4133215" indent="-178435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50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22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Pilhau</a:t>
            </a:r>
            <a:r>
              <a:rPr sz="1700" spc="17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-495" dirty="0" smtClean="0">
                <a:latin typeface="Lucida Sans Unicode"/>
                <a:cs typeface="Lucida Sans Unicode"/>
              </a:rPr>
              <a:t>∗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3359" y="5496053"/>
            <a:ext cx="3048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183" y="5464657"/>
            <a:ext cx="58547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700" u="sng" spc="5" dirty="0">
                <a:latin typeface="Times New Roman"/>
                <a:cs typeface="Times New Roman"/>
              </a:rPr>
              <a:t> 	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2787" y="5501614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595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73964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3941" y="6145466"/>
            <a:ext cx="63754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5" dirty="0">
                <a:latin typeface="Times New Roman"/>
                <a:cs typeface="Times New Roman"/>
              </a:rPr>
              <a:t>nt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5726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2963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961" y="6145466"/>
            <a:ext cx="44259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0" dirty="0">
                <a:latin typeface="Times New Roman"/>
                <a:cs typeface="Times New Roman"/>
              </a:rPr>
              <a:t>T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0" dirty="0">
                <a:latin typeface="Times New Roman"/>
                <a:cs typeface="Times New Roman"/>
              </a:rPr>
              <a:t>ás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5806" y="5470525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70200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275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65806" y="6450309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7943" y="5531771"/>
          <a:ext cx="126409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424"/>
                <a:gridCol w="415531"/>
              </a:tblGrid>
              <a:tr h="259080">
                <a:tc rowSpan="2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2600" spc="-1725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7661" y="5531771"/>
          <a:ext cx="1264093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17049" y="5531771"/>
          <a:ext cx="1264106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97"/>
                <a:gridCol w="139954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515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369" y="1508975"/>
            <a:ext cx="4279265" cy="3909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5665" lvl="2" indent="-715010">
              <a:lnSpc>
                <a:spcPct val="100000"/>
              </a:lnSpc>
              <a:buAutoNum type="arabicPeriod" startAt="7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eiro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marR="5080" lvl="3" indent="-262255">
              <a:lnSpc>
                <a:spcPct val="119700"/>
              </a:lnSpc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508000" lvl="1" indent="-49530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508634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  <a:tab pos="2446655" algn="l"/>
                <a:tab pos="397446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	d</a:t>
            </a:r>
            <a:r>
              <a:rPr sz="2050" spc="5" dirty="0">
                <a:latin typeface="Arial"/>
                <a:cs typeface="Arial"/>
              </a:rPr>
              <a:t>e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08320" y="5572088"/>
          <a:ext cx="4149678" cy="1183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290"/>
                <a:gridCol w="2998854"/>
                <a:gridCol w="479534"/>
              </a:tblGrid>
              <a:tr h="345665">
                <a:tc>
                  <a:txBody>
                    <a:bodyPr/>
                    <a:lstStyle/>
                    <a:p>
                      <a:pPr marL="2222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õe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rát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289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Inter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ã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10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fá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sica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091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50" spc="-4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8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t Ex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2050" spc="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1405" cy="646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Lucida Sans Unicode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39545" marR="4806315" indent="-208915">
              <a:lnSpc>
                <a:spcPct val="1297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367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4505" marR="299720" indent="-262255">
              <a:lnSpc>
                <a:spcPct val="1163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qual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-definid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não-e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(1988</a:t>
            </a:r>
            <a:r>
              <a:rPr sz="2050" spc="5" dirty="0">
                <a:latin typeface="Arial"/>
                <a:cs typeface="Arial"/>
              </a:rPr>
              <a:t>) s</a:t>
            </a:r>
            <a:r>
              <a:rPr sz="2050" dirty="0">
                <a:latin typeface="Arial"/>
                <a:cs typeface="Arial"/>
              </a:rPr>
              <a:t>uger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rega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40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5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92820" cy="580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186055" lvl="1" indent="-262255">
              <a:lnSpc>
                <a:spcPct val="1176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75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eqüen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b="1" dirty="0">
                <a:latin typeface="Arial"/>
                <a:cs typeface="Arial"/>
              </a:rPr>
              <a:t>dist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uição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87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93405" cy="569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14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alh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5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35" dirty="0">
                <a:latin typeface="Arial"/>
                <a:cs typeface="Arial"/>
              </a:rPr>
              <a:t>A </a:t>
            </a:r>
            <a:r>
              <a:rPr sz="2050" i="1" spc="375" dirty="0">
                <a:latin typeface="Arial"/>
                <a:cs typeface="Arial"/>
              </a:rPr>
              <a:t>&lt;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J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Q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670"/>
              </a:spcBef>
            </a:pP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125" dirty="0">
                <a:latin typeface="Lucida Sans Unicode"/>
                <a:cs typeface="Lucida Sans Unicode"/>
              </a:rPr>
              <a:t>♣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♦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♠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doi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pau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ouro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opa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46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3470" cy="477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36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tal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xso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t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ketso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6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dificuldade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lida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área,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nar-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proibi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05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878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Lucida Sans Unicode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4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20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4904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+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caus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29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0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00" dirty="0">
                <a:latin typeface="Arial"/>
                <a:cs typeface="Arial"/>
              </a:rPr>
              <a:t> </a:t>
            </a:r>
            <a:r>
              <a:rPr sz="1700" i="1" spc="-225" dirty="0">
                <a:latin typeface="Arial"/>
                <a:cs typeface="Arial"/>
              </a:rPr>
              <a:t>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Inserca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36345">
              <a:lnSpc>
                <a:spcPct val="100000"/>
              </a:lnSpc>
              <a:spcBef>
                <a:spcPts val="675"/>
              </a:spcBef>
            </a:pP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d</a:t>
            </a:r>
            <a:r>
              <a:rPr sz="2050" spc="5" dirty="0">
                <a:latin typeface="Arial"/>
                <a:cs typeface="Arial"/>
              </a:rPr>
              <a:t>e 0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210" dirty="0">
                <a:latin typeface="Arial"/>
                <a:cs typeface="Arial"/>
              </a:rPr>
              <a:t>T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96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Seleca</a:t>
            </a:r>
            <a:r>
              <a:rPr sz="1700" spc="10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576195" indent="-188595">
              <a:lnSpc>
                <a:spcPts val="2720"/>
              </a:lnSpc>
              <a:spcBef>
                <a:spcPts val="200"/>
              </a:spcBef>
              <a:tabLst>
                <a:tab pos="1428750" algn="l"/>
                <a:tab pos="1750060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470"/>
              </a:spcBef>
              <a:tabLst>
                <a:tab pos="977265" algn="l"/>
                <a:tab pos="15455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75"/>
              </a:spcBef>
              <a:tabLst>
                <a:tab pos="1834514" algn="l"/>
                <a:tab pos="2402840" algn="l"/>
                <a:tab pos="32600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8495" marR="5080" indent="241935">
              <a:lnSpc>
                <a:spcPts val="2720"/>
              </a:lnSpc>
              <a:spcBef>
                <a:spcPts val="200"/>
              </a:spcBef>
              <a:tabLst>
                <a:tab pos="120269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9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188" y="1772041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141" y="2863202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8386" y="30580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39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05686" y="2787167"/>
            <a:ext cx="2184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945" indent="-55880">
              <a:lnSpc>
                <a:spcPct val="100000"/>
              </a:lnSpc>
            </a:pPr>
            <a:r>
              <a:rPr sz="2025" i="1" spc="217" baseline="-20576" dirty="0">
                <a:latin typeface="Trebuchet MS"/>
                <a:cs typeface="Trebuchet MS"/>
              </a:rPr>
              <a:t>n</a:t>
            </a: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  <a:p>
            <a:pPr marL="67945">
              <a:lnSpc>
                <a:spcPct val="100000"/>
              </a:lnSpc>
              <a:spcBef>
                <a:spcPts val="390"/>
              </a:spcBef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2786" y="2848889"/>
            <a:ext cx="13843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4179" y="2863202"/>
            <a:ext cx="41719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95" dirty="0">
                <a:latin typeface="Lucida Sans Unicode"/>
                <a:cs typeface="Lucida Sans Unicode"/>
              </a:rPr>
              <a:t> </a:t>
            </a:r>
            <a:r>
              <a:rPr sz="2025" spc="142" baseline="-28806" dirty="0">
                <a:latin typeface="PMingLiU"/>
                <a:cs typeface="PMingLiU"/>
              </a:rPr>
              <a:t>2</a:t>
            </a:r>
            <a:endParaRPr sz="2025" baseline="-28806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141" y="331217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5706818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320" y="3712438"/>
            <a:ext cx="300990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208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Inserca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367915" indent="-188595">
              <a:lnSpc>
                <a:spcPct val="133100"/>
              </a:lnSpc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697" y="3022409"/>
            <a:ext cx="1162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39" y="3022409"/>
            <a:ext cx="2118361" cy="61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27660" algn="l"/>
                <a:tab pos="1405255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 smtClean="0">
                <a:latin typeface="Lucida Sans Unicode"/>
                <a:cs typeface="Lucida Sans Unicode"/>
              </a:rPr>
              <a:t>∗</a:t>
            </a:r>
            <a:r>
              <a:rPr lang="pt-BR" sz="1700" spc="-155" dirty="0" smtClean="0">
                <a:latin typeface="Lucida Sans Unicode"/>
                <a:cs typeface="Lucida Sans Unicode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6366" y="4057396"/>
            <a:ext cx="450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832" y="4057396"/>
            <a:ext cx="195008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5092496"/>
            <a:ext cx="527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050" y="1964791"/>
            <a:ext cx="16116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5215" y="1964791"/>
            <a:ext cx="150431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 smtClean="0">
                <a:latin typeface="Arial"/>
                <a:cs typeface="Arial"/>
              </a:rPr>
              <a:t>i</a:t>
            </a:r>
            <a:r>
              <a:rPr lang="pt-BR" sz="1700" dirty="0" smtClean="0">
                <a:latin typeface="Arial"/>
                <a:cs typeface="Arial"/>
              </a:rPr>
              <a:t>,</a:t>
            </a:r>
            <a:r>
              <a:rPr sz="1700" spc="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7900" y="1955891"/>
            <a:ext cx="3119854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11" y="1964791"/>
            <a:ext cx="3121025" cy="955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7030" indent="-137160">
              <a:lnSpc>
                <a:spcPct val="100000"/>
              </a:lnSpc>
              <a:spcBef>
                <a:spcPts val="605"/>
              </a:spcBef>
              <a:buFont typeface="Lucida Sans Unicode"/>
              <a:buChar char="·"/>
              <a:tabLst>
                <a:tab pos="367665" algn="l"/>
                <a:tab pos="1408430" algn="l"/>
              </a:tabLst>
            </a:pP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2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95" dirty="0">
                <a:latin typeface="Arial"/>
                <a:cs typeface="Arial"/>
              </a:rPr>
              <a:t>D</a:t>
            </a:r>
            <a:r>
              <a:rPr sz="1700" spc="8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46" y="2973260"/>
            <a:ext cx="9499854" cy="435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ct val="100000"/>
              </a:lnSpc>
              <a:tabLst>
                <a:tab pos="258127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60" dirty="0">
                <a:latin typeface="Arial"/>
                <a:cs typeface="Arial"/>
              </a:rPr>
              <a:t>[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10" dirty="0">
                <a:latin typeface="Lucida Sans Unicode"/>
                <a:cs typeface="Lucida Sans Unicode"/>
              </a:rPr>
              <a:t> </a:t>
            </a:r>
            <a:r>
              <a:rPr sz="1700" i="1" spc="-85" dirty="0">
                <a:latin typeface="Arial"/>
                <a:cs typeface="Arial"/>
              </a:rPr>
              <a:t>obte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1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45" dirty="0">
                <a:latin typeface="Arial"/>
                <a:cs typeface="Arial"/>
              </a:rPr>
              <a:t>piv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x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 dirty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lang="pt-BR" sz="1700" spc="-180" dirty="0" smtClean="0">
                <a:latin typeface="Arial"/>
                <a:cs typeface="Arial"/>
              </a:rPr>
              <a:t>) </a:t>
            </a:r>
            <a:r>
              <a:rPr sz="1700" spc="70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-5" dirty="0" smtClean="0">
                <a:latin typeface="Arial"/>
                <a:cs typeface="Arial"/>
              </a:rPr>
              <a:t>whil</a:t>
            </a:r>
            <a:r>
              <a:rPr sz="1700" b="1" spc="10" dirty="0" smtClean="0">
                <a:latin typeface="Arial"/>
                <a:cs typeface="Arial"/>
              </a:rPr>
              <a:t>e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w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lang="pt-BR" sz="1700" spc="-130" dirty="0" smtClean="0">
                <a:latin typeface="Arial"/>
                <a:cs typeface="Arial"/>
              </a:rPr>
              <a:t>)</a:t>
            </a:r>
            <a:r>
              <a:rPr sz="1700" spc="12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lang="pt-BR" sz="1700" spc="-114" dirty="0">
                <a:latin typeface="Arial"/>
                <a:cs typeface="Arial"/>
              </a:rPr>
              <a:t> </a:t>
            </a:r>
            <a:r>
              <a:rPr lang="pt-BR" sz="1700" spc="5" dirty="0">
                <a:latin typeface="Arial"/>
                <a:cs typeface="Arial"/>
              </a:rPr>
              <a:t>(</a:t>
            </a:r>
            <a:r>
              <a:rPr lang="pt-BR" sz="1700" spc="-300" dirty="0">
                <a:latin typeface="Arial"/>
                <a:cs typeface="Arial"/>
              </a:rPr>
              <a:t> </a:t>
            </a:r>
            <a:r>
              <a:rPr lang="pt-BR" sz="1700" spc="-270" dirty="0">
                <a:latin typeface="Lucida Sans Unicode"/>
                <a:cs typeface="Lucida Sans Unicode"/>
              </a:rPr>
              <a:t>∗</a:t>
            </a:r>
            <a:r>
              <a:rPr lang="pt-BR" sz="1700" spc="-130" dirty="0">
                <a:latin typeface="Lucida Sans Unicode"/>
                <a:cs typeface="Lucida Sans Unicode"/>
              </a:rPr>
              <a:t> </a:t>
            </a:r>
            <a:r>
              <a:rPr lang="pt-BR" sz="1700" dirty="0">
                <a:latin typeface="Arial"/>
                <a:cs typeface="Arial"/>
              </a:rPr>
              <a:t>i</a:t>
            </a:r>
            <a:r>
              <a:rPr lang="pt-BR" sz="1700" spc="-180" dirty="0">
                <a:latin typeface="Arial"/>
                <a:cs typeface="Arial"/>
              </a:rPr>
              <a:t> </a:t>
            </a:r>
            <a:r>
              <a:rPr lang="pt-BR" sz="1700" spc="-180">
                <a:latin typeface="Arial"/>
                <a:cs typeface="Arial"/>
              </a:rPr>
              <a:t>) </a:t>
            </a:r>
            <a:r>
              <a:rPr lang="pt-BR" sz="1700" spc="70" smtClean="0">
                <a:latin typeface="Arial"/>
                <a:cs typeface="Arial"/>
              </a:rPr>
              <a:t>++</a:t>
            </a:r>
            <a:r>
              <a:rPr lang="pt-BR" sz="1700" spc="5" smtClean="0">
                <a:latin typeface="Arial"/>
                <a:cs typeface="Arial"/>
              </a:rPr>
              <a:t>; </a:t>
            </a:r>
            <a:r>
              <a:rPr lang="pt-BR" sz="1700" spc="5">
                <a:latin typeface="Arial"/>
                <a:cs typeface="Arial"/>
              </a:rPr>
              <a:t>(</a:t>
            </a:r>
            <a:r>
              <a:rPr lang="pt-BR" sz="1700" spc="-300">
                <a:latin typeface="Arial"/>
                <a:cs typeface="Arial"/>
              </a:rPr>
              <a:t> </a:t>
            </a:r>
            <a:r>
              <a:rPr lang="pt-BR" sz="1700" spc="-270">
                <a:latin typeface="Lucida Sans Unicode"/>
                <a:cs typeface="Lucida Sans Unicode"/>
              </a:rPr>
              <a:t>∗</a:t>
            </a:r>
            <a:r>
              <a:rPr lang="pt-BR" sz="1700" spc="-130">
                <a:latin typeface="Lucida Sans Unicode"/>
                <a:cs typeface="Lucida Sans Unicode"/>
              </a:rPr>
              <a:t> </a:t>
            </a:r>
            <a:r>
              <a:rPr lang="pt-BR" sz="1700">
                <a:latin typeface="Arial"/>
                <a:cs typeface="Arial"/>
              </a:rPr>
              <a:t>j</a:t>
            </a:r>
            <a:r>
              <a:rPr lang="pt-BR" sz="1700" spc="-295">
                <a:latin typeface="Arial"/>
                <a:cs typeface="Arial"/>
              </a:rPr>
              <a:t> </a:t>
            </a:r>
            <a:r>
              <a:rPr lang="pt-BR" sz="1700" spc="-100">
                <a:latin typeface="Arial"/>
                <a:cs typeface="Arial"/>
              </a:rPr>
              <a:t>)</a:t>
            </a:r>
            <a:r>
              <a:rPr lang="pt-BR" sz="1700" spc="-120">
                <a:latin typeface="Lucida Sans Unicode"/>
                <a:cs typeface="Lucida Sans Unicode"/>
              </a:rPr>
              <a:t>−</a:t>
            </a:r>
            <a:r>
              <a:rPr lang="pt-BR" sz="1700" spc="-65">
                <a:latin typeface="Lucida Sans Unicode"/>
                <a:cs typeface="Lucida Sans Unicode"/>
              </a:rPr>
              <a:t>−</a:t>
            </a:r>
            <a:r>
              <a:rPr lang="pt-BR" sz="1700" spc="5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rápid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452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 marR="3366770" indent="-20955">
              <a:lnSpc>
                <a:spcPct val="133100"/>
              </a:lnSpc>
              <a:tabLst>
                <a:tab pos="559435" algn="l"/>
                <a:tab pos="870585" algn="l"/>
                <a:tab pos="1739264" algn="l"/>
                <a:tab pos="2703195" algn="l"/>
                <a:tab pos="2928620" algn="l"/>
              </a:tabLst>
            </a:pP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QuickSor</a:t>
            </a:r>
            <a:r>
              <a:rPr sz="1700" spc="14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</TotalTime>
  <Words>15876</Words>
  <Application>Microsoft Office PowerPoint</Application>
  <PresentationFormat>Personalizar</PresentationFormat>
  <Paragraphs>3288</Paragraphs>
  <Slides>211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211</vt:i4>
      </vt:variant>
    </vt:vector>
  </HeadingPairs>
  <TitlesOfParts>
    <vt:vector size="219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 (continuação)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de Dados Heterogêneas</vt:lpstr>
      <vt:lpstr>Estruturas de Dados Heterogêneas</vt:lpstr>
      <vt:lpstr>Variáveis Compostas Heterogêneas</vt:lpstr>
      <vt:lpstr>Definição de Estrutura</vt:lpstr>
      <vt:lpstr>Estruturas em C</vt:lpstr>
      <vt:lpstr>Estruturas (declaração)</vt:lpstr>
      <vt:lpstr>Estruturas: Declaração</vt:lpstr>
      <vt:lpstr>Estrutura</vt:lpstr>
      <vt:lpstr>Estruturas: Manipulação</vt:lpstr>
      <vt:lpstr>Estruturas: Manipulação</vt:lpstr>
      <vt:lpstr>Estrutura: Exemplo Completo</vt:lpstr>
      <vt:lpstr>Estruturas: Outras formas de Declaração</vt:lpstr>
      <vt:lpstr>Estruturas: Outras formas de Declaração</vt:lpstr>
      <vt:lpstr>Typedef</vt:lpstr>
      <vt:lpstr>Exemplo de uso do typedef</vt:lpstr>
      <vt:lpstr>Vetores de estruturas</vt:lpstr>
      <vt:lpstr>Acesso aos elementos do vetor</vt:lpstr>
      <vt:lpstr>Acesso aos elementos do vetor</vt:lpstr>
      <vt:lpstr>Código completo do exemplo</vt:lpstr>
      <vt:lpstr>Inicialização de um vetor de estruturas</vt:lpstr>
      <vt:lpstr>Inicializando um vetor de estruturas</vt:lpstr>
      <vt:lpstr>Funções e vetores de estruturas</vt:lpstr>
      <vt:lpstr>Estruturas e funções – Exemplo 1/3</vt:lpstr>
      <vt:lpstr>Estruturas e funções – Exemplo 2/3</vt:lpstr>
      <vt:lpstr>Estruturas e funções – Exemplo 3/3</vt:lpstr>
      <vt:lpstr>Estruturas e funções - Completo</vt:lpstr>
      <vt:lpstr>Estruturas e funções - Completo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</cp:lastModifiedBy>
  <cp:revision>28</cp:revision>
  <dcterms:created xsi:type="dcterms:W3CDTF">2015-06-18T03:37:37Z</dcterms:created>
  <dcterms:modified xsi:type="dcterms:W3CDTF">2016-08-02T16:36:17Z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