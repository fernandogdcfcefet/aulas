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1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1" r:id="rId11"/>
    <p:sldId id="280" r:id="rId12"/>
    <p:sldId id="282" r:id="rId13"/>
    <p:sldId id="283" r:id="rId14"/>
    <p:sldId id="284" r:id="rId15"/>
    <p:sldId id="287" r:id="rId16"/>
    <p:sldId id="288" r:id="rId17"/>
  </p:sldIdLst>
  <p:sldSz cx="10693400" cy="7556500"/>
  <p:notesSz cx="10693400" cy="7556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152" y="-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B65049-F1B4-462B-A3F2-F1E931EF2ACF}" type="datetimeFigureOut">
              <a:rPr lang="pt-BR" smtClean="0"/>
              <a:t>22/11/2018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0025" cy="2833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069975" y="3589338"/>
            <a:ext cx="8553450" cy="3400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AFCE6-2794-4072-9B02-9131E56B39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93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6AFCE6-2794-4072-9B02-9131E56B3907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4554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79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5669" y="2385180"/>
            <a:ext cx="8863330" cy="114935"/>
          </a:xfrm>
          <a:custGeom>
            <a:avLst/>
            <a:gdLst/>
            <a:ahLst/>
            <a:cxnLst/>
            <a:rect l="l" t="t" r="r" b="b"/>
            <a:pathLst>
              <a:path w="8863330" h="114935">
                <a:moveTo>
                  <a:pt x="8863052" y="114414"/>
                </a:moveTo>
                <a:lnTo>
                  <a:pt x="8863052" y="0"/>
                </a:lnTo>
                <a:lnTo>
                  <a:pt x="0" y="0"/>
                </a:lnTo>
                <a:lnTo>
                  <a:pt x="0" y="114414"/>
                </a:lnTo>
                <a:lnTo>
                  <a:pt x="8863052" y="11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11/22/2018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11/22/2018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11/22/2018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23720" y="2615806"/>
            <a:ext cx="7845958" cy="655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5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7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85505" cy="4206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esquis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9144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adequad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bina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dire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equen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al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undá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3891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4328"/>
            <a:ext cx="7586345" cy="10109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Bin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ári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esquis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qualque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38178" y="2124252"/>
            <a:ext cx="379095" cy="351790"/>
          </a:xfrm>
          <a:custGeom>
            <a:avLst/>
            <a:gdLst/>
            <a:ahLst/>
            <a:cxnLst/>
            <a:rect l="l" t="t" r="r" b="b"/>
            <a:pathLst>
              <a:path w="379095" h="351789">
                <a:moveTo>
                  <a:pt x="378574" y="175768"/>
                </a:moveTo>
                <a:lnTo>
                  <a:pt x="373414" y="134842"/>
                </a:lnTo>
                <a:lnTo>
                  <a:pt x="358732" y="97346"/>
                </a:lnTo>
                <a:lnTo>
                  <a:pt x="335718" y="64387"/>
                </a:lnTo>
                <a:lnTo>
                  <a:pt x="305566" y="37071"/>
                </a:lnTo>
                <a:lnTo>
                  <a:pt x="269468" y="16507"/>
                </a:lnTo>
                <a:lnTo>
                  <a:pt x="228618" y="3801"/>
                </a:lnTo>
                <a:lnTo>
                  <a:pt x="189280" y="0"/>
                </a:lnTo>
                <a:lnTo>
                  <a:pt x="184238" y="61"/>
                </a:lnTo>
                <a:lnTo>
                  <a:pt x="145207" y="4790"/>
                </a:lnTo>
                <a:lnTo>
                  <a:pt x="104828" y="18424"/>
                </a:lnTo>
                <a:lnTo>
                  <a:pt x="69334" y="39793"/>
                </a:lnTo>
                <a:lnTo>
                  <a:pt x="39919" y="67790"/>
                </a:lnTo>
                <a:lnTo>
                  <a:pt x="17775" y="101309"/>
                </a:lnTo>
                <a:lnTo>
                  <a:pt x="4093" y="139240"/>
                </a:lnTo>
                <a:lnTo>
                  <a:pt x="0" y="175768"/>
                </a:lnTo>
                <a:lnTo>
                  <a:pt x="65" y="180450"/>
                </a:lnTo>
                <a:lnTo>
                  <a:pt x="6341" y="221049"/>
                </a:lnTo>
                <a:lnTo>
                  <a:pt x="22006" y="258095"/>
                </a:lnTo>
                <a:lnTo>
                  <a:pt x="45870" y="290482"/>
                </a:lnTo>
                <a:lnTo>
                  <a:pt x="76738" y="317103"/>
                </a:lnTo>
                <a:lnTo>
                  <a:pt x="113421" y="336848"/>
                </a:lnTo>
                <a:lnTo>
                  <a:pt x="149943" y="347734"/>
                </a:lnTo>
                <a:lnTo>
                  <a:pt x="189280" y="351536"/>
                </a:lnTo>
                <a:lnTo>
                  <a:pt x="194323" y="351474"/>
                </a:lnTo>
                <a:lnTo>
                  <a:pt x="233354" y="346745"/>
                </a:lnTo>
                <a:lnTo>
                  <a:pt x="273735" y="333111"/>
                </a:lnTo>
                <a:lnTo>
                  <a:pt x="309231" y="311742"/>
                </a:lnTo>
                <a:lnTo>
                  <a:pt x="338649" y="283745"/>
                </a:lnTo>
                <a:lnTo>
                  <a:pt x="360796" y="250226"/>
                </a:lnTo>
                <a:lnTo>
                  <a:pt x="374480" y="212295"/>
                </a:lnTo>
                <a:lnTo>
                  <a:pt x="378574" y="175768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75417" y="3057156"/>
            <a:ext cx="392430" cy="419734"/>
          </a:xfrm>
          <a:custGeom>
            <a:avLst/>
            <a:gdLst/>
            <a:ahLst/>
            <a:cxnLst/>
            <a:rect l="l" t="t" r="r" b="b"/>
            <a:pathLst>
              <a:path w="392429" h="419735">
                <a:moveTo>
                  <a:pt x="392099" y="0"/>
                </a:moveTo>
                <a:lnTo>
                  <a:pt x="0" y="419138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75417" y="3476294"/>
            <a:ext cx="824865" cy="0"/>
          </a:xfrm>
          <a:custGeom>
            <a:avLst/>
            <a:gdLst/>
            <a:ahLst/>
            <a:cxnLst/>
            <a:rect l="l" t="t" r="r" b="b"/>
            <a:pathLst>
              <a:path w="824864">
                <a:moveTo>
                  <a:pt x="0" y="0"/>
                </a:moveTo>
                <a:lnTo>
                  <a:pt x="824750" y="0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67517" y="3057156"/>
            <a:ext cx="419734" cy="405765"/>
          </a:xfrm>
          <a:custGeom>
            <a:avLst/>
            <a:gdLst/>
            <a:ahLst/>
            <a:cxnLst/>
            <a:rect l="l" t="t" r="r" b="b"/>
            <a:pathLst>
              <a:path w="419735" h="405764">
                <a:moveTo>
                  <a:pt x="0" y="0"/>
                </a:moveTo>
                <a:lnTo>
                  <a:pt x="419125" y="405612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916993" y="3057156"/>
            <a:ext cx="500380" cy="405765"/>
          </a:xfrm>
          <a:custGeom>
            <a:avLst/>
            <a:gdLst/>
            <a:ahLst/>
            <a:cxnLst/>
            <a:rect l="l" t="t" r="r" b="b"/>
            <a:pathLst>
              <a:path w="500379" h="405764">
                <a:moveTo>
                  <a:pt x="500265" y="0"/>
                </a:moveTo>
                <a:lnTo>
                  <a:pt x="0" y="405612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16993" y="3462769"/>
            <a:ext cx="960119" cy="0"/>
          </a:xfrm>
          <a:custGeom>
            <a:avLst/>
            <a:gdLst/>
            <a:ahLst/>
            <a:cxnLst/>
            <a:rect l="l" t="t" r="r" b="b"/>
            <a:pathLst>
              <a:path w="960120">
                <a:moveTo>
                  <a:pt x="0" y="0"/>
                </a:moveTo>
                <a:lnTo>
                  <a:pt x="959954" y="0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417259" y="3057156"/>
            <a:ext cx="473709" cy="405765"/>
          </a:xfrm>
          <a:custGeom>
            <a:avLst/>
            <a:gdLst/>
            <a:ahLst/>
            <a:cxnLst/>
            <a:rect l="l" t="t" r="r" b="b"/>
            <a:pathLst>
              <a:path w="473709" h="405764">
                <a:moveTo>
                  <a:pt x="0" y="0"/>
                </a:moveTo>
                <a:lnTo>
                  <a:pt x="473214" y="405612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187721" y="2146046"/>
            <a:ext cx="162560" cy="239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-10" dirty="0">
                <a:latin typeface="Arial"/>
                <a:cs typeface="Arial"/>
              </a:rPr>
              <a:t>R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14253" y="3146564"/>
            <a:ext cx="151765" cy="239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-10" dirty="0">
                <a:latin typeface="Arial"/>
                <a:cs typeface="Arial"/>
              </a:rPr>
              <a:t>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77526" y="3146564"/>
            <a:ext cx="162560" cy="239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-10" dirty="0">
                <a:latin typeface="Arial"/>
                <a:cs typeface="Arial"/>
              </a:rPr>
              <a:t>D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67517" y="2475788"/>
            <a:ext cx="906144" cy="581660"/>
          </a:xfrm>
          <a:custGeom>
            <a:avLst/>
            <a:gdLst/>
            <a:ahLst/>
            <a:cxnLst/>
            <a:rect l="l" t="t" r="r" b="b"/>
            <a:pathLst>
              <a:path w="906145" h="581660">
                <a:moveTo>
                  <a:pt x="905865" y="0"/>
                </a:moveTo>
                <a:lnTo>
                  <a:pt x="0" y="581367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267517" y="2975991"/>
            <a:ext cx="106045" cy="81280"/>
          </a:xfrm>
          <a:custGeom>
            <a:avLst/>
            <a:gdLst/>
            <a:ahLst/>
            <a:cxnLst/>
            <a:rect l="l" t="t" r="r" b="b"/>
            <a:pathLst>
              <a:path w="106045" h="81280">
                <a:moveTo>
                  <a:pt x="0" y="81165"/>
                </a:moveTo>
                <a:lnTo>
                  <a:pt x="105625" y="45504"/>
                </a:lnTo>
                <a:lnTo>
                  <a:pt x="76415" y="0"/>
                </a:lnTo>
                <a:lnTo>
                  <a:pt x="0" y="81165"/>
                </a:lnTo>
                <a:close/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268023" y="2475788"/>
            <a:ext cx="1136015" cy="554355"/>
          </a:xfrm>
          <a:custGeom>
            <a:avLst/>
            <a:gdLst/>
            <a:ahLst/>
            <a:cxnLst/>
            <a:rect l="l" t="t" r="r" b="b"/>
            <a:pathLst>
              <a:path w="1136014" h="554355">
                <a:moveTo>
                  <a:pt x="0" y="0"/>
                </a:moveTo>
                <a:lnTo>
                  <a:pt x="1135710" y="554329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294666" y="2958376"/>
            <a:ext cx="109220" cy="71755"/>
          </a:xfrm>
          <a:custGeom>
            <a:avLst/>
            <a:gdLst/>
            <a:ahLst/>
            <a:cxnLst/>
            <a:rect l="l" t="t" r="r" b="b"/>
            <a:pathLst>
              <a:path w="109220" h="71755">
                <a:moveTo>
                  <a:pt x="109067" y="71742"/>
                </a:moveTo>
                <a:lnTo>
                  <a:pt x="23723" y="0"/>
                </a:lnTo>
                <a:lnTo>
                  <a:pt x="0" y="48602"/>
                </a:lnTo>
                <a:lnTo>
                  <a:pt x="109067" y="71742"/>
                </a:lnTo>
                <a:close/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483613" y="3842067"/>
            <a:ext cx="3150235" cy="323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iant</a:t>
            </a: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942551" y="4484992"/>
            <a:ext cx="368935" cy="394335"/>
          </a:xfrm>
          <a:custGeom>
            <a:avLst/>
            <a:gdLst/>
            <a:ahLst/>
            <a:cxnLst/>
            <a:rect l="l" t="t" r="r" b="b"/>
            <a:pathLst>
              <a:path w="368935" h="394335">
                <a:moveTo>
                  <a:pt x="368757" y="0"/>
                </a:moveTo>
                <a:lnTo>
                  <a:pt x="0" y="394195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917126" y="4891900"/>
            <a:ext cx="941069" cy="0"/>
          </a:xfrm>
          <a:custGeom>
            <a:avLst/>
            <a:gdLst/>
            <a:ahLst/>
            <a:cxnLst/>
            <a:rect l="l" t="t" r="r" b="b"/>
            <a:pathLst>
              <a:path w="941070">
                <a:moveTo>
                  <a:pt x="0" y="0"/>
                </a:moveTo>
                <a:lnTo>
                  <a:pt x="940968" y="0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36747" y="4472279"/>
            <a:ext cx="521970" cy="407034"/>
          </a:xfrm>
          <a:custGeom>
            <a:avLst/>
            <a:gdLst/>
            <a:ahLst/>
            <a:cxnLst/>
            <a:rect l="l" t="t" r="r" b="b"/>
            <a:pathLst>
              <a:path w="521970" h="407035">
                <a:moveTo>
                  <a:pt x="0" y="0"/>
                </a:moveTo>
                <a:lnTo>
                  <a:pt x="521347" y="406908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366729" y="4535855"/>
            <a:ext cx="203835" cy="165735"/>
          </a:xfrm>
          <a:custGeom>
            <a:avLst/>
            <a:gdLst/>
            <a:ahLst/>
            <a:cxnLst/>
            <a:rect l="l" t="t" r="r" b="b"/>
            <a:pathLst>
              <a:path w="203835" h="165735">
                <a:moveTo>
                  <a:pt x="203454" y="0"/>
                </a:moveTo>
                <a:lnTo>
                  <a:pt x="0" y="165303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366729" y="4701158"/>
            <a:ext cx="216535" cy="114935"/>
          </a:xfrm>
          <a:custGeom>
            <a:avLst/>
            <a:gdLst/>
            <a:ahLst/>
            <a:cxnLst/>
            <a:rect l="l" t="t" r="r" b="b"/>
            <a:pathLst>
              <a:path w="216535" h="114935">
                <a:moveTo>
                  <a:pt x="0" y="0"/>
                </a:moveTo>
                <a:lnTo>
                  <a:pt x="216166" y="114452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197803" y="4510430"/>
            <a:ext cx="229235" cy="191135"/>
          </a:xfrm>
          <a:custGeom>
            <a:avLst/>
            <a:gdLst/>
            <a:ahLst/>
            <a:cxnLst/>
            <a:rect l="l" t="t" r="r" b="b"/>
            <a:pathLst>
              <a:path w="229235" h="191135">
                <a:moveTo>
                  <a:pt x="228879" y="0"/>
                </a:moveTo>
                <a:lnTo>
                  <a:pt x="0" y="190728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197803" y="4701158"/>
            <a:ext cx="267335" cy="114935"/>
          </a:xfrm>
          <a:custGeom>
            <a:avLst/>
            <a:gdLst/>
            <a:ahLst/>
            <a:cxnLst/>
            <a:rect l="l" t="t" r="r" b="b"/>
            <a:pathLst>
              <a:path w="267335" h="114935">
                <a:moveTo>
                  <a:pt x="0" y="0"/>
                </a:moveTo>
                <a:lnTo>
                  <a:pt x="267030" y="114452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075195" y="4421416"/>
            <a:ext cx="356235" cy="356235"/>
          </a:xfrm>
          <a:custGeom>
            <a:avLst/>
            <a:gdLst/>
            <a:ahLst/>
            <a:cxnLst/>
            <a:rect l="l" t="t" r="r" b="b"/>
            <a:pathLst>
              <a:path w="356234" h="356235">
                <a:moveTo>
                  <a:pt x="356044" y="0"/>
                </a:moveTo>
                <a:lnTo>
                  <a:pt x="0" y="356044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075195" y="4777460"/>
            <a:ext cx="763270" cy="0"/>
          </a:xfrm>
          <a:custGeom>
            <a:avLst/>
            <a:gdLst/>
            <a:ahLst/>
            <a:cxnLst/>
            <a:rect l="l" t="t" r="r" b="b"/>
            <a:pathLst>
              <a:path w="763270">
                <a:moveTo>
                  <a:pt x="0" y="0"/>
                </a:moveTo>
                <a:lnTo>
                  <a:pt x="762952" y="0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431240" y="4408703"/>
            <a:ext cx="419734" cy="368935"/>
          </a:xfrm>
          <a:custGeom>
            <a:avLst/>
            <a:gdLst/>
            <a:ahLst/>
            <a:cxnLst/>
            <a:rect l="l" t="t" r="r" b="b"/>
            <a:pathLst>
              <a:path w="419734" h="368935">
                <a:moveTo>
                  <a:pt x="0" y="0"/>
                </a:moveTo>
                <a:lnTo>
                  <a:pt x="419620" y="368757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167820" y="4408703"/>
            <a:ext cx="407034" cy="432434"/>
          </a:xfrm>
          <a:custGeom>
            <a:avLst/>
            <a:gdLst/>
            <a:ahLst/>
            <a:cxnLst/>
            <a:rect l="l" t="t" r="r" b="b"/>
            <a:pathLst>
              <a:path w="407035" h="432435">
                <a:moveTo>
                  <a:pt x="406908" y="216166"/>
                </a:moveTo>
                <a:lnTo>
                  <a:pt x="403629" y="177308"/>
                </a:lnTo>
                <a:lnTo>
                  <a:pt x="392591" y="136355"/>
                </a:lnTo>
                <a:lnTo>
                  <a:pt x="374559" y="99165"/>
                </a:lnTo>
                <a:lnTo>
                  <a:pt x="350350" y="66605"/>
                </a:lnTo>
                <a:lnTo>
                  <a:pt x="320784" y="39545"/>
                </a:lnTo>
                <a:lnTo>
                  <a:pt x="286678" y="18854"/>
                </a:lnTo>
                <a:lnTo>
                  <a:pt x="248851" y="5401"/>
                </a:lnTo>
                <a:lnTo>
                  <a:pt x="208123" y="55"/>
                </a:lnTo>
                <a:lnTo>
                  <a:pt x="203454" y="0"/>
                </a:lnTo>
                <a:lnTo>
                  <a:pt x="198784" y="55"/>
                </a:lnTo>
                <a:lnTo>
                  <a:pt x="158056" y="5401"/>
                </a:lnTo>
                <a:lnTo>
                  <a:pt x="120229" y="18854"/>
                </a:lnTo>
                <a:lnTo>
                  <a:pt x="86123" y="39545"/>
                </a:lnTo>
                <a:lnTo>
                  <a:pt x="56557" y="66605"/>
                </a:lnTo>
                <a:lnTo>
                  <a:pt x="32348" y="99165"/>
                </a:lnTo>
                <a:lnTo>
                  <a:pt x="14316" y="136355"/>
                </a:lnTo>
                <a:lnTo>
                  <a:pt x="3278" y="177308"/>
                </a:lnTo>
                <a:lnTo>
                  <a:pt x="0" y="216166"/>
                </a:lnTo>
                <a:lnTo>
                  <a:pt x="52" y="221127"/>
                </a:lnTo>
                <a:lnTo>
                  <a:pt x="4133" y="259730"/>
                </a:lnTo>
                <a:lnTo>
                  <a:pt x="15989" y="300306"/>
                </a:lnTo>
                <a:lnTo>
                  <a:pt x="34748" y="337025"/>
                </a:lnTo>
                <a:lnTo>
                  <a:pt x="59593" y="369017"/>
                </a:lnTo>
                <a:lnTo>
                  <a:pt x="89704" y="395414"/>
                </a:lnTo>
                <a:lnTo>
                  <a:pt x="124263" y="415345"/>
                </a:lnTo>
                <a:lnTo>
                  <a:pt x="162453" y="427941"/>
                </a:lnTo>
                <a:lnTo>
                  <a:pt x="203454" y="432333"/>
                </a:lnTo>
                <a:lnTo>
                  <a:pt x="208123" y="432277"/>
                </a:lnTo>
                <a:lnTo>
                  <a:pt x="248851" y="426931"/>
                </a:lnTo>
                <a:lnTo>
                  <a:pt x="286678" y="413476"/>
                </a:lnTo>
                <a:lnTo>
                  <a:pt x="320784" y="392784"/>
                </a:lnTo>
                <a:lnTo>
                  <a:pt x="350350" y="365723"/>
                </a:lnTo>
                <a:lnTo>
                  <a:pt x="374559" y="333162"/>
                </a:lnTo>
                <a:lnTo>
                  <a:pt x="392591" y="295972"/>
                </a:lnTo>
                <a:lnTo>
                  <a:pt x="403629" y="255021"/>
                </a:lnTo>
                <a:lnTo>
                  <a:pt x="406908" y="216166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260458" y="4570438"/>
            <a:ext cx="14414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320423" y="4494148"/>
            <a:ext cx="15430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93101" y="4481423"/>
            <a:ext cx="15430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D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500987" y="5174417"/>
            <a:ext cx="7595234" cy="154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585" marR="5080" indent="-349885">
              <a:lnSpc>
                <a:spcPct val="117100"/>
              </a:lnSpc>
              <a:buAutoNum type="arabicPeriod"/>
              <a:tabLst>
                <a:tab pos="363220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à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querda.</a:t>
            </a:r>
            <a:endParaRPr sz="2050">
              <a:latin typeface="Arial"/>
              <a:cs typeface="Arial"/>
            </a:endParaRPr>
          </a:p>
          <a:p>
            <a:pPr marL="362585" marR="92075" indent="-349885">
              <a:lnSpc>
                <a:spcPct val="117000"/>
              </a:lnSpc>
              <a:spcBef>
                <a:spcPts val="575"/>
              </a:spcBef>
              <a:buAutoNum type="arabicPeriod"/>
              <a:tabLst>
                <a:tab pos="363220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à</a:t>
            </a:r>
            <a:r>
              <a:rPr sz="2050" dirty="0">
                <a:latin typeface="Arial"/>
                <a:cs typeface="Arial"/>
              </a:rPr>
              <a:t> 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54557"/>
            <a:ext cx="758634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Bin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ári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esquis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64691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21295" y="4126217"/>
            <a:ext cx="8297545" cy="2610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  <a:tab pos="624840" algn="l"/>
              </a:tabLst>
            </a:pPr>
            <a:r>
              <a:rPr sz="2050" spc="10" dirty="0">
                <a:latin typeface="Arial"/>
                <a:cs typeface="Arial"/>
              </a:rPr>
              <a:t>O	</a:t>
            </a:r>
            <a:r>
              <a:rPr sz="2050" b="1" dirty="0">
                <a:latin typeface="Arial"/>
                <a:cs typeface="Arial"/>
              </a:rPr>
              <a:t>n</a:t>
            </a:r>
            <a:r>
              <a:rPr sz="2050" b="1" spc="-5" dirty="0">
                <a:latin typeface="Arial"/>
                <a:cs typeface="Arial"/>
              </a:rPr>
              <a:t>í</a:t>
            </a:r>
            <a:r>
              <a:rPr sz="2050" b="1" dirty="0">
                <a:latin typeface="Arial"/>
                <a:cs typeface="Arial"/>
              </a:rPr>
              <a:t>vel</a:t>
            </a:r>
            <a:r>
              <a:rPr sz="2050" b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0.</a:t>
            </a:r>
            <a:endParaRPr sz="2050">
              <a:latin typeface="Arial"/>
              <a:cs typeface="Arial"/>
            </a:endParaRPr>
          </a:p>
          <a:p>
            <a:pPr marL="274955" marR="292735" indent="-262255">
              <a:lnSpc>
                <a:spcPct val="117100"/>
              </a:lnSpc>
              <a:spcBef>
                <a:spcPts val="116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Se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7100"/>
              </a:lnSpc>
              <a:spcBef>
                <a:spcPts val="116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tu</a:t>
            </a:r>
            <a:r>
              <a:rPr sz="2050" b="1" spc="5" dirty="0">
                <a:latin typeface="Arial"/>
                <a:cs typeface="Arial"/>
              </a:rPr>
              <a:t>ra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long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olha.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5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iz.</a:t>
            </a:r>
            <a:endParaRPr sz="2050">
              <a:latin typeface="Arial"/>
              <a:cs typeface="Arial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7166" y="1492250"/>
            <a:ext cx="5115534" cy="2557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69320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897" y="832055"/>
            <a:ext cx="8568690" cy="4964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marR="5080">
              <a:lnSpc>
                <a:spcPct val="1082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Tipo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strat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Dicion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ár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io usa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Bin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ár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esquis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endParaRPr sz="2450" dirty="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1395"/>
              </a:spcBef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utu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85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lon</a:t>
            </a:r>
            <a:r>
              <a:rPr sz="1700" b="1" spc="10" dirty="0">
                <a:latin typeface="Arial"/>
                <a:cs typeface="Arial"/>
              </a:rPr>
              <a:t>g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29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4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20979" marR="5464175" indent="-20891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TipoRegistr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470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TipoRegistr</a:t>
            </a:r>
            <a:r>
              <a:rPr sz="1700" spc="2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35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TipoN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265" dirty="0">
                <a:latin typeface="Lucida Sans Unicode"/>
                <a:cs typeface="Lucida Sans Unicode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27329" marR="5888990" indent="-215265">
              <a:lnSpc>
                <a:spcPts val="2720"/>
              </a:lnSpc>
              <a:spcBef>
                <a:spcPts val="200"/>
              </a:spcBef>
              <a:tabLst>
                <a:tab pos="2276475" algn="l"/>
              </a:tabLst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35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TipoN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TipoRegistr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25" dirty="0">
                <a:latin typeface="Arial"/>
                <a:cs typeface="Arial"/>
              </a:rPr>
              <a:t>g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TipoN</a:t>
            </a:r>
            <a:r>
              <a:rPr sz="1700" spc="114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8541385" cy="6311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esquisar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Uma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Ch</a:t>
            </a:r>
            <a:r>
              <a:rPr sz="2450" b="1" spc="-2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i="1" spc="150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endParaRPr sz="2450" dirty="0">
              <a:latin typeface="Arial"/>
              <a:cs typeface="Arial"/>
            </a:endParaRPr>
          </a:p>
          <a:p>
            <a:pPr marL="488950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pare-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iz.</a:t>
            </a:r>
            <a:endParaRPr sz="2050" dirty="0">
              <a:latin typeface="Arial"/>
              <a:cs typeface="Arial"/>
            </a:endParaRPr>
          </a:p>
          <a:p>
            <a:pPr marL="488950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sz="2050" spc="5" dirty="0">
                <a:latin typeface="Arial"/>
                <a:cs typeface="Arial"/>
              </a:rPr>
              <a:t>Se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vá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querda.</a:t>
            </a:r>
          </a:p>
          <a:p>
            <a:pPr marL="488950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sz="2050" spc="5" dirty="0">
                <a:latin typeface="Arial"/>
                <a:cs typeface="Arial"/>
              </a:rPr>
              <a:t>Se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vá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</a:p>
          <a:p>
            <a:pPr marL="488950" marR="26733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 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ingid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8950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sz="2050" spc="5" dirty="0">
                <a:latin typeface="Arial"/>
                <a:cs typeface="Arial"/>
              </a:rPr>
              <a:t>Se a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eúd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próp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21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Pesquis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TipoRegistr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-16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50"/>
              </a:spcBef>
              <a:tabLst>
                <a:tab pos="25781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-1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50"/>
              </a:spcBef>
              <a:tabLst>
                <a:tab pos="467359" algn="l"/>
                <a:tab pos="194945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present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arvor</a:t>
            </a:r>
            <a:r>
              <a:rPr sz="1700" spc="215" dirty="0">
                <a:latin typeface="Arial"/>
                <a:cs typeface="Arial"/>
              </a:rPr>
              <a:t>e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50"/>
              </a:spcBef>
              <a:tabLst>
                <a:tab pos="55943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85" dirty="0">
                <a:latin typeface="Arial"/>
                <a:cs typeface="Arial"/>
              </a:rPr>
              <a:t>&gt;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(</a:t>
            </a:r>
            <a:r>
              <a:rPr sz="1700" spc="-21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35" dirty="0">
                <a:latin typeface="Arial"/>
                <a:cs typeface="Arial"/>
              </a:rPr>
              <a:t>g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50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Pesquis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1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50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50"/>
              </a:spcBef>
              <a:tabLst>
                <a:tab pos="55943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85" dirty="0">
                <a:latin typeface="Arial"/>
                <a:cs typeface="Arial"/>
              </a:rPr>
              <a:t>&gt;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(</a:t>
            </a:r>
            <a:r>
              <a:rPr sz="1700" spc="-21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35" dirty="0">
                <a:latin typeface="Arial"/>
                <a:cs typeface="Arial"/>
              </a:rPr>
              <a:t>g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Pesquis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1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650"/>
              </a:spcBef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35" dirty="0">
                <a:latin typeface="Arial"/>
                <a:cs typeface="Arial"/>
              </a:rPr>
              <a:t> </a:t>
            </a:r>
            <a:r>
              <a:rPr sz="1700" spc="-16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0" dirty="0">
                <a:latin typeface="Arial"/>
                <a:cs typeface="Arial"/>
              </a:rPr>
              <a:t>(</a:t>
            </a:r>
            <a:r>
              <a:rPr sz="1700" spc="-19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25" dirty="0">
                <a:latin typeface="Arial"/>
                <a:cs typeface="Arial"/>
              </a:rPr>
              <a:t>g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5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8606790" cy="6110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serir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 dirty="0">
              <a:latin typeface="Arial"/>
              <a:cs typeface="Arial"/>
            </a:endParaRPr>
          </a:p>
          <a:p>
            <a:pPr marL="488950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ingir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gn</a:t>
            </a:r>
            <a:r>
              <a:rPr sz="2050" spc="5" dirty="0">
                <a:latin typeface="Arial"/>
                <a:cs typeface="Arial"/>
              </a:rPr>
              <a:t>ifica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8950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ingid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TipoRegistr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5781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-1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46405" marR="2559050" indent="-196850">
              <a:lnSpc>
                <a:spcPts val="2650"/>
              </a:lnSpc>
              <a:spcBef>
                <a:spcPts val="18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-1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10" dirty="0">
                <a:latin typeface="Arial"/>
                <a:cs typeface="Arial"/>
              </a:rPr>
              <a:t>r</a:t>
            </a:r>
            <a:r>
              <a:rPr sz="1700" spc="150" dirty="0">
                <a:latin typeface="Arial"/>
                <a:cs typeface="Arial"/>
              </a:rPr>
              <a:t>)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(</a:t>
            </a:r>
            <a:r>
              <a:rPr sz="1700" spc="-60" dirty="0">
                <a:latin typeface="Arial"/>
                <a:cs typeface="Arial"/>
              </a:rPr>
              <a:t>TipoN</a:t>
            </a:r>
            <a:r>
              <a:rPr sz="1700" spc="16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4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10" dirty="0">
                <a:latin typeface="Arial"/>
                <a:cs typeface="Arial"/>
              </a:rPr>
              <a:t>g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13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20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13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(</a:t>
            </a:r>
            <a:r>
              <a:rPr sz="1700" spc="-21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25" dirty="0">
                <a:latin typeface="Arial"/>
                <a:cs typeface="Arial"/>
              </a:rPr>
              <a:t>g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35585" marR="4756785" indent="21590">
              <a:lnSpc>
                <a:spcPct val="129700"/>
              </a:lnSpc>
              <a:tabLst>
                <a:tab pos="53784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1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50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 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(</a:t>
            </a:r>
            <a:r>
              <a:rPr sz="1700" spc="-21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25" dirty="0">
                <a:latin typeface="Arial"/>
                <a:cs typeface="Arial"/>
              </a:rPr>
              <a:t>g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1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605"/>
              </a:spcBef>
              <a:tabLst>
                <a:tab pos="788670" algn="l"/>
                <a:tab pos="2182495" algn="l"/>
                <a:tab pos="2378075" algn="l"/>
                <a:tab pos="3669029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14" dirty="0">
                <a:latin typeface="Arial"/>
                <a:cs typeface="Arial"/>
              </a:rPr>
              <a:t>j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exist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arvor</a:t>
            </a:r>
            <a:r>
              <a:rPr sz="1700" spc="215" dirty="0">
                <a:latin typeface="Arial"/>
                <a:cs typeface="Arial"/>
              </a:rPr>
              <a:t>e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0582" y="851928"/>
            <a:ext cx="7022465" cy="5963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Inic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zar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19050"/>
            <a:r>
              <a:rPr lang="pt-BR" sz="1700" spc="-100" dirty="0" smtClean="0">
                <a:latin typeface="Arial"/>
                <a:cs typeface="Arial"/>
              </a:rPr>
              <a:t>{</a:t>
            </a:r>
            <a:r>
              <a:rPr lang="pt-BR" sz="1700" spc="-120" dirty="0" smtClean="0">
                <a:latin typeface="Lucida Sans Unicode"/>
                <a:cs typeface="Lucida Sans Unicode"/>
              </a:rPr>
              <a:t>−</a:t>
            </a:r>
            <a:r>
              <a:rPr lang="pt-BR" sz="1700" spc="-15" dirty="0" smtClean="0">
                <a:latin typeface="Lucida Sans Unicode"/>
                <a:cs typeface="Lucida Sans Unicode"/>
              </a:rPr>
              <a:t>−</a:t>
            </a:r>
            <a:r>
              <a:rPr lang="pt-BR" sz="1700" spc="-165" dirty="0" smtClean="0">
                <a:latin typeface="Lucida Sans Unicode"/>
                <a:cs typeface="Lucida Sans Unicode"/>
              </a:rPr>
              <a:t> </a:t>
            </a:r>
            <a:r>
              <a:rPr lang="pt-BR" sz="1700" i="1" spc="10" dirty="0" smtClean="0">
                <a:latin typeface="Times New Roman"/>
                <a:cs typeface="Times New Roman"/>
              </a:rPr>
              <a:t>E</a:t>
            </a:r>
            <a:r>
              <a:rPr lang="pt-BR" sz="1700" i="1" spc="5" dirty="0" smtClean="0">
                <a:latin typeface="Times New Roman"/>
                <a:cs typeface="Times New Roman"/>
              </a:rPr>
              <a:t>nt</a:t>
            </a:r>
            <a:r>
              <a:rPr lang="pt-BR" sz="1700" i="1" spc="-25" dirty="0" smtClean="0">
                <a:latin typeface="Times New Roman"/>
                <a:cs typeface="Times New Roman"/>
              </a:rPr>
              <a:t>r</a:t>
            </a:r>
            <a:r>
              <a:rPr lang="pt-BR" sz="1700" i="1" spc="10" dirty="0" smtClean="0">
                <a:latin typeface="Times New Roman"/>
                <a:cs typeface="Times New Roman"/>
              </a:rPr>
              <a:t>a</a:t>
            </a:r>
            <a:r>
              <a:rPr lang="pt-BR" sz="1700" i="1" dirty="0" smtClean="0">
                <a:latin typeface="Times New Roman"/>
                <a:cs typeface="Times New Roman"/>
              </a:rPr>
              <a:t> </a:t>
            </a:r>
            <a:r>
              <a:rPr lang="pt-BR" sz="1700" i="1" spc="5" dirty="0" smtClean="0">
                <a:latin typeface="Times New Roman"/>
                <a:cs typeface="Times New Roman"/>
              </a:rPr>
              <a:t>aqui </a:t>
            </a:r>
            <a:r>
              <a:rPr lang="pt-BR" sz="1700" i="1" spc="10" dirty="0" smtClean="0">
                <a:latin typeface="Times New Roman"/>
                <a:cs typeface="Times New Roman"/>
              </a:rPr>
              <a:t>a</a:t>
            </a:r>
            <a:r>
              <a:rPr lang="pt-BR" sz="1700" i="1" dirty="0" smtClean="0">
                <a:latin typeface="Times New Roman"/>
                <a:cs typeface="Times New Roman"/>
              </a:rPr>
              <a:t> </a:t>
            </a:r>
            <a:r>
              <a:rPr lang="pt-BR" sz="1700" i="1" spc="5" dirty="0" smtClean="0">
                <a:latin typeface="Times New Roman"/>
                <a:cs typeface="Times New Roman"/>
              </a:rPr>
              <a:t>de</a:t>
            </a:r>
            <a:r>
              <a:rPr lang="pt-BR" sz="1700" i="1" spc="-45" dirty="0" smtClean="0">
                <a:latin typeface="Times New Roman"/>
                <a:cs typeface="Times New Roman"/>
              </a:rPr>
              <a:t>f</a:t>
            </a:r>
            <a:r>
              <a:rPr lang="pt-BR" sz="1700" i="1" spc="-50" dirty="0" smtClean="0">
                <a:latin typeface="Times New Roman"/>
                <a:cs typeface="Times New Roman"/>
              </a:rPr>
              <a:t>i</a:t>
            </a:r>
            <a:r>
              <a:rPr lang="pt-BR" sz="1700" i="1" spc="5" dirty="0" smtClean="0">
                <a:latin typeface="Times New Roman"/>
                <a:cs typeface="Times New Roman"/>
              </a:rPr>
              <a:t>niçã</a:t>
            </a:r>
            <a:r>
              <a:rPr lang="pt-BR" sz="1700" i="1" spc="10" dirty="0" smtClean="0">
                <a:latin typeface="Times New Roman"/>
                <a:cs typeface="Times New Roman"/>
              </a:rPr>
              <a:t>o</a:t>
            </a:r>
            <a:r>
              <a:rPr lang="pt-BR" sz="1700" i="1" spc="5" dirty="0" smtClean="0">
                <a:latin typeface="Times New Roman"/>
                <a:cs typeface="Times New Roman"/>
              </a:rPr>
              <a:t> dos tipos</a:t>
            </a:r>
            <a:r>
              <a:rPr lang="pt-BR" sz="1700" i="1" spc="-100" dirty="0" smtClean="0">
                <a:latin typeface="Times New Roman"/>
                <a:cs typeface="Times New Roman"/>
              </a:rPr>
              <a:t> </a:t>
            </a:r>
            <a:r>
              <a:rPr lang="pt-BR" sz="1700" spc="-120" dirty="0" smtClean="0">
                <a:latin typeface="Lucida Sans Unicode"/>
                <a:cs typeface="Lucida Sans Unicode"/>
              </a:rPr>
              <a:t>−</a:t>
            </a:r>
            <a:r>
              <a:rPr lang="pt-BR" sz="1700" spc="-65" dirty="0" smtClean="0">
                <a:latin typeface="Lucida Sans Unicode"/>
                <a:cs typeface="Lucida Sans Unicode"/>
              </a:rPr>
              <a:t>−</a:t>
            </a:r>
            <a:r>
              <a:rPr lang="pt-BR" sz="1700" spc="5" dirty="0" smtClean="0">
                <a:latin typeface="Arial"/>
                <a:cs typeface="Arial"/>
              </a:rPr>
              <a:t>}</a:t>
            </a:r>
            <a:endParaRPr lang="pt-BR" sz="1700" dirty="0" smtClean="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</a:pPr>
            <a:endParaRPr lang="pt-BR" sz="1700" b="1" spc="-25" dirty="0" smtClean="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</a:pPr>
            <a:r>
              <a:rPr sz="1700" b="1" spc="-25" dirty="0" smtClean="0">
                <a:latin typeface="Arial"/>
                <a:cs typeface="Arial"/>
              </a:rPr>
              <a:t>voi</a:t>
            </a:r>
            <a:r>
              <a:rPr sz="1700" b="1" spc="10" dirty="0" smtClean="0">
                <a:latin typeface="Arial"/>
                <a:cs typeface="Arial"/>
              </a:rPr>
              <a:t>d</a:t>
            </a:r>
            <a:r>
              <a:rPr sz="1700" b="1" dirty="0" smtClean="0">
                <a:latin typeface="Arial"/>
                <a:cs typeface="Arial"/>
              </a:rPr>
              <a:t> </a:t>
            </a:r>
            <a:r>
              <a:rPr sz="1700" b="1" spc="30" dirty="0" smtClean="0">
                <a:latin typeface="Arial"/>
                <a:cs typeface="Arial"/>
              </a:rPr>
              <a:t> </a:t>
            </a:r>
            <a:r>
              <a:rPr sz="1700" spc="170" dirty="0">
                <a:latin typeface="Arial"/>
                <a:cs typeface="Arial"/>
              </a:rPr>
              <a:t>Inicializ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 err="1">
                <a:latin typeface="Arial"/>
                <a:cs typeface="Arial"/>
              </a:rPr>
              <a:t>TipoApontado</a:t>
            </a:r>
            <a:r>
              <a:rPr sz="1700" spc="5" dirty="0" err="1">
                <a:latin typeface="Arial"/>
                <a:cs typeface="Arial"/>
              </a:rPr>
              <a:t>r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85" dirty="0" smtClean="0">
                <a:latin typeface="Lucida Sans Unicode"/>
                <a:cs typeface="Lucida Sans Unicode"/>
              </a:rPr>
              <a:t>∗</a:t>
            </a:r>
            <a:r>
              <a:rPr lang="pt-BR" sz="1700" spc="75" dirty="0" smtClean="0">
                <a:latin typeface="Arial"/>
                <a:cs typeface="Arial"/>
              </a:rPr>
              <a:t>raiz</a:t>
            </a:r>
            <a:r>
              <a:rPr sz="1700" spc="5" dirty="0" smtClean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12700" marR="4428490" indent="29845">
              <a:lnSpc>
                <a:spcPct val="129700"/>
              </a:lnSpc>
              <a:tabLst>
                <a:tab pos="570230" algn="l"/>
                <a:tab pos="794385" algn="l"/>
                <a:tab pos="195897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315" dirty="0">
                <a:latin typeface="Lucida Sans Unicode"/>
                <a:cs typeface="Lucida Sans Unicode"/>
              </a:rPr>
              <a:t> </a:t>
            </a:r>
            <a:r>
              <a:rPr lang="pt-BR" sz="1700" spc="75" dirty="0" smtClean="0">
                <a:latin typeface="Arial"/>
                <a:cs typeface="Arial"/>
              </a:rPr>
              <a:t>raiz</a:t>
            </a:r>
            <a:r>
              <a:rPr sz="1700" dirty="0" smtClean="0">
                <a:latin typeface="Arial"/>
                <a:cs typeface="Arial"/>
              </a:rPr>
              <a:t> </a:t>
            </a:r>
            <a:r>
              <a:rPr sz="1700" spc="-114" dirty="0" smtClean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 smtClean="0">
                <a:latin typeface="Arial"/>
                <a:cs typeface="Arial"/>
              </a:rPr>
              <a:t>};</a:t>
            </a:r>
            <a:r>
              <a:rPr sz="1700" dirty="0">
                <a:latin typeface="Arial"/>
                <a:cs typeface="Arial"/>
              </a:rPr>
              <a:t>	</a:t>
            </a:r>
            <a:endParaRPr lang="pt-BR" sz="1700" dirty="0" smtClean="0">
              <a:latin typeface="Arial"/>
              <a:cs typeface="Arial"/>
            </a:endParaRPr>
          </a:p>
          <a:p>
            <a:pPr marL="12700" marR="4428490" indent="29845">
              <a:lnSpc>
                <a:spcPct val="129700"/>
              </a:lnSpc>
              <a:tabLst>
                <a:tab pos="570230" algn="l"/>
                <a:tab pos="794385" algn="l"/>
                <a:tab pos="1958975" algn="l"/>
              </a:tabLst>
            </a:pPr>
            <a:endParaRPr sz="1700" dirty="0">
              <a:latin typeface="Times New Roman"/>
              <a:cs typeface="Times New Roman"/>
            </a:endParaRPr>
          </a:p>
          <a:p>
            <a:pPr marL="16510">
              <a:lnSpc>
                <a:spcPct val="100000"/>
              </a:lnSpc>
              <a:spcBef>
                <a:spcPts val="605"/>
              </a:spcBef>
            </a:pPr>
            <a:r>
              <a:rPr sz="1700" spc="-100" dirty="0" smtClean="0">
                <a:latin typeface="Arial"/>
                <a:cs typeface="Arial"/>
              </a:rPr>
              <a:t>{</a:t>
            </a:r>
            <a:r>
              <a:rPr sz="1700" spc="-120" dirty="0">
                <a:latin typeface="Lucida Sans Unicode"/>
                <a:cs typeface="Lucida Sans Unicode"/>
              </a:rPr>
              <a:t>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Lucida Sans Unicode"/>
                <a:cs typeface="Lucida Sans Unicode"/>
              </a:rPr>
              <a:t> </a:t>
            </a:r>
            <a:r>
              <a:rPr sz="1700" i="1" spc="10" dirty="0">
                <a:latin typeface="Times New Roman"/>
                <a:cs typeface="Times New Roman"/>
              </a:rPr>
              <a:t>E</a:t>
            </a:r>
            <a:r>
              <a:rPr sz="1700" i="1" spc="5" dirty="0">
                <a:latin typeface="Times New Roman"/>
                <a:cs typeface="Times New Roman"/>
              </a:rPr>
              <a:t>nt</a:t>
            </a:r>
            <a:r>
              <a:rPr sz="1700" i="1" spc="-25" dirty="0">
                <a:latin typeface="Times New Roman"/>
                <a:cs typeface="Times New Roman"/>
              </a:rPr>
              <a:t>r</a:t>
            </a:r>
            <a:r>
              <a:rPr sz="1700" i="1" spc="5" dirty="0">
                <a:latin typeface="Times New Roman"/>
                <a:cs typeface="Times New Roman"/>
              </a:rPr>
              <a:t>a</a:t>
            </a:r>
            <a:r>
              <a:rPr sz="1700" i="1" spc="15" dirty="0">
                <a:latin typeface="Times New Roman"/>
                <a:cs typeface="Times New Roman"/>
              </a:rPr>
              <a:t>m</a:t>
            </a:r>
            <a:r>
              <a:rPr sz="1700" i="1" spc="5" dirty="0">
                <a:latin typeface="Times New Roman"/>
                <a:cs typeface="Times New Roman"/>
              </a:rPr>
              <a:t> aqui os p</a:t>
            </a:r>
            <a:r>
              <a:rPr sz="1700" i="1" spc="-75" dirty="0">
                <a:latin typeface="Times New Roman"/>
                <a:cs typeface="Times New Roman"/>
              </a:rPr>
              <a:t>r</a:t>
            </a:r>
            <a:r>
              <a:rPr sz="1700" i="1" spc="5" dirty="0">
                <a:latin typeface="Times New Roman"/>
                <a:cs typeface="Times New Roman"/>
              </a:rPr>
              <a:t>oced</a:t>
            </a:r>
            <a:r>
              <a:rPr sz="1700" i="1" spc="10" dirty="0">
                <a:latin typeface="Times New Roman"/>
                <a:cs typeface="Times New Roman"/>
              </a:rPr>
              <a:t>im</a:t>
            </a:r>
            <a:r>
              <a:rPr sz="1700" i="1" spc="5" dirty="0">
                <a:latin typeface="Times New Roman"/>
                <a:cs typeface="Times New Roman"/>
              </a:rPr>
              <a:t>entos Ins</a:t>
            </a:r>
            <a:r>
              <a:rPr sz="1700" i="1" dirty="0">
                <a:latin typeface="Times New Roman"/>
                <a:cs typeface="Times New Roman"/>
              </a:rPr>
              <a:t>e</a:t>
            </a:r>
            <a:r>
              <a:rPr sz="1700" i="1" spc="-60" dirty="0">
                <a:latin typeface="Times New Roman"/>
                <a:cs typeface="Times New Roman"/>
              </a:rPr>
              <a:t>r</a:t>
            </a:r>
            <a:r>
              <a:rPr sz="1700" i="1" spc="5" dirty="0">
                <a:latin typeface="Times New Roman"/>
                <a:cs typeface="Times New Roman"/>
              </a:rPr>
              <a:t>e e Ini</a:t>
            </a:r>
            <a:r>
              <a:rPr sz="1700" i="1" dirty="0">
                <a:latin typeface="Times New Roman"/>
                <a:cs typeface="Times New Roman"/>
              </a:rPr>
              <a:t>c</a:t>
            </a:r>
            <a:r>
              <a:rPr sz="1700" i="1" spc="5" dirty="0">
                <a:latin typeface="Times New Roman"/>
                <a:cs typeface="Times New Roman"/>
              </a:rPr>
              <a:t>ializa</a:t>
            </a:r>
            <a:r>
              <a:rPr sz="1700" i="1" spc="-100" dirty="0">
                <a:latin typeface="Times New Roman"/>
                <a:cs typeface="Times New Roman"/>
              </a:rPr>
              <a:t> </a:t>
            </a:r>
            <a:r>
              <a:rPr sz="1700" spc="-120" dirty="0">
                <a:latin typeface="Lucida Sans Unicode"/>
                <a:cs typeface="Lucida Sans Unicode"/>
              </a:rPr>
              <a:t>−</a:t>
            </a:r>
            <a:r>
              <a:rPr sz="1700" spc="-6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36830">
              <a:lnSpc>
                <a:spcPct val="100000"/>
              </a:lnSpc>
              <a:spcBef>
                <a:spcPts val="605"/>
              </a:spcBef>
            </a:pPr>
            <a:r>
              <a:rPr sz="1700" b="1" spc="110" dirty="0" err="1">
                <a:latin typeface="Arial"/>
                <a:cs typeface="Arial"/>
              </a:rPr>
              <a:t>in</a:t>
            </a:r>
            <a:r>
              <a:rPr sz="1700" b="1" spc="5" dirty="0" err="1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 smtClean="0">
                <a:latin typeface="Arial"/>
                <a:cs typeface="Arial"/>
              </a:rPr>
              <a:t>mai</a:t>
            </a:r>
            <a:r>
              <a:rPr sz="1700" spc="70" dirty="0" smtClean="0">
                <a:latin typeface="Arial"/>
                <a:cs typeface="Arial"/>
              </a:rPr>
              <a:t>n</a:t>
            </a:r>
            <a:r>
              <a:rPr lang="pt-BR" sz="1700" spc="70" dirty="0" smtClean="0">
                <a:latin typeface="Arial"/>
                <a:cs typeface="Arial"/>
              </a:rPr>
              <a:t>( </a:t>
            </a:r>
            <a:r>
              <a:rPr sz="1700" spc="5" dirty="0" smtClean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58445" marR="2300605" indent="-208915">
              <a:lnSpc>
                <a:spcPct val="129700"/>
              </a:lnSpc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5" dirty="0" err="1" smtClean="0">
                <a:latin typeface="Arial"/>
                <a:cs typeface="Arial"/>
              </a:rPr>
              <a:t>Tipo</a:t>
            </a:r>
            <a:r>
              <a:rPr lang="pt-BR" sz="1700" spc="55" dirty="0" smtClean="0">
                <a:latin typeface="Arial"/>
                <a:cs typeface="Arial"/>
              </a:rPr>
              <a:t>Apontador</a:t>
            </a:r>
            <a:r>
              <a:rPr sz="1700" dirty="0" smtClean="0">
                <a:latin typeface="Arial"/>
                <a:cs typeface="Arial"/>
              </a:rPr>
              <a:t> </a:t>
            </a:r>
            <a:r>
              <a:rPr sz="1700" spc="15" dirty="0" smtClean="0">
                <a:latin typeface="Arial"/>
                <a:cs typeface="Arial"/>
              </a:rPr>
              <a:t> </a:t>
            </a:r>
            <a:r>
              <a:rPr lang="pt-BR" sz="1700" spc="15" dirty="0" smtClean="0">
                <a:latin typeface="Arial"/>
                <a:cs typeface="Arial"/>
              </a:rPr>
              <a:t>r</a:t>
            </a:r>
            <a:r>
              <a:rPr lang="pt-BR" sz="1700" spc="75" dirty="0" smtClean="0">
                <a:latin typeface="Arial"/>
                <a:cs typeface="Arial"/>
              </a:rPr>
              <a:t>aiz</a:t>
            </a:r>
            <a:r>
              <a:rPr sz="1700" spc="-160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TipoRegistr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70" dirty="0" err="1">
                <a:latin typeface="Arial"/>
                <a:cs typeface="Arial"/>
              </a:rPr>
              <a:t>Inicializ</a:t>
            </a:r>
            <a:r>
              <a:rPr sz="1700" spc="165" dirty="0" err="1">
                <a:latin typeface="Arial"/>
                <a:cs typeface="Arial"/>
              </a:rPr>
              <a:t>a</a:t>
            </a:r>
            <a:r>
              <a:rPr sz="1700" spc="-10" dirty="0" smtClean="0">
                <a:latin typeface="Arial"/>
                <a:cs typeface="Arial"/>
              </a:rPr>
              <a:t>(</a:t>
            </a:r>
            <a:r>
              <a:rPr sz="1700" spc="70" dirty="0" smtClean="0">
                <a:latin typeface="Arial"/>
                <a:cs typeface="Arial"/>
              </a:rPr>
              <a:t>&amp;</a:t>
            </a:r>
            <a:r>
              <a:rPr lang="pt-BR" sz="1700" spc="75" dirty="0" smtClean="0">
                <a:latin typeface="Arial"/>
                <a:cs typeface="Arial"/>
              </a:rPr>
              <a:t>raiz</a:t>
            </a:r>
            <a:r>
              <a:rPr sz="1700" spc="5" dirty="0" smtClean="0">
                <a:latin typeface="Arial"/>
                <a:cs typeface="Arial"/>
              </a:rPr>
              <a:t>)</a:t>
            </a:r>
            <a:r>
              <a:rPr sz="1700" spc="-26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R="3456940">
              <a:lnSpc>
                <a:spcPct val="100000"/>
              </a:lnSpc>
              <a:spcBef>
                <a:spcPts val="605"/>
              </a:spcBef>
            </a:pPr>
            <a:r>
              <a:rPr lang="pt-BR" sz="1700" spc="25" dirty="0">
                <a:latin typeface="Arial"/>
                <a:cs typeface="Arial"/>
              </a:rPr>
              <a:t> </a:t>
            </a:r>
            <a:r>
              <a:rPr lang="pt-BR" sz="1700" spc="25" dirty="0" smtClean="0">
                <a:latin typeface="Arial"/>
                <a:cs typeface="Arial"/>
              </a:rPr>
              <a:t>   </a:t>
            </a:r>
            <a:r>
              <a:rPr sz="1700" spc="25" dirty="0" err="1" smtClean="0">
                <a:latin typeface="Arial"/>
                <a:cs typeface="Arial"/>
              </a:rPr>
              <a:t>scan</a:t>
            </a:r>
            <a:r>
              <a:rPr sz="1700" spc="155" dirty="0" err="1" smtClean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385" dirty="0">
                <a:latin typeface="Arial"/>
                <a:cs typeface="Arial"/>
              </a:rPr>
              <a:t>%</a:t>
            </a:r>
            <a:r>
              <a:rPr sz="1700" spc="-40" dirty="0" smtClean="0">
                <a:latin typeface="Arial"/>
                <a:cs typeface="Arial"/>
              </a:rPr>
              <a:t>d</a:t>
            </a:r>
            <a:r>
              <a:rPr sz="1700" spc="-17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&amp;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35585">
              <a:lnSpc>
                <a:spcPct val="100000"/>
              </a:lnSpc>
              <a:spcBef>
                <a:spcPts val="60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25" dirty="0">
                <a:latin typeface="Arial"/>
                <a:cs typeface="Arial"/>
              </a:rPr>
              <a:t>e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110" dirty="0">
                <a:latin typeface="Arial"/>
                <a:cs typeface="Arial"/>
              </a:rPr>
              <a:t>0</a:t>
            </a:r>
            <a:r>
              <a:rPr sz="1700" spc="5" dirty="0" smtClean="0">
                <a:latin typeface="Arial"/>
                <a:cs typeface="Arial"/>
              </a:rPr>
              <a:t>)</a:t>
            </a:r>
            <a:r>
              <a:rPr lang="pt-BR" sz="1700" spc="5" smtClean="0">
                <a:latin typeface="Arial"/>
                <a:cs typeface="Arial"/>
              </a:rPr>
              <a:t> </a:t>
            </a:r>
            <a:r>
              <a:rPr sz="1700" spc="5" smtClean="0">
                <a:latin typeface="Arial"/>
                <a:cs typeface="Arial"/>
              </a:rPr>
              <a:t>{ </a:t>
            </a:r>
            <a:r>
              <a:rPr sz="1700" spc="-5" smtClean="0">
                <a:latin typeface="Arial"/>
                <a:cs typeface="Arial"/>
              </a:rPr>
              <a:t> </a:t>
            </a:r>
            <a:endParaRPr lang="pt-BR" sz="1700" spc="-5" dirty="0">
              <a:latin typeface="Arial"/>
              <a:cs typeface="Arial"/>
            </a:endParaRPr>
          </a:p>
          <a:p>
            <a:pPr marL="235585">
              <a:lnSpc>
                <a:spcPct val="100000"/>
              </a:lnSpc>
              <a:spcBef>
                <a:spcPts val="605"/>
              </a:spcBef>
            </a:pPr>
            <a:r>
              <a:rPr lang="pt-BR" sz="1700" spc="-5" dirty="0" smtClean="0">
                <a:latin typeface="Arial"/>
                <a:cs typeface="Arial"/>
              </a:rPr>
              <a:t>	</a:t>
            </a:r>
            <a:r>
              <a:rPr sz="1700" spc="40" dirty="0" err="1" smtClean="0">
                <a:latin typeface="Arial"/>
                <a:cs typeface="Arial"/>
              </a:rPr>
              <a:t>I</a:t>
            </a:r>
            <a:r>
              <a:rPr sz="1700" spc="50" dirty="0" err="1" smtClean="0">
                <a:latin typeface="Arial"/>
                <a:cs typeface="Arial"/>
              </a:rPr>
              <a:t>n</a:t>
            </a:r>
            <a:r>
              <a:rPr sz="1700" spc="45" dirty="0" err="1" smtClean="0">
                <a:latin typeface="Arial"/>
                <a:cs typeface="Arial"/>
              </a:rPr>
              <a:t>s</a:t>
            </a:r>
            <a:r>
              <a:rPr sz="1700" spc="50" dirty="0" err="1" smtClean="0">
                <a:latin typeface="Arial"/>
                <a:cs typeface="Arial"/>
              </a:rPr>
              <a:t>e</a:t>
            </a:r>
            <a:r>
              <a:rPr sz="1700" spc="40" dirty="0" err="1" smtClean="0">
                <a:latin typeface="Arial"/>
                <a:cs typeface="Arial"/>
              </a:rPr>
              <a:t>r</a:t>
            </a:r>
            <a:r>
              <a:rPr sz="1700" spc="175" dirty="0" err="1" smtClean="0">
                <a:latin typeface="Arial"/>
                <a:cs typeface="Arial"/>
              </a:rPr>
              <a:t>e</a:t>
            </a:r>
            <a:r>
              <a:rPr sz="1700" spc="130" dirty="0" smtClean="0">
                <a:latin typeface="Arial"/>
                <a:cs typeface="Arial"/>
              </a:rPr>
              <a:t>(</a:t>
            </a:r>
            <a:r>
              <a:rPr sz="1700" spc="15" dirty="0" smtClean="0">
                <a:latin typeface="Arial"/>
                <a:cs typeface="Arial"/>
              </a:rPr>
              <a:t>x</a:t>
            </a:r>
            <a:r>
              <a:rPr sz="1700" spc="25" dirty="0" smtClean="0">
                <a:latin typeface="Arial"/>
                <a:cs typeface="Arial"/>
              </a:rPr>
              <a:t>,</a:t>
            </a:r>
            <a:r>
              <a:rPr sz="1700" spc="100" dirty="0" smtClean="0">
                <a:latin typeface="Arial"/>
                <a:cs typeface="Arial"/>
              </a:rPr>
              <a:t>&amp;</a:t>
            </a:r>
            <a:r>
              <a:rPr lang="pt-BR" sz="1700" spc="75" dirty="0" smtClean="0">
                <a:latin typeface="Arial"/>
                <a:cs typeface="Arial"/>
              </a:rPr>
              <a:t>raiz</a:t>
            </a:r>
            <a:r>
              <a:rPr sz="1700" spc="5" dirty="0" smtClean="0">
                <a:latin typeface="Arial"/>
                <a:cs typeface="Arial"/>
              </a:rPr>
              <a:t>)</a:t>
            </a:r>
            <a:r>
              <a:rPr sz="1700" spc="-265" dirty="0" smtClean="0">
                <a:latin typeface="Arial"/>
                <a:cs typeface="Arial"/>
              </a:rPr>
              <a:t> </a:t>
            </a:r>
            <a:r>
              <a:rPr sz="1700" spc="5" dirty="0" smtClean="0">
                <a:latin typeface="Arial"/>
                <a:cs typeface="Arial"/>
              </a:rPr>
              <a:t>;</a:t>
            </a:r>
            <a:endParaRPr lang="pt-BR" sz="1700" dirty="0">
              <a:latin typeface="Arial"/>
              <a:cs typeface="Arial"/>
            </a:endParaRPr>
          </a:p>
          <a:p>
            <a:pPr marL="235585">
              <a:lnSpc>
                <a:spcPct val="100000"/>
              </a:lnSpc>
              <a:spcBef>
                <a:spcPts val="605"/>
              </a:spcBef>
            </a:pPr>
            <a:r>
              <a:rPr lang="pt-BR" sz="1700" spc="25" dirty="0">
                <a:latin typeface="Arial"/>
                <a:cs typeface="Arial"/>
              </a:rPr>
              <a:t>	</a:t>
            </a:r>
            <a:r>
              <a:rPr sz="1700" spc="25" dirty="0" err="1" smtClean="0">
                <a:latin typeface="Arial"/>
                <a:cs typeface="Arial"/>
              </a:rPr>
              <a:t>scan</a:t>
            </a:r>
            <a:r>
              <a:rPr sz="1700" spc="155" dirty="0" err="1" smtClean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390" dirty="0">
                <a:latin typeface="Arial"/>
                <a:cs typeface="Arial"/>
              </a:rPr>
              <a:t>%</a:t>
            </a:r>
            <a:r>
              <a:rPr sz="1700" spc="-40" dirty="0" smtClean="0">
                <a:latin typeface="Arial"/>
                <a:cs typeface="Arial"/>
              </a:rPr>
              <a:t>d</a:t>
            </a:r>
            <a:r>
              <a:rPr sz="1700" spc="5" dirty="0" smtClean="0">
                <a:latin typeface="Arial"/>
                <a:cs typeface="Arial"/>
              </a:rPr>
              <a:t>"</a:t>
            </a:r>
            <a:r>
              <a:rPr sz="1700" spc="-190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&amp;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6863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4000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20125" cy="3974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etira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i="1" spc="150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i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40" dirty="0">
                <a:latin typeface="Lucida Sans Unicode"/>
                <a:cs typeface="Lucida Sans Unicode"/>
              </a:rPr>
              <a:t>⇒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222885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eiro: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755"/>
              </a:spcBef>
              <a:buFont typeface="Times New Roman"/>
              <a:buChar char="–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querda;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Times New Roman"/>
              <a:buChar char="–"/>
              <a:tabLst>
                <a:tab pos="1115060" algn="l"/>
              </a:tabLst>
            </a:pP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06056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etira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egi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50516" y="1662374"/>
            <a:ext cx="3256472" cy="2014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199064" y="2601353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92344" y="2598864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90590" y="2601353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6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46955" y="2153462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38481" y="2153462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7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42711" y="1705584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5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75125" y="3049231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11326" y="4048325"/>
            <a:ext cx="8737600" cy="1132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700"/>
              </a:lnSpc>
            </a:pPr>
            <a:r>
              <a:rPr sz="2050" b="1" dirty="0">
                <a:latin typeface="Arial"/>
                <a:cs typeface="Arial"/>
              </a:rPr>
              <a:t>Assi</a:t>
            </a:r>
            <a:r>
              <a:rPr sz="2050" b="1" spc="5" dirty="0">
                <a:latin typeface="Arial"/>
                <a:cs typeface="Arial"/>
              </a:rPr>
              <a:t>m:</a:t>
            </a:r>
            <a:r>
              <a:rPr sz="2050" b="1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reti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tr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5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tro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á-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4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6,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entã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reti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5" dirty="0">
                <a:latin typeface="Arial"/>
                <a:cs typeface="Arial"/>
              </a:rPr>
              <a:t>u 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tr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5.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5791200" cy="1355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etira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i="1" spc="150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i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TipoRegistr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00237" y="2196797"/>
            <a:ext cx="4684395" cy="1032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" marR="5080" indent="-69850">
              <a:lnSpc>
                <a:spcPct val="129700"/>
              </a:lnSpc>
              <a:tabLst>
                <a:tab pos="208279" algn="l"/>
              </a:tabLst>
            </a:pPr>
            <a:r>
              <a:rPr sz="1700" spc="5" dirty="0">
                <a:latin typeface="Arial"/>
                <a:cs typeface="Arial"/>
              </a:rPr>
              <a:t>:		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arvor</a:t>
            </a:r>
            <a:r>
              <a:rPr sz="1700" spc="215" dirty="0">
                <a:latin typeface="Arial"/>
                <a:cs typeface="Arial"/>
              </a:rPr>
              <a:t>e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1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50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81915">
              <a:lnSpc>
                <a:spcPct val="100000"/>
              </a:lnSpc>
              <a:spcBef>
                <a:spcPts val="605"/>
              </a:spcBef>
            </a:pP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1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2486" y="2196797"/>
            <a:ext cx="3409315" cy="1360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9700"/>
              </a:lnSpc>
              <a:tabLst>
                <a:tab pos="305435" algn="l"/>
                <a:tab pos="2066289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-1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b="1" spc="-40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(</a:t>
            </a:r>
            <a:r>
              <a:rPr sz="1700" spc="-21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 err="1">
                <a:latin typeface="Arial"/>
                <a:cs typeface="Arial"/>
              </a:rPr>
              <a:t>Re</a:t>
            </a:r>
            <a:r>
              <a:rPr sz="1700" spc="25" dirty="0" err="1">
                <a:latin typeface="Arial"/>
                <a:cs typeface="Arial"/>
              </a:rPr>
              <a:t>g</a:t>
            </a:r>
            <a:r>
              <a:rPr sz="1700" spc="60" dirty="0" err="1">
                <a:latin typeface="Arial"/>
                <a:cs typeface="Arial"/>
              </a:rPr>
              <a:t>.</a:t>
            </a:r>
            <a:r>
              <a:rPr sz="1700" spc="-120" dirty="0" err="1">
                <a:latin typeface="Arial"/>
                <a:cs typeface="Arial"/>
              </a:rPr>
              <a:t>Chav</a:t>
            </a:r>
            <a:r>
              <a:rPr sz="1700" spc="135" dirty="0" err="1">
                <a:latin typeface="Arial"/>
                <a:cs typeface="Arial"/>
              </a:rPr>
              <a:t>e</a:t>
            </a:r>
            <a:r>
              <a:rPr sz="1700" spc="5" dirty="0" smtClean="0">
                <a:latin typeface="Arial"/>
                <a:cs typeface="Arial"/>
              </a:rPr>
              <a:t>)</a:t>
            </a:r>
            <a:r>
              <a:rPr lang="pt-BR" sz="1700" spc="5" dirty="0" smtClean="0">
                <a:latin typeface="Arial"/>
                <a:cs typeface="Arial"/>
              </a:rPr>
              <a:t> {</a:t>
            </a:r>
            <a:r>
              <a:rPr sz="1700" dirty="0" smtClean="0">
                <a:latin typeface="Arial"/>
                <a:cs typeface="Arial"/>
              </a:rPr>
              <a:t> </a:t>
            </a:r>
            <a:r>
              <a:rPr sz="1700" spc="40" dirty="0" smtClean="0">
                <a:latin typeface="Arial"/>
                <a:cs typeface="Arial"/>
              </a:rPr>
              <a:t> </a:t>
            </a:r>
            <a:r>
              <a:rPr sz="1700" spc="5" dirty="0" smtClean="0">
                <a:latin typeface="Arial"/>
                <a:cs typeface="Arial"/>
              </a:rPr>
              <a:t> </a:t>
            </a:r>
            <a:r>
              <a:rPr sz="1700" b="1" spc="5" dirty="0" smtClean="0">
                <a:latin typeface="Arial"/>
                <a:cs typeface="Arial"/>
              </a:rPr>
              <a:t>i</a:t>
            </a:r>
            <a:r>
              <a:rPr sz="1700" b="1" spc="-265" dirty="0" smtClean="0">
                <a:latin typeface="Arial"/>
                <a:cs typeface="Arial"/>
              </a:rPr>
              <a:t> </a:t>
            </a:r>
            <a:r>
              <a:rPr sz="1700" b="1" spc="5" dirty="0" smtClean="0">
                <a:latin typeface="Arial"/>
                <a:cs typeface="Arial"/>
              </a:rPr>
              <a:t>f</a:t>
            </a:r>
            <a:r>
              <a:rPr lang="pt-BR" sz="1700" b="1" spc="5" dirty="0">
                <a:latin typeface="Arial"/>
                <a:cs typeface="Arial"/>
              </a:rPr>
              <a:t> </a:t>
            </a:r>
            <a:r>
              <a:rPr lang="pt-BR" sz="1700" b="1" spc="5" dirty="0" smtClean="0">
                <a:latin typeface="Arial"/>
                <a:cs typeface="Arial"/>
              </a:rPr>
              <a:t> </a:t>
            </a:r>
            <a:r>
              <a:rPr sz="1700" spc="5" dirty="0" smtClean="0">
                <a:latin typeface="Arial"/>
                <a:cs typeface="Arial"/>
              </a:rPr>
              <a:t>(</a:t>
            </a:r>
            <a:r>
              <a:rPr sz="1700" spc="-270" dirty="0" smtClean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(</a:t>
            </a:r>
            <a:r>
              <a:rPr sz="1700" spc="-21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25" dirty="0">
                <a:latin typeface="Arial"/>
                <a:cs typeface="Arial"/>
              </a:rPr>
              <a:t>g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3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endParaRPr lang="pt-BR" sz="1700" spc="5" dirty="0" smtClean="0">
              <a:latin typeface="Arial"/>
              <a:cs typeface="Arial"/>
            </a:endParaRPr>
          </a:p>
          <a:p>
            <a:pPr marL="12700" marR="5080">
              <a:lnSpc>
                <a:spcPct val="129700"/>
              </a:lnSpc>
              <a:tabLst>
                <a:tab pos="305435" algn="l"/>
                <a:tab pos="2066289" algn="l"/>
              </a:tabLst>
            </a:pPr>
            <a:r>
              <a:rPr sz="1700" b="1" spc="5" dirty="0" smtClean="0">
                <a:latin typeface="Arial"/>
                <a:cs typeface="Arial"/>
              </a:rPr>
              <a:t>i</a:t>
            </a:r>
            <a:r>
              <a:rPr sz="1700" b="1" spc="-265" dirty="0" smtClean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(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-15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446" y="3541422"/>
            <a:ext cx="8555990" cy="38323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4340" marR="5361305" indent="-198120">
              <a:lnSpc>
                <a:spcPct val="129700"/>
              </a:lnSpc>
              <a:tabLst>
                <a:tab pos="160083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1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-220" dirty="0">
                <a:latin typeface="Lucida Sans Unicode"/>
                <a:cs typeface="Lucida Sans Unicode"/>
              </a:rPr>
              <a:t>∗</a:t>
            </a:r>
            <a:r>
              <a:rPr sz="1700" spc="19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34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lang="pt-BR" sz="1700" spc="-195" dirty="0" smtClean="0">
                <a:latin typeface="Arial"/>
                <a:cs typeface="Arial"/>
              </a:rPr>
              <a:t>(</a:t>
            </a:r>
            <a:r>
              <a:rPr sz="1700" spc="-190" dirty="0" smtClean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5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2669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195580" marR="1597025" indent="40640">
              <a:lnSpc>
                <a:spcPts val="2650"/>
              </a:lnSpc>
              <a:spcBef>
                <a:spcPts val="185"/>
              </a:spcBef>
              <a:tabLst>
                <a:tab pos="529590" algn="l"/>
                <a:tab pos="1386840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(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-15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0" dirty="0">
                <a:latin typeface="Arial"/>
                <a:cs typeface="Arial"/>
              </a:rPr>
              <a:t>q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90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Antecesso</a:t>
            </a:r>
            <a:r>
              <a:rPr sz="1700" spc="70" dirty="0">
                <a:latin typeface="Arial"/>
                <a:cs typeface="Arial"/>
              </a:rPr>
              <a:t>r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25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50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 smtClean="0">
                <a:latin typeface="Arial"/>
                <a:cs typeface="Arial"/>
              </a:rPr>
              <a:t>;</a:t>
            </a:r>
            <a:r>
              <a:rPr lang="pt-BR" sz="1700" spc="5" dirty="0" smtClean="0">
                <a:latin typeface="Arial"/>
                <a:cs typeface="Arial"/>
              </a:rPr>
              <a:t>}</a:t>
            </a:r>
            <a:r>
              <a:rPr sz="1700" dirty="0" smtClean="0">
                <a:latin typeface="Arial"/>
                <a:cs typeface="Arial"/>
              </a:rPr>
              <a:t> </a:t>
            </a:r>
            <a:r>
              <a:rPr sz="1700" spc="-100" dirty="0" smtClean="0">
                <a:latin typeface="Arial"/>
                <a:cs typeface="Arial"/>
              </a:rPr>
              <a:t>Au</a:t>
            </a:r>
            <a:r>
              <a:rPr sz="1700" spc="10" dirty="0" smtClean="0">
                <a:latin typeface="Arial"/>
                <a:cs typeface="Arial"/>
              </a:rPr>
              <a:t>x</a:t>
            </a:r>
            <a:r>
              <a:rPr sz="1700" spc="114" dirty="0" smtClean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-220" dirty="0">
                <a:latin typeface="Lucida Sans Unicode"/>
                <a:cs typeface="Lucida Sans Unicode"/>
              </a:rPr>
              <a:t>∗</a:t>
            </a:r>
            <a:r>
              <a:rPr sz="1700" spc="19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34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0" dirty="0">
                <a:latin typeface="Arial"/>
                <a:cs typeface="Arial"/>
              </a:rPr>
              <a:t>(</a:t>
            </a:r>
            <a:r>
              <a:rPr sz="1700" spc="-19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19710">
              <a:lnSpc>
                <a:spcPct val="100000"/>
              </a:lnSpc>
              <a:spcBef>
                <a:spcPts val="415"/>
              </a:spcBef>
            </a:pP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1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2250" dirty="0">
              <a:latin typeface="Times New Roman"/>
              <a:cs typeface="Times New Roman"/>
            </a:endParaRPr>
          </a:p>
          <a:p>
            <a:pPr marL="467359" marR="5080" indent="-262255">
              <a:lnSpc>
                <a:spcPct val="116300"/>
              </a:lnSpc>
              <a:buFont typeface="Lucida Sans Unicode"/>
              <a:buChar char="•"/>
              <a:tabLst>
                <a:tab pos="467995" algn="l"/>
              </a:tabLst>
            </a:pPr>
            <a:r>
              <a:rPr sz="2050" b="1" spc="10" dirty="0">
                <a:latin typeface="Arial"/>
                <a:cs typeface="Arial"/>
              </a:rPr>
              <a:t>O</a:t>
            </a:r>
            <a:r>
              <a:rPr sz="2050" b="1" dirty="0">
                <a:latin typeface="Arial"/>
                <a:cs typeface="Arial"/>
              </a:rPr>
              <a:t>bs</a:t>
            </a:r>
            <a:r>
              <a:rPr sz="2050" b="1" spc="-5" dirty="0">
                <a:latin typeface="Arial"/>
                <a:cs typeface="Arial"/>
              </a:rPr>
              <a:t>.</a:t>
            </a:r>
            <a:r>
              <a:rPr sz="2050" b="1" spc="5" dirty="0">
                <a:latin typeface="Arial"/>
                <a:cs typeface="Arial"/>
              </a:rPr>
              <a:t>:</a:t>
            </a:r>
            <a:r>
              <a:rPr sz="2050" b="1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2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Wi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h, 1976,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211.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5791200" cy="42070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etira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i="1" spc="150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i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Antecesso</a:t>
            </a:r>
            <a:r>
              <a:rPr sz="1700" spc="125" dirty="0">
                <a:latin typeface="Arial"/>
                <a:cs typeface="Arial"/>
              </a:rPr>
              <a:t>r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90" dirty="0">
                <a:latin typeface="Lucida Sans Unicode"/>
                <a:cs typeface="Lucida Sans Unicode"/>
              </a:rPr>
              <a:t> 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257810" algn="l"/>
                <a:tab pos="55118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(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25" dirty="0">
                <a:latin typeface="Lucida Sans Unicode"/>
                <a:cs typeface="Lucida Sans Unicode"/>
              </a:rPr>
              <a:t> </a:t>
            </a:r>
            <a:r>
              <a:rPr sz="1700" spc="75" dirty="0">
                <a:latin typeface="Arial"/>
                <a:cs typeface="Arial"/>
              </a:rPr>
              <a:t>r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190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Antecesso</a:t>
            </a:r>
            <a:r>
              <a:rPr sz="1700" spc="125" dirty="0">
                <a:latin typeface="Arial"/>
                <a:cs typeface="Arial"/>
              </a:rPr>
              <a:t>r</a:t>
            </a:r>
            <a:r>
              <a:rPr sz="1700" spc="100" dirty="0">
                <a:latin typeface="Arial"/>
                <a:cs typeface="Arial"/>
              </a:rPr>
              <a:t>(</a:t>
            </a:r>
            <a:r>
              <a:rPr sz="1700" spc="4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90" dirty="0">
                <a:latin typeface="Lucida Sans Unicode"/>
                <a:cs typeface="Lucida Sans Unicode"/>
              </a:rPr>
              <a:t> </a:t>
            </a:r>
            <a:r>
              <a:rPr sz="1700" spc="75" dirty="0">
                <a:latin typeface="Arial"/>
                <a:cs typeface="Arial"/>
              </a:rPr>
              <a:t>r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46405">
              <a:lnSpc>
                <a:spcPct val="100000"/>
              </a:lnSpc>
              <a:spcBef>
                <a:spcPts val="67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223520" marR="3539490" indent="1905">
              <a:lnSpc>
                <a:spcPct val="133100"/>
              </a:lnSpc>
            </a:pP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10" dirty="0">
                <a:latin typeface="Arial"/>
                <a:cs typeface="Arial"/>
              </a:rPr>
              <a:t>g</a:t>
            </a:r>
            <a:r>
              <a:rPr sz="1700" spc="1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0" dirty="0">
                <a:latin typeface="Arial"/>
                <a:cs typeface="Arial"/>
              </a:rPr>
              <a:t>(</a:t>
            </a:r>
            <a:r>
              <a:rPr sz="1700" spc="-270" dirty="0" smtClean="0">
                <a:latin typeface="Lucida Sans Unicode"/>
                <a:cs typeface="Lucida Sans Unicode"/>
              </a:rPr>
              <a:t>∗</a:t>
            </a:r>
            <a:r>
              <a:rPr sz="1700" spc="75" dirty="0" smtClean="0">
                <a:latin typeface="Arial"/>
                <a:cs typeface="Arial"/>
              </a:rPr>
              <a:t>r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35" dirty="0">
                <a:latin typeface="Arial"/>
                <a:cs typeface="Arial"/>
              </a:rPr>
              <a:t>g</a:t>
            </a:r>
            <a:r>
              <a:rPr sz="1700" spc="5" dirty="0">
                <a:latin typeface="Arial"/>
                <a:cs typeface="Arial"/>
              </a:rPr>
              <a:t>; q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95" dirty="0">
                <a:latin typeface="Lucida Sans Unicode"/>
                <a:cs typeface="Lucida Sans Unicode"/>
              </a:rPr>
              <a:t> 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1300" marR="3967479" indent="-12065">
              <a:lnSpc>
                <a:spcPts val="2720"/>
              </a:lnSpc>
              <a:spcBef>
                <a:spcPts val="200"/>
              </a:spcBef>
            </a:pPr>
            <a:r>
              <a:rPr sz="1700" spc="-145" dirty="0">
                <a:latin typeface="Lucida Sans Unicode"/>
                <a:cs typeface="Lucida Sans Unicode"/>
              </a:rPr>
              <a:t>∗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lang="pt-BR" sz="1700" spc="-195" dirty="0" smtClean="0">
                <a:latin typeface="Arial"/>
                <a:cs typeface="Arial"/>
              </a:rPr>
              <a:t>(</a:t>
            </a:r>
            <a:r>
              <a:rPr sz="1700" spc="-270" dirty="0" smtClean="0">
                <a:latin typeface="Lucida Sans Unicode"/>
                <a:cs typeface="Lucida Sans Unicode"/>
              </a:rPr>
              <a:t>∗</a:t>
            </a:r>
            <a:r>
              <a:rPr sz="1700" spc="75" dirty="0" smtClean="0">
                <a:latin typeface="Arial"/>
                <a:cs typeface="Arial"/>
              </a:rPr>
              <a:t>r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165" dirty="0">
                <a:latin typeface="Arial"/>
                <a:cs typeface="Arial"/>
              </a:rPr>
              <a:t>q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51928"/>
            <a:ext cx="503745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etira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Nó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25480" y="1594771"/>
            <a:ext cx="3747382" cy="16331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15384" y="3620383"/>
            <a:ext cx="2519341" cy="17217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24068" y="5835886"/>
            <a:ext cx="1810383" cy="13672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115673" y="5886520"/>
            <a:ext cx="1835700" cy="14305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995251" y="6576497"/>
            <a:ext cx="785495" cy="63500"/>
          </a:xfrm>
          <a:custGeom>
            <a:avLst/>
            <a:gdLst/>
            <a:ahLst/>
            <a:cxnLst/>
            <a:rect l="l" t="t" r="r" b="b"/>
            <a:pathLst>
              <a:path w="785495" h="63500">
                <a:moveTo>
                  <a:pt x="784924" y="63301"/>
                </a:moveTo>
                <a:lnTo>
                  <a:pt x="784924" y="0"/>
                </a:lnTo>
                <a:lnTo>
                  <a:pt x="0" y="0"/>
                </a:lnTo>
                <a:lnTo>
                  <a:pt x="0" y="63301"/>
                </a:lnTo>
                <a:lnTo>
                  <a:pt x="784924" y="633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95251" y="6576497"/>
            <a:ext cx="785495" cy="63500"/>
          </a:xfrm>
          <a:custGeom>
            <a:avLst/>
            <a:gdLst/>
            <a:ahLst/>
            <a:cxnLst/>
            <a:rect l="l" t="t" r="r" b="b"/>
            <a:pathLst>
              <a:path w="785495" h="63500">
                <a:moveTo>
                  <a:pt x="784924" y="63301"/>
                </a:moveTo>
                <a:lnTo>
                  <a:pt x="784924" y="0"/>
                </a:lnTo>
                <a:lnTo>
                  <a:pt x="0" y="0"/>
                </a:lnTo>
                <a:lnTo>
                  <a:pt x="0" y="63301"/>
                </a:lnTo>
                <a:lnTo>
                  <a:pt x="784924" y="63301"/>
                </a:lnTo>
                <a:close/>
              </a:path>
            </a:pathLst>
          </a:custGeom>
          <a:ln w="126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91555" y="6513194"/>
            <a:ext cx="165100" cy="190500"/>
          </a:xfrm>
          <a:custGeom>
            <a:avLst/>
            <a:gdLst/>
            <a:ahLst/>
            <a:cxnLst/>
            <a:rect l="l" t="t" r="r" b="b"/>
            <a:pathLst>
              <a:path w="165100" h="190500">
                <a:moveTo>
                  <a:pt x="0" y="0"/>
                </a:moveTo>
                <a:lnTo>
                  <a:pt x="50647" y="189899"/>
                </a:lnTo>
                <a:lnTo>
                  <a:pt x="164592" y="101282"/>
                </a:lnTo>
                <a:lnTo>
                  <a:pt x="151930" y="8862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91555" y="6513194"/>
            <a:ext cx="165100" cy="190500"/>
          </a:xfrm>
          <a:custGeom>
            <a:avLst/>
            <a:gdLst/>
            <a:ahLst/>
            <a:cxnLst/>
            <a:rect l="l" t="t" r="r" b="b"/>
            <a:pathLst>
              <a:path w="165100" h="190500">
                <a:moveTo>
                  <a:pt x="0" y="0"/>
                </a:moveTo>
                <a:lnTo>
                  <a:pt x="151930" y="88621"/>
                </a:lnTo>
                <a:lnTo>
                  <a:pt x="164592" y="101282"/>
                </a:lnTo>
                <a:lnTo>
                  <a:pt x="50647" y="189899"/>
                </a:lnTo>
              </a:path>
            </a:pathLst>
          </a:custGeom>
          <a:ln w="126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159806" y="1645945"/>
            <a:ext cx="2705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bye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10303" y="2127034"/>
            <a:ext cx="2794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and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05324" y="2494165"/>
            <a:ext cx="19494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be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61227" y="2115426"/>
            <a:ext cx="390525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Courier New"/>
                <a:cs typeface="Courier New"/>
              </a:rPr>
              <a:t>easy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98067" y="2481503"/>
            <a:ext cx="1524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to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86250" y="4203268"/>
            <a:ext cx="2794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and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96634" y="4165295"/>
            <a:ext cx="1524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to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05311" y="4646371"/>
            <a:ext cx="19494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be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09008" y="6431433"/>
            <a:ext cx="1524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to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86112" y="5888113"/>
            <a:ext cx="208279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Courier New"/>
                <a:cs typeface="Courier New"/>
              </a:rPr>
              <a:t>be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80995" y="6483136"/>
            <a:ext cx="299085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Courier New"/>
                <a:cs typeface="Courier New"/>
              </a:rPr>
              <a:t>and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906882" y="5951410"/>
            <a:ext cx="208279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Courier New"/>
                <a:cs typeface="Courier New"/>
              </a:rPr>
              <a:t>be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185255" y="6609739"/>
            <a:ext cx="299085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Courier New"/>
                <a:cs typeface="Courier New"/>
              </a:rPr>
              <a:t>and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590523" y="6584418"/>
            <a:ext cx="208279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Courier New"/>
                <a:cs typeface="Courier New"/>
              </a:rPr>
              <a:t>to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61076" y="3659949"/>
            <a:ext cx="299085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Courier New"/>
                <a:cs typeface="Courier New"/>
              </a:rPr>
              <a:t>bye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522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minh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tral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981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per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põe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la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ca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nha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ent</a:t>
            </a:r>
            <a:r>
              <a:rPr sz="2050" b="1" spc="5" dirty="0">
                <a:latin typeface="Arial"/>
                <a:cs typeface="Arial"/>
              </a:rPr>
              <a:t>o</a:t>
            </a:r>
            <a:r>
              <a:rPr sz="2050" b="1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ú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ca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nha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ent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cent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be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sso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al;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visi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iz;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al.</a:t>
            </a:r>
            <a:endParaRPr sz="2050">
              <a:latin typeface="Arial"/>
              <a:cs typeface="Arial"/>
            </a:endParaRPr>
          </a:p>
          <a:p>
            <a:pPr marL="484505" marR="14605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nó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visi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ordenada.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347154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minh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tral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7211" y="1770710"/>
            <a:ext cx="311975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Centra</a:t>
            </a:r>
            <a:r>
              <a:rPr sz="1700" spc="175" dirty="0">
                <a:latin typeface="Arial"/>
                <a:cs typeface="Arial"/>
              </a:rPr>
              <a:t>l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8186" y="2029653"/>
            <a:ext cx="3400425" cy="14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5740" marR="727710" indent="-193675">
              <a:lnSpc>
                <a:spcPct val="133200"/>
              </a:lnSpc>
              <a:tabLst>
                <a:tab pos="226695" algn="l"/>
                <a:tab pos="528320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50" dirty="0">
                <a:latin typeface="Arial"/>
                <a:cs typeface="Arial"/>
              </a:rPr>
              <a:t>Centra</a:t>
            </a:r>
            <a:r>
              <a:rPr sz="1700" spc="175" dirty="0">
                <a:latin typeface="Arial"/>
                <a:cs typeface="Arial"/>
              </a:rPr>
              <a:t>l</a:t>
            </a:r>
            <a:r>
              <a:rPr sz="1700" spc="100" dirty="0">
                <a:latin typeface="Arial"/>
                <a:cs typeface="Arial"/>
              </a:rPr>
              <a:t>(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10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05740" marR="5080" indent="16510">
              <a:lnSpc>
                <a:spcPts val="2720"/>
              </a:lnSpc>
              <a:spcBef>
                <a:spcPts val="200"/>
              </a:spcBef>
            </a:pP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"%</a:t>
            </a:r>
            <a:r>
              <a:rPr sz="1700" spc="114" dirty="0">
                <a:latin typeface="Arial"/>
                <a:cs typeface="Arial"/>
              </a:rPr>
              <a:t>l</a:t>
            </a:r>
            <a:r>
              <a:rPr sz="1700" spc="10" dirty="0">
                <a:latin typeface="Arial"/>
                <a:cs typeface="Arial"/>
              </a:rPr>
              <a:t>d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 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35" dirty="0">
                <a:latin typeface="Arial"/>
                <a:cs typeface="Arial"/>
              </a:rPr>
              <a:t>g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50" dirty="0">
                <a:latin typeface="Arial"/>
                <a:cs typeface="Arial"/>
              </a:rPr>
              <a:t>Centra</a:t>
            </a:r>
            <a:r>
              <a:rPr sz="1700" spc="175" dirty="0">
                <a:latin typeface="Arial"/>
                <a:cs typeface="Arial"/>
              </a:rPr>
              <a:t>l</a:t>
            </a:r>
            <a:r>
              <a:rPr sz="1700" spc="100" dirty="0">
                <a:latin typeface="Arial"/>
                <a:cs typeface="Arial"/>
              </a:rPr>
              <a:t>(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7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471" y="3495725"/>
            <a:ext cx="9842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51715" y="1636252"/>
            <a:ext cx="3797300" cy="1132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 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1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5" dirty="0">
                <a:latin typeface="Arial"/>
                <a:cs typeface="Arial"/>
              </a:rPr>
              <a:t>m: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1, 2,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3, 4, 5,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6, 7.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15835" y="3176163"/>
            <a:ext cx="3256477" cy="2014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564388" y="4115143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57668" y="4112653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55913" y="4115143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6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12266" y="3667264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03805" y="3667264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7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08035" y="3219373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5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40449" y="4563021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7600" cy="429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Bin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ári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esquis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 dirty="0">
              <a:latin typeface="Arial"/>
              <a:cs typeface="Arial"/>
            </a:endParaRPr>
          </a:p>
          <a:p>
            <a:pPr marL="484505" marR="224154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balan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40" dirty="0">
                <a:latin typeface="Lucida Sans Unicode"/>
                <a:cs typeface="Lucida Sans Unicode"/>
              </a:rPr>
              <a:t>⇒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dirty="0">
                <a:latin typeface="Arial"/>
                <a:cs typeface="Arial"/>
              </a:rPr>
              <a:t>nó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apare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adja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1447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imiza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uni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me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ond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igua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a.</a:t>
            </a:r>
          </a:p>
          <a:p>
            <a:pPr marL="484505" marR="3175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balan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ob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iginal.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445" y="5127383"/>
            <a:ext cx="6197055" cy="2406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16645" cy="170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Uma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Fo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ma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est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ma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 marR="5080">
              <a:lnSpc>
                <a:spcPct val="116300"/>
              </a:lnSpc>
            </a:pPr>
            <a:r>
              <a:rPr sz="2050" dirty="0">
                <a:latin typeface="Arial"/>
                <a:cs typeface="Arial"/>
              </a:rPr>
              <a:t>“qua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e-balan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eada”,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tenta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ante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pleta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balan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eada.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1295" y="2735414"/>
            <a:ext cx="1417320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b="1" spc="10" dirty="0">
                <a:latin typeface="Arial"/>
                <a:cs typeface="Arial"/>
              </a:rPr>
              <a:t>O</a:t>
            </a:r>
            <a:r>
              <a:rPr sz="2050" b="1" dirty="0">
                <a:latin typeface="Arial"/>
                <a:cs typeface="Arial"/>
              </a:rPr>
              <a:t>b</a:t>
            </a:r>
            <a:r>
              <a:rPr sz="2050" b="1" spc="-5" dirty="0">
                <a:latin typeface="Arial"/>
                <a:cs typeface="Arial"/>
              </a:rPr>
              <a:t>j</a:t>
            </a:r>
            <a:r>
              <a:rPr sz="2050" b="1" dirty="0">
                <a:latin typeface="Arial"/>
                <a:cs typeface="Arial"/>
              </a:rPr>
              <a:t>et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-60" dirty="0">
                <a:latin typeface="Arial"/>
                <a:cs typeface="Arial"/>
              </a:rPr>
              <a:t>v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93263" y="2735414"/>
            <a:ext cx="6337300" cy="323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obte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bon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a, pró</a:t>
            </a:r>
            <a:r>
              <a:rPr sz="2050" spc="5" dirty="0">
                <a:latin typeface="Arial"/>
                <a:cs typeface="Arial"/>
              </a:rPr>
              <a:t>xim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1295" y="3047850"/>
            <a:ext cx="8522335" cy="700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363855">
              <a:lnSpc>
                <a:spcPct val="116300"/>
              </a:lnSpc>
            </a:pPr>
            <a:r>
              <a:rPr sz="2050" dirty="0">
                <a:latin typeface="Arial"/>
                <a:cs typeface="Arial"/>
              </a:rPr>
              <a:t>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ót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pleta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balan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eada,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paga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reti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dirty="0" err="1">
                <a:latin typeface="Arial"/>
                <a:cs typeface="Arial"/>
              </a:rPr>
              <a:t>á</a:t>
            </a:r>
            <a:r>
              <a:rPr sz="2050" spc="65" dirty="0" err="1">
                <a:latin typeface="Arial"/>
                <a:cs typeface="Arial"/>
              </a:rPr>
              <a:t>r</a:t>
            </a:r>
            <a:r>
              <a:rPr sz="2050" spc="-50" dirty="0" err="1">
                <a:latin typeface="Arial"/>
                <a:cs typeface="Arial"/>
              </a:rPr>
              <a:t>v</a:t>
            </a:r>
            <a:r>
              <a:rPr sz="2050" dirty="0" err="1">
                <a:latin typeface="Arial"/>
                <a:cs typeface="Arial"/>
              </a:rPr>
              <a:t>or</a:t>
            </a:r>
            <a:r>
              <a:rPr sz="2050" spc="-30" dirty="0" err="1">
                <a:latin typeface="Arial"/>
                <a:cs typeface="Arial"/>
              </a:rPr>
              <a:t>e</a:t>
            </a:r>
            <a:r>
              <a:rPr sz="2050" dirty="0" smtClean="0">
                <a:latin typeface="Arial"/>
                <a:cs typeface="Arial"/>
              </a:rPr>
              <a:t>.</a:t>
            </a:r>
            <a:endParaRPr sz="20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</TotalTime>
  <Words>801</Words>
  <Application>Microsoft Office PowerPoint</Application>
  <PresentationFormat>Personalizar</PresentationFormat>
  <Paragraphs>171</Paragraphs>
  <Slides>16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7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transp-cap5.dvi</dc:title>
  <dc:creator>Samuel Basilio</dc:creator>
  <cp:lastModifiedBy>Samuel Basilio</cp:lastModifiedBy>
  <cp:revision>12</cp:revision>
  <dcterms:created xsi:type="dcterms:W3CDTF">2015-06-18T03:58:09Z</dcterms:created>
  <dcterms:modified xsi:type="dcterms:W3CDTF">2018-11-22T11:55:08Z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2010-09-07T00:00:00Z</vt:filetime>
  </property>
  <property fmtid="{D5CDD505-2E9C-101B-9397-08002B2CF9AE}" pid="3" name="Creator">
    <vt:lpwstr>dvips(k) 5.98 Copyright 2009 Radical Eye Software</vt:lpwstr>
  </property>
  <property fmtid="{D5CDD505-2E9C-101B-9397-08002B2CF9AE}" pid="4" name="LastSaved">
    <vt:filetime>2015-06-18T00:00:00Z</vt:filetime>
  </property>
</Properties>
</file>