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sldSz cx="9144000" cy="6858000" type="screen4x3"/>
  <p:notesSz cx="9144000" cy="6858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15620"/>
    <p:restoredTop sz="94660"/>
  </p:normalViewPr>
  <p:slideViewPr>
    <p:cSldViewPr>
      <p:cViewPr>
        <p:scale>
          <a:sx n="76" d="100"/>
          <a:sy n="76" d="100"/>
        </p:scale>
        <p:origin x="-1206" y="-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2912110" y="510540"/>
            <a:ext cx="3319779" cy="6851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11/22/2018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2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11/22/2018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11/22/2018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11/22/2018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11/22/2018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224280" y="-68579"/>
            <a:ext cx="6695439" cy="18434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48004" y="1545590"/>
            <a:ext cx="8047990" cy="34810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11/22/2018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676400" y="2529840"/>
            <a:ext cx="5782310" cy="12798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4400" spc="30" dirty="0">
                <a:latin typeface="Trebuchet MS"/>
                <a:cs typeface="Trebuchet MS"/>
              </a:rPr>
              <a:t>Árvore</a:t>
            </a:r>
            <a:r>
              <a:rPr sz="4400" spc="-100" dirty="0">
                <a:latin typeface="Trebuchet MS"/>
                <a:cs typeface="Trebuchet MS"/>
              </a:rPr>
              <a:t> </a:t>
            </a:r>
            <a:r>
              <a:rPr sz="4400" spc="-15" dirty="0">
                <a:latin typeface="Trebuchet MS"/>
                <a:cs typeface="Trebuchet MS"/>
              </a:rPr>
              <a:t>Vermelho-Preta</a:t>
            </a:r>
            <a:endParaRPr sz="4400" dirty="0">
              <a:latin typeface="Trebuchet MS"/>
              <a:cs typeface="Trebuchet MS"/>
            </a:endParaRPr>
          </a:p>
          <a:p>
            <a:pPr marL="668020" marR="655320" indent="-2540" algn="ctr">
              <a:lnSpc>
                <a:spcPts val="4640"/>
              </a:lnSpc>
              <a:spcBef>
                <a:spcPts val="65"/>
              </a:spcBef>
            </a:pPr>
            <a:r>
              <a:rPr sz="3200" spc="10" dirty="0">
                <a:latin typeface="Trebuchet MS"/>
                <a:cs typeface="Trebuchet MS"/>
              </a:rPr>
              <a:t>Estrutura </a:t>
            </a:r>
            <a:r>
              <a:rPr sz="3200" spc="30" dirty="0">
                <a:latin typeface="Trebuchet MS"/>
                <a:cs typeface="Trebuchet MS"/>
              </a:rPr>
              <a:t>de </a:t>
            </a:r>
            <a:r>
              <a:rPr sz="3200" spc="125" dirty="0" smtClean="0">
                <a:latin typeface="Trebuchet MS"/>
                <a:cs typeface="Trebuchet MS"/>
              </a:rPr>
              <a:t>Dados</a:t>
            </a:r>
            <a:endParaRPr sz="3200" dirty="0">
              <a:latin typeface="Trebuchet MS"/>
              <a:cs typeface="Trebuchet M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79120" rIns="0" bIns="0" rtlCol="0">
            <a:spAutoFit/>
          </a:bodyPr>
          <a:lstStyle/>
          <a:p>
            <a:pPr marL="1998980">
              <a:lnSpc>
                <a:spcPct val="100000"/>
              </a:lnSpc>
            </a:pPr>
            <a:r>
              <a:rPr dirty="0"/>
              <a:t>Introdução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651254"/>
            <a:ext cx="7814309" cy="43967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marR="334645" indent="-342900">
              <a:lnSpc>
                <a:spcPts val="3460"/>
              </a:lnSpc>
              <a:buFont typeface="Arial"/>
              <a:buChar char="•"/>
              <a:tabLst>
                <a:tab pos="355600" algn="l"/>
              </a:tabLst>
            </a:pPr>
            <a:r>
              <a:rPr sz="3200" spc="140" dirty="0">
                <a:latin typeface="Trebuchet MS"/>
                <a:cs typeface="Trebuchet MS"/>
              </a:rPr>
              <a:t>As </a:t>
            </a:r>
            <a:r>
              <a:rPr sz="3200" spc="40" dirty="0">
                <a:latin typeface="Trebuchet MS"/>
                <a:cs typeface="Trebuchet MS"/>
              </a:rPr>
              <a:t>árvores </a:t>
            </a:r>
            <a:r>
              <a:rPr sz="3200" spc="-25" dirty="0">
                <a:latin typeface="Trebuchet MS"/>
                <a:cs typeface="Trebuchet MS"/>
              </a:rPr>
              <a:t>Vermelho-preto </a:t>
            </a:r>
            <a:r>
              <a:rPr sz="3200" spc="105" dirty="0">
                <a:latin typeface="Trebuchet MS"/>
                <a:cs typeface="Trebuchet MS"/>
              </a:rPr>
              <a:t>são</a:t>
            </a:r>
            <a:r>
              <a:rPr sz="3200" spc="-455" dirty="0">
                <a:latin typeface="Trebuchet MS"/>
                <a:cs typeface="Trebuchet MS"/>
              </a:rPr>
              <a:t> </a:t>
            </a:r>
            <a:r>
              <a:rPr sz="3200" spc="40" dirty="0">
                <a:latin typeface="Trebuchet MS"/>
                <a:cs typeface="Trebuchet MS"/>
              </a:rPr>
              <a:t>árvores  </a:t>
            </a:r>
            <a:r>
              <a:rPr sz="3200" spc="25" dirty="0">
                <a:latin typeface="Trebuchet MS"/>
                <a:cs typeface="Trebuchet MS"/>
              </a:rPr>
              <a:t>binárias </a:t>
            </a:r>
            <a:r>
              <a:rPr sz="3200" spc="35" dirty="0">
                <a:latin typeface="Trebuchet MS"/>
                <a:cs typeface="Trebuchet MS"/>
              </a:rPr>
              <a:t>de</a:t>
            </a:r>
            <a:r>
              <a:rPr sz="3200" spc="-210" dirty="0">
                <a:latin typeface="Trebuchet MS"/>
                <a:cs typeface="Trebuchet MS"/>
              </a:rPr>
              <a:t> </a:t>
            </a:r>
            <a:r>
              <a:rPr sz="3200" spc="75" dirty="0">
                <a:latin typeface="Trebuchet MS"/>
                <a:cs typeface="Trebuchet MS"/>
              </a:rPr>
              <a:t>busca</a:t>
            </a:r>
            <a:endParaRPr sz="32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3"/>
              </a:spcBef>
              <a:buFont typeface="Arial"/>
              <a:buChar char="•"/>
            </a:pPr>
            <a:endParaRPr sz="4500">
              <a:latin typeface="Times New Roman"/>
              <a:cs typeface="Times New Roman"/>
            </a:endParaRPr>
          </a:p>
          <a:p>
            <a:pPr marL="355600" marR="25400" indent="-342900">
              <a:lnSpc>
                <a:spcPts val="3450"/>
              </a:lnSpc>
              <a:buFont typeface="Arial"/>
              <a:buChar char="•"/>
              <a:tabLst>
                <a:tab pos="355600" algn="l"/>
              </a:tabLst>
            </a:pPr>
            <a:r>
              <a:rPr sz="3200" spc="-35" dirty="0">
                <a:latin typeface="Trebuchet MS"/>
                <a:cs typeface="Trebuchet MS"/>
              </a:rPr>
              <a:t>Também </a:t>
            </a:r>
            <a:r>
              <a:rPr sz="3200" spc="40" dirty="0">
                <a:latin typeface="Trebuchet MS"/>
                <a:cs typeface="Trebuchet MS"/>
              </a:rPr>
              <a:t>conhecidas </a:t>
            </a:r>
            <a:r>
              <a:rPr sz="3200" spc="55" dirty="0">
                <a:latin typeface="Trebuchet MS"/>
                <a:cs typeface="Trebuchet MS"/>
              </a:rPr>
              <a:t>como</a:t>
            </a:r>
            <a:r>
              <a:rPr sz="3200" spc="-204" dirty="0">
                <a:latin typeface="Trebuchet MS"/>
                <a:cs typeface="Trebuchet MS"/>
              </a:rPr>
              <a:t> </a:t>
            </a:r>
            <a:r>
              <a:rPr sz="3200" spc="40" dirty="0">
                <a:latin typeface="Trebuchet MS"/>
                <a:cs typeface="Trebuchet MS"/>
              </a:rPr>
              <a:t>Rubro-negras  </a:t>
            </a:r>
            <a:r>
              <a:rPr sz="3200" spc="55" dirty="0">
                <a:latin typeface="Trebuchet MS"/>
                <a:cs typeface="Trebuchet MS"/>
              </a:rPr>
              <a:t>ou </a:t>
            </a:r>
            <a:r>
              <a:rPr sz="3200" spc="-5" dirty="0">
                <a:latin typeface="Trebuchet MS"/>
                <a:cs typeface="Trebuchet MS"/>
              </a:rPr>
              <a:t>Red-Black</a:t>
            </a:r>
            <a:r>
              <a:rPr sz="3200" spc="-254" dirty="0">
                <a:latin typeface="Trebuchet MS"/>
                <a:cs typeface="Trebuchet MS"/>
              </a:rPr>
              <a:t> </a:t>
            </a:r>
            <a:r>
              <a:rPr sz="3200" spc="-90" dirty="0">
                <a:latin typeface="Trebuchet MS"/>
                <a:cs typeface="Trebuchet MS"/>
              </a:rPr>
              <a:t>Trees</a:t>
            </a:r>
            <a:endParaRPr sz="32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6"/>
              </a:spcBef>
              <a:buFont typeface="Arial"/>
              <a:buChar char="•"/>
            </a:pPr>
            <a:endParaRPr sz="4450">
              <a:latin typeface="Times New Roman"/>
              <a:cs typeface="Times New Roman"/>
            </a:endParaRPr>
          </a:p>
          <a:p>
            <a:pPr marL="355600" marR="5080" indent="-342900">
              <a:lnSpc>
                <a:spcPct val="90000"/>
              </a:lnSpc>
              <a:buFont typeface="Arial"/>
              <a:buChar char="•"/>
              <a:tabLst>
                <a:tab pos="355600" algn="l"/>
              </a:tabLst>
            </a:pPr>
            <a:r>
              <a:rPr sz="3200" spc="10" dirty="0">
                <a:latin typeface="Trebuchet MS"/>
                <a:cs typeface="Trebuchet MS"/>
              </a:rPr>
              <a:t>Foram </a:t>
            </a:r>
            <a:r>
              <a:rPr sz="3200" spc="45" dirty="0">
                <a:latin typeface="Trebuchet MS"/>
                <a:cs typeface="Trebuchet MS"/>
              </a:rPr>
              <a:t>inventadas </a:t>
            </a:r>
            <a:r>
              <a:rPr sz="3200" spc="5" dirty="0">
                <a:latin typeface="Trebuchet MS"/>
                <a:cs typeface="Trebuchet MS"/>
              </a:rPr>
              <a:t>por </a:t>
            </a:r>
            <a:r>
              <a:rPr sz="3200" spc="65" dirty="0">
                <a:latin typeface="Trebuchet MS"/>
                <a:cs typeface="Trebuchet MS"/>
              </a:rPr>
              <a:t>Bayer </a:t>
            </a:r>
            <a:r>
              <a:rPr sz="3200" spc="90" dirty="0">
                <a:latin typeface="Trebuchet MS"/>
                <a:cs typeface="Trebuchet MS"/>
              </a:rPr>
              <a:t>sob </a:t>
            </a:r>
            <a:r>
              <a:rPr sz="3200" spc="40" dirty="0">
                <a:latin typeface="Trebuchet MS"/>
                <a:cs typeface="Trebuchet MS"/>
              </a:rPr>
              <a:t>o</a:t>
            </a:r>
            <a:r>
              <a:rPr sz="3200" spc="-560" dirty="0">
                <a:latin typeface="Trebuchet MS"/>
                <a:cs typeface="Trebuchet MS"/>
              </a:rPr>
              <a:t> </a:t>
            </a:r>
            <a:r>
              <a:rPr sz="3200" spc="70" dirty="0">
                <a:latin typeface="Trebuchet MS"/>
                <a:cs typeface="Trebuchet MS"/>
              </a:rPr>
              <a:t>nome  </a:t>
            </a:r>
            <a:r>
              <a:rPr sz="3200" spc="-40" dirty="0">
                <a:latin typeface="Trebuchet MS"/>
                <a:cs typeface="Trebuchet MS"/>
              </a:rPr>
              <a:t>“Árvores </a:t>
            </a:r>
            <a:r>
              <a:rPr sz="3200" spc="35" dirty="0">
                <a:latin typeface="Trebuchet MS"/>
                <a:cs typeface="Trebuchet MS"/>
              </a:rPr>
              <a:t>Binárias </a:t>
            </a:r>
            <a:r>
              <a:rPr sz="3200" spc="10" dirty="0">
                <a:latin typeface="Trebuchet MS"/>
                <a:cs typeface="Trebuchet MS"/>
              </a:rPr>
              <a:t>Simétricas” </a:t>
            </a:r>
            <a:r>
              <a:rPr sz="3200" spc="85" dirty="0">
                <a:latin typeface="Trebuchet MS"/>
                <a:cs typeface="Trebuchet MS"/>
              </a:rPr>
              <a:t>em </a:t>
            </a:r>
            <a:r>
              <a:rPr sz="3200" spc="70" dirty="0">
                <a:latin typeface="Trebuchet MS"/>
                <a:cs typeface="Trebuchet MS"/>
              </a:rPr>
              <a:t>1972,  </a:t>
            </a:r>
            <a:r>
              <a:rPr sz="3200" spc="155" dirty="0">
                <a:latin typeface="Trebuchet MS"/>
                <a:cs typeface="Trebuchet MS"/>
              </a:rPr>
              <a:t>10 </a:t>
            </a:r>
            <a:r>
              <a:rPr sz="3200" spc="95" dirty="0">
                <a:latin typeface="Trebuchet MS"/>
                <a:cs typeface="Trebuchet MS"/>
              </a:rPr>
              <a:t>anos </a:t>
            </a:r>
            <a:r>
              <a:rPr sz="3200" spc="40" dirty="0">
                <a:latin typeface="Trebuchet MS"/>
                <a:cs typeface="Trebuchet MS"/>
              </a:rPr>
              <a:t>depois </a:t>
            </a:r>
            <a:r>
              <a:rPr sz="3200" spc="110" dirty="0">
                <a:latin typeface="Trebuchet MS"/>
                <a:cs typeface="Trebuchet MS"/>
              </a:rPr>
              <a:t>das</a:t>
            </a:r>
            <a:r>
              <a:rPr sz="3200" spc="-660" dirty="0">
                <a:latin typeface="Trebuchet MS"/>
                <a:cs typeface="Trebuchet MS"/>
              </a:rPr>
              <a:t> </a:t>
            </a:r>
            <a:r>
              <a:rPr sz="3200" spc="40" dirty="0">
                <a:latin typeface="Trebuchet MS"/>
                <a:cs typeface="Trebuchet MS"/>
              </a:rPr>
              <a:t>árvores </a:t>
            </a:r>
            <a:r>
              <a:rPr sz="3200" spc="-25" dirty="0">
                <a:latin typeface="Trebuchet MS"/>
                <a:cs typeface="Trebuchet MS"/>
              </a:rPr>
              <a:t>AVL</a:t>
            </a:r>
            <a:endParaRPr sz="32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79120" rIns="0" bIns="0" rtlCol="0">
            <a:spAutoFit/>
          </a:bodyPr>
          <a:lstStyle/>
          <a:p>
            <a:pPr marL="1998980">
              <a:lnSpc>
                <a:spcPct val="100000"/>
              </a:lnSpc>
            </a:pPr>
            <a:r>
              <a:rPr dirty="0"/>
              <a:t>Introdução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646377"/>
            <a:ext cx="8002270" cy="44392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marR="75565" indent="-342900">
              <a:lnSpc>
                <a:spcPct val="89900"/>
              </a:lnSpc>
              <a:buFont typeface="Arial"/>
              <a:buChar char="•"/>
              <a:tabLst>
                <a:tab pos="355600" algn="l"/>
              </a:tabLst>
            </a:pPr>
            <a:r>
              <a:rPr sz="3000" spc="130" dirty="0">
                <a:latin typeface="Trebuchet MS"/>
                <a:cs typeface="Trebuchet MS"/>
              </a:rPr>
              <a:t>As </a:t>
            </a:r>
            <a:r>
              <a:rPr sz="3000" spc="35" dirty="0">
                <a:latin typeface="Trebuchet MS"/>
                <a:cs typeface="Trebuchet MS"/>
              </a:rPr>
              <a:t>árvores </a:t>
            </a:r>
            <a:r>
              <a:rPr sz="3000" spc="-10" dirty="0">
                <a:latin typeface="Trebuchet MS"/>
                <a:cs typeface="Trebuchet MS"/>
              </a:rPr>
              <a:t>vermelho-preto </a:t>
            </a:r>
            <a:r>
              <a:rPr sz="3000" spc="95" dirty="0">
                <a:latin typeface="Trebuchet MS"/>
                <a:cs typeface="Trebuchet MS"/>
              </a:rPr>
              <a:t>possuem </a:t>
            </a:r>
            <a:r>
              <a:rPr sz="3000" spc="105" dirty="0">
                <a:latin typeface="Trebuchet MS"/>
                <a:cs typeface="Trebuchet MS"/>
              </a:rPr>
              <a:t>um </a:t>
            </a:r>
            <a:r>
              <a:rPr sz="3000" spc="-65" dirty="0">
                <a:latin typeface="Trebuchet MS"/>
                <a:cs typeface="Trebuchet MS"/>
              </a:rPr>
              <a:t>bit  </a:t>
            </a:r>
            <a:r>
              <a:rPr sz="3000" spc="-15" dirty="0">
                <a:latin typeface="Trebuchet MS"/>
                <a:cs typeface="Trebuchet MS"/>
              </a:rPr>
              <a:t>extra </a:t>
            </a:r>
            <a:r>
              <a:rPr sz="3000" spc="30" dirty="0">
                <a:latin typeface="Trebuchet MS"/>
                <a:cs typeface="Trebuchet MS"/>
              </a:rPr>
              <a:t>para </a:t>
            </a:r>
            <a:r>
              <a:rPr sz="3000" spc="25" dirty="0">
                <a:latin typeface="Trebuchet MS"/>
                <a:cs typeface="Trebuchet MS"/>
              </a:rPr>
              <a:t>armazenar </a:t>
            </a:r>
            <a:r>
              <a:rPr sz="3000" spc="75" dirty="0">
                <a:latin typeface="Trebuchet MS"/>
                <a:cs typeface="Trebuchet MS"/>
              </a:rPr>
              <a:t>a </a:t>
            </a:r>
            <a:r>
              <a:rPr sz="3000" spc="-10" dirty="0">
                <a:latin typeface="Trebuchet MS"/>
                <a:cs typeface="Trebuchet MS"/>
              </a:rPr>
              <a:t>cor </a:t>
            </a:r>
            <a:r>
              <a:rPr sz="3000" spc="30" dirty="0">
                <a:latin typeface="Trebuchet MS"/>
                <a:cs typeface="Trebuchet MS"/>
              </a:rPr>
              <a:t>de </a:t>
            </a:r>
            <a:r>
              <a:rPr sz="3000" spc="45" dirty="0">
                <a:latin typeface="Trebuchet MS"/>
                <a:cs typeface="Trebuchet MS"/>
              </a:rPr>
              <a:t>cada</a:t>
            </a:r>
            <a:r>
              <a:rPr sz="3000" spc="-570" dirty="0">
                <a:latin typeface="Trebuchet MS"/>
                <a:cs typeface="Trebuchet MS"/>
              </a:rPr>
              <a:t> </a:t>
            </a:r>
            <a:r>
              <a:rPr sz="3000" spc="-45" dirty="0">
                <a:latin typeface="Trebuchet MS"/>
                <a:cs typeface="Trebuchet MS"/>
              </a:rPr>
              <a:t>nó, </a:t>
            </a:r>
            <a:r>
              <a:rPr sz="3000" spc="45" dirty="0">
                <a:latin typeface="Trebuchet MS"/>
                <a:cs typeface="Trebuchet MS"/>
              </a:rPr>
              <a:t>que  </a:t>
            </a:r>
            <a:r>
              <a:rPr sz="3000" spc="35" dirty="0">
                <a:latin typeface="Trebuchet MS"/>
                <a:cs typeface="Trebuchet MS"/>
              </a:rPr>
              <a:t>pode </a:t>
            </a:r>
            <a:r>
              <a:rPr sz="3000" spc="40" dirty="0">
                <a:latin typeface="Trebuchet MS"/>
                <a:cs typeface="Trebuchet MS"/>
              </a:rPr>
              <a:t>ser </a:t>
            </a:r>
            <a:r>
              <a:rPr sz="3000" spc="90" dirty="0">
                <a:latin typeface="Trebuchet MS"/>
                <a:cs typeface="Trebuchet MS"/>
              </a:rPr>
              <a:t>VERMELHO </a:t>
            </a:r>
            <a:r>
              <a:rPr sz="3000" spc="55" dirty="0">
                <a:latin typeface="Trebuchet MS"/>
                <a:cs typeface="Trebuchet MS"/>
              </a:rPr>
              <a:t>ou</a:t>
            </a:r>
            <a:r>
              <a:rPr sz="3000" spc="-440" dirty="0">
                <a:latin typeface="Trebuchet MS"/>
                <a:cs typeface="Trebuchet MS"/>
              </a:rPr>
              <a:t> </a:t>
            </a:r>
            <a:r>
              <a:rPr sz="3000" spc="30" dirty="0">
                <a:latin typeface="Trebuchet MS"/>
                <a:cs typeface="Trebuchet MS"/>
              </a:rPr>
              <a:t>PRETO</a:t>
            </a:r>
            <a:endParaRPr sz="30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0"/>
              </a:spcBef>
              <a:buFont typeface="Arial"/>
              <a:buChar char="•"/>
            </a:pPr>
            <a:endParaRPr sz="4250">
              <a:latin typeface="Times New Roman"/>
              <a:cs typeface="Times New Roman"/>
            </a:endParaRPr>
          </a:p>
          <a:p>
            <a:pPr marL="355600" marR="5080" indent="-342900">
              <a:lnSpc>
                <a:spcPts val="3240"/>
              </a:lnSpc>
              <a:buFont typeface="Arial"/>
              <a:buChar char="•"/>
              <a:tabLst>
                <a:tab pos="355600" algn="l"/>
              </a:tabLst>
            </a:pPr>
            <a:r>
              <a:rPr sz="3000" spc="25" dirty="0">
                <a:latin typeface="Trebuchet MS"/>
                <a:cs typeface="Trebuchet MS"/>
              </a:rPr>
              <a:t>Além </a:t>
            </a:r>
            <a:r>
              <a:rPr sz="3000" spc="-25" dirty="0">
                <a:latin typeface="Trebuchet MS"/>
                <a:cs typeface="Trebuchet MS"/>
              </a:rPr>
              <a:t>deste, </a:t>
            </a:r>
            <a:r>
              <a:rPr sz="3000" spc="45" dirty="0">
                <a:latin typeface="Trebuchet MS"/>
                <a:cs typeface="Trebuchet MS"/>
              </a:rPr>
              <a:t>cada nodo </a:t>
            </a:r>
            <a:r>
              <a:rPr sz="3000" spc="55" dirty="0">
                <a:latin typeface="Trebuchet MS"/>
                <a:cs typeface="Trebuchet MS"/>
              </a:rPr>
              <a:t>será </a:t>
            </a:r>
            <a:r>
              <a:rPr sz="3000" spc="40" dirty="0">
                <a:latin typeface="Trebuchet MS"/>
                <a:cs typeface="Trebuchet MS"/>
              </a:rPr>
              <a:t>composto</a:t>
            </a:r>
            <a:r>
              <a:rPr sz="3000" spc="-495" dirty="0">
                <a:latin typeface="Trebuchet MS"/>
                <a:cs typeface="Trebuchet MS"/>
              </a:rPr>
              <a:t> </a:t>
            </a:r>
            <a:r>
              <a:rPr sz="3000" spc="30" dirty="0">
                <a:latin typeface="Trebuchet MS"/>
                <a:cs typeface="Trebuchet MS"/>
              </a:rPr>
              <a:t>ainda  pelos </a:t>
            </a:r>
            <a:r>
              <a:rPr sz="3000" spc="55" dirty="0">
                <a:latin typeface="Trebuchet MS"/>
                <a:cs typeface="Trebuchet MS"/>
              </a:rPr>
              <a:t>seguintes</a:t>
            </a:r>
            <a:r>
              <a:rPr sz="3000" spc="-190" dirty="0">
                <a:latin typeface="Trebuchet MS"/>
                <a:cs typeface="Trebuchet MS"/>
              </a:rPr>
              <a:t> </a:t>
            </a:r>
            <a:r>
              <a:rPr sz="3000" spc="35" dirty="0">
                <a:latin typeface="Trebuchet MS"/>
                <a:cs typeface="Trebuchet MS"/>
              </a:rPr>
              <a:t>campos:</a:t>
            </a:r>
            <a:endParaRPr sz="3000">
              <a:latin typeface="Trebuchet MS"/>
              <a:cs typeface="Trebuchet MS"/>
            </a:endParaRPr>
          </a:p>
          <a:p>
            <a:pPr marL="755650" lvl="1" indent="-285750">
              <a:lnSpc>
                <a:spcPct val="100000"/>
              </a:lnSpc>
              <a:spcBef>
                <a:spcPts val="290"/>
              </a:spcBef>
              <a:buFont typeface="Arial"/>
              <a:buChar char="–"/>
              <a:tabLst>
                <a:tab pos="755650" algn="l"/>
              </a:tabLst>
            </a:pPr>
            <a:r>
              <a:rPr sz="2600" spc="5" dirty="0">
                <a:latin typeface="Trebuchet MS"/>
                <a:cs typeface="Trebuchet MS"/>
              </a:rPr>
              <a:t>valor </a:t>
            </a:r>
            <a:r>
              <a:rPr sz="2600" spc="50" dirty="0">
                <a:latin typeface="Trebuchet MS"/>
                <a:cs typeface="Trebuchet MS"/>
              </a:rPr>
              <a:t>(os </a:t>
            </a:r>
            <a:r>
              <a:rPr sz="2600" dirty="0">
                <a:latin typeface="Trebuchet MS"/>
                <a:cs typeface="Trebuchet MS"/>
              </a:rPr>
              <a:t>“dados” </a:t>
            </a:r>
            <a:r>
              <a:rPr sz="2600" spc="35" dirty="0">
                <a:latin typeface="Trebuchet MS"/>
                <a:cs typeface="Trebuchet MS"/>
              </a:rPr>
              <a:t>do</a:t>
            </a:r>
            <a:r>
              <a:rPr sz="2600" spc="-280" dirty="0">
                <a:latin typeface="Trebuchet MS"/>
                <a:cs typeface="Trebuchet MS"/>
              </a:rPr>
              <a:t> </a:t>
            </a:r>
            <a:r>
              <a:rPr sz="2600" spc="20" dirty="0">
                <a:latin typeface="Trebuchet MS"/>
                <a:cs typeface="Trebuchet MS"/>
              </a:rPr>
              <a:t>nodo)</a:t>
            </a:r>
            <a:endParaRPr sz="2600">
              <a:latin typeface="Trebuchet MS"/>
              <a:cs typeface="Trebuchet MS"/>
            </a:endParaRPr>
          </a:p>
          <a:p>
            <a:pPr marL="755650" lvl="1" indent="-285750">
              <a:lnSpc>
                <a:spcPct val="100000"/>
              </a:lnSpc>
              <a:spcBef>
                <a:spcPts val="330"/>
              </a:spcBef>
              <a:buFont typeface="Arial"/>
              <a:buChar char="–"/>
              <a:tabLst>
                <a:tab pos="755650" algn="l"/>
                <a:tab pos="1513840" algn="l"/>
              </a:tabLst>
            </a:pPr>
            <a:r>
              <a:rPr sz="2600" spc="-60" dirty="0">
                <a:latin typeface="Trebuchet MS"/>
                <a:cs typeface="Trebuchet MS"/>
              </a:rPr>
              <a:t>fe	</a:t>
            </a:r>
            <a:r>
              <a:rPr sz="2600" spc="-55" dirty="0">
                <a:latin typeface="Trebuchet MS"/>
                <a:cs typeface="Trebuchet MS"/>
              </a:rPr>
              <a:t>(filho</a:t>
            </a:r>
            <a:r>
              <a:rPr sz="2600" spc="-90" dirty="0">
                <a:latin typeface="Trebuchet MS"/>
                <a:cs typeface="Trebuchet MS"/>
              </a:rPr>
              <a:t> </a:t>
            </a:r>
            <a:r>
              <a:rPr sz="2600" spc="20" dirty="0">
                <a:latin typeface="Trebuchet MS"/>
                <a:cs typeface="Trebuchet MS"/>
              </a:rPr>
              <a:t>esquerdo)</a:t>
            </a:r>
            <a:endParaRPr sz="2600">
              <a:latin typeface="Trebuchet MS"/>
              <a:cs typeface="Trebuchet MS"/>
            </a:endParaRPr>
          </a:p>
          <a:p>
            <a:pPr marL="755650" lvl="1" indent="-285750">
              <a:lnSpc>
                <a:spcPct val="100000"/>
              </a:lnSpc>
              <a:spcBef>
                <a:spcPts val="340"/>
              </a:spcBef>
              <a:buFont typeface="Arial"/>
              <a:buChar char="–"/>
              <a:tabLst>
                <a:tab pos="755650" algn="l"/>
                <a:tab pos="1520190" algn="l"/>
              </a:tabLst>
            </a:pPr>
            <a:r>
              <a:rPr sz="2600" spc="-55" dirty="0">
                <a:latin typeface="Trebuchet MS"/>
                <a:cs typeface="Trebuchet MS"/>
              </a:rPr>
              <a:t>fd	</a:t>
            </a:r>
            <a:r>
              <a:rPr sz="2600" spc="-50" dirty="0">
                <a:latin typeface="Trebuchet MS"/>
                <a:cs typeface="Trebuchet MS"/>
              </a:rPr>
              <a:t>(filho</a:t>
            </a:r>
            <a:r>
              <a:rPr sz="2600" spc="-120" dirty="0">
                <a:latin typeface="Trebuchet MS"/>
                <a:cs typeface="Trebuchet MS"/>
              </a:rPr>
              <a:t> </a:t>
            </a:r>
            <a:r>
              <a:rPr sz="2600" spc="-50" dirty="0">
                <a:latin typeface="Trebuchet MS"/>
                <a:cs typeface="Trebuchet MS"/>
              </a:rPr>
              <a:t>direito)</a:t>
            </a:r>
            <a:endParaRPr sz="2600">
              <a:latin typeface="Trebuchet MS"/>
              <a:cs typeface="Trebuchet MS"/>
            </a:endParaRPr>
          </a:p>
          <a:p>
            <a:pPr marL="755650" lvl="1" indent="-285750">
              <a:lnSpc>
                <a:spcPct val="100000"/>
              </a:lnSpc>
              <a:spcBef>
                <a:spcPts val="330"/>
              </a:spcBef>
              <a:buFont typeface="Arial"/>
              <a:buChar char="–"/>
              <a:tabLst>
                <a:tab pos="755650" algn="l"/>
              </a:tabLst>
            </a:pPr>
            <a:r>
              <a:rPr sz="2600" dirty="0">
                <a:latin typeface="Trebuchet MS"/>
                <a:cs typeface="Trebuchet MS"/>
              </a:rPr>
              <a:t>pai</a:t>
            </a:r>
            <a:endParaRPr sz="26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79120" rIns="0" bIns="0" rtlCol="0">
            <a:spAutoFit/>
          </a:bodyPr>
          <a:lstStyle/>
          <a:p>
            <a:pPr marL="1998980">
              <a:lnSpc>
                <a:spcPct val="100000"/>
              </a:lnSpc>
            </a:pPr>
            <a:r>
              <a:rPr dirty="0"/>
              <a:t>Introdução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657387"/>
            <a:ext cx="7983855" cy="3804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11150" marR="5080" indent="-298450">
              <a:lnSpc>
                <a:spcPct val="100899"/>
              </a:lnSpc>
              <a:buFont typeface="Arial"/>
              <a:buChar char="•"/>
              <a:tabLst>
                <a:tab pos="311150" algn="l"/>
              </a:tabLst>
            </a:pPr>
            <a:r>
              <a:rPr sz="4125" spc="30" baseline="2020" dirty="0">
                <a:latin typeface="Trebuchet MS"/>
                <a:cs typeface="Trebuchet MS"/>
              </a:rPr>
              <a:t>Ela </a:t>
            </a:r>
            <a:r>
              <a:rPr sz="4125" spc="52" baseline="2020" dirty="0">
                <a:latin typeface="Trebuchet MS"/>
                <a:cs typeface="Trebuchet MS"/>
              </a:rPr>
              <a:t>é </a:t>
            </a:r>
            <a:r>
              <a:rPr sz="4125" spc="15" baseline="2020" dirty="0">
                <a:latin typeface="Trebuchet MS"/>
                <a:cs typeface="Trebuchet MS"/>
              </a:rPr>
              <a:t>complexa, </a:t>
            </a:r>
            <a:r>
              <a:rPr sz="4125" spc="209" baseline="2020" dirty="0">
                <a:latin typeface="Trebuchet MS"/>
                <a:cs typeface="Trebuchet MS"/>
              </a:rPr>
              <a:t>mas </a:t>
            </a:r>
            <a:r>
              <a:rPr sz="4125" spc="30" baseline="2020" dirty="0">
                <a:latin typeface="Trebuchet MS"/>
                <a:cs typeface="Trebuchet MS"/>
              </a:rPr>
              <a:t>tem </a:t>
            </a:r>
            <a:r>
              <a:rPr sz="4125" spc="165" baseline="2020" dirty="0">
                <a:latin typeface="Trebuchet MS"/>
                <a:cs typeface="Trebuchet MS"/>
              </a:rPr>
              <a:t>um </a:t>
            </a:r>
            <a:r>
              <a:rPr sz="4125" spc="127" baseline="2020" dirty="0">
                <a:latin typeface="Trebuchet MS"/>
                <a:cs typeface="Trebuchet MS"/>
              </a:rPr>
              <a:t>bom </a:t>
            </a:r>
            <a:r>
              <a:rPr sz="4125" baseline="2020" dirty="0">
                <a:latin typeface="Trebuchet MS"/>
                <a:cs typeface="Trebuchet MS"/>
              </a:rPr>
              <a:t>pior-caso </a:t>
            </a:r>
            <a:r>
              <a:rPr sz="4125" spc="60" baseline="2020" dirty="0">
                <a:latin typeface="Trebuchet MS"/>
                <a:cs typeface="Trebuchet MS"/>
              </a:rPr>
              <a:t>de  </a:t>
            </a:r>
            <a:r>
              <a:rPr sz="2750" spc="35" dirty="0">
                <a:latin typeface="Trebuchet MS"/>
                <a:cs typeface="Trebuchet MS"/>
              </a:rPr>
              <a:t>tempo </a:t>
            </a:r>
            <a:r>
              <a:rPr sz="2750" spc="45" dirty="0">
                <a:latin typeface="Trebuchet MS"/>
                <a:cs typeface="Trebuchet MS"/>
              </a:rPr>
              <a:t>de </a:t>
            </a:r>
            <a:r>
              <a:rPr sz="2750" spc="30" dirty="0">
                <a:latin typeface="Trebuchet MS"/>
                <a:cs typeface="Trebuchet MS"/>
              </a:rPr>
              <a:t>execução </a:t>
            </a:r>
            <a:r>
              <a:rPr sz="2750" spc="50" dirty="0">
                <a:latin typeface="Trebuchet MS"/>
                <a:cs typeface="Trebuchet MS"/>
              </a:rPr>
              <a:t>para </a:t>
            </a:r>
            <a:r>
              <a:rPr sz="2750" spc="135" dirty="0">
                <a:latin typeface="Trebuchet MS"/>
                <a:cs typeface="Trebuchet MS"/>
              </a:rPr>
              <a:t>suas </a:t>
            </a:r>
            <a:r>
              <a:rPr sz="2750" spc="50" dirty="0">
                <a:latin typeface="Trebuchet MS"/>
                <a:cs typeface="Trebuchet MS"/>
              </a:rPr>
              <a:t>operações </a:t>
            </a:r>
            <a:r>
              <a:rPr sz="2750" spc="35" dirty="0">
                <a:latin typeface="Trebuchet MS"/>
                <a:cs typeface="Trebuchet MS"/>
              </a:rPr>
              <a:t>e é  </a:t>
            </a:r>
            <a:r>
              <a:rPr sz="2750" spc="-30" dirty="0">
                <a:latin typeface="Trebuchet MS"/>
                <a:cs typeface="Trebuchet MS"/>
              </a:rPr>
              <a:t>eficiente </a:t>
            </a:r>
            <a:r>
              <a:rPr sz="2750" spc="85" dirty="0">
                <a:latin typeface="Trebuchet MS"/>
                <a:cs typeface="Trebuchet MS"/>
              </a:rPr>
              <a:t>na </a:t>
            </a:r>
            <a:r>
              <a:rPr sz="2750" spc="-25" dirty="0">
                <a:latin typeface="Trebuchet MS"/>
                <a:cs typeface="Trebuchet MS"/>
              </a:rPr>
              <a:t>prática: </a:t>
            </a:r>
            <a:r>
              <a:rPr sz="2750" spc="45" dirty="0">
                <a:latin typeface="Trebuchet MS"/>
                <a:cs typeface="Trebuchet MS"/>
              </a:rPr>
              <a:t>pode-se </a:t>
            </a:r>
            <a:r>
              <a:rPr sz="2750" spc="20" dirty="0">
                <a:latin typeface="Trebuchet MS"/>
                <a:cs typeface="Trebuchet MS"/>
              </a:rPr>
              <a:t>buscar, </a:t>
            </a:r>
            <a:r>
              <a:rPr sz="2750" spc="-25" dirty="0">
                <a:latin typeface="Trebuchet MS"/>
                <a:cs typeface="Trebuchet MS"/>
              </a:rPr>
              <a:t>inserir, </a:t>
            </a:r>
            <a:r>
              <a:rPr sz="2750" spc="35" dirty="0">
                <a:latin typeface="Trebuchet MS"/>
                <a:cs typeface="Trebuchet MS"/>
              </a:rPr>
              <a:t>e  remover</a:t>
            </a:r>
            <a:r>
              <a:rPr sz="2750" spc="-45" dirty="0">
                <a:latin typeface="Trebuchet MS"/>
                <a:cs typeface="Trebuchet MS"/>
              </a:rPr>
              <a:t> </a:t>
            </a:r>
            <a:r>
              <a:rPr sz="2750" spc="90" dirty="0">
                <a:latin typeface="Trebuchet MS"/>
                <a:cs typeface="Trebuchet MS"/>
              </a:rPr>
              <a:t>em</a:t>
            </a:r>
            <a:r>
              <a:rPr sz="2750" spc="-45" dirty="0">
                <a:latin typeface="Trebuchet MS"/>
                <a:cs typeface="Trebuchet MS"/>
              </a:rPr>
              <a:t> </a:t>
            </a:r>
            <a:r>
              <a:rPr sz="2750" spc="35" dirty="0">
                <a:latin typeface="Trebuchet MS"/>
                <a:cs typeface="Trebuchet MS"/>
              </a:rPr>
              <a:t>tempo</a:t>
            </a:r>
            <a:r>
              <a:rPr sz="2750" spc="-40" dirty="0">
                <a:latin typeface="Trebuchet MS"/>
                <a:cs typeface="Trebuchet MS"/>
              </a:rPr>
              <a:t> </a:t>
            </a:r>
            <a:r>
              <a:rPr sz="2750" spc="40" dirty="0">
                <a:latin typeface="Trebuchet MS"/>
                <a:cs typeface="Trebuchet MS"/>
              </a:rPr>
              <a:t>O(log</a:t>
            </a:r>
            <a:r>
              <a:rPr sz="2750" spc="-35" dirty="0">
                <a:latin typeface="Trebuchet MS"/>
                <a:cs typeface="Trebuchet MS"/>
              </a:rPr>
              <a:t> </a:t>
            </a:r>
            <a:r>
              <a:rPr sz="2750" spc="-65" dirty="0">
                <a:latin typeface="Trebuchet MS"/>
                <a:cs typeface="Trebuchet MS"/>
              </a:rPr>
              <a:t>n),</a:t>
            </a:r>
            <a:r>
              <a:rPr sz="2750" spc="-45" dirty="0">
                <a:latin typeface="Trebuchet MS"/>
                <a:cs typeface="Trebuchet MS"/>
              </a:rPr>
              <a:t> </a:t>
            </a:r>
            <a:r>
              <a:rPr sz="2750" spc="55" dirty="0">
                <a:latin typeface="Trebuchet MS"/>
                <a:cs typeface="Trebuchet MS"/>
              </a:rPr>
              <a:t>onde</a:t>
            </a:r>
            <a:r>
              <a:rPr sz="2750" spc="-50" dirty="0">
                <a:latin typeface="Trebuchet MS"/>
                <a:cs typeface="Trebuchet MS"/>
              </a:rPr>
              <a:t> </a:t>
            </a:r>
            <a:r>
              <a:rPr sz="2750" spc="80" dirty="0">
                <a:latin typeface="Trebuchet MS"/>
                <a:cs typeface="Trebuchet MS"/>
              </a:rPr>
              <a:t>n</a:t>
            </a:r>
            <a:r>
              <a:rPr sz="2750" spc="-45" dirty="0">
                <a:latin typeface="Trebuchet MS"/>
                <a:cs typeface="Trebuchet MS"/>
              </a:rPr>
              <a:t> </a:t>
            </a:r>
            <a:r>
              <a:rPr sz="2750" spc="35" dirty="0">
                <a:latin typeface="Trebuchet MS"/>
                <a:cs typeface="Trebuchet MS"/>
              </a:rPr>
              <a:t>é</a:t>
            </a:r>
            <a:r>
              <a:rPr sz="2750" spc="-55" dirty="0">
                <a:latin typeface="Trebuchet MS"/>
                <a:cs typeface="Trebuchet MS"/>
              </a:rPr>
              <a:t> </a:t>
            </a:r>
            <a:r>
              <a:rPr sz="2750" spc="50" dirty="0">
                <a:latin typeface="Trebuchet MS"/>
                <a:cs typeface="Trebuchet MS"/>
              </a:rPr>
              <a:t>o</a:t>
            </a:r>
            <a:r>
              <a:rPr sz="2750" spc="-40" dirty="0">
                <a:latin typeface="Trebuchet MS"/>
                <a:cs typeface="Trebuchet MS"/>
              </a:rPr>
              <a:t> </a:t>
            </a:r>
            <a:r>
              <a:rPr sz="2750" spc="45" dirty="0">
                <a:latin typeface="Trebuchet MS"/>
                <a:cs typeface="Trebuchet MS"/>
              </a:rPr>
              <a:t>número  </a:t>
            </a:r>
            <a:r>
              <a:rPr sz="2750" spc="-40" dirty="0">
                <a:latin typeface="Trebuchet MS"/>
                <a:cs typeface="Trebuchet MS"/>
              </a:rPr>
              <a:t>total </a:t>
            </a:r>
            <a:r>
              <a:rPr sz="2750" spc="45" dirty="0">
                <a:latin typeface="Trebuchet MS"/>
                <a:cs typeface="Trebuchet MS"/>
              </a:rPr>
              <a:t>de </a:t>
            </a:r>
            <a:r>
              <a:rPr sz="2750" spc="35" dirty="0">
                <a:latin typeface="Trebuchet MS"/>
                <a:cs typeface="Trebuchet MS"/>
              </a:rPr>
              <a:t>elementos </a:t>
            </a:r>
            <a:r>
              <a:rPr sz="2750" spc="75" dirty="0">
                <a:latin typeface="Trebuchet MS"/>
                <a:cs typeface="Trebuchet MS"/>
              </a:rPr>
              <a:t>da </a:t>
            </a:r>
            <a:r>
              <a:rPr sz="2750" spc="-10" dirty="0">
                <a:latin typeface="Trebuchet MS"/>
                <a:cs typeface="Trebuchet MS"/>
              </a:rPr>
              <a:t>árvore. </a:t>
            </a:r>
            <a:r>
              <a:rPr sz="2750" spc="135" dirty="0">
                <a:latin typeface="Trebuchet MS"/>
                <a:cs typeface="Trebuchet MS"/>
              </a:rPr>
              <a:t>De </a:t>
            </a:r>
            <a:r>
              <a:rPr sz="2750" spc="40" dirty="0">
                <a:latin typeface="Trebuchet MS"/>
                <a:cs typeface="Trebuchet MS"/>
              </a:rPr>
              <a:t>maneira  </a:t>
            </a:r>
            <a:r>
              <a:rPr sz="2750" spc="-10" dirty="0">
                <a:latin typeface="Trebuchet MS"/>
                <a:cs typeface="Trebuchet MS"/>
              </a:rPr>
              <a:t>simplificada, </a:t>
            </a:r>
            <a:r>
              <a:rPr sz="2750" spc="100" dirty="0">
                <a:latin typeface="Trebuchet MS"/>
                <a:cs typeface="Trebuchet MS"/>
              </a:rPr>
              <a:t>uma </a:t>
            </a:r>
            <a:r>
              <a:rPr sz="2750" spc="25" dirty="0">
                <a:latin typeface="Trebuchet MS"/>
                <a:cs typeface="Trebuchet MS"/>
              </a:rPr>
              <a:t>árvore </a:t>
            </a:r>
            <a:r>
              <a:rPr sz="2750" spc="30" dirty="0">
                <a:latin typeface="Trebuchet MS"/>
                <a:cs typeface="Trebuchet MS"/>
              </a:rPr>
              <a:t>rubro-negra </a:t>
            </a:r>
            <a:r>
              <a:rPr sz="2750" spc="35" dirty="0">
                <a:latin typeface="Trebuchet MS"/>
                <a:cs typeface="Trebuchet MS"/>
              </a:rPr>
              <a:t>é </a:t>
            </a:r>
            <a:r>
              <a:rPr sz="2750" spc="100" dirty="0">
                <a:latin typeface="Trebuchet MS"/>
                <a:cs typeface="Trebuchet MS"/>
              </a:rPr>
              <a:t>uma  </a:t>
            </a:r>
            <a:r>
              <a:rPr sz="2750" spc="25" dirty="0">
                <a:latin typeface="Trebuchet MS"/>
                <a:cs typeface="Trebuchet MS"/>
              </a:rPr>
              <a:t>árvore</a:t>
            </a:r>
            <a:r>
              <a:rPr sz="2750" spc="-45" dirty="0">
                <a:latin typeface="Trebuchet MS"/>
                <a:cs typeface="Trebuchet MS"/>
              </a:rPr>
              <a:t> </a:t>
            </a:r>
            <a:r>
              <a:rPr sz="2750" spc="45" dirty="0">
                <a:latin typeface="Trebuchet MS"/>
                <a:cs typeface="Trebuchet MS"/>
              </a:rPr>
              <a:t>de</a:t>
            </a:r>
            <a:r>
              <a:rPr sz="2750" spc="-45" dirty="0">
                <a:latin typeface="Trebuchet MS"/>
                <a:cs typeface="Trebuchet MS"/>
              </a:rPr>
              <a:t> </a:t>
            </a:r>
            <a:r>
              <a:rPr sz="2750" spc="85" dirty="0">
                <a:latin typeface="Trebuchet MS"/>
                <a:cs typeface="Trebuchet MS"/>
              </a:rPr>
              <a:t>busca</a:t>
            </a:r>
            <a:r>
              <a:rPr sz="2750" spc="-35" dirty="0">
                <a:latin typeface="Trebuchet MS"/>
                <a:cs typeface="Trebuchet MS"/>
              </a:rPr>
              <a:t> </a:t>
            </a:r>
            <a:r>
              <a:rPr sz="2750" spc="10" dirty="0">
                <a:latin typeface="Trebuchet MS"/>
                <a:cs typeface="Trebuchet MS"/>
              </a:rPr>
              <a:t>binária</a:t>
            </a:r>
            <a:r>
              <a:rPr sz="2750" spc="-45" dirty="0">
                <a:latin typeface="Trebuchet MS"/>
                <a:cs typeface="Trebuchet MS"/>
              </a:rPr>
              <a:t> </a:t>
            </a:r>
            <a:r>
              <a:rPr sz="2750" spc="55" dirty="0">
                <a:latin typeface="Trebuchet MS"/>
                <a:cs typeface="Trebuchet MS"/>
              </a:rPr>
              <a:t>que</a:t>
            </a:r>
            <a:r>
              <a:rPr sz="2750" spc="-45" dirty="0">
                <a:latin typeface="Trebuchet MS"/>
                <a:cs typeface="Trebuchet MS"/>
              </a:rPr>
              <a:t> </a:t>
            </a:r>
            <a:r>
              <a:rPr sz="2750" spc="20" dirty="0">
                <a:latin typeface="Trebuchet MS"/>
                <a:cs typeface="Trebuchet MS"/>
              </a:rPr>
              <a:t>insere</a:t>
            </a:r>
            <a:r>
              <a:rPr sz="2750" spc="-45" dirty="0">
                <a:latin typeface="Trebuchet MS"/>
                <a:cs typeface="Trebuchet MS"/>
              </a:rPr>
              <a:t> </a:t>
            </a:r>
            <a:r>
              <a:rPr sz="2750" spc="35" dirty="0">
                <a:latin typeface="Trebuchet MS"/>
                <a:cs typeface="Trebuchet MS"/>
              </a:rPr>
              <a:t>e</a:t>
            </a:r>
            <a:r>
              <a:rPr sz="2750" spc="-45" dirty="0">
                <a:latin typeface="Trebuchet MS"/>
                <a:cs typeface="Trebuchet MS"/>
              </a:rPr>
              <a:t> </a:t>
            </a:r>
            <a:r>
              <a:rPr sz="2750" spc="45" dirty="0">
                <a:latin typeface="Trebuchet MS"/>
                <a:cs typeface="Trebuchet MS"/>
              </a:rPr>
              <a:t>remove</a:t>
            </a:r>
            <a:r>
              <a:rPr sz="2750" spc="-45" dirty="0">
                <a:latin typeface="Trebuchet MS"/>
                <a:cs typeface="Trebuchet MS"/>
              </a:rPr>
              <a:t> </a:t>
            </a:r>
            <a:r>
              <a:rPr sz="2750" spc="50" dirty="0">
                <a:latin typeface="Trebuchet MS"/>
                <a:cs typeface="Trebuchet MS"/>
              </a:rPr>
              <a:t>de  </a:t>
            </a:r>
            <a:r>
              <a:rPr sz="2750" spc="10" dirty="0">
                <a:latin typeface="Trebuchet MS"/>
                <a:cs typeface="Trebuchet MS"/>
              </a:rPr>
              <a:t>forma </a:t>
            </a:r>
            <a:r>
              <a:rPr sz="2750" spc="-25" dirty="0">
                <a:latin typeface="Trebuchet MS"/>
                <a:cs typeface="Trebuchet MS"/>
              </a:rPr>
              <a:t>inteligente, </a:t>
            </a:r>
            <a:r>
              <a:rPr sz="2750" spc="45" dirty="0">
                <a:latin typeface="Trebuchet MS"/>
                <a:cs typeface="Trebuchet MS"/>
              </a:rPr>
              <a:t>para </a:t>
            </a:r>
            <a:r>
              <a:rPr sz="2750" spc="85" dirty="0">
                <a:latin typeface="Trebuchet MS"/>
                <a:cs typeface="Trebuchet MS"/>
              </a:rPr>
              <a:t>assegurar </a:t>
            </a:r>
            <a:r>
              <a:rPr sz="2750" spc="55" dirty="0">
                <a:latin typeface="Trebuchet MS"/>
                <a:cs typeface="Trebuchet MS"/>
              </a:rPr>
              <a:t>que </a:t>
            </a:r>
            <a:r>
              <a:rPr sz="2750" spc="85" dirty="0">
                <a:latin typeface="Trebuchet MS"/>
                <a:cs typeface="Trebuchet MS"/>
              </a:rPr>
              <a:t>a </a:t>
            </a:r>
            <a:r>
              <a:rPr sz="2750" spc="25" dirty="0">
                <a:latin typeface="Trebuchet MS"/>
                <a:cs typeface="Trebuchet MS"/>
              </a:rPr>
              <a:t>árvore  </a:t>
            </a:r>
            <a:r>
              <a:rPr sz="2750" spc="50" dirty="0">
                <a:latin typeface="Trebuchet MS"/>
                <a:cs typeface="Trebuchet MS"/>
              </a:rPr>
              <a:t>permaneça </a:t>
            </a:r>
            <a:r>
              <a:rPr sz="2750" spc="40" dirty="0">
                <a:latin typeface="Trebuchet MS"/>
                <a:cs typeface="Trebuchet MS"/>
              </a:rPr>
              <a:t>aproximadamente</a:t>
            </a:r>
            <a:r>
              <a:rPr sz="2750" spc="-210" dirty="0">
                <a:latin typeface="Trebuchet MS"/>
                <a:cs typeface="Trebuchet MS"/>
              </a:rPr>
              <a:t> </a:t>
            </a:r>
            <a:r>
              <a:rPr sz="2750" spc="20" dirty="0">
                <a:latin typeface="Trebuchet MS"/>
                <a:cs typeface="Trebuchet MS"/>
              </a:rPr>
              <a:t>balanceada.</a:t>
            </a:r>
            <a:endParaRPr sz="27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79120" rIns="0" bIns="0" rtlCol="0">
            <a:spAutoFit/>
          </a:bodyPr>
          <a:lstStyle/>
          <a:p>
            <a:pPr marL="1998980">
              <a:lnSpc>
                <a:spcPct val="100000"/>
              </a:lnSpc>
            </a:pPr>
            <a:r>
              <a:rPr dirty="0"/>
              <a:t>Introdução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645920"/>
            <a:ext cx="7719059" cy="36296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marR="259079" indent="-342900">
              <a:lnSpc>
                <a:spcPct val="100000"/>
              </a:lnSpc>
              <a:buFont typeface="Arial"/>
              <a:buChar char="•"/>
              <a:tabLst>
                <a:tab pos="355600" algn="l"/>
              </a:tabLst>
            </a:pPr>
            <a:r>
              <a:rPr sz="3200" spc="85" dirty="0">
                <a:latin typeface="Trebuchet MS"/>
                <a:cs typeface="Trebuchet MS"/>
              </a:rPr>
              <a:t>Uma </a:t>
            </a:r>
            <a:r>
              <a:rPr sz="3200" spc="10" dirty="0">
                <a:latin typeface="Trebuchet MS"/>
                <a:cs typeface="Trebuchet MS"/>
              </a:rPr>
              <a:t>árvore </a:t>
            </a:r>
            <a:r>
              <a:rPr sz="3200" spc="-30" dirty="0">
                <a:latin typeface="Trebuchet MS"/>
                <a:cs typeface="Trebuchet MS"/>
              </a:rPr>
              <a:t>Vermelho-preto </a:t>
            </a:r>
            <a:r>
              <a:rPr sz="3200" spc="60" dirty="0">
                <a:latin typeface="Trebuchet MS"/>
                <a:cs typeface="Trebuchet MS"/>
              </a:rPr>
              <a:t>com </a:t>
            </a:r>
            <a:r>
              <a:rPr sz="3200" spc="75" dirty="0">
                <a:latin typeface="Trebuchet MS"/>
                <a:cs typeface="Trebuchet MS"/>
              </a:rPr>
              <a:t>n</a:t>
            </a:r>
            <a:r>
              <a:rPr sz="3200" spc="-390" dirty="0">
                <a:latin typeface="Trebuchet MS"/>
                <a:cs typeface="Trebuchet MS"/>
              </a:rPr>
              <a:t> </a:t>
            </a:r>
            <a:r>
              <a:rPr sz="3200" spc="105" dirty="0">
                <a:latin typeface="Trebuchet MS"/>
                <a:cs typeface="Trebuchet MS"/>
              </a:rPr>
              <a:t>nós  </a:t>
            </a:r>
            <a:r>
              <a:rPr sz="3200" spc="5" dirty="0">
                <a:latin typeface="Trebuchet MS"/>
                <a:cs typeface="Trebuchet MS"/>
              </a:rPr>
              <a:t>internos tem </a:t>
            </a:r>
            <a:r>
              <a:rPr sz="3200" spc="-20" dirty="0">
                <a:latin typeface="Trebuchet MS"/>
                <a:cs typeface="Trebuchet MS"/>
              </a:rPr>
              <a:t>altura </a:t>
            </a:r>
            <a:r>
              <a:rPr sz="3200" spc="70" dirty="0">
                <a:latin typeface="Trebuchet MS"/>
                <a:cs typeface="Trebuchet MS"/>
              </a:rPr>
              <a:t>máxima </a:t>
            </a:r>
            <a:r>
              <a:rPr sz="3200" spc="35" dirty="0">
                <a:latin typeface="Trebuchet MS"/>
                <a:cs typeface="Trebuchet MS"/>
              </a:rPr>
              <a:t>de </a:t>
            </a:r>
            <a:r>
              <a:rPr sz="3200" spc="150" dirty="0">
                <a:latin typeface="Trebuchet MS"/>
                <a:cs typeface="Trebuchet MS"/>
              </a:rPr>
              <a:t>2  </a:t>
            </a:r>
            <a:r>
              <a:rPr sz="3200" spc="120" dirty="0">
                <a:latin typeface="Trebuchet MS"/>
                <a:cs typeface="Trebuchet MS"/>
              </a:rPr>
              <a:t>log(n+1)</a:t>
            </a:r>
            <a:endParaRPr sz="32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Font typeface="Arial"/>
              <a:buChar char="•"/>
            </a:pPr>
            <a:endParaRPr sz="4700">
              <a:latin typeface="Times New Roman"/>
              <a:cs typeface="Times New Roman"/>
            </a:endParaRPr>
          </a:p>
          <a:p>
            <a:pPr marL="355600" marR="5080" indent="-342900">
              <a:lnSpc>
                <a:spcPct val="100000"/>
              </a:lnSpc>
              <a:buFont typeface="Arial"/>
              <a:buChar char="•"/>
              <a:tabLst>
                <a:tab pos="355600" algn="l"/>
              </a:tabLst>
            </a:pPr>
            <a:r>
              <a:rPr sz="3200" spc="-65" dirty="0">
                <a:latin typeface="Trebuchet MS"/>
                <a:cs typeface="Trebuchet MS"/>
              </a:rPr>
              <a:t>Por </a:t>
            </a:r>
            <a:r>
              <a:rPr sz="3200" spc="50" dirty="0">
                <a:latin typeface="Trebuchet MS"/>
                <a:cs typeface="Trebuchet MS"/>
              </a:rPr>
              <a:t>serem </a:t>
            </a:r>
            <a:r>
              <a:rPr sz="3200" spc="10" dirty="0">
                <a:latin typeface="Trebuchet MS"/>
                <a:cs typeface="Trebuchet MS"/>
              </a:rPr>
              <a:t>“balanceadas” </a:t>
            </a:r>
            <a:r>
              <a:rPr sz="3200" spc="140" dirty="0">
                <a:latin typeface="Trebuchet MS"/>
                <a:cs typeface="Trebuchet MS"/>
              </a:rPr>
              <a:t>as </a:t>
            </a:r>
            <a:r>
              <a:rPr sz="3200" spc="40" dirty="0">
                <a:latin typeface="Trebuchet MS"/>
                <a:cs typeface="Trebuchet MS"/>
              </a:rPr>
              <a:t>árvores</a:t>
            </a:r>
            <a:r>
              <a:rPr sz="3200" spc="-425" dirty="0">
                <a:latin typeface="Trebuchet MS"/>
                <a:cs typeface="Trebuchet MS"/>
              </a:rPr>
              <a:t> </a:t>
            </a:r>
            <a:r>
              <a:rPr sz="3200" spc="-95" dirty="0">
                <a:latin typeface="Trebuchet MS"/>
                <a:cs typeface="Trebuchet MS"/>
              </a:rPr>
              <a:t>V-P  </a:t>
            </a:r>
            <a:r>
              <a:rPr sz="3200" spc="105" dirty="0">
                <a:latin typeface="Trebuchet MS"/>
                <a:cs typeface="Trebuchet MS"/>
              </a:rPr>
              <a:t>possuem </a:t>
            </a:r>
            <a:r>
              <a:rPr sz="3200" spc="20" dirty="0">
                <a:latin typeface="Trebuchet MS"/>
                <a:cs typeface="Trebuchet MS"/>
              </a:rPr>
              <a:t>complexidade </a:t>
            </a:r>
            <a:r>
              <a:rPr sz="3200" dirty="0">
                <a:latin typeface="Trebuchet MS"/>
                <a:cs typeface="Trebuchet MS"/>
              </a:rPr>
              <a:t>logarítmica </a:t>
            </a:r>
            <a:r>
              <a:rPr sz="3200" spc="85" dirty="0">
                <a:latin typeface="Trebuchet MS"/>
                <a:cs typeface="Trebuchet MS"/>
              </a:rPr>
              <a:t>em  </a:t>
            </a:r>
            <a:r>
              <a:rPr sz="3200" spc="135" dirty="0">
                <a:latin typeface="Trebuchet MS"/>
                <a:cs typeface="Trebuchet MS"/>
              </a:rPr>
              <a:t>suas </a:t>
            </a:r>
            <a:r>
              <a:rPr sz="3200" spc="15" dirty="0">
                <a:latin typeface="Trebuchet MS"/>
                <a:cs typeface="Trebuchet MS"/>
              </a:rPr>
              <a:t>operações: </a:t>
            </a:r>
            <a:r>
              <a:rPr sz="3200" spc="105" dirty="0">
                <a:latin typeface="Trebuchet MS"/>
                <a:cs typeface="Trebuchet MS"/>
              </a:rPr>
              <a:t>O </a:t>
            </a:r>
            <a:r>
              <a:rPr sz="3200" spc="15" dirty="0">
                <a:latin typeface="Trebuchet MS"/>
                <a:cs typeface="Trebuchet MS"/>
              </a:rPr>
              <a:t>(log</a:t>
            </a:r>
            <a:r>
              <a:rPr sz="3200" spc="-520" dirty="0">
                <a:latin typeface="Trebuchet MS"/>
                <a:cs typeface="Trebuchet MS"/>
              </a:rPr>
              <a:t> </a:t>
            </a:r>
            <a:r>
              <a:rPr sz="3200" spc="10" dirty="0">
                <a:latin typeface="Trebuchet MS"/>
                <a:cs typeface="Trebuchet MS"/>
              </a:rPr>
              <a:t>n)</a:t>
            </a:r>
            <a:endParaRPr sz="32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79120" rIns="0" bIns="0" rtlCol="0">
            <a:spAutoFit/>
          </a:bodyPr>
          <a:lstStyle/>
          <a:p>
            <a:pPr marL="1700530">
              <a:lnSpc>
                <a:spcPct val="100000"/>
              </a:lnSpc>
            </a:pPr>
            <a:r>
              <a:rPr spc="10" dirty="0"/>
              <a:t>Propriedades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645920"/>
            <a:ext cx="7980045" cy="4433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2270" indent="-369570">
              <a:lnSpc>
                <a:spcPct val="100000"/>
              </a:lnSpc>
              <a:buAutoNum type="arabicPeriod"/>
              <a:tabLst>
                <a:tab pos="382270" algn="l"/>
              </a:tabLst>
            </a:pPr>
            <a:r>
              <a:rPr sz="2300" spc="-95" dirty="0">
                <a:latin typeface="Trebuchet MS"/>
                <a:cs typeface="Trebuchet MS"/>
              </a:rPr>
              <a:t>Todo </a:t>
            </a:r>
            <a:r>
              <a:rPr sz="2300" spc="45" dirty="0">
                <a:latin typeface="Trebuchet MS"/>
                <a:cs typeface="Trebuchet MS"/>
              </a:rPr>
              <a:t>nó </a:t>
            </a:r>
            <a:r>
              <a:rPr sz="2300" spc="15" dirty="0">
                <a:latin typeface="Trebuchet MS"/>
                <a:cs typeface="Trebuchet MS"/>
              </a:rPr>
              <a:t>é vermelho </a:t>
            </a:r>
            <a:r>
              <a:rPr sz="2300" spc="45" dirty="0">
                <a:latin typeface="Trebuchet MS"/>
                <a:cs typeface="Trebuchet MS"/>
              </a:rPr>
              <a:t>ou</a:t>
            </a:r>
            <a:r>
              <a:rPr sz="2300" spc="-195" dirty="0">
                <a:latin typeface="Trebuchet MS"/>
                <a:cs typeface="Trebuchet MS"/>
              </a:rPr>
              <a:t> </a:t>
            </a:r>
            <a:r>
              <a:rPr sz="2300" spc="-25" dirty="0">
                <a:latin typeface="Trebuchet MS"/>
                <a:cs typeface="Trebuchet MS"/>
              </a:rPr>
              <a:t>preto</a:t>
            </a:r>
            <a:endParaRPr sz="2300">
              <a:latin typeface="Trebuchet MS"/>
              <a:cs typeface="Trebuchet MS"/>
            </a:endParaRPr>
          </a:p>
          <a:p>
            <a:pPr marL="382270" indent="-369570">
              <a:lnSpc>
                <a:spcPct val="100000"/>
              </a:lnSpc>
              <a:spcBef>
                <a:spcPts val="580"/>
              </a:spcBef>
              <a:buAutoNum type="arabicPeriod"/>
              <a:tabLst>
                <a:tab pos="382270" algn="l"/>
              </a:tabLst>
            </a:pPr>
            <a:r>
              <a:rPr sz="2300" spc="55" dirty="0">
                <a:latin typeface="Trebuchet MS"/>
                <a:cs typeface="Trebuchet MS"/>
              </a:rPr>
              <a:t>A </a:t>
            </a:r>
            <a:r>
              <a:rPr sz="2300" spc="-25" dirty="0">
                <a:latin typeface="Trebuchet MS"/>
                <a:cs typeface="Trebuchet MS"/>
              </a:rPr>
              <a:t>raiz </a:t>
            </a:r>
            <a:r>
              <a:rPr sz="2300" spc="15" dirty="0">
                <a:latin typeface="Trebuchet MS"/>
                <a:cs typeface="Trebuchet MS"/>
              </a:rPr>
              <a:t>é</a:t>
            </a:r>
            <a:r>
              <a:rPr sz="2300" spc="-200" dirty="0">
                <a:latin typeface="Trebuchet MS"/>
                <a:cs typeface="Trebuchet MS"/>
              </a:rPr>
              <a:t> </a:t>
            </a:r>
            <a:r>
              <a:rPr sz="2300" spc="-20" dirty="0">
                <a:latin typeface="Trebuchet MS"/>
                <a:cs typeface="Trebuchet MS"/>
              </a:rPr>
              <a:t>preta</a:t>
            </a:r>
            <a:endParaRPr sz="2300">
              <a:latin typeface="Trebuchet MS"/>
              <a:cs typeface="Trebuchet MS"/>
            </a:endParaRPr>
          </a:p>
          <a:p>
            <a:pPr marL="382270" indent="-369570">
              <a:lnSpc>
                <a:spcPct val="100000"/>
              </a:lnSpc>
              <a:spcBef>
                <a:spcPts val="570"/>
              </a:spcBef>
              <a:buAutoNum type="arabicPeriod"/>
              <a:tabLst>
                <a:tab pos="382270" algn="l"/>
              </a:tabLst>
            </a:pPr>
            <a:r>
              <a:rPr sz="2300" spc="-90" dirty="0">
                <a:latin typeface="Trebuchet MS"/>
                <a:cs typeface="Trebuchet MS"/>
              </a:rPr>
              <a:t>Toda </a:t>
            </a:r>
            <a:r>
              <a:rPr sz="2300" spc="-15" dirty="0">
                <a:latin typeface="Trebuchet MS"/>
                <a:cs typeface="Trebuchet MS"/>
              </a:rPr>
              <a:t>folha </a:t>
            </a:r>
            <a:r>
              <a:rPr sz="2300" spc="-40" dirty="0">
                <a:latin typeface="Trebuchet MS"/>
                <a:cs typeface="Trebuchet MS"/>
              </a:rPr>
              <a:t>(Nil) </a:t>
            </a:r>
            <a:r>
              <a:rPr sz="2300" spc="15" dirty="0">
                <a:latin typeface="Trebuchet MS"/>
                <a:cs typeface="Trebuchet MS"/>
              </a:rPr>
              <a:t>é</a:t>
            </a:r>
            <a:r>
              <a:rPr sz="2300" spc="-75" dirty="0">
                <a:latin typeface="Trebuchet MS"/>
                <a:cs typeface="Trebuchet MS"/>
              </a:rPr>
              <a:t> </a:t>
            </a:r>
            <a:r>
              <a:rPr sz="2300" spc="-20" dirty="0">
                <a:latin typeface="Trebuchet MS"/>
                <a:cs typeface="Trebuchet MS"/>
              </a:rPr>
              <a:t>preta</a:t>
            </a:r>
            <a:endParaRPr sz="2300">
              <a:latin typeface="Trebuchet MS"/>
              <a:cs typeface="Trebuchet MS"/>
            </a:endParaRPr>
          </a:p>
          <a:p>
            <a:pPr marL="382270" indent="-369570">
              <a:lnSpc>
                <a:spcPct val="100000"/>
              </a:lnSpc>
              <a:spcBef>
                <a:spcPts val="580"/>
              </a:spcBef>
              <a:buAutoNum type="arabicPeriod"/>
              <a:tabLst>
                <a:tab pos="382270" algn="l"/>
                <a:tab pos="6687184" algn="l"/>
              </a:tabLst>
            </a:pPr>
            <a:r>
              <a:rPr sz="2300" spc="110" dirty="0">
                <a:latin typeface="Trebuchet MS"/>
                <a:cs typeface="Trebuchet MS"/>
              </a:rPr>
              <a:t>Se </a:t>
            </a:r>
            <a:r>
              <a:rPr sz="2300" spc="80" dirty="0">
                <a:latin typeface="Trebuchet MS"/>
                <a:cs typeface="Trebuchet MS"/>
              </a:rPr>
              <a:t>um </a:t>
            </a:r>
            <a:r>
              <a:rPr sz="2300" spc="45" dirty="0">
                <a:latin typeface="Trebuchet MS"/>
                <a:cs typeface="Trebuchet MS"/>
              </a:rPr>
              <a:t>nó </a:t>
            </a:r>
            <a:r>
              <a:rPr sz="2300" spc="15" dirty="0">
                <a:latin typeface="Trebuchet MS"/>
                <a:cs typeface="Trebuchet MS"/>
              </a:rPr>
              <a:t>é </a:t>
            </a:r>
            <a:r>
              <a:rPr sz="2300" spc="-10" dirty="0">
                <a:latin typeface="Trebuchet MS"/>
                <a:cs typeface="Trebuchet MS"/>
              </a:rPr>
              <a:t>vermelho, </a:t>
            </a:r>
            <a:r>
              <a:rPr sz="2300" spc="10" dirty="0">
                <a:latin typeface="Trebuchet MS"/>
                <a:cs typeface="Trebuchet MS"/>
              </a:rPr>
              <a:t>então </a:t>
            </a:r>
            <a:r>
              <a:rPr sz="2300" spc="85" dirty="0">
                <a:latin typeface="Trebuchet MS"/>
                <a:cs typeface="Trebuchet MS"/>
              </a:rPr>
              <a:t>os </a:t>
            </a:r>
            <a:r>
              <a:rPr sz="2300" spc="90" dirty="0">
                <a:latin typeface="Trebuchet MS"/>
                <a:cs typeface="Trebuchet MS"/>
              </a:rPr>
              <a:t>seus</a:t>
            </a:r>
            <a:r>
              <a:rPr sz="2300" spc="685" dirty="0">
                <a:latin typeface="Trebuchet MS"/>
                <a:cs typeface="Trebuchet MS"/>
              </a:rPr>
              <a:t> </a:t>
            </a:r>
            <a:r>
              <a:rPr sz="2300" spc="-15" dirty="0">
                <a:latin typeface="Trebuchet MS"/>
                <a:cs typeface="Trebuchet MS"/>
              </a:rPr>
              <a:t>filhos</a:t>
            </a:r>
            <a:r>
              <a:rPr sz="2300" spc="125" dirty="0">
                <a:latin typeface="Trebuchet MS"/>
                <a:cs typeface="Trebuchet MS"/>
              </a:rPr>
              <a:t> </a:t>
            </a:r>
            <a:r>
              <a:rPr sz="2300" spc="75" dirty="0">
                <a:latin typeface="Trebuchet MS"/>
                <a:cs typeface="Trebuchet MS"/>
              </a:rPr>
              <a:t>são	</a:t>
            </a:r>
            <a:r>
              <a:rPr sz="2300" spc="5" dirty="0">
                <a:latin typeface="Trebuchet MS"/>
                <a:cs typeface="Trebuchet MS"/>
              </a:rPr>
              <a:t>pretos</a:t>
            </a:r>
            <a:endParaRPr sz="2300">
              <a:latin typeface="Trebuchet MS"/>
              <a:cs typeface="Trebuchet MS"/>
            </a:endParaRPr>
          </a:p>
          <a:p>
            <a:pPr marL="382270" marR="105410" indent="-369570">
              <a:lnSpc>
                <a:spcPct val="100000"/>
              </a:lnSpc>
              <a:spcBef>
                <a:spcPts val="580"/>
              </a:spcBef>
              <a:buAutoNum type="arabicPeriod"/>
              <a:tabLst>
                <a:tab pos="382270" algn="l"/>
              </a:tabLst>
            </a:pPr>
            <a:r>
              <a:rPr sz="2300" spc="-20" dirty="0">
                <a:latin typeface="Trebuchet MS"/>
                <a:cs typeface="Trebuchet MS"/>
              </a:rPr>
              <a:t>Para </a:t>
            </a:r>
            <a:r>
              <a:rPr sz="2300" spc="35" dirty="0">
                <a:latin typeface="Trebuchet MS"/>
                <a:cs typeface="Trebuchet MS"/>
              </a:rPr>
              <a:t>cada </a:t>
            </a:r>
            <a:r>
              <a:rPr sz="2300" spc="-30" dirty="0">
                <a:latin typeface="Trebuchet MS"/>
                <a:cs typeface="Trebuchet MS"/>
              </a:rPr>
              <a:t>nó, </a:t>
            </a:r>
            <a:r>
              <a:rPr sz="2300" spc="25" dirty="0">
                <a:latin typeface="Trebuchet MS"/>
                <a:cs typeface="Trebuchet MS"/>
              </a:rPr>
              <a:t>todos </a:t>
            </a:r>
            <a:r>
              <a:rPr sz="2300" spc="85" dirty="0">
                <a:latin typeface="Trebuchet MS"/>
                <a:cs typeface="Trebuchet MS"/>
              </a:rPr>
              <a:t>os </a:t>
            </a:r>
            <a:r>
              <a:rPr sz="2300" spc="45" dirty="0">
                <a:latin typeface="Trebuchet MS"/>
                <a:cs typeface="Trebuchet MS"/>
              </a:rPr>
              <a:t>caminhos </a:t>
            </a:r>
            <a:r>
              <a:rPr sz="2300" spc="30" dirty="0">
                <a:latin typeface="Trebuchet MS"/>
                <a:cs typeface="Trebuchet MS"/>
              </a:rPr>
              <a:t>do </a:t>
            </a:r>
            <a:r>
              <a:rPr sz="2300" spc="45" dirty="0">
                <a:latin typeface="Trebuchet MS"/>
                <a:cs typeface="Trebuchet MS"/>
              </a:rPr>
              <a:t>nó </a:t>
            </a:r>
            <a:r>
              <a:rPr sz="2300" spc="20" dirty="0">
                <a:latin typeface="Trebuchet MS"/>
                <a:cs typeface="Trebuchet MS"/>
              </a:rPr>
              <a:t>para </a:t>
            </a:r>
            <a:r>
              <a:rPr sz="2300" spc="10" dirty="0">
                <a:latin typeface="Trebuchet MS"/>
                <a:cs typeface="Trebuchet MS"/>
              </a:rPr>
              <a:t>folhas  </a:t>
            </a:r>
            <a:r>
              <a:rPr sz="2300" spc="35" dirty="0">
                <a:latin typeface="Trebuchet MS"/>
                <a:cs typeface="Trebuchet MS"/>
              </a:rPr>
              <a:t>descendentes </a:t>
            </a:r>
            <a:r>
              <a:rPr sz="2300" spc="15" dirty="0">
                <a:latin typeface="Trebuchet MS"/>
                <a:cs typeface="Trebuchet MS"/>
              </a:rPr>
              <a:t>contém </a:t>
            </a:r>
            <a:r>
              <a:rPr sz="2300" spc="30" dirty="0">
                <a:latin typeface="Trebuchet MS"/>
                <a:cs typeface="Trebuchet MS"/>
              </a:rPr>
              <a:t>o </a:t>
            </a:r>
            <a:r>
              <a:rPr sz="2300" spc="75" dirty="0">
                <a:latin typeface="Trebuchet MS"/>
                <a:cs typeface="Trebuchet MS"/>
              </a:rPr>
              <a:t>mesmo </a:t>
            </a:r>
            <a:r>
              <a:rPr sz="2300" spc="25" dirty="0">
                <a:latin typeface="Trebuchet MS"/>
                <a:cs typeface="Trebuchet MS"/>
              </a:rPr>
              <a:t>número </a:t>
            </a:r>
            <a:r>
              <a:rPr sz="2300" spc="30" dirty="0">
                <a:latin typeface="Trebuchet MS"/>
                <a:cs typeface="Trebuchet MS"/>
              </a:rPr>
              <a:t>de </a:t>
            </a:r>
            <a:r>
              <a:rPr sz="2300" spc="75" dirty="0">
                <a:latin typeface="Trebuchet MS"/>
                <a:cs typeface="Trebuchet MS"/>
              </a:rPr>
              <a:t>nós</a:t>
            </a:r>
            <a:r>
              <a:rPr sz="2300" spc="-425" dirty="0">
                <a:latin typeface="Trebuchet MS"/>
                <a:cs typeface="Trebuchet MS"/>
              </a:rPr>
              <a:t> </a:t>
            </a:r>
            <a:r>
              <a:rPr sz="2300" spc="20" dirty="0">
                <a:latin typeface="Trebuchet MS"/>
                <a:cs typeface="Trebuchet MS"/>
              </a:rPr>
              <a:t>PRETOS.</a:t>
            </a:r>
            <a:endParaRPr sz="23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sz="23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7"/>
              </a:spcBef>
            </a:pPr>
            <a:endParaRPr sz="1900">
              <a:latin typeface="Times New Roman"/>
              <a:cs typeface="Times New Roman"/>
            </a:endParaRPr>
          </a:p>
          <a:p>
            <a:pPr marL="381635" marR="5080">
              <a:lnSpc>
                <a:spcPct val="100099"/>
              </a:lnSpc>
            </a:pPr>
            <a:r>
              <a:rPr sz="2300" spc="30" dirty="0">
                <a:latin typeface="Trebuchet MS"/>
                <a:cs typeface="Trebuchet MS"/>
              </a:rPr>
              <a:t>Quanto </a:t>
            </a:r>
            <a:r>
              <a:rPr sz="2300" spc="55" dirty="0">
                <a:latin typeface="Trebuchet MS"/>
                <a:cs typeface="Trebuchet MS"/>
              </a:rPr>
              <a:t>à </a:t>
            </a:r>
            <a:r>
              <a:rPr sz="2300" spc="-50" dirty="0">
                <a:latin typeface="Trebuchet MS"/>
                <a:cs typeface="Trebuchet MS"/>
              </a:rPr>
              <a:t>raiz: </a:t>
            </a:r>
            <a:r>
              <a:rPr sz="2300" spc="55" dirty="0">
                <a:latin typeface="Trebuchet MS"/>
                <a:cs typeface="Trebuchet MS"/>
              </a:rPr>
              <a:t>Ser </a:t>
            </a:r>
            <a:r>
              <a:rPr sz="2300" spc="35" dirty="0">
                <a:latin typeface="Trebuchet MS"/>
                <a:cs typeface="Trebuchet MS"/>
              </a:rPr>
              <a:t>sempre </a:t>
            </a:r>
            <a:r>
              <a:rPr sz="2300" spc="-20" dirty="0">
                <a:latin typeface="Trebuchet MS"/>
                <a:cs typeface="Trebuchet MS"/>
              </a:rPr>
              <a:t>preta </a:t>
            </a:r>
            <a:r>
              <a:rPr sz="2300" spc="15" dirty="0">
                <a:latin typeface="Trebuchet MS"/>
                <a:cs typeface="Trebuchet MS"/>
              </a:rPr>
              <a:t>é </a:t>
            </a:r>
            <a:r>
              <a:rPr sz="2300" spc="70" dirty="0">
                <a:latin typeface="Trebuchet MS"/>
                <a:cs typeface="Trebuchet MS"/>
              </a:rPr>
              <a:t>uma </a:t>
            </a:r>
            <a:r>
              <a:rPr sz="2300" spc="15" dirty="0">
                <a:latin typeface="Trebuchet MS"/>
                <a:cs typeface="Trebuchet MS"/>
              </a:rPr>
              <a:t>regra </a:t>
            </a:r>
            <a:r>
              <a:rPr sz="2300" spc="70" dirty="0">
                <a:latin typeface="Trebuchet MS"/>
                <a:cs typeface="Trebuchet MS"/>
              </a:rPr>
              <a:t>usada </a:t>
            </a:r>
            <a:r>
              <a:rPr sz="2300" spc="60" dirty="0">
                <a:latin typeface="Trebuchet MS"/>
                <a:cs typeface="Trebuchet MS"/>
              </a:rPr>
              <a:t>em  </a:t>
            </a:r>
            <a:r>
              <a:rPr sz="2300" spc="65" dirty="0">
                <a:latin typeface="Trebuchet MS"/>
                <a:cs typeface="Trebuchet MS"/>
              </a:rPr>
              <a:t>algumas </a:t>
            </a:r>
            <a:r>
              <a:rPr sz="2300" spc="-20" dirty="0">
                <a:latin typeface="Trebuchet MS"/>
                <a:cs typeface="Trebuchet MS"/>
              </a:rPr>
              <a:t>definições. </a:t>
            </a:r>
            <a:r>
              <a:rPr sz="2300" spc="55" dirty="0">
                <a:latin typeface="Trebuchet MS"/>
                <a:cs typeface="Trebuchet MS"/>
              </a:rPr>
              <a:t>Como a </a:t>
            </a:r>
            <a:r>
              <a:rPr sz="2300" spc="-20" dirty="0">
                <a:latin typeface="Trebuchet MS"/>
                <a:cs typeface="Trebuchet MS"/>
              </a:rPr>
              <a:t>raiz </a:t>
            </a:r>
            <a:r>
              <a:rPr sz="2300" spc="25" dirty="0">
                <a:latin typeface="Trebuchet MS"/>
                <a:cs typeface="Trebuchet MS"/>
              </a:rPr>
              <a:t>pode </a:t>
            </a:r>
            <a:r>
              <a:rPr sz="2300" spc="35" dirty="0">
                <a:latin typeface="Trebuchet MS"/>
                <a:cs typeface="Trebuchet MS"/>
              </a:rPr>
              <a:t>sempre </a:t>
            </a:r>
            <a:r>
              <a:rPr sz="2300" spc="40" dirty="0">
                <a:latin typeface="Trebuchet MS"/>
                <a:cs typeface="Trebuchet MS"/>
              </a:rPr>
              <a:t>ser  </a:t>
            </a:r>
            <a:r>
              <a:rPr sz="2300" spc="-5" dirty="0">
                <a:latin typeface="Trebuchet MS"/>
                <a:cs typeface="Trebuchet MS"/>
              </a:rPr>
              <a:t>alterada </a:t>
            </a:r>
            <a:r>
              <a:rPr sz="2300" spc="25" dirty="0">
                <a:latin typeface="Trebuchet MS"/>
                <a:cs typeface="Trebuchet MS"/>
              </a:rPr>
              <a:t>de </a:t>
            </a:r>
            <a:r>
              <a:rPr sz="2300" spc="15" dirty="0">
                <a:latin typeface="Trebuchet MS"/>
                <a:cs typeface="Trebuchet MS"/>
              </a:rPr>
              <a:t>vermelho </a:t>
            </a:r>
            <a:r>
              <a:rPr sz="2300" spc="20" dirty="0">
                <a:latin typeface="Trebuchet MS"/>
                <a:cs typeface="Trebuchet MS"/>
              </a:rPr>
              <a:t>para </a:t>
            </a:r>
            <a:r>
              <a:rPr sz="2300" spc="-50" dirty="0">
                <a:latin typeface="Trebuchet MS"/>
                <a:cs typeface="Trebuchet MS"/>
              </a:rPr>
              <a:t>preto, </a:t>
            </a:r>
            <a:r>
              <a:rPr sz="2300" spc="95" dirty="0">
                <a:latin typeface="Trebuchet MS"/>
                <a:cs typeface="Trebuchet MS"/>
              </a:rPr>
              <a:t>mas </a:t>
            </a:r>
            <a:r>
              <a:rPr sz="2300" spc="50" dirty="0">
                <a:latin typeface="Trebuchet MS"/>
                <a:cs typeface="Trebuchet MS"/>
              </a:rPr>
              <a:t>não </a:t>
            </a:r>
            <a:r>
              <a:rPr sz="2300" spc="55" dirty="0">
                <a:latin typeface="Trebuchet MS"/>
                <a:cs typeface="Trebuchet MS"/>
              </a:rPr>
              <a:t>sendo</a:t>
            </a:r>
            <a:r>
              <a:rPr sz="2300" spc="-445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válido </a:t>
            </a:r>
            <a:r>
              <a:rPr sz="2300" spc="30" dirty="0">
                <a:latin typeface="Trebuchet MS"/>
                <a:cs typeface="Trebuchet MS"/>
              </a:rPr>
              <a:t>o  </a:t>
            </a:r>
            <a:r>
              <a:rPr sz="2300" dirty="0">
                <a:latin typeface="Trebuchet MS"/>
                <a:cs typeface="Trebuchet MS"/>
              </a:rPr>
              <a:t>oposto, </a:t>
            </a:r>
            <a:r>
              <a:rPr sz="2300" spc="30" dirty="0">
                <a:latin typeface="Trebuchet MS"/>
                <a:cs typeface="Trebuchet MS"/>
              </a:rPr>
              <a:t>esta </a:t>
            </a:r>
            <a:r>
              <a:rPr sz="2300" spc="15" dirty="0">
                <a:latin typeface="Trebuchet MS"/>
                <a:cs typeface="Trebuchet MS"/>
              </a:rPr>
              <a:t>regra </a:t>
            </a:r>
            <a:r>
              <a:rPr sz="2300" dirty="0">
                <a:latin typeface="Trebuchet MS"/>
                <a:cs typeface="Trebuchet MS"/>
              </a:rPr>
              <a:t>tem </a:t>
            </a:r>
            <a:r>
              <a:rPr sz="2300" spc="30" dirty="0">
                <a:latin typeface="Trebuchet MS"/>
                <a:cs typeface="Trebuchet MS"/>
              </a:rPr>
              <a:t>pouco </a:t>
            </a:r>
            <a:r>
              <a:rPr sz="2300" spc="-45" dirty="0">
                <a:latin typeface="Trebuchet MS"/>
                <a:cs typeface="Trebuchet MS"/>
              </a:rPr>
              <a:t>efeito </a:t>
            </a:r>
            <a:r>
              <a:rPr sz="2300" spc="50" dirty="0">
                <a:latin typeface="Trebuchet MS"/>
                <a:cs typeface="Trebuchet MS"/>
              </a:rPr>
              <a:t>na</a:t>
            </a:r>
            <a:r>
              <a:rPr sz="2300" spc="-235" dirty="0">
                <a:latin typeface="Trebuchet MS"/>
                <a:cs typeface="Trebuchet MS"/>
              </a:rPr>
              <a:t> </a:t>
            </a:r>
            <a:r>
              <a:rPr sz="2300" spc="-10" dirty="0">
                <a:latin typeface="Trebuchet MS"/>
                <a:cs typeface="Trebuchet MS"/>
              </a:rPr>
              <a:t>análise.</a:t>
            </a:r>
            <a:endParaRPr sz="23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79120" rIns="0" bIns="0" rtlCol="0">
            <a:spAutoFit/>
          </a:bodyPr>
          <a:lstStyle/>
          <a:p>
            <a:pPr marL="1700530">
              <a:lnSpc>
                <a:spcPct val="100000"/>
              </a:lnSpc>
            </a:pPr>
            <a:r>
              <a:rPr spc="10" dirty="0"/>
              <a:t>Propriedades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645899"/>
            <a:ext cx="7936230" cy="44469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34010" marR="155575" indent="-321310">
              <a:lnSpc>
                <a:spcPct val="100600"/>
              </a:lnSpc>
              <a:buFont typeface="Arial"/>
              <a:buChar char="•"/>
              <a:tabLst>
                <a:tab pos="334010" algn="l"/>
              </a:tabLst>
            </a:pPr>
            <a:r>
              <a:rPr sz="2800" spc="90" dirty="0">
                <a:latin typeface="Trebuchet MS"/>
                <a:cs typeface="Trebuchet MS"/>
              </a:rPr>
              <a:t>Um </a:t>
            </a:r>
            <a:r>
              <a:rPr sz="2800" spc="60" dirty="0">
                <a:latin typeface="Trebuchet MS"/>
                <a:cs typeface="Trebuchet MS"/>
              </a:rPr>
              <a:t>nó </a:t>
            </a:r>
            <a:r>
              <a:rPr sz="2800" spc="50" dirty="0">
                <a:latin typeface="Trebuchet MS"/>
                <a:cs typeface="Trebuchet MS"/>
              </a:rPr>
              <a:t>que </a:t>
            </a:r>
            <a:r>
              <a:rPr sz="2800" spc="20" dirty="0">
                <a:latin typeface="Trebuchet MS"/>
                <a:cs typeface="Trebuchet MS"/>
              </a:rPr>
              <a:t>satisfaz </a:t>
            </a:r>
            <a:r>
              <a:rPr sz="2800" spc="114" dirty="0">
                <a:latin typeface="Trebuchet MS"/>
                <a:cs typeface="Trebuchet MS"/>
              </a:rPr>
              <a:t>os </a:t>
            </a:r>
            <a:r>
              <a:rPr sz="2800" spc="15" dirty="0">
                <a:latin typeface="Trebuchet MS"/>
                <a:cs typeface="Trebuchet MS"/>
              </a:rPr>
              <a:t>itens </a:t>
            </a:r>
            <a:r>
              <a:rPr sz="2800" spc="40" dirty="0">
                <a:latin typeface="Trebuchet MS"/>
                <a:cs typeface="Trebuchet MS"/>
              </a:rPr>
              <a:t>acima </a:t>
            </a:r>
            <a:r>
              <a:rPr sz="2800" spc="30" dirty="0">
                <a:latin typeface="Trebuchet MS"/>
                <a:cs typeface="Trebuchet MS"/>
              </a:rPr>
              <a:t>é  </a:t>
            </a:r>
            <a:r>
              <a:rPr sz="2800" spc="45" dirty="0">
                <a:latin typeface="Trebuchet MS"/>
                <a:cs typeface="Trebuchet MS"/>
              </a:rPr>
              <a:t>denominado </a:t>
            </a:r>
            <a:r>
              <a:rPr sz="2800" spc="-20" dirty="0">
                <a:latin typeface="Trebuchet MS"/>
                <a:cs typeface="Trebuchet MS"/>
              </a:rPr>
              <a:t>equilibrado, </a:t>
            </a:r>
            <a:r>
              <a:rPr sz="2800" spc="80" dirty="0">
                <a:latin typeface="Trebuchet MS"/>
                <a:cs typeface="Trebuchet MS"/>
              </a:rPr>
              <a:t>caso </a:t>
            </a:r>
            <a:r>
              <a:rPr sz="2800" spc="-10" dirty="0">
                <a:latin typeface="Trebuchet MS"/>
                <a:cs typeface="Trebuchet MS"/>
              </a:rPr>
              <a:t>contrário </a:t>
            </a:r>
            <a:r>
              <a:rPr sz="2800" spc="30" dirty="0">
                <a:latin typeface="Trebuchet MS"/>
                <a:cs typeface="Trebuchet MS"/>
              </a:rPr>
              <a:t>é</a:t>
            </a:r>
            <a:r>
              <a:rPr sz="2800" spc="-330" dirty="0">
                <a:latin typeface="Trebuchet MS"/>
                <a:cs typeface="Trebuchet MS"/>
              </a:rPr>
              <a:t> </a:t>
            </a:r>
            <a:r>
              <a:rPr sz="2800" spc="-30" dirty="0">
                <a:latin typeface="Trebuchet MS"/>
                <a:cs typeface="Trebuchet MS"/>
              </a:rPr>
              <a:t>dito  </a:t>
            </a:r>
            <a:r>
              <a:rPr sz="2800" spc="-5" dirty="0">
                <a:latin typeface="Trebuchet MS"/>
                <a:cs typeface="Trebuchet MS"/>
              </a:rPr>
              <a:t>desequilibrado.</a:t>
            </a:r>
            <a:endParaRPr sz="2800">
              <a:latin typeface="Trebuchet MS"/>
              <a:cs typeface="Trebuchet MS"/>
            </a:endParaRPr>
          </a:p>
          <a:p>
            <a:pPr marL="711200" marR="628650" indent="-269240">
              <a:lnSpc>
                <a:spcPct val="101400"/>
              </a:lnSpc>
              <a:spcBef>
                <a:spcPts val="610"/>
              </a:spcBef>
            </a:pPr>
            <a:r>
              <a:rPr sz="3600" spc="30" baseline="1157" dirty="0">
                <a:latin typeface="Arial"/>
                <a:cs typeface="Arial"/>
              </a:rPr>
              <a:t>–</a:t>
            </a:r>
            <a:r>
              <a:rPr sz="3600" spc="135" baseline="1157" dirty="0">
                <a:latin typeface="Arial"/>
                <a:cs typeface="Arial"/>
              </a:rPr>
              <a:t> </a:t>
            </a:r>
            <a:r>
              <a:rPr sz="2400" spc="114" dirty="0">
                <a:latin typeface="Trebuchet MS"/>
                <a:cs typeface="Trebuchet MS"/>
              </a:rPr>
              <a:t>Em</a:t>
            </a:r>
            <a:r>
              <a:rPr sz="2400" spc="-40" dirty="0">
                <a:latin typeface="Trebuchet MS"/>
                <a:cs typeface="Trebuchet MS"/>
              </a:rPr>
              <a:t> </a:t>
            </a:r>
            <a:r>
              <a:rPr sz="2400" spc="100" dirty="0">
                <a:latin typeface="Trebuchet MS"/>
                <a:cs typeface="Trebuchet MS"/>
              </a:rPr>
              <a:t>uma</a:t>
            </a:r>
            <a:r>
              <a:rPr sz="2400" spc="-40" dirty="0">
                <a:latin typeface="Trebuchet MS"/>
                <a:cs typeface="Trebuchet MS"/>
              </a:rPr>
              <a:t> </a:t>
            </a:r>
            <a:r>
              <a:rPr sz="2400" spc="25" dirty="0">
                <a:latin typeface="Trebuchet MS"/>
                <a:cs typeface="Trebuchet MS"/>
              </a:rPr>
              <a:t>árvore</a:t>
            </a:r>
            <a:r>
              <a:rPr sz="2400" spc="-40" dirty="0">
                <a:latin typeface="Trebuchet MS"/>
                <a:cs typeface="Trebuchet MS"/>
              </a:rPr>
              <a:t> </a:t>
            </a:r>
            <a:r>
              <a:rPr sz="2400" spc="30" dirty="0">
                <a:latin typeface="Trebuchet MS"/>
                <a:cs typeface="Trebuchet MS"/>
              </a:rPr>
              <a:t>rubro-negra</a:t>
            </a:r>
            <a:r>
              <a:rPr sz="2400" spc="-40" dirty="0">
                <a:latin typeface="Trebuchet MS"/>
                <a:cs typeface="Trebuchet MS"/>
              </a:rPr>
              <a:t> </a:t>
            </a:r>
            <a:r>
              <a:rPr sz="2400" spc="45" dirty="0">
                <a:latin typeface="Trebuchet MS"/>
                <a:cs typeface="Trebuchet MS"/>
              </a:rPr>
              <a:t>todos</a:t>
            </a:r>
            <a:r>
              <a:rPr sz="2400" spc="-45" dirty="0">
                <a:latin typeface="Trebuchet MS"/>
                <a:cs typeface="Trebuchet MS"/>
              </a:rPr>
              <a:t> </a:t>
            </a:r>
            <a:r>
              <a:rPr sz="2400" spc="110" dirty="0">
                <a:latin typeface="Trebuchet MS"/>
                <a:cs typeface="Trebuchet MS"/>
              </a:rPr>
              <a:t>os</a:t>
            </a:r>
            <a:r>
              <a:rPr sz="2400" spc="-35" dirty="0">
                <a:latin typeface="Trebuchet MS"/>
                <a:cs typeface="Trebuchet MS"/>
              </a:rPr>
              <a:t> </a:t>
            </a:r>
            <a:r>
              <a:rPr sz="2400" spc="100" dirty="0">
                <a:latin typeface="Trebuchet MS"/>
                <a:cs typeface="Trebuchet MS"/>
              </a:rPr>
              <a:t>nós</a:t>
            </a:r>
            <a:r>
              <a:rPr sz="2400" spc="-45" dirty="0">
                <a:latin typeface="Trebuchet MS"/>
                <a:cs typeface="Trebuchet MS"/>
              </a:rPr>
              <a:t> </a:t>
            </a:r>
            <a:r>
              <a:rPr sz="2400" spc="45" dirty="0">
                <a:latin typeface="Trebuchet MS"/>
                <a:cs typeface="Trebuchet MS"/>
              </a:rPr>
              <a:t>estão  </a:t>
            </a:r>
            <a:r>
              <a:rPr sz="2400" spc="20" dirty="0">
                <a:latin typeface="Trebuchet MS"/>
                <a:cs typeface="Trebuchet MS"/>
              </a:rPr>
              <a:t>equilibrados</a:t>
            </a:r>
            <a:endParaRPr sz="24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sz="2400">
              <a:latin typeface="Times New Roman"/>
              <a:cs typeface="Times New Roman"/>
            </a:endParaRPr>
          </a:p>
          <a:p>
            <a:pPr marL="334010" marR="5080" indent="-321310">
              <a:lnSpc>
                <a:spcPct val="100499"/>
              </a:lnSpc>
              <a:spcBef>
                <a:spcPts val="2039"/>
              </a:spcBef>
              <a:buFont typeface="Arial"/>
              <a:buChar char="•"/>
              <a:tabLst>
                <a:tab pos="334010" algn="l"/>
              </a:tabLst>
            </a:pPr>
            <a:r>
              <a:rPr sz="2800" spc="90" dirty="0">
                <a:latin typeface="Trebuchet MS"/>
                <a:cs typeface="Trebuchet MS"/>
              </a:rPr>
              <a:t>Uma </a:t>
            </a:r>
            <a:r>
              <a:rPr sz="2800" spc="25" dirty="0">
                <a:latin typeface="Trebuchet MS"/>
                <a:cs typeface="Trebuchet MS"/>
              </a:rPr>
              <a:t>condição </a:t>
            </a:r>
            <a:r>
              <a:rPr sz="2800" spc="35" dirty="0">
                <a:latin typeface="Trebuchet MS"/>
                <a:cs typeface="Trebuchet MS"/>
              </a:rPr>
              <a:t>óbvia </a:t>
            </a:r>
            <a:r>
              <a:rPr sz="2800" spc="-5" dirty="0">
                <a:latin typeface="Trebuchet MS"/>
                <a:cs typeface="Trebuchet MS"/>
              </a:rPr>
              <a:t>obtida </a:t>
            </a:r>
            <a:r>
              <a:rPr sz="2800" spc="105" dirty="0">
                <a:latin typeface="Trebuchet MS"/>
                <a:cs typeface="Trebuchet MS"/>
              </a:rPr>
              <a:t>das </a:t>
            </a:r>
            <a:r>
              <a:rPr sz="2800" spc="25" dirty="0">
                <a:latin typeface="Trebuchet MS"/>
                <a:cs typeface="Trebuchet MS"/>
              </a:rPr>
              <a:t>propriedades</a:t>
            </a:r>
            <a:r>
              <a:rPr sz="2800" spc="-540" dirty="0">
                <a:latin typeface="Trebuchet MS"/>
                <a:cs typeface="Trebuchet MS"/>
              </a:rPr>
              <a:t> </a:t>
            </a:r>
            <a:r>
              <a:rPr sz="2800" spc="30" dirty="0">
                <a:latin typeface="Trebuchet MS"/>
                <a:cs typeface="Trebuchet MS"/>
              </a:rPr>
              <a:t>é  </a:t>
            </a:r>
            <a:r>
              <a:rPr sz="2800" spc="50" dirty="0">
                <a:latin typeface="Trebuchet MS"/>
                <a:cs typeface="Trebuchet MS"/>
              </a:rPr>
              <a:t>que </a:t>
            </a:r>
            <a:r>
              <a:rPr sz="2800" spc="95" dirty="0">
                <a:latin typeface="Trebuchet MS"/>
                <a:cs typeface="Trebuchet MS"/>
              </a:rPr>
              <a:t>num </a:t>
            </a:r>
            <a:r>
              <a:rPr sz="2800" spc="45" dirty="0">
                <a:latin typeface="Trebuchet MS"/>
                <a:cs typeface="Trebuchet MS"/>
              </a:rPr>
              <a:t>caminho </a:t>
            </a:r>
            <a:r>
              <a:rPr sz="2800" spc="60" dirty="0">
                <a:latin typeface="Trebuchet MS"/>
                <a:cs typeface="Trebuchet MS"/>
              </a:rPr>
              <a:t>da </a:t>
            </a:r>
            <a:r>
              <a:rPr sz="2800" spc="-15" dirty="0">
                <a:latin typeface="Trebuchet MS"/>
                <a:cs typeface="Trebuchet MS"/>
              </a:rPr>
              <a:t>raiz </a:t>
            </a:r>
            <a:r>
              <a:rPr sz="2800" spc="-5" dirty="0">
                <a:latin typeface="Trebuchet MS"/>
                <a:cs typeface="Trebuchet MS"/>
              </a:rPr>
              <a:t>até </a:t>
            </a:r>
            <a:r>
              <a:rPr sz="2800" spc="95" dirty="0">
                <a:latin typeface="Trebuchet MS"/>
                <a:cs typeface="Trebuchet MS"/>
              </a:rPr>
              <a:t>uma </a:t>
            </a:r>
            <a:r>
              <a:rPr sz="2800" spc="30" dirty="0">
                <a:latin typeface="Trebuchet MS"/>
                <a:cs typeface="Trebuchet MS"/>
              </a:rPr>
              <a:t>sub-árvore  </a:t>
            </a:r>
            <a:r>
              <a:rPr sz="2800" spc="35" dirty="0">
                <a:latin typeface="Trebuchet MS"/>
                <a:cs typeface="Trebuchet MS"/>
              </a:rPr>
              <a:t>vazia </a:t>
            </a:r>
            <a:r>
              <a:rPr sz="2800" b="1" spc="175" dirty="0">
                <a:latin typeface="Trebuchet MS"/>
                <a:cs typeface="Trebuchet MS"/>
              </a:rPr>
              <a:t>não </a:t>
            </a:r>
            <a:r>
              <a:rPr sz="2800" spc="40" dirty="0">
                <a:latin typeface="Trebuchet MS"/>
                <a:cs typeface="Trebuchet MS"/>
              </a:rPr>
              <a:t>pode </a:t>
            </a:r>
            <a:r>
              <a:rPr sz="2800" spc="-15" dirty="0">
                <a:latin typeface="Trebuchet MS"/>
                <a:cs typeface="Trebuchet MS"/>
              </a:rPr>
              <a:t>existir </a:t>
            </a:r>
            <a:r>
              <a:rPr sz="2800" spc="40" dirty="0">
                <a:latin typeface="Trebuchet MS"/>
                <a:cs typeface="Trebuchet MS"/>
              </a:rPr>
              <a:t>dois </a:t>
            </a:r>
            <a:r>
              <a:rPr sz="2800" spc="100" dirty="0">
                <a:latin typeface="Trebuchet MS"/>
                <a:cs typeface="Trebuchet MS"/>
              </a:rPr>
              <a:t>nós </a:t>
            </a:r>
            <a:r>
              <a:rPr sz="2800" spc="30" dirty="0">
                <a:latin typeface="Trebuchet MS"/>
                <a:cs typeface="Trebuchet MS"/>
              </a:rPr>
              <a:t>rubros  </a:t>
            </a:r>
            <a:r>
              <a:rPr sz="2800" spc="45" dirty="0">
                <a:latin typeface="Trebuchet MS"/>
                <a:cs typeface="Trebuchet MS"/>
              </a:rPr>
              <a:t>consecutivos</a:t>
            </a:r>
            <a:endParaRPr sz="2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258569" y="2061210"/>
            <a:ext cx="6350000" cy="372999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10" dirty="0"/>
              <a:t>Propriedades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268730" y="1943100"/>
            <a:ext cx="2637790" cy="2851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spc="-10" dirty="0">
                <a:latin typeface="Arial"/>
                <a:cs typeface="Arial"/>
              </a:rPr>
              <a:t>Formas </a:t>
            </a:r>
            <a:r>
              <a:rPr sz="1800" spc="-5" dirty="0">
                <a:latin typeface="Arial"/>
                <a:cs typeface="Arial"/>
              </a:rPr>
              <a:t>de</a:t>
            </a:r>
            <a:r>
              <a:rPr sz="1800" spc="-60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representação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10" dirty="0"/>
              <a:t>Propriedades</a:t>
            </a:r>
          </a:p>
        </p:txBody>
      </p:sp>
      <p:sp>
        <p:nvSpPr>
          <p:cNvPr id="3" name="object 3"/>
          <p:cNvSpPr/>
          <p:nvPr/>
        </p:nvSpPr>
        <p:spPr>
          <a:xfrm>
            <a:off x="1187450" y="1990089"/>
            <a:ext cx="6388100" cy="388873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268730" y="1943100"/>
            <a:ext cx="2637790" cy="2851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spc="-10" dirty="0">
                <a:latin typeface="Arial"/>
                <a:cs typeface="Arial"/>
              </a:rPr>
              <a:t>Formas </a:t>
            </a:r>
            <a:r>
              <a:rPr sz="1800" spc="-5" dirty="0">
                <a:latin typeface="Arial"/>
                <a:cs typeface="Arial"/>
              </a:rPr>
              <a:t>de</a:t>
            </a:r>
            <a:r>
              <a:rPr sz="1800" spc="-60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representação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79120" rIns="0" bIns="0" rtlCol="0">
            <a:spAutoFit/>
          </a:bodyPr>
          <a:lstStyle/>
          <a:p>
            <a:pPr marL="1700530">
              <a:lnSpc>
                <a:spcPct val="100000"/>
              </a:lnSpc>
            </a:pPr>
            <a:r>
              <a:rPr spc="10" dirty="0"/>
              <a:t>Propriedades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645920"/>
            <a:ext cx="8042909" cy="41173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marR="39370" indent="-342900">
              <a:lnSpc>
                <a:spcPct val="100000"/>
              </a:lnSpc>
              <a:buFont typeface="Arial"/>
              <a:buChar char="•"/>
              <a:tabLst>
                <a:tab pos="355600" algn="l"/>
              </a:tabLst>
            </a:pPr>
            <a:r>
              <a:rPr sz="3200" spc="70" dirty="0">
                <a:latin typeface="Trebuchet MS"/>
                <a:cs typeface="Trebuchet MS"/>
              </a:rPr>
              <a:t>Cada </a:t>
            </a:r>
            <a:r>
              <a:rPr sz="3200" spc="45" dirty="0">
                <a:latin typeface="Trebuchet MS"/>
                <a:cs typeface="Trebuchet MS"/>
              </a:rPr>
              <a:t>vez que </a:t>
            </a:r>
            <a:r>
              <a:rPr sz="3200" spc="100" dirty="0">
                <a:latin typeface="Trebuchet MS"/>
                <a:cs typeface="Trebuchet MS"/>
              </a:rPr>
              <a:t>uma </a:t>
            </a:r>
            <a:r>
              <a:rPr sz="3200" spc="30" dirty="0">
                <a:latin typeface="Trebuchet MS"/>
                <a:cs typeface="Trebuchet MS"/>
              </a:rPr>
              <a:t>operação </a:t>
            </a:r>
            <a:r>
              <a:rPr sz="3200" spc="-65" dirty="0">
                <a:latin typeface="Trebuchet MS"/>
                <a:cs typeface="Trebuchet MS"/>
              </a:rPr>
              <a:t>for</a:t>
            </a:r>
            <a:r>
              <a:rPr sz="3200" spc="-650" dirty="0">
                <a:latin typeface="Trebuchet MS"/>
                <a:cs typeface="Trebuchet MS"/>
              </a:rPr>
              <a:t> </a:t>
            </a:r>
            <a:r>
              <a:rPr sz="3200" spc="-10" dirty="0">
                <a:latin typeface="Trebuchet MS"/>
                <a:cs typeface="Trebuchet MS"/>
              </a:rPr>
              <a:t>realizada  </a:t>
            </a:r>
            <a:r>
              <a:rPr sz="3200" spc="75" dirty="0">
                <a:latin typeface="Trebuchet MS"/>
                <a:cs typeface="Trebuchet MS"/>
              </a:rPr>
              <a:t>na </a:t>
            </a:r>
            <a:r>
              <a:rPr sz="3200" spc="-25" dirty="0">
                <a:latin typeface="Trebuchet MS"/>
                <a:cs typeface="Trebuchet MS"/>
              </a:rPr>
              <a:t>árvore, </a:t>
            </a:r>
            <a:r>
              <a:rPr sz="3200" spc="40" dirty="0">
                <a:latin typeface="Trebuchet MS"/>
                <a:cs typeface="Trebuchet MS"/>
              </a:rPr>
              <a:t>o </a:t>
            </a:r>
            <a:r>
              <a:rPr sz="3200" spc="-30" dirty="0">
                <a:latin typeface="Trebuchet MS"/>
                <a:cs typeface="Trebuchet MS"/>
              </a:rPr>
              <a:t>conjunto </a:t>
            </a:r>
            <a:r>
              <a:rPr sz="3200" spc="30" dirty="0">
                <a:latin typeface="Trebuchet MS"/>
                <a:cs typeface="Trebuchet MS"/>
              </a:rPr>
              <a:t>de </a:t>
            </a:r>
            <a:r>
              <a:rPr sz="3200" spc="20" dirty="0">
                <a:latin typeface="Trebuchet MS"/>
                <a:cs typeface="Trebuchet MS"/>
              </a:rPr>
              <a:t>propriedades </a:t>
            </a:r>
            <a:r>
              <a:rPr sz="3200" spc="25" dirty="0">
                <a:latin typeface="Trebuchet MS"/>
                <a:cs typeface="Trebuchet MS"/>
              </a:rPr>
              <a:t>é  </a:t>
            </a:r>
            <a:r>
              <a:rPr sz="3200" spc="10" dirty="0">
                <a:latin typeface="Trebuchet MS"/>
                <a:cs typeface="Trebuchet MS"/>
              </a:rPr>
              <a:t>testado</a:t>
            </a:r>
            <a:endParaRPr sz="32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Font typeface="Arial"/>
              <a:buChar char="•"/>
            </a:pPr>
            <a:endParaRPr sz="4700">
              <a:latin typeface="Times New Roman"/>
              <a:cs typeface="Times New Roman"/>
            </a:endParaRPr>
          </a:p>
          <a:p>
            <a:pPr marL="355600" marR="5080" indent="-342900">
              <a:lnSpc>
                <a:spcPct val="100000"/>
              </a:lnSpc>
              <a:buFont typeface="Arial"/>
              <a:buChar char="•"/>
              <a:tabLst>
                <a:tab pos="355600" algn="l"/>
              </a:tabLst>
            </a:pPr>
            <a:r>
              <a:rPr sz="3200" spc="100" dirty="0">
                <a:latin typeface="Trebuchet MS"/>
                <a:cs typeface="Trebuchet MS"/>
              </a:rPr>
              <a:t>Caso </a:t>
            </a:r>
            <a:r>
              <a:rPr sz="3200" spc="75" dirty="0">
                <a:latin typeface="Trebuchet MS"/>
                <a:cs typeface="Trebuchet MS"/>
              </a:rPr>
              <a:t>alguma </a:t>
            </a:r>
            <a:r>
              <a:rPr sz="3200" spc="60" dirty="0">
                <a:latin typeface="Trebuchet MS"/>
                <a:cs typeface="Trebuchet MS"/>
              </a:rPr>
              <a:t>não </a:t>
            </a:r>
            <a:r>
              <a:rPr sz="3200" spc="-20" dirty="0">
                <a:latin typeface="Trebuchet MS"/>
                <a:cs typeface="Trebuchet MS"/>
              </a:rPr>
              <a:t>seja </a:t>
            </a:r>
            <a:r>
              <a:rPr sz="3200" spc="-35" dirty="0">
                <a:latin typeface="Trebuchet MS"/>
                <a:cs typeface="Trebuchet MS"/>
              </a:rPr>
              <a:t>satisfeita, </a:t>
            </a:r>
            <a:r>
              <a:rPr sz="3200" spc="105" dirty="0">
                <a:latin typeface="Trebuchet MS"/>
                <a:cs typeface="Trebuchet MS"/>
              </a:rPr>
              <a:t>são  </a:t>
            </a:r>
            <a:r>
              <a:rPr sz="3200" spc="10" dirty="0">
                <a:latin typeface="Trebuchet MS"/>
                <a:cs typeface="Trebuchet MS"/>
              </a:rPr>
              <a:t>realizadas rotações </a:t>
            </a:r>
            <a:r>
              <a:rPr sz="3200" spc="-145" dirty="0">
                <a:latin typeface="Trebuchet MS"/>
                <a:cs typeface="Trebuchet MS"/>
              </a:rPr>
              <a:t>e/ou </a:t>
            </a:r>
            <a:r>
              <a:rPr sz="3200" spc="5" dirty="0">
                <a:latin typeface="Trebuchet MS"/>
                <a:cs typeface="Trebuchet MS"/>
              </a:rPr>
              <a:t>ajustes </a:t>
            </a:r>
            <a:r>
              <a:rPr sz="3200" spc="35" dirty="0">
                <a:latin typeface="Trebuchet MS"/>
                <a:cs typeface="Trebuchet MS"/>
              </a:rPr>
              <a:t>de</a:t>
            </a:r>
            <a:r>
              <a:rPr sz="3200" spc="-145" dirty="0">
                <a:latin typeface="Trebuchet MS"/>
                <a:cs typeface="Trebuchet MS"/>
              </a:rPr>
              <a:t> </a:t>
            </a:r>
            <a:r>
              <a:rPr sz="3200" spc="-25" dirty="0">
                <a:latin typeface="Trebuchet MS"/>
                <a:cs typeface="Trebuchet MS"/>
              </a:rPr>
              <a:t>cores,  </a:t>
            </a:r>
            <a:r>
              <a:rPr sz="3200" spc="35" dirty="0">
                <a:latin typeface="Trebuchet MS"/>
                <a:cs typeface="Trebuchet MS"/>
              </a:rPr>
              <a:t>de </a:t>
            </a:r>
            <a:r>
              <a:rPr sz="3200" spc="-5" dirty="0">
                <a:latin typeface="Trebuchet MS"/>
                <a:cs typeface="Trebuchet MS"/>
              </a:rPr>
              <a:t>forma </a:t>
            </a:r>
            <a:r>
              <a:rPr sz="3200" spc="45" dirty="0">
                <a:latin typeface="Trebuchet MS"/>
                <a:cs typeface="Trebuchet MS"/>
              </a:rPr>
              <a:t>que </a:t>
            </a:r>
            <a:r>
              <a:rPr sz="3200" spc="80" dirty="0">
                <a:latin typeface="Trebuchet MS"/>
                <a:cs typeface="Trebuchet MS"/>
              </a:rPr>
              <a:t>a </a:t>
            </a:r>
            <a:r>
              <a:rPr sz="3200" spc="15" dirty="0">
                <a:latin typeface="Trebuchet MS"/>
                <a:cs typeface="Trebuchet MS"/>
              </a:rPr>
              <a:t>árvore </a:t>
            </a:r>
            <a:r>
              <a:rPr sz="3200" spc="35" dirty="0">
                <a:latin typeface="Trebuchet MS"/>
                <a:cs typeface="Trebuchet MS"/>
              </a:rPr>
              <a:t>permaneça  balanceada</a:t>
            </a:r>
            <a:endParaRPr sz="32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79120" rIns="0" bIns="0" rtlCol="0">
            <a:spAutoFit/>
          </a:bodyPr>
          <a:lstStyle/>
          <a:p>
            <a:pPr marL="1700530">
              <a:lnSpc>
                <a:spcPct val="100000"/>
              </a:lnSpc>
            </a:pPr>
            <a:r>
              <a:rPr spc="10" dirty="0"/>
              <a:t>Propriedades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645920"/>
            <a:ext cx="7334250" cy="975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buFont typeface="Arial"/>
              <a:buChar char="•"/>
              <a:tabLst>
                <a:tab pos="355600" algn="l"/>
              </a:tabLst>
            </a:pPr>
            <a:r>
              <a:rPr sz="3200" spc="-25" dirty="0">
                <a:latin typeface="Trebuchet MS"/>
                <a:cs typeface="Trebuchet MS"/>
              </a:rPr>
              <a:t>Altura </a:t>
            </a:r>
            <a:r>
              <a:rPr sz="3200" spc="20" dirty="0">
                <a:latin typeface="Trebuchet MS"/>
                <a:cs typeface="Trebuchet MS"/>
              </a:rPr>
              <a:t>negra: </a:t>
            </a:r>
            <a:r>
              <a:rPr sz="3200" spc="25" dirty="0">
                <a:latin typeface="Trebuchet MS"/>
                <a:cs typeface="Trebuchet MS"/>
              </a:rPr>
              <a:t>é </a:t>
            </a:r>
            <a:r>
              <a:rPr sz="3200" spc="35" dirty="0">
                <a:latin typeface="Trebuchet MS"/>
                <a:cs typeface="Trebuchet MS"/>
              </a:rPr>
              <a:t>número de </a:t>
            </a:r>
            <a:r>
              <a:rPr sz="3200" spc="105" dirty="0">
                <a:latin typeface="Trebuchet MS"/>
                <a:cs typeface="Trebuchet MS"/>
              </a:rPr>
              <a:t>nós</a:t>
            </a:r>
            <a:r>
              <a:rPr sz="3200" spc="-450" dirty="0">
                <a:latin typeface="Trebuchet MS"/>
                <a:cs typeface="Trebuchet MS"/>
              </a:rPr>
              <a:t> </a:t>
            </a:r>
            <a:r>
              <a:rPr sz="3200" spc="70" dirty="0">
                <a:latin typeface="Trebuchet MS"/>
                <a:cs typeface="Trebuchet MS"/>
              </a:rPr>
              <a:t>negros  </a:t>
            </a:r>
            <a:r>
              <a:rPr sz="3200" spc="30" dirty="0">
                <a:latin typeface="Trebuchet MS"/>
                <a:cs typeface="Trebuchet MS"/>
              </a:rPr>
              <a:t>encontrados </a:t>
            </a:r>
            <a:r>
              <a:rPr sz="3200" spc="-15" dirty="0">
                <a:latin typeface="Trebuchet MS"/>
                <a:cs typeface="Trebuchet MS"/>
              </a:rPr>
              <a:t>até </a:t>
            </a:r>
            <a:r>
              <a:rPr sz="3200" spc="15" dirty="0">
                <a:latin typeface="Trebuchet MS"/>
                <a:cs typeface="Trebuchet MS"/>
              </a:rPr>
              <a:t>qualquer </a:t>
            </a:r>
            <a:r>
              <a:rPr sz="3200" spc="55" dirty="0">
                <a:latin typeface="Trebuchet MS"/>
                <a:cs typeface="Trebuchet MS"/>
              </a:rPr>
              <a:t>nó</a:t>
            </a:r>
            <a:r>
              <a:rPr sz="3200" spc="-260" dirty="0">
                <a:latin typeface="Trebuchet MS"/>
                <a:cs typeface="Trebuchet MS"/>
              </a:rPr>
              <a:t> </a:t>
            </a:r>
            <a:r>
              <a:rPr sz="3200" spc="-25" dirty="0">
                <a:latin typeface="Trebuchet MS"/>
                <a:cs typeface="Trebuchet MS"/>
              </a:rPr>
              <a:t>folha</a:t>
            </a:r>
            <a:endParaRPr sz="3200">
              <a:latin typeface="Trebuchet MS"/>
              <a:cs typeface="Trebuchet M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62051" y="2790597"/>
            <a:ext cx="6323327" cy="368005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6499859" y="4050029"/>
            <a:ext cx="330200" cy="3771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27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140200" y="2785109"/>
            <a:ext cx="330200" cy="3771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18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235200" y="4653279"/>
            <a:ext cx="177800" cy="3771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5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397000" y="4653279"/>
            <a:ext cx="177800" cy="3771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615179" y="2828290"/>
            <a:ext cx="167005" cy="3149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dirty="0">
                <a:latin typeface="Arial"/>
                <a:cs typeface="Arial"/>
              </a:rPr>
              <a:t>4</a:t>
            </a:r>
            <a:endParaRPr sz="20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78839" y="2621279"/>
            <a:ext cx="2389505" cy="11772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200" spc="40" dirty="0">
                <a:latin typeface="Trebuchet MS"/>
                <a:cs typeface="Trebuchet MS"/>
              </a:rPr>
              <a:t>d</a:t>
            </a:r>
            <a:r>
              <a:rPr sz="3200" spc="30" dirty="0">
                <a:latin typeface="Trebuchet MS"/>
                <a:cs typeface="Trebuchet MS"/>
              </a:rPr>
              <a:t>e</a:t>
            </a:r>
            <a:r>
              <a:rPr sz="3200" spc="195" dirty="0">
                <a:latin typeface="Trebuchet MS"/>
                <a:cs typeface="Trebuchet MS"/>
              </a:rPr>
              <a:t>s</a:t>
            </a:r>
            <a:r>
              <a:rPr sz="3200" spc="-10" dirty="0">
                <a:latin typeface="Trebuchet MS"/>
                <a:cs typeface="Trebuchet MS"/>
              </a:rPr>
              <a:t>c</a:t>
            </a:r>
            <a:r>
              <a:rPr sz="3200" spc="25" dirty="0">
                <a:latin typeface="Trebuchet MS"/>
                <a:cs typeface="Trebuchet MS"/>
              </a:rPr>
              <a:t>e</a:t>
            </a:r>
            <a:r>
              <a:rPr sz="3200" spc="70" dirty="0">
                <a:latin typeface="Trebuchet MS"/>
                <a:cs typeface="Trebuchet MS"/>
              </a:rPr>
              <a:t>n</a:t>
            </a:r>
            <a:r>
              <a:rPr sz="3200" spc="40" dirty="0">
                <a:latin typeface="Trebuchet MS"/>
                <a:cs typeface="Trebuchet MS"/>
              </a:rPr>
              <a:t>d</a:t>
            </a:r>
            <a:r>
              <a:rPr sz="3200" spc="35" dirty="0">
                <a:latin typeface="Trebuchet MS"/>
                <a:cs typeface="Trebuchet MS"/>
              </a:rPr>
              <a:t>e</a:t>
            </a:r>
            <a:r>
              <a:rPr sz="3200" spc="70" dirty="0">
                <a:latin typeface="Trebuchet MS"/>
                <a:cs typeface="Trebuchet MS"/>
              </a:rPr>
              <a:t>n</a:t>
            </a:r>
            <a:r>
              <a:rPr sz="3200" spc="-150" dirty="0">
                <a:latin typeface="Trebuchet MS"/>
                <a:cs typeface="Trebuchet MS"/>
              </a:rPr>
              <a:t>t</a:t>
            </a:r>
            <a:r>
              <a:rPr sz="3200" spc="25" dirty="0">
                <a:latin typeface="Trebuchet MS"/>
                <a:cs typeface="Trebuchet MS"/>
              </a:rPr>
              <a:t>e</a:t>
            </a:r>
            <a:endParaRPr sz="3200">
              <a:latin typeface="Trebuchet MS"/>
              <a:cs typeface="Trebuchet MS"/>
            </a:endParaRPr>
          </a:p>
          <a:p>
            <a:pPr marL="1521460">
              <a:lnSpc>
                <a:spcPct val="100000"/>
              </a:lnSpc>
              <a:spcBef>
                <a:spcPts val="2520"/>
              </a:spcBef>
            </a:pPr>
            <a:r>
              <a:rPr sz="3600" baseline="1157" dirty="0">
                <a:latin typeface="Times New Roman"/>
                <a:cs typeface="Times New Roman"/>
              </a:rPr>
              <a:t>10</a:t>
            </a:r>
            <a:r>
              <a:rPr sz="3600" spc="284" baseline="1157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Arial"/>
                <a:cs typeface="Arial"/>
              </a:rPr>
              <a:t>3</a:t>
            </a:r>
            <a:endParaRPr sz="20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991350" y="4116070"/>
            <a:ext cx="167005" cy="3149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dirty="0">
                <a:latin typeface="Arial"/>
                <a:cs typeface="Arial"/>
              </a:rPr>
              <a:t>2</a:t>
            </a:r>
            <a:endParaRPr sz="20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830570" y="3429000"/>
            <a:ext cx="587375" cy="369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600" baseline="1157" dirty="0">
                <a:solidFill>
                  <a:srgbClr val="FFFFFF"/>
                </a:solidFill>
                <a:latin typeface="Times New Roman"/>
                <a:cs typeface="Times New Roman"/>
              </a:rPr>
              <a:t>22</a:t>
            </a:r>
            <a:r>
              <a:rPr sz="3600" spc="315" baseline="1157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latin typeface="Arial"/>
                <a:cs typeface="Arial"/>
              </a:rPr>
              <a:t>3</a:t>
            </a:r>
            <a:endParaRPr sz="20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764029" y="4050029"/>
            <a:ext cx="520065" cy="375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365125" algn="l"/>
              </a:tabLst>
            </a:pP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3	</a:t>
            </a:r>
            <a:r>
              <a:rPr sz="2000" dirty="0">
                <a:latin typeface="Arial"/>
                <a:cs typeface="Arial"/>
              </a:rPr>
              <a:t>3</a:t>
            </a:r>
            <a:endParaRPr sz="20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993139" y="4683759"/>
            <a:ext cx="167005" cy="3149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dirty="0">
                <a:latin typeface="Arial"/>
                <a:cs typeface="Arial"/>
              </a:rPr>
              <a:t>2</a:t>
            </a:r>
            <a:endParaRPr sz="20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888489" y="4683759"/>
            <a:ext cx="167005" cy="3149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dirty="0">
                <a:latin typeface="Arial"/>
                <a:cs typeface="Arial"/>
              </a:rPr>
              <a:t>2</a:t>
            </a:r>
            <a:endParaRPr sz="20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745739" y="4645659"/>
            <a:ext cx="581660" cy="3771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000" baseline="2777" dirty="0">
                <a:latin typeface="Arial"/>
                <a:cs typeface="Arial"/>
              </a:rPr>
              <a:t>2</a:t>
            </a:r>
            <a:r>
              <a:rPr sz="3000" spc="315" baseline="2777" dirty="0"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12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260090" y="5624829"/>
            <a:ext cx="1286510" cy="3975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282575" algn="l"/>
                <a:tab pos="716915" algn="l"/>
              </a:tabLst>
            </a:pPr>
            <a:r>
              <a:rPr sz="3000" baseline="-4166" dirty="0">
                <a:latin typeface="Arial"/>
                <a:cs typeface="Arial"/>
              </a:rPr>
              <a:t>2	</a:t>
            </a:r>
            <a:r>
              <a:rPr sz="3600" baseline="2314" dirty="0">
                <a:solidFill>
                  <a:srgbClr val="FFFFFF"/>
                </a:solidFill>
                <a:latin typeface="Times New Roman"/>
                <a:cs typeface="Times New Roman"/>
              </a:rPr>
              <a:t>14	</a:t>
            </a:r>
            <a:r>
              <a:rPr sz="3000" baseline="-6944" dirty="0">
                <a:latin typeface="Arial"/>
                <a:cs typeface="Arial"/>
              </a:rPr>
              <a:t>2</a:t>
            </a:r>
            <a:r>
              <a:rPr sz="3000" spc="315" baseline="-6944" dirty="0"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17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361690" y="4050029"/>
            <a:ext cx="1642110" cy="9817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464184" algn="l"/>
              </a:tabLst>
            </a:pP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13	</a:t>
            </a:r>
            <a:r>
              <a:rPr sz="2000" dirty="0">
                <a:latin typeface="Arial"/>
                <a:cs typeface="Arial"/>
              </a:rPr>
              <a:t>3</a:t>
            </a:r>
            <a:endParaRPr sz="2000">
              <a:latin typeface="Arial"/>
              <a:cs typeface="Arial"/>
            </a:endParaRPr>
          </a:p>
          <a:p>
            <a:pPr marL="264160">
              <a:lnSpc>
                <a:spcPct val="100000"/>
              </a:lnSpc>
              <a:spcBef>
                <a:spcPts val="1880"/>
              </a:spcBef>
              <a:tabLst>
                <a:tab pos="1072515" algn="l"/>
              </a:tabLst>
            </a:pPr>
            <a:r>
              <a:rPr sz="3000" baseline="4166" dirty="0">
                <a:latin typeface="Arial"/>
                <a:cs typeface="Arial"/>
              </a:rPr>
              <a:t>2  </a:t>
            </a:r>
            <a:r>
              <a:rPr sz="3000" spc="517" baseline="4166" dirty="0">
                <a:latin typeface="Arial"/>
                <a:cs typeface="Arial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16	</a:t>
            </a:r>
            <a:r>
              <a:rPr sz="3000" baseline="4166" dirty="0">
                <a:latin typeface="Arial"/>
                <a:cs typeface="Arial"/>
              </a:rPr>
              <a:t>2</a:t>
            </a:r>
            <a:r>
              <a:rPr sz="3000" spc="315" baseline="4166" dirty="0"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19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708140" y="4634229"/>
            <a:ext cx="556260" cy="3771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dirty="0">
                <a:latin typeface="Arial"/>
                <a:cs typeface="Arial"/>
              </a:rPr>
              <a:t>1</a:t>
            </a:r>
            <a:r>
              <a:rPr sz="2000" spc="10" dirty="0">
                <a:latin typeface="Arial"/>
                <a:cs typeface="Arial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40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038090" y="4050029"/>
            <a:ext cx="1413510" cy="9728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dirty="0">
                <a:latin typeface="Times New Roman"/>
                <a:cs typeface="Times New Roman"/>
              </a:rPr>
              <a:t>20</a:t>
            </a:r>
            <a:r>
              <a:rPr sz="2400" spc="20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Arial"/>
                <a:cs typeface="Arial"/>
              </a:rPr>
              <a:t>2</a:t>
            </a:r>
            <a:endParaRPr sz="2000">
              <a:latin typeface="Arial"/>
              <a:cs typeface="Arial"/>
            </a:endParaRPr>
          </a:p>
          <a:p>
            <a:pPr marL="160020">
              <a:lnSpc>
                <a:spcPct val="100000"/>
              </a:lnSpc>
              <a:spcBef>
                <a:spcPts val="1810"/>
              </a:spcBef>
              <a:tabLst>
                <a:tab pos="898525" algn="l"/>
              </a:tabLst>
            </a:pPr>
            <a:r>
              <a:rPr sz="2000" dirty="0">
                <a:latin typeface="Arial"/>
                <a:cs typeface="Arial"/>
              </a:rPr>
              <a:t>2   </a:t>
            </a:r>
            <a:r>
              <a:rPr sz="2000" spc="10" dirty="0"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21	</a:t>
            </a:r>
            <a:r>
              <a:rPr sz="3000" baseline="2777" dirty="0">
                <a:latin typeface="Arial"/>
                <a:cs typeface="Arial"/>
              </a:rPr>
              <a:t>1</a:t>
            </a:r>
            <a:r>
              <a:rPr sz="3000" spc="-330" baseline="2777" dirty="0">
                <a:latin typeface="Arial"/>
                <a:cs typeface="Arial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24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79120" rIns="0" bIns="0" rtlCol="0">
            <a:spAutoFit/>
          </a:bodyPr>
          <a:lstStyle/>
          <a:p>
            <a:pPr marL="2284730">
              <a:lnSpc>
                <a:spcPct val="100000"/>
              </a:lnSpc>
            </a:pPr>
            <a:r>
              <a:rPr spc="-65" dirty="0"/>
              <a:t>I</a:t>
            </a:r>
            <a:r>
              <a:rPr spc="135" dirty="0"/>
              <a:t>nse</a:t>
            </a:r>
            <a:r>
              <a:rPr spc="-175" dirty="0"/>
              <a:t>r</a:t>
            </a:r>
            <a:r>
              <a:rPr spc="-10" dirty="0"/>
              <a:t>ç</a:t>
            </a:r>
            <a:r>
              <a:rPr spc="100" dirty="0"/>
              <a:t>ã</a:t>
            </a:r>
            <a:r>
              <a:rPr spc="60" dirty="0"/>
              <a:t>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73529"/>
            <a:ext cx="114935" cy="3149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dirty="0">
                <a:latin typeface="Arial"/>
                <a:cs typeface="Arial"/>
              </a:rPr>
              <a:t>•</a:t>
            </a:r>
            <a:endParaRPr sz="20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5940" y="2552700"/>
            <a:ext cx="114935" cy="3149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dirty="0">
                <a:latin typeface="Arial"/>
                <a:cs typeface="Arial"/>
              </a:rPr>
              <a:t>•</a:t>
            </a:r>
            <a:endParaRPr sz="20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35940" y="4140200"/>
            <a:ext cx="114935" cy="3149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dirty="0">
                <a:latin typeface="Arial"/>
                <a:cs typeface="Arial"/>
              </a:rPr>
              <a:t>•</a:t>
            </a:r>
            <a:endParaRPr sz="200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64795" marR="121285">
              <a:lnSpc>
                <a:spcPct val="100000"/>
              </a:lnSpc>
            </a:pPr>
            <a:r>
              <a:rPr sz="2000" spc="85" dirty="0"/>
              <a:t>As</a:t>
            </a:r>
            <a:r>
              <a:rPr sz="2000" spc="-40" dirty="0"/>
              <a:t> </a:t>
            </a:r>
            <a:r>
              <a:rPr sz="2000" spc="25" dirty="0"/>
              <a:t>operações</a:t>
            </a:r>
            <a:r>
              <a:rPr sz="2000" spc="-40" dirty="0"/>
              <a:t> </a:t>
            </a:r>
            <a:r>
              <a:rPr sz="2000" dirty="0"/>
              <a:t>Inserir</a:t>
            </a:r>
            <a:r>
              <a:rPr sz="2000" spc="-40" dirty="0"/>
              <a:t> </a:t>
            </a:r>
            <a:r>
              <a:rPr sz="2000" spc="15" dirty="0"/>
              <a:t>e</a:t>
            </a:r>
            <a:r>
              <a:rPr sz="2000" spc="-40" dirty="0"/>
              <a:t> </a:t>
            </a:r>
            <a:r>
              <a:rPr sz="2000" spc="25" dirty="0"/>
              <a:t>Remover</a:t>
            </a:r>
            <a:r>
              <a:rPr sz="2000" spc="-35" dirty="0"/>
              <a:t> </a:t>
            </a:r>
            <a:r>
              <a:rPr sz="2000" spc="65" dirty="0"/>
              <a:t>são</a:t>
            </a:r>
            <a:r>
              <a:rPr sz="2000" spc="-35" dirty="0"/>
              <a:t> </a:t>
            </a:r>
            <a:r>
              <a:rPr sz="2000" spc="50" dirty="0"/>
              <a:t>mais</a:t>
            </a:r>
            <a:r>
              <a:rPr sz="2000" spc="-40" dirty="0"/>
              <a:t> </a:t>
            </a:r>
            <a:r>
              <a:rPr sz="2000" spc="20" dirty="0"/>
              <a:t>complicadas</a:t>
            </a:r>
            <a:r>
              <a:rPr sz="2000" spc="-40" dirty="0"/>
              <a:t> </a:t>
            </a:r>
            <a:r>
              <a:rPr sz="2000" spc="70" dirty="0"/>
              <a:t>nas</a:t>
            </a:r>
            <a:r>
              <a:rPr sz="2000" spc="-40" dirty="0"/>
              <a:t> </a:t>
            </a:r>
            <a:r>
              <a:rPr sz="2000" spc="25" dirty="0"/>
              <a:t>Árvores  </a:t>
            </a:r>
            <a:r>
              <a:rPr sz="2000" spc="20" dirty="0"/>
              <a:t>Rubro-Negras </a:t>
            </a:r>
            <a:r>
              <a:rPr sz="2000" spc="10" dirty="0"/>
              <a:t>porque </a:t>
            </a:r>
            <a:r>
              <a:rPr sz="2000" spc="25" dirty="0"/>
              <a:t>elas </a:t>
            </a:r>
            <a:r>
              <a:rPr sz="2000" spc="35" dirty="0"/>
              <a:t>podem </a:t>
            </a:r>
            <a:r>
              <a:rPr sz="2000" spc="-50" dirty="0"/>
              <a:t>ferir </a:t>
            </a:r>
            <a:r>
              <a:rPr sz="2000" spc="45" dirty="0"/>
              <a:t>alguma </a:t>
            </a:r>
            <a:r>
              <a:rPr sz="2000" dirty="0"/>
              <a:t>propriedade </a:t>
            </a:r>
            <a:r>
              <a:rPr sz="2000" spc="15" dirty="0"/>
              <a:t>deste  </a:t>
            </a:r>
            <a:r>
              <a:rPr sz="2000" spc="-30" dirty="0"/>
              <a:t>tipo </a:t>
            </a:r>
            <a:r>
              <a:rPr sz="2000" spc="20" dirty="0"/>
              <a:t>de</a:t>
            </a:r>
            <a:r>
              <a:rPr sz="2000" spc="-100" dirty="0"/>
              <a:t> </a:t>
            </a:r>
            <a:r>
              <a:rPr sz="2000" spc="-20" dirty="0"/>
              <a:t>árvore.</a:t>
            </a:r>
            <a:endParaRPr sz="2000"/>
          </a:p>
          <a:p>
            <a:pPr marL="264795" marR="5080">
              <a:lnSpc>
                <a:spcPct val="100000"/>
              </a:lnSpc>
              <a:spcBef>
                <a:spcPts val="490"/>
              </a:spcBef>
            </a:pPr>
            <a:r>
              <a:rPr sz="2000" spc="45" dirty="0"/>
              <a:t>Como </a:t>
            </a:r>
            <a:r>
              <a:rPr sz="2000" spc="10" dirty="0"/>
              <a:t>veremos, </a:t>
            </a:r>
            <a:r>
              <a:rPr sz="2000" spc="85" dirty="0"/>
              <a:t>essas </a:t>
            </a:r>
            <a:r>
              <a:rPr sz="2000" spc="25" dirty="0"/>
              <a:t>operações </a:t>
            </a:r>
            <a:r>
              <a:rPr sz="2000" spc="30" dirty="0"/>
              <a:t>podem ser </a:t>
            </a:r>
            <a:r>
              <a:rPr sz="2000" spc="20" dirty="0"/>
              <a:t>implementadas de  </a:t>
            </a:r>
            <a:r>
              <a:rPr sz="2000" spc="-5" dirty="0"/>
              <a:t>forma </a:t>
            </a:r>
            <a:r>
              <a:rPr sz="2000" spc="15" dirty="0"/>
              <a:t>bastante </a:t>
            </a:r>
            <a:r>
              <a:rPr sz="2000" dirty="0"/>
              <a:t>parecida </a:t>
            </a:r>
            <a:r>
              <a:rPr sz="2000" spc="35" dirty="0"/>
              <a:t>com </a:t>
            </a:r>
            <a:r>
              <a:rPr sz="2000" spc="85" dirty="0"/>
              <a:t>as</a:t>
            </a:r>
            <a:r>
              <a:rPr sz="2000" spc="-395" dirty="0"/>
              <a:t> </a:t>
            </a:r>
            <a:r>
              <a:rPr sz="2000" spc="15" dirty="0"/>
              <a:t>respectivas </a:t>
            </a:r>
            <a:r>
              <a:rPr sz="2000" spc="25" dirty="0"/>
              <a:t>operações </a:t>
            </a:r>
            <a:r>
              <a:rPr sz="2000" spc="70" dirty="0"/>
              <a:t>nas </a:t>
            </a:r>
            <a:r>
              <a:rPr sz="2000" spc="25" dirty="0"/>
              <a:t>Árvores  </a:t>
            </a:r>
            <a:r>
              <a:rPr sz="2000" spc="20" dirty="0"/>
              <a:t>Binárias de </a:t>
            </a:r>
            <a:r>
              <a:rPr sz="2000" spc="25" dirty="0"/>
              <a:t>Busca, </a:t>
            </a:r>
            <a:r>
              <a:rPr sz="2000" spc="30" dirty="0"/>
              <a:t>bastando </a:t>
            </a:r>
            <a:r>
              <a:rPr sz="2000" spc="50" dirty="0"/>
              <a:t>apenas </a:t>
            </a:r>
            <a:r>
              <a:rPr sz="2000" spc="-15" dirty="0"/>
              <a:t>modificar </a:t>
            </a:r>
            <a:r>
              <a:rPr sz="2000" spc="90" dirty="0"/>
              <a:t>as </a:t>
            </a:r>
            <a:r>
              <a:rPr sz="2000" spc="15" dirty="0"/>
              <a:t>cores </a:t>
            </a:r>
            <a:r>
              <a:rPr sz="2000" spc="55" dirty="0"/>
              <a:t>dos </a:t>
            </a:r>
            <a:r>
              <a:rPr sz="2000" spc="60" dirty="0"/>
              <a:t>nós  </a:t>
            </a:r>
            <a:r>
              <a:rPr sz="2000" spc="20" dirty="0"/>
              <a:t>para </a:t>
            </a:r>
            <a:r>
              <a:rPr sz="2000" spc="25" dirty="0"/>
              <a:t>que </a:t>
            </a:r>
            <a:r>
              <a:rPr sz="2000" spc="85" dirty="0"/>
              <a:t>as </a:t>
            </a:r>
            <a:r>
              <a:rPr sz="2000" spc="10" dirty="0"/>
              <a:t>propriedades </a:t>
            </a:r>
            <a:r>
              <a:rPr sz="2000" spc="25" dirty="0"/>
              <a:t>de Árvores </a:t>
            </a:r>
            <a:r>
              <a:rPr sz="2000" spc="20" dirty="0"/>
              <a:t>Rubro-Negras </a:t>
            </a:r>
            <a:r>
              <a:rPr sz="2000" spc="5" dirty="0"/>
              <a:t>sejam  </a:t>
            </a:r>
            <a:r>
              <a:rPr sz="2000" spc="-10" dirty="0"/>
              <a:t>satisfeitas.</a:t>
            </a:r>
            <a:endParaRPr sz="2000"/>
          </a:p>
          <a:p>
            <a:pPr marL="264795" marR="343535">
              <a:lnSpc>
                <a:spcPct val="100000"/>
              </a:lnSpc>
              <a:spcBef>
                <a:spcPts val="500"/>
              </a:spcBef>
            </a:pPr>
            <a:r>
              <a:rPr sz="2000" spc="45" dirty="0"/>
              <a:t>Como </a:t>
            </a:r>
            <a:r>
              <a:rPr sz="2000" spc="50" dirty="0"/>
              <a:t>a </a:t>
            </a:r>
            <a:r>
              <a:rPr sz="2000" spc="10" dirty="0"/>
              <a:t>inserção </a:t>
            </a:r>
            <a:r>
              <a:rPr sz="2000" spc="15" dirty="0"/>
              <a:t>e </a:t>
            </a:r>
            <a:r>
              <a:rPr sz="2000" spc="50" dirty="0"/>
              <a:t>a </a:t>
            </a:r>
            <a:r>
              <a:rPr sz="2000" spc="15" dirty="0"/>
              <a:t>remoção </a:t>
            </a:r>
            <a:r>
              <a:rPr sz="2000" dirty="0"/>
              <a:t>propriamente </a:t>
            </a:r>
            <a:r>
              <a:rPr sz="2000" spc="5" dirty="0"/>
              <a:t>ditas </a:t>
            </a:r>
            <a:r>
              <a:rPr sz="2000" spc="-90" dirty="0"/>
              <a:t>já </a:t>
            </a:r>
            <a:r>
              <a:rPr sz="2000" dirty="0"/>
              <a:t>foram</a:t>
            </a:r>
            <a:r>
              <a:rPr sz="2000" spc="-400" dirty="0"/>
              <a:t> </a:t>
            </a:r>
            <a:r>
              <a:rPr sz="2000" spc="35" dirty="0"/>
              <a:t>vistas  </a:t>
            </a:r>
            <a:r>
              <a:rPr sz="2000" spc="20" dirty="0"/>
              <a:t>para </a:t>
            </a:r>
            <a:r>
              <a:rPr sz="2000" spc="25" dirty="0"/>
              <a:t>Árvores Binárias </a:t>
            </a:r>
            <a:r>
              <a:rPr sz="2000" spc="20" dirty="0"/>
              <a:t>de </a:t>
            </a:r>
            <a:r>
              <a:rPr sz="2000" spc="25" dirty="0"/>
              <a:t>Busca, </a:t>
            </a:r>
            <a:r>
              <a:rPr sz="2000" spc="35" dirty="0"/>
              <a:t>veremos </a:t>
            </a:r>
            <a:r>
              <a:rPr sz="2000" spc="50" dirty="0"/>
              <a:t>apenas </a:t>
            </a:r>
            <a:r>
              <a:rPr sz="2000" spc="25" dirty="0"/>
              <a:t>o que </a:t>
            </a:r>
            <a:r>
              <a:rPr sz="2000" spc="15" dirty="0"/>
              <a:t>é  </a:t>
            </a:r>
            <a:r>
              <a:rPr sz="2000" spc="25" dirty="0"/>
              <a:t>necessário </a:t>
            </a:r>
            <a:r>
              <a:rPr sz="2000" spc="15" dirty="0"/>
              <a:t>para </a:t>
            </a:r>
            <a:r>
              <a:rPr sz="2000" spc="-10" dirty="0"/>
              <a:t>acertar </a:t>
            </a:r>
            <a:r>
              <a:rPr sz="2000" spc="90" dirty="0"/>
              <a:t>as </a:t>
            </a:r>
            <a:r>
              <a:rPr sz="2000" spc="15" dirty="0"/>
              <a:t>cores </a:t>
            </a:r>
            <a:r>
              <a:rPr sz="2000" spc="35" dirty="0"/>
              <a:t>da</a:t>
            </a:r>
            <a:r>
              <a:rPr sz="2000" spc="-315" dirty="0"/>
              <a:t> </a:t>
            </a:r>
            <a:r>
              <a:rPr sz="2000" spc="-20" dirty="0"/>
              <a:t>árvore.</a:t>
            </a:r>
            <a:endParaRPr sz="20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79120" rIns="0" bIns="0" rtlCol="0">
            <a:spAutoFit/>
          </a:bodyPr>
          <a:lstStyle/>
          <a:p>
            <a:pPr marL="2284730">
              <a:lnSpc>
                <a:spcPct val="100000"/>
              </a:lnSpc>
            </a:pPr>
            <a:r>
              <a:rPr spc="-65" dirty="0"/>
              <a:t>I</a:t>
            </a:r>
            <a:r>
              <a:rPr spc="135" dirty="0"/>
              <a:t>nse</a:t>
            </a:r>
            <a:r>
              <a:rPr spc="-175" dirty="0"/>
              <a:t>r</a:t>
            </a:r>
            <a:r>
              <a:rPr spc="-10" dirty="0"/>
              <a:t>ç</a:t>
            </a:r>
            <a:r>
              <a:rPr spc="100" dirty="0"/>
              <a:t>ã</a:t>
            </a:r>
            <a:r>
              <a:rPr spc="60" dirty="0"/>
              <a:t>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630679"/>
            <a:ext cx="123825" cy="3454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200" dirty="0">
                <a:latin typeface="Arial"/>
                <a:cs typeface="Arial"/>
              </a:rPr>
              <a:t>•</a:t>
            </a:r>
            <a:endParaRPr sz="22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5940" y="2402840"/>
            <a:ext cx="123825" cy="3454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200" dirty="0">
                <a:latin typeface="Arial"/>
                <a:cs typeface="Arial"/>
              </a:rPr>
              <a:t>•</a:t>
            </a:r>
            <a:endParaRPr sz="2200">
              <a:latin typeface="Arial"/>
              <a:cs typeface="Arial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00329" rIns="0" bIns="0" rtlCol="0">
            <a:spAutoFit/>
          </a:bodyPr>
          <a:lstStyle/>
          <a:p>
            <a:pPr marL="343535" marR="5080">
              <a:lnSpc>
                <a:spcPct val="100000"/>
              </a:lnSpc>
            </a:pPr>
            <a:r>
              <a:rPr spc="55" dirty="0"/>
              <a:t>Um</a:t>
            </a:r>
            <a:r>
              <a:rPr spc="-45" dirty="0"/>
              <a:t> </a:t>
            </a:r>
            <a:r>
              <a:rPr spc="30" dirty="0"/>
              <a:t>nó</a:t>
            </a:r>
            <a:r>
              <a:rPr spc="-35" dirty="0"/>
              <a:t> </a:t>
            </a:r>
            <a:r>
              <a:rPr spc="15" dirty="0"/>
              <a:t>é</a:t>
            </a:r>
            <a:r>
              <a:rPr spc="-55" dirty="0"/>
              <a:t> </a:t>
            </a:r>
            <a:r>
              <a:rPr spc="5" dirty="0"/>
              <a:t>inserido</a:t>
            </a:r>
            <a:r>
              <a:rPr spc="-45" dirty="0"/>
              <a:t> </a:t>
            </a:r>
            <a:r>
              <a:rPr spc="30" dirty="0"/>
              <a:t>sempre</a:t>
            </a:r>
            <a:r>
              <a:rPr spc="-45" dirty="0"/>
              <a:t> </a:t>
            </a:r>
            <a:r>
              <a:rPr spc="50" dirty="0"/>
              <a:t>na</a:t>
            </a:r>
            <a:r>
              <a:rPr spc="-50" dirty="0"/>
              <a:t> </a:t>
            </a:r>
            <a:r>
              <a:rPr spc="-5" dirty="0"/>
              <a:t>cor</a:t>
            </a:r>
            <a:r>
              <a:rPr spc="-40" dirty="0"/>
              <a:t> </a:t>
            </a:r>
            <a:r>
              <a:rPr spc="-10" dirty="0"/>
              <a:t>vermelha,</a:t>
            </a:r>
            <a:r>
              <a:rPr spc="-45" dirty="0"/>
              <a:t> </a:t>
            </a:r>
            <a:r>
              <a:rPr spc="25" dirty="0"/>
              <a:t>assim,</a:t>
            </a:r>
            <a:r>
              <a:rPr spc="-55" dirty="0"/>
              <a:t> </a:t>
            </a:r>
            <a:r>
              <a:rPr spc="40" dirty="0"/>
              <a:t>não</a:t>
            </a:r>
            <a:r>
              <a:rPr spc="-40" dirty="0"/>
              <a:t> </a:t>
            </a:r>
            <a:r>
              <a:rPr spc="-20" dirty="0"/>
              <a:t>altera  </a:t>
            </a:r>
            <a:r>
              <a:rPr spc="55" dirty="0"/>
              <a:t>a </a:t>
            </a:r>
            <a:r>
              <a:rPr spc="-15" dirty="0"/>
              <a:t>altura </a:t>
            </a:r>
            <a:r>
              <a:rPr spc="40" dirty="0"/>
              <a:t>negra da</a:t>
            </a:r>
            <a:r>
              <a:rPr spc="-290" dirty="0"/>
              <a:t> </a:t>
            </a:r>
            <a:r>
              <a:rPr spc="5" dirty="0"/>
              <a:t>árvore</a:t>
            </a:r>
          </a:p>
          <a:p>
            <a:pPr marL="343535" marR="349885">
              <a:lnSpc>
                <a:spcPct val="100000"/>
              </a:lnSpc>
              <a:spcBef>
                <a:spcPts val="800"/>
              </a:spcBef>
            </a:pPr>
            <a:r>
              <a:rPr spc="105" dirty="0"/>
              <a:t>Se </a:t>
            </a:r>
            <a:r>
              <a:rPr spc="30" dirty="0"/>
              <a:t>o nodo </a:t>
            </a:r>
            <a:r>
              <a:rPr spc="35" dirty="0"/>
              <a:t>fosse </a:t>
            </a:r>
            <a:r>
              <a:rPr spc="5" dirty="0"/>
              <a:t>inserido </a:t>
            </a:r>
            <a:r>
              <a:rPr spc="50" dirty="0"/>
              <a:t>na </a:t>
            </a:r>
            <a:r>
              <a:rPr spc="-10" dirty="0"/>
              <a:t>cor </a:t>
            </a:r>
            <a:r>
              <a:rPr spc="-50" dirty="0"/>
              <a:t>preta, </a:t>
            </a:r>
            <a:r>
              <a:rPr spc="-5" dirty="0"/>
              <a:t>invalidaria </a:t>
            </a:r>
            <a:r>
              <a:rPr spc="55" dirty="0"/>
              <a:t>a  </a:t>
            </a:r>
            <a:r>
              <a:rPr dirty="0"/>
              <a:t>propriedade</a:t>
            </a:r>
            <a:r>
              <a:rPr spc="-45" dirty="0"/>
              <a:t> </a:t>
            </a:r>
            <a:r>
              <a:rPr spc="-40" dirty="0"/>
              <a:t>5,</a:t>
            </a:r>
            <a:r>
              <a:rPr spc="-45" dirty="0"/>
              <a:t> </a:t>
            </a:r>
            <a:r>
              <a:rPr spc="25" dirty="0"/>
              <a:t>pois</a:t>
            </a:r>
            <a:r>
              <a:rPr spc="-40" dirty="0"/>
              <a:t> </a:t>
            </a:r>
            <a:r>
              <a:rPr spc="15" dirty="0"/>
              <a:t>haveria</a:t>
            </a:r>
            <a:r>
              <a:rPr spc="-50" dirty="0"/>
              <a:t> </a:t>
            </a:r>
            <a:r>
              <a:rPr spc="70" dirty="0"/>
              <a:t>um</a:t>
            </a:r>
            <a:r>
              <a:rPr spc="-45" dirty="0"/>
              <a:t> </a:t>
            </a:r>
            <a:r>
              <a:rPr spc="30" dirty="0"/>
              <a:t>nodo</a:t>
            </a:r>
            <a:r>
              <a:rPr spc="-45" dirty="0"/>
              <a:t> </a:t>
            </a:r>
            <a:r>
              <a:rPr spc="-25" dirty="0"/>
              <a:t>preto</a:t>
            </a:r>
            <a:r>
              <a:rPr spc="-35" dirty="0"/>
              <a:t> </a:t>
            </a:r>
            <a:r>
              <a:rPr spc="55" dirty="0"/>
              <a:t>a</a:t>
            </a:r>
            <a:r>
              <a:rPr spc="-50" dirty="0"/>
              <a:t> </a:t>
            </a:r>
            <a:r>
              <a:rPr spc="50" dirty="0"/>
              <a:t>mais</a:t>
            </a:r>
            <a:r>
              <a:rPr spc="-45" dirty="0"/>
              <a:t> </a:t>
            </a:r>
            <a:r>
              <a:rPr spc="60" dirty="0"/>
              <a:t>em</a:t>
            </a:r>
            <a:r>
              <a:rPr spc="-50" dirty="0"/>
              <a:t> </a:t>
            </a:r>
            <a:r>
              <a:rPr spc="70" dirty="0"/>
              <a:t>um  </a:t>
            </a:r>
            <a:r>
              <a:rPr spc="65" dirty="0"/>
              <a:t>dos</a:t>
            </a:r>
            <a:r>
              <a:rPr spc="-105" dirty="0"/>
              <a:t> </a:t>
            </a:r>
            <a:r>
              <a:rPr spc="35" dirty="0"/>
              <a:t>caminhos</a:t>
            </a:r>
          </a:p>
        </p:txBody>
      </p:sp>
      <p:sp>
        <p:nvSpPr>
          <p:cNvPr id="6" name="object 6"/>
          <p:cNvSpPr/>
          <p:nvPr/>
        </p:nvSpPr>
        <p:spPr>
          <a:xfrm>
            <a:off x="2410460" y="4681220"/>
            <a:ext cx="382270" cy="381000"/>
          </a:xfrm>
          <a:custGeom>
            <a:avLst/>
            <a:gdLst/>
            <a:ahLst/>
            <a:cxnLst/>
            <a:rect l="l" t="t" r="r" b="b"/>
            <a:pathLst>
              <a:path w="382269" h="381000">
                <a:moveTo>
                  <a:pt x="190500" y="0"/>
                </a:moveTo>
                <a:lnTo>
                  <a:pt x="145957" y="4887"/>
                </a:lnTo>
                <a:lnTo>
                  <a:pt x="105524" y="18883"/>
                </a:lnTo>
                <a:lnTo>
                  <a:pt x="70201" y="40988"/>
                </a:lnTo>
                <a:lnTo>
                  <a:pt x="40988" y="70201"/>
                </a:lnTo>
                <a:lnTo>
                  <a:pt x="18883" y="105524"/>
                </a:lnTo>
                <a:lnTo>
                  <a:pt x="4887" y="145957"/>
                </a:lnTo>
                <a:lnTo>
                  <a:pt x="0" y="190499"/>
                </a:lnTo>
                <a:lnTo>
                  <a:pt x="4887" y="235042"/>
                </a:lnTo>
                <a:lnTo>
                  <a:pt x="18883" y="275475"/>
                </a:lnTo>
                <a:lnTo>
                  <a:pt x="40988" y="310798"/>
                </a:lnTo>
                <a:lnTo>
                  <a:pt x="70201" y="340011"/>
                </a:lnTo>
                <a:lnTo>
                  <a:pt x="105524" y="362116"/>
                </a:lnTo>
                <a:lnTo>
                  <a:pt x="145957" y="376112"/>
                </a:lnTo>
                <a:lnTo>
                  <a:pt x="190500" y="380999"/>
                </a:lnTo>
                <a:lnTo>
                  <a:pt x="235112" y="376112"/>
                </a:lnTo>
                <a:lnTo>
                  <a:pt x="275726" y="362116"/>
                </a:lnTo>
                <a:lnTo>
                  <a:pt x="311298" y="340011"/>
                </a:lnTo>
                <a:lnTo>
                  <a:pt x="340782" y="310798"/>
                </a:lnTo>
                <a:lnTo>
                  <a:pt x="363134" y="275475"/>
                </a:lnTo>
                <a:lnTo>
                  <a:pt x="377312" y="235042"/>
                </a:lnTo>
                <a:lnTo>
                  <a:pt x="382269" y="190499"/>
                </a:lnTo>
                <a:lnTo>
                  <a:pt x="377312" y="145957"/>
                </a:lnTo>
                <a:lnTo>
                  <a:pt x="363134" y="105524"/>
                </a:lnTo>
                <a:lnTo>
                  <a:pt x="340782" y="70201"/>
                </a:lnTo>
                <a:lnTo>
                  <a:pt x="311298" y="40988"/>
                </a:lnTo>
                <a:lnTo>
                  <a:pt x="275726" y="18883"/>
                </a:lnTo>
                <a:lnTo>
                  <a:pt x="235112" y="4887"/>
                </a:lnTo>
                <a:lnTo>
                  <a:pt x="1905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410460" y="4681220"/>
            <a:ext cx="382270" cy="381000"/>
          </a:xfrm>
          <a:custGeom>
            <a:avLst/>
            <a:gdLst/>
            <a:ahLst/>
            <a:cxnLst/>
            <a:rect l="l" t="t" r="r" b="b"/>
            <a:pathLst>
              <a:path w="382269" h="381000">
                <a:moveTo>
                  <a:pt x="190500" y="0"/>
                </a:moveTo>
                <a:lnTo>
                  <a:pt x="235112" y="4887"/>
                </a:lnTo>
                <a:lnTo>
                  <a:pt x="275726" y="18883"/>
                </a:lnTo>
                <a:lnTo>
                  <a:pt x="311298" y="40988"/>
                </a:lnTo>
                <a:lnTo>
                  <a:pt x="340782" y="70201"/>
                </a:lnTo>
                <a:lnTo>
                  <a:pt x="363134" y="105524"/>
                </a:lnTo>
                <a:lnTo>
                  <a:pt x="377312" y="145957"/>
                </a:lnTo>
                <a:lnTo>
                  <a:pt x="382269" y="190499"/>
                </a:lnTo>
                <a:lnTo>
                  <a:pt x="377312" y="235042"/>
                </a:lnTo>
                <a:lnTo>
                  <a:pt x="363134" y="275475"/>
                </a:lnTo>
                <a:lnTo>
                  <a:pt x="340782" y="310798"/>
                </a:lnTo>
                <a:lnTo>
                  <a:pt x="311298" y="340011"/>
                </a:lnTo>
                <a:lnTo>
                  <a:pt x="275726" y="362116"/>
                </a:lnTo>
                <a:lnTo>
                  <a:pt x="235112" y="376112"/>
                </a:lnTo>
                <a:lnTo>
                  <a:pt x="190500" y="380999"/>
                </a:lnTo>
                <a:lnTo>
                  <a:pt x="145957" y="376112"/>
                </a:lnTo>
                <a:lnTo>
                  <a:pt x="105524" y="362116"/>
                </a:lnTo>
                <a:lnTo>
                  <a:pt x="70201" y="340011"/>
                </a:lnTo>
                <a:lnTo>
                  <a:pt x="40988" y="310798"/>
                </a:lnTo>
                <a:lnTo>
                  <a:pt x="18883" y="275475"/>
                </a:lnTo>
                <a:lnTo>
                  <a:pt x="4887" y="235042"/>
                </a:lnTo>
                <a:lnTo>
                  <a:pt x="0" y="190499"/>
                </a:lnTo>
                <a:lnTo>
                  <a:pt x="4887" y="145957"/>
                </a:lnTo>
                <a:lnTo>
                  <a:pt x="18883" y="105524"/>
                </a:lnTo>
                <a:lnTo>
                  <a:pt x="40988" y="70201"/>
                </a:lnTo>
                <a:lnTo>
                  <a:pt x="70201" y="40988"/>
                </a:lnTo>
                <a:lnTo>
                  <a:pt x="105524" y="18883"/>
                </a:lnTo>
                <a:lnTo>
                  <a:pt x="145957" y="4887"/>
                </a:lnTo>
                <a:lnTo>
                  <a:pt x="190500" y="0"/>
                </a:lnTo>
                <a:close/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410460" y="4681220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792729" y="5062220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2513329" y="4688840"/>
            <a:ext cx="177800" cy="3771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i="1" dirty="0">
                <a:solidFill>
                  <a:srgbClr val="FFFFFF"/>
                </a:solidFill>
                <a:latin typeface="Times New Roman"/>
                <a:cs typeface="Times New Roman"/>
              </a:rPr>
              <a:t>p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5916929" y="468122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45957" y="4887"/>
                </a:lnTo>
                <a:lnTo>
                  <a:pt x="105524" y="18883"/>
                </a:lnTo>
                <a:lnTo>
                  <a:pt x="70201" y="40988"/>
                </a:lnTo>
                <a:lnTo>
                  <a:pt x="40988" y="70201"/>
                </a:lnTo>
                <a:lnTo>
                  <a:pt x="18883" y="105524"/>
                </a:lnTo>
                <a:lnTo>
                  <a:pt x="4887" y="145957"/>
                </a:lnTo>
                <a:lnTo>
                  <a:pt x="0" y="190499"/>
                </a:lnTo>
                <a:lnTo>
                  <a:pt x="4887" y="235042"/>
                </a:lnTo>
                <a:lnTo>
                  <a:pt x="18883" y="275475"/>
                </a:lnTo>
                <a:lnTo>
                  <a:pt x="40988" y="310798"/>
                </a:lnTo>
                <a:lnTo>
                  <a:pt x="70201" y="340011"/>
                </a:lnTo>
                <a:lnTo>
                  <a:pt x="105524" y="362116"/>
                </a:lnTo>
                <a:lnTo>
                  <a:pt x="145957" y="376112"/>
                </a:lnTo>
                <a:lnTo>
                  <a:pt x="190500" y="380999"/>
                </a:lnTo>
                <a:lnTo>
                  <a:pt x="235042" y="376112"/>
                </a:lnTo>
                <a:lnTo>
                  <a:pt x="275475" y="362116"/>
                </a:lnTo>
                <a:lnTo>
                  <a:pt x="310798" y="340011"/>
                </a:lnTo>
                <a:lnTo>
                  <a:pt x="340011" y="310798"/>
                </a:lnTo>
                <a:lnTo>
                  <a:pt x="362116" y="275475"/>
                </a:lnTo>
                <a:lnTo>
                  <a:pt x="376112" y="235042"/>
                </a:lnTo>
                <a:lnTo>
                  <a:pt x="381000" y="190499"/>
                </a:lnTo>
                <a:lnTo>
                  <a:pt x="376112" y="145957"/>
                </a:lnTo>
                <a:lnTo>
                  <a:pt x="362116" y="105524"/>
                </a:lnTo>
                <a:lnTo>
                  <a:pt x="340011" y="70201"/>
                </a:lnTo>
                <a:lnTo>
                  <a:pt x="310798" y="40988"/>
                </a:lnTo>
                <a:lnTo>
                  <a:pt x="275475" y="18883"/>
                </a:lnTo>
                <a:lnTo>
                  <a:pt x="235042" y="4887"/>
                </a:lnTo>
                <a:lnTo>
                  <a:pt x="1905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5916929" y="468122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235042" y="4887"/>
                </a:lnTo>
                <a:lnTo>
                  <a:pt x="275475" y="18883"/>
                </a:lnTo>
                <a:lnTo>
                  <a:pt x="310798" y="40988"/>
                </a:lnTo>
                <a:lnTo>
                  <a:pt x="340011" y="70201"/>
                </a:lnTo>
                <a:lnTo>
                  <a:pt x="362116" y="105524"/>
                </a:lnTo>
                <a:lnTo>
                  <a:pt x="376112" y="145957"/>
                </a:lnTo>
                <a:lnTo>
                  <a:pt x="381000" y="190499"/>
                </a:lnTo>
                <a:lnTo>
                  <a:pt x="376112" y="235042"/>
                </a:lnTo>
                <a:lnTo>
                  <a:pt x="362116" y="275475"/>
                </a:lnTo>
                <a:lnTo>
                  <a:pt x="340011" y="310798"/>
                </a:lnTo>
                <a:lnTo>
                  <a:pt x="310798" y="340011"/>
                </a:lnTo>
                <a:lnTo>
                  <a:pt x="275475" y="362116"/>
                </a:lnTo>
                <a:lnTo>
                  <a:pt x="235042" y="376112"/>
                </a:lnTo>
                <a:lnTo>
                  <a:pt x="190500" y="380999"/>
                </a:lnTo>
                <a:lnTo>
                  <a:pt x="145957" y="376112"/>
                </a:lnTo>
                <a:lnTo>
                  <a:pt x="105524" y="362116"/>
                </a:lnTo>
                <a:lnTo>
                  <a:pt x="70201" y="340011"/>
                </a:lnTo>
                <a:lnTo>
                  <a:pt x="40988" y="310798"/>
                </a:lnTo>
                <a:lnTo>
                  <a:pt x="18883" y="275475"/>
                </a:lnTo>
                <a:lnTo>
                  <a:pt x="4887" y="235042"/>
                </a:lnTo>
                <a:lnTo>
                  <a:pt x="0" y="190499"/>
                </a:lnTo>
                <a:lnTo>
                  <a:pt x="4887" y="145957"/>
                </a:lnTo>
                <a:lnTo>
                  <a:pt x="18883" y="105524"/>
                </a:lnTo>
                <a:lnTo>
                  <a:pt x="40988" y="70201"/>
                </a:lnTo>
                <a:lnTo>
                  <a:pt x="70201" y="40988"/>
                </a:lnTo>
                <a:lnTo>
                  <a:pt x="105524" y="18883"/>
                </a:lnTo>
                <a:lnTo>
                  <a:pt x="145957" y="4887"/>
                </a:lnTo>
                <a:lnTo>
                  <a:pt x="190500" y="0"/>
                </a:lnTo>
                <a:close/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5916929" y="4681220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6297929" y="5062220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6018529" y="4688840"/>
            <a:ext cx="177800" cy="3771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i="1" dirty="0">
                <a:solidFill>
                  <a:srgbClr val="FFFFFF"/>
                </a:solidFill>
                <a:latin typeface="Times New Roman"/>
                <a:cs typeface="Times New Roman"/>
              </a:rPr>
              <a:t>p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6350000" y="5312409"/>
            <a:ext cx="381000" cy="379730"/>
          </a:xfrm>
          <a:custGeom>
            <a:avLst/>
            <a:gdLst/>
            <a:ahLst/>
            <a:cxnLst/>
            <a:rect l="l" t="t" r="r" b="b"/>
            <a:pathLst>
              <a:path w="381000" h="379729">
                <a:moveTo>
                  <a:pt x="190500" y="0"/>
                </a:moveTo>
                <a:lnTo>
                  <a:pt x="145957" y="4817"/>
                </a:lnTo>
                <a:lnTo>
                  <a:pt x="105524" y="18631"/>
                </a:lnTo>
                <a:lnTo>
                  <a:pt x="70201" y="40488"/>
                </a:lnTo>
                <a:lnTo>
                  <a:pt x="40988" y="69431"/>
                </a:lnTo>
                <a:lnTo>
                  <a:pt x="18883" y="104506"/>
                </a:lnTo>
                <a:lnTo>
                  <a:pt x="4887" y="144757"/>
                </a:lnTo>
                <a:lnTo>
                  <a:pt x="0" y="189229"/>
                </a:lnTo>
                <a:lnTo>
                  <a:pt x="4887" y="234172"/>
                </a:lnTo>
                <a:lnTo>
                  <a:pt x="18883" y="274760"/>
                </a:lnTo>
                <a:lnTo>
                  <a:pt x="40988" y="310061"/>
                </a:lnTo>
                <a:lnTo>
                  <a:pt x="70201" y="339141"/>
                </a:lnTo>
                <a:lnTo>
                  <a:pt x="105524" y="361068"/>
                </a:lnTo>
                <a:lnTo>
                  <a:pt x="145957" y="374909"/>
                </a:lnTo>
                <a:lnTo>
                  <a:pt x="190500" y="379729"/>
                </a:lnTo>
                <a:lnTo>
                  <a:pt x="235042" y="374909"/>
                </a:lnTo>
                <a:lnTo>
                  <a:pt x="275475" y="361068"/>
                </a:lnTo>
                <a:lnTo>
                  <a:pt x="310798" y="339141"/>
                </a:lnTo>
                <a:lnTo>
                  <a:pt x="340011" y="310061"/>
                </a:lnTo>
                <a:lnTo>
                  <a:pt x="362116" y="274760"/>
                </a:lnTo>
                <a:lnTo>
                  <a:pt x="376112" y="234172"/>
                </a:lnTo>
                <a:lnTo>
                  <a:pt x="381000" y="189229"/>
                </a:lnTo>
                <a:lnTo>
                  <a:pt x="376112" y="144757"/>
                </a:lnTo>
                <a:lnTo>
                  <a:pt x="362116" y="104506"/>
                </a:lnTo>
                <a:lnTo>
                  <a:pt x="340011" y="69431"/>
                </a:lnTo>
                <a:lnTo>
                  <a:pt x="310798" y="40488"/>
                </a:lnTo>
                <a:lnTo>
                  <a:pt x="275475" y="18631"/>
                </a:lnTo>
                <a:lnTo>
                  <a:pt x="235042" y="4817"/>
                </a:lnTo>
                <a:lnTo>
                  <a:pt x="19050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6350000" y="5312409"/>
            <a:ext cx="381000" cy="379730"/>
          </a:xfrm>
          <a:custGeom>
            <a:avLst/>
            <a:gdLst/>
            <a:ahLst/>
            <a:cxnLst/>
            <a:rect l="l" t="t" r="r" b="b"/>
            <a:pathLst>
              <a:path w="381000" h="379729">
                <a:moveTo>
                  <a:pt x="190500" y="0"/>
                </a:moveTo>
                <a:lnTo>
                  <a:pt x="235042" y="4817"/>
                </a:lnTo>
                <a:lnTo>
                  <a:pt x="275475" y="18631"/>
                </a:lnTo>
                <a:lnTo>
                  <a:pt x="310798" y="40488"/>
                </a:lnTo>
                <a:lnTo>
                  <a:pt x="340011" y="69431"/>
                </a:lnTo>
                <a:lnTo>
                  <a:pt x="362116" y="104506"/>
                </a:lnTo>
                <a:lnTo>
                  <a:pt x="376112" y="144757"/>
                </a:lnTo>
                <a:lnTo>
                  <a:pt x="381000" y="189229"/>
                </a:lnTo>
                <a:lnTo>
                  <a:pt x="376112" y="234172"/>
                </a:lnTo>
                <a:lnTo>
                  <a:pt x="362116" y="274760"/>
                </a:lnTo>
                <a:lnTo>
                  <a:pt x="340011" y="310061"/>
                </a:lnTo>
                <a:lnTo>
                  <a:pt x="310798" y="339141"/>
                </a:lnTo>
                <a:lnTo>
                  <a:pt x="275475" y="361068"/>
                </a:lnTo>
                <a:lnTo>
                  <a:pt x="235042" y="374909"/>
                </a:lnTo>
                <a:lnTo>
                  <a:pt x="190500" y="379729"/>
                </a:lnTo>
                <a:lnTo>
                  <a:pt x="145957" y="374909"/>
                </a:lnTo>
                <a:lnTo>
                  <a:pt x="105524" y="361068"/>
                </a:lnTo>
                <a:lnTo>
                  <a:pt x="70201" y="339141"/>
                </a:lnTo>
                <a:lnTo>
                  <a:pt x="40988" y="310061"/>
                </a:lnTo>
                <a:lnTo>
                  <a:pt x="18883" y="274760"/>
                </a:lnTo>
                <a:lnTo>
                  <a:pt x="4887" y="234172"/>
                </a:lnTo>
                <a:lnTo>
                  <a:pt x="0" y="189229"/>
                </a:lnTo>
                <a:lnTo>
                  <a:pt x="4887" y="144757"/>
                </a:lnTo>
                <a:lnTo>
                  <a:pt x="18883" y="104506"/>
                </a:lnTo>
                <a:lnTo>
                  <a:pt x="40988" y="69431"/>
                </a:lnTo>
                <a:lnTo>
                  <a:pt x="70201" y="40488"/>
                </a:lnTo>
                <a:lnTo>
                  <a:pt x="105524" y="18631"/>
                </a:lnTo>
                <a:lnTo>
                  <a:pt x="145957" y="4817"/>
                </a:lnTo>
                <a:lnTo>
                  <a:pt x="190500" y="0"/>
                </a:lnTo>
                <a:close/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6350000" y="5312409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6731000" y="5693409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6459220" y="5320029"/>
            <a:ext cx="161290" cy="3771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i="1" dirty="0">
                <a:latin typeface="Times New Roman"/>
                <a:cs typeface="Times New Roman"/>
              </a:rPr>
              <a:t>x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6242050" y="5006340"/>
            <a:ext cx="298450" cy="306070"/>
          </a:xfrm>
          <a:custGeom>
            <a:avLst/>
            <a:gdLst/>
            <a:ahLst/>
            <a:cxnLst/>
            <a:rect l="l" t="t" r="r" b="b"/>
            <a:pathLst>
              <a:path w="298450" h="306070">
                <a:moveTo>
                  <a:pt x="0" y="0"/>
                </a:moveTo>
                <a:lnTo>
                  <a:pt x="298450" y="30607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6289040" y="6249670"/>
            <a:ext cx="170180" cy="1270"/>
          </a:xfrm>
          <a:custGeom>
            <a:avLst/>
            <a:gdLst/>
            <a:ahLst/>
            <a:cxnLst/>
            <a:rect l="l" t="t" r="r" b="b"/>
            <a:pathLst>
              <a:path w="170179" h="1270">
                <a:moveTo>
                  <a:pt x="0" y="0"/>
                </a:moveTo>
                <a:lnTo>
                  <a:pt x="170180" y="1269"/>
                </a:lnTo>
              </a:path>
            </a:pathLst>
          </a:custGeom>
          <a:ln w="3809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6261100" y="6177279"/>
            <a:ext cx="227329" cy="1270"/>
          </a:xfrm>
          <a:custGeom>
            <a:avLst/>
            <a:gdLst/>
            <a:ahLst/>
            <a:cxnLst/>
            <a:rect l="l" t="t" r="r" b="b"/>
            <a:pathLst>
              <a:path w="227329" h="1270">
                <a:moveTo>
                  <a:pt x="0" y="0"/>
                </a:moveTo>
                <a:lnTo>
                  <a:pt x="227329" y="1270"/>
                </a:lnTo>
              </a:path>
            </a:pathLst>
          </a:custGeom>
          <a:ln w="3809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6374129" y="5683250"/>
            <a:ext cx="57150" cy="481330"/>
          </a:xfrm>
          <a:custGeom>
            <a:avLst/>
            <a:gdLst/>
            <a:ahLst/>
            <a:cxnLst/>
            <a:rect l="l" t="t" r="r" b="b"/>
            <a:pathLst>
              <a:path w="57150" h="481329">
                <a:moveTo>
                  <a:pt x="57150" y="0"/>
                </a:moveTo>
                <a:lnTo>
                  <a:pt x="0" y="48133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6708140" y="6248400"/>
            <a:ext cx="170180" cy="1270"/>
          </a:xfrm>
          <a:custGeom>
            <a:avLst/>
            <a:gdLst/>
            <a:ahLst/>
            <a:cxnLst/>
            <a:rect l="l" t="t" r="r" b="b"/>
            <a:pathLst>
              <a:path w="170179" h="1270">
                <a:moveTo>
                  <a:pt x="0" y="0"/>
                </a:moveTo>
                <a:lnTo>
                  <a:pt x="170179" y="1270"/>
                </a:lnTo>
              </a:path>
            </a:pathLst>
          </a:custGeom>
          <a:ln w="3809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6680200" y="6176009"/>
            <a:ext cx="227329" cy="0"/>
          </a:xfrm>
          <a:custGeom>
            <a:avLst/>
            <a:gdLst/>
            <a:ahLst/>
            <a:cxnLst/>
            <a:rect l="l" t="t" r="r" b="b"/>
            <a:pathLst>
              <a:path w="227329">
                <a:moveTo>
                  <a:pt x="0" y="0"/>
                </a:moveTo>
                <a:lnTo>
                  <a:pt x="227329" y="0"/>
                </a:lnTo>
              </a:path>
            </a:pathLst>
          </a:custGeom>
          <a:ln w="3809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6700519" y="5683250"/>
            <a:ext cx="93980" cy="480059"/>
          </a:xfrm>
          <a:custGeom>
            <a:avLst/>
            <a:gdLst/>
            <a:ahLst/>
            <a:cxnLst/>
            <a:rect l="l" t="t" r="r" b="b"/>
            <a:pathLst>
              <a:path w="93979" h="480060">
                <a:moveTo>
                  <a:pt x="0" y="0"/>
                </a:moveTo>
                <a:lnTo>
                  <a:pt x="93979" y="480059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2720339" y="5599429"/>
            <a:ext cx="170180" cy="1270"/>
          </a:xfrm>
          <a:custGeom>
            <a:avLst/>
            <a:gdLst/>
            <a:ahLst/>
            <a:cxnLst/>
            <a:rect l="l" t="t" r="r" b="b"/>
            <a:pathLst>
              <a:path w="170180" h="1270">
                <a:moveTo>
                  <a:pt x="0" y="0"/>
                </a:moveTo>
                <a:lnTo>
                  <a:pt x="170180" y="1270"/>
                </a:lnTo>
              </a:path>
            </a:pathLst>
          </a:custGeom>
          <a:ln w="3809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2692400" y="5525770"/>
            <a:ext cx="227329" cy="1270"/>
          </a:xfrm>
          <a:custGeom>
            <a:avLst/>
            <a:gdLst/>
            <a:ahLst/>
            <a:cxnLst/>
            <a:rect l="l" t="t" r="r" b="b"/>
            <a:pathLst>
              <a:path w="227330" h="1270">
                <a:moveTo>
                  <a:pt x="0" y="0"/>
                </a:moveTo>
                <a:lnTo>
                  <a:pt x="227330" y="1269"/>
                </a:lnTo>
              </a:path>
            </a:pathLst>
          </a:custGeom>
          <a:ln w="3809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2712720" y="5034279"/>
            <a:ext cx="93980" cy="480059"/>
          </a:xfrm>
          <a:custGeom>
            <a:avLst/>
            <a:gdLst/>
            <a:ahLst/>
            <a:cxnLst/>
            <a:rect l="l" t="t" r="r" b="b"/>
            <a:pathLst>
              <a:path w="93980" h="480060">
                <a:moveTo>
                  <a:pt x="0" y="0"/>
                </a:moveTo>
                <a:lnTo>
                  <a:pt x="93980" y="48006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4241800" y="5261609"/>
            <a:ext cx="457200" cy="382270"/>
          </a:xfrm>
          <a:custGeom>
            <a:avLst/>
            <a:gdLst/>
            <a:ahLst/>
            <a:cxnLst/>
            <a:rect l="l" t="t" r="r" b="b"/>
            <a:pathLst>
              <a:path w="457200" h="382270">
                <a:moveTo>
                  <a:pt x="0" y="96519"/>
                </a:moveTo>
                <a:lnTo>
                  <a:pt x="342900" y="96519"/>
                </a:lnTo>
                <a:lnTo>
                  <a:pt x="342900" y="0"/>
                </a:lnTo>
                <a:lnTo>
                  <a:pt x="457200" y="191769"/>
                </a:lnTo>
                <a:lnTo>
                  <a:pt x="342900" y="382269"/>
                </a:lnTo>
                <a:lnTo>
                  <a:pt x="342900" y="287019"/>
                </a:lnTo>
                <a:lnTo>
                  <a:pt x="0" y="287019"/>
                </a:lnTo>
                <a:lnTo>
                  <a:pt x="0" y="96519"/>
                </a:lnTo>
                <a:close/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4241800" y="5261609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4699000" y="5643879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79120" rIns="0" bIns="0" rtlCol="0">
            <a:spAutoFit/>
          </a:bodyPr>
          <a:lstStyle/>
          <a:p>
            <a:pPr marL="2284730">
              <a:lnSpc>
                <a:spcPct val="100000"/>
              </a:lnSpc>
            </a:pPr>
            <a:r>
              <a:rPr spc="-65" dirty="0"/>
              <a:t>I</a:t>
            </a:r>
            <a:r>
              <a:rPr spc="135" dirty="0"/>
              <a:t>nse</a:t>
            </a:r>
            <a:r>
              <a:rPr spc="-175" dirty="0"/>
              <a:t>r</a:t>
            </a:r>
            <a:r>
              <a:rPr spc="-10" dirty="0"/>
              <a:t>ç</a:t>
            </a:r>
            <a:r>
              <a:rPr spc="100" dirty="0"/>
              <a:t>ã</a:t>
            </a:r>
            <a:r>
              <a:rPr spc="60" dirty="0"/>
              <a:t>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645920"/>
            <a:ext cx="7673340" cy="29248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buFont typeface="Arial"/>
              <a:buChar char="•"/>
              <a:tabLst>
                <a:tab pos="355600" algn="l"/>
              </a:tabLst>
            </a:pPr>
            <a:r>
              <a:rPr sz="3200" spc="80" dirty="0">
                <a:latin typeface="Trebuchet MS"/>
                <a:cs typeface="Trebuchet MS"/>
              </a:rPr>
              <a:t>A </a:t>
            </a:r>
            <a:r>
              <a:rPr sz="3200" spc="30" dirty="0">
                <a:latin typeface="Trebuchet MS"/>
                <a:cs typeface="Trebuchet MS"/>
              </a:rPr>
              <a:t>operação </a:t>
            </a:r>
            <a:r>
              <a:rPr sz="3200" spc="35" dirty="0">
                <a:latin typeface="Trebuchet MS"/>
                <a:cs typeface="Trebuchet MS"/>
              </a:rPr>
              <a:t>de </a:t>
            </a:r>
            <a:r>
              <a:rPr sz="3200" spc="20" dirty="0">
                <a:latin typeface="Trebuchet MS"/>
                <a:cs typeface="Trebuchet MS"/>
              </a:rPr>
              <a:t>inserção </a:t>
            </a:r>
            <a:r>
              <a:rPr sz="3200" spc="85" dirty="0">
                <a:latin typeface="Trebuchet MS"/>
                <a:cs typeface="Trebuchet MS"/>
              </a:rPr>
              <a:t>em </a:t>
            </a:r>
            <a:r>
              <a:rPr sz="3200" spc="100" dirty="0">
                <a:latin typeface="Trebuchet MS"/>
                <a:cs typeface="Trebuchet MS"/>
              </a:rPr>
              <a:t>uma</a:t>
            </a:r>
            <a:r>
              <a:rPr sz="3200" spc="-630" dirty="0">
                <a:latin typeface="Trebuchet MS"/>
                <a:cs typeface="Trebuchet MS"/>
              </a:rPr>
              <a:t> </a:t>
            </a:r>
            <a:r>
              <a:rPr sz="3200" spc="15" dirty="0">
                <a:latin typeface="Trebuchet MS"/>
                <a:cs typeface="Trebuchet MS"/>
              </a:rPr>
              <a:t>árvore  </a:t>
            </a:r>
            <a:r>
              <a:rPr sz="3200" spc="20" dirty="0">
                <a:latin typeface="Trebuchet MS"/>
                <a:cs typeface="Trebuchet MS"/>
              </a:rPr>
              <a:t>rubro-negra </a:t>
            </a:r>
            <a:r>
              <a:rPr sz="3200" spc="45" dirty="0">
                <a:latin typeface="Trebuchet MS"/>
                <a:cs typeface="Trebuchet MS"/>
              </a:rPr>
              <a:t>começa </a:t>
            </a:r>
            <a:r>
              <a:rPr sz="3200" spc="5" dirty="0">
                <a:latin typeface="Trebuchet MS"/>
                <a:cs typeface="Trebuchet MS"/>
              </a:rPr>
              <a:t>por </a:t>
            </a:r>
            <a:r>
              <a:rPr sz="3200" spc="100" dirty="0">
                <a:latin typeface="Trebuchet MS"/>
                <a:cs typeface="Trebuchet MS"/>
              </a:rPr>
              <a:t>uma </a:t>
            </a:r>
            <a:r>
              <a:rPr sz="3200" spc="80" dirty="0">
                <a:latin typeface="Trebuchet MS"/>
                <a:cs typeface="Trebuchet MS"/>
              </a:rPr>
              <a:t>busca </a:t>
            </a:r>
            <a:r>
              <a:rPr sz="3200" spc="65" dirty="0">
                <a:latin typeface="Trebuchet MS"/>
                <a:cs typeface="Trebuchet MS"/>
              </a:rPr>
              <a:t>da  </a:t>
            </a:r>
            <a:r>
              <a:rPr sz="3200" spc="40" dirty="0">
                <a:latin typeface="Trebuchet MS"/>
                <a:cs typeface="Trebuchet MS"/>
              </a:rPr>
              <a:t>posição </a:t>
            </a:r>
            <a:r>
              <a:rPr sz="3200" spc="45" dirty="0">
                <a:latin typeface="Trebuchet MS"/>
                <a:cs typeface="Trebuchet MS"/>
              </a:rPr>
              <a:t>onde </a:t>
            </a:r>
            <a:r>
              <a:rPr sz="3200" spc="40" dirty="0">
                <a:latin typeface="Trebuchet MS"/>
                <a:cs typeface="Trebuchet MS"/>
              </a:rPr>
              <a:t>o </a:t>
            </a:r>
            <a:r>
              <a:rPr sz="3200" spc="70" dirty="0">
                <a:latin typeface="Trebuchet MS"/>
                <a:cs typeface="Trebuchet MS"/>
              </a:rPr>
              <a:t>novo </a:t>
            </a:r>
            <a:r>
              <a:rPr sz="3200" spc="50" dirty="0">
                <a:latin typeface="Trebuchet MS"/>
                <a:cs typeface="Trebuchet MS"/>
              </a:rPr>
              <a:t>nodo </a:t>
            </a:r>
            <a:r>
              <a:rPr sz="3200" spc="55" dirty="0">
                <a:latin typeface="Trebuchet MS"/>
                <a:cs typeface="Trebuchet MS"/>
              </a:rPr>
              <a:t>deve </a:t>
            </a:r>
            <a:r>
              <a:rPr sz="3200" spc="50" dirty="0">
                <a:latin typeface="Trebuchet MS"/>
                <a:cs typeface="Trebuchet MS"/>
              </a:rPr>
              <a:t>ser  </a:t>
            </a:r>
            <a:r>
              <a:rPr sz="3200" spc="-20" dirty="0">
                <a:latin typeface="Trebuchet MS"/>
                <a:cs typeface="Trebuchet MS"/>
              </a:rPr>
              <a:t>inserido, </a:t>
            </a:r>
            <a:r>
              <a:rPr sz="3200" spc="10" dirty="0">
                <a:latin typeface="Trebuchet MS"/>
                <a:cs typeface="Trebuchet MS"/>
              </a:rPr>
              <a:t>partindo-se </a:t>
            </a:r>
            <a:r>
              <a:rPr sz="3200" spc="65" dirty="0">
                <a:latin typeface="Trebuchet MS"/>
                <a:cs typeface="Trebuchet MS"/>
              </a:rPr>
              <a:t>da </a:t>
            </a:r>
            <a:r>
              <a:rPr sz="3200" spc="-30" dirty="0">
                <a:latin typeface="Trebuchet MS"/>
                <a:cs typeface="Trebuchet MS"/>
              </a:rPr>
              <a:t>raiz </a:t>
            </a:r>
            <a:r>
              <a:rPr sz="3200" spc="85" dirty="0">
                <a:latin typeface="Trebuchet MS"/>
                <a:cs typeface="Trebuchet MS"/>
              </a:rPr>
              <a:t>em</a:t>
            </a:r>
            <a:r>
              <a:rPr sz="3200" spc="-325" dirty="0">
                <a:latin typeface="Trebuchet MS"/>
                <a:cs typeface="Trebuchet MS"/>
              </a:rPr>
              <a:t> </a:t>
            </a:r>
            <a:r>
              <a:rPr sz="3200" spc="-10" dirty="0">
                <a:latin typeface="Trebuchet MS"/>
                <a:cs typeface="Trebuchet MS"/>
              </a:rPr>
              <a:t>direção  </a:t>
            </a:r>
            <a:r>
              <a:rPr sz="3200" spc="110" dirty="0">
                <a:latin typeface="Trebuchet MS"/>
                <a:cs typeface="Trebuchet MS"/>
              </a:rPr>
              <a:t>aos </a:t>
            </a:r>
            <a:r>
              <a:rPr sz="3200" spc="80" dirty="0">
                <a:latin typeface="Trebuchet MS"/>
                <a:cs typeface="Trebuchet MS"/>
              </a:rPr>
              <a:t>nodos </a:t>
            </a:r>
            <a:r>
              <a:rPr sz="3200" spc="45" dirty="0">
                <a:latin typeface="Trebuchet MS"/>
                <a:cs typeface="Trebuchet MS"/>
              </a:rPr>
              <a:t>que </a:t>
            </a:r>
            <a:r>
              <a:rPr sz="3200" spc="110" dirty="0">
                <a:latin typeface="Trebuchet MS"/>
                <a:cs typeface="Trebuchet MS"/>
              </a:rPr>
              <a:t>possuam </a:t>
            </a:r>
            <a:r>
              <a:rPr sz="3200" spc="40" dirty="0">
                <a:latin typeface="Trebuchet MS"/>
                <a:cs typeface="Trebuchet MS"/>
              </a:rPr>
              <a:t>o </a:t>
            </a:r>
            <a:r>
              <a:rPr sz="3200" spc="10" dirty="0">
                <a:latin typeface="Trebuchet MS"/>
                <a:cs typeface="Trebuchet MS"/>
              </a:rPr>
              <a:t>valor </a:t>
            </a:r>
            <a:r>
              <a:rPr sz="3200" spc="75" dirty="0">
                <a:latin typeface="Trebuchet MS"/>
                <a:cs typeface="Trebuchet MS"/>
              </a:rPr>
              <a:t>mais  </a:t>
            </a:r>
            <a:r>
              <a:rPr sz="3200" spc="5" dirty="0">
                <a:latin typeface="Trebuchet MS"/>
                <a:cs typeface="Trebuchet MS"/>
              </a:rPr>
              <a:t>próximo </a:t>
            </a:r>
            <a:r>
              <a:rPr sz="3200" spc="45" dirty="0">
                <a:latin typeface="Trebuchet MS"/>
                <a:cs typeface="Trebuchet MS"/>
              </a:rPr>
              <a:t>do </a:t>
            </a:r>
            <a:r>
              <a:rPr sz="3200" spc="15" dirty="0">
                <a:latin typeface="Trebuchet MS"/>
                <a:cs typeface="Trebuchet MS"/>
              </a:rPr>
              <a:t>qual </a:t>
            </a:r>
            <a:r>
              <a:rPr sz="3200" spc="30" dirty="0">
                <a:latin typeface="Trebuchet MS"/>
                <a:cs typeface="Trebuchet MS"/>
              </a:rPr>
              <a:t>vai </a:t>
            </a:r>
            <a:r>
              <a:rPr sz="3200" spc="50" dirty="0">
                <a:latin typeface="Trebuchet MS"/>
                <a:cs typeface="Trebuchet MS"/>
              </a:rPr>
              <a:t>ser</a:t>
            </a:r>
            <a:r>
              <a:rPr sz="3200" spc="-425" dirty="0">
                <a:latin typeface="Trebuchet MS"/>
                <a:cs typeface="Trebuchet MS"/>
              </a:rPr>
              <a:t> </a:t>
            </a:r>
            <a:r>
              <a:rPr sz="3200" spc="10" dirty="0">
                <a:latin typeface="Trebuchet MS"/>
                <a:cs typeface="Trebuchet MS"/>
              </a:rPr>
              <a:t>inserido</a:t>
            </a:r>
            <a:endParaRPr sz="32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79120" rIns="0" bIns="0" rtlCol="0">
            <a:spAutoFit/>
          </a:bodyPr>
          <a:lstStyle/>
          <a:p>
            <a:pPr marL="2284730">
              <a:lnSpc>
                <a:spcPct val="100000"/>
              </a:lnSpc>
            </a:pPr>
            <a:r>
              <a:rPr spc="-65" dirty="0"/>
              <a:t>I</a:t>
            </a:r>
            <a:r>
              <a:rPr spc="135" dirty="0"/>
              <a:t>nse</a:t>
            </a:r>
            <a:r>
              <a:rPr spc="-175" dirty="0"/>
              <a:t>r</a:t>
            </a:r>
            <a:r>
              <a:rPr spc="-10" dirty="0"/>
              <a:t>ç</a:t>
            </a:r>
            <a:r>
              <a:rPr spc="100" dirty="0"/>
              <a:t>ã</a:t>
            </a:r>
            <a:r>
              <a:rPr spc="60" dirty="0"/>
              <a:t>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645920"/>
            <a:ext cx="7788275" cy="19494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buFont typeface="Arial"/>
              <a:buChar char="•"/>
              <a:tabLst>
                <a:tab pos="355600" algn="l"/>
              </a:tabLst>
            </a:pPr>
            <a:r>
              <a:rPr sz="3200" spc="100" dirty="0">
                <a:latin typeface="Trebuchet MS"/>
                <a:cs typeface="Trebuchet MS"/>
              </a:rPr>
              <a:t>Caso </a:t>
            </a:r>
            <a:r>
              <a:rPr sz="3200" spc="-30" dirty="0">
                <a:latin typeface="Trebuchet MS"/>
                <a:cs typeface="Trebuchet MS"/>
              </a:rPr>
              <a:t>1: </a:t>
            </a:r>
            <a:r>
              <a:rPr sz="3200" spc="105" dirty="0">
                <a:latin typeface="Trebuchet MS"/>
                <a:cs typeface="Trebuchet MS"/>
              </a:rPr>
              <a:t>Caso </a:t>
            </a:r>
            <a:r>
              <a:rPr sz="3200" spc="35" dirty="0">
                <a:latin typeface="Trebuchet MS"/>
                <a:cs typeface="Trebuchet MS"/>
              </a:rPr>
              <a:t>esta </a:t>
            </a:r>
            <a:r>
              <a:rPr sz="3200" spc="20" dirty="0">
                <a:latin typeface="Trebuchet MS"/>
                <a:cs typeface="Trebuchet MS"/>
              </a:rPr>
              <a:t>inserção </a:t>
            </a:r>
            <a:r>
              <a:rPr sz="3200" spc="-20" dirty="0">
                <a:latin typeface="Trebuchet MS"/>
                <a:cs typeface="Trebuchet MS"/>
              </a:rPr>
              <a:t>seja </a:t>
            </a:r>
            <a:r>
              <a:rPr sz="3200" spc="-65" dirty="0">
                <a:latin typeface="Trebuchet MS"/>
                <a:cs typeface="Trebuchet MS"/>
              </a:rPr>
              <a:t>feita</a:t>
            </a:r>
            <a:r>
              <a:rPr sz="3200" spc="-625" dirty="0">
                <a:latin typeface="Trebuchet MS"/>
                <a:cs typeface="Trebuchet MS"/>
              </a:rPr>
              <a:t> </a:t>
            </a:r>
            <a:r>
              <a:rPr sz="3200" spc="85" dirty="0">
                <a:latin typeface="Trebuchet MS"/>
                <a:cs typeface="Trebuchet MS"/>
              </a:rPr>
              <a:t>em  </a:t>
            </a:r>
            <a:r>
              <a:rPr sz="3200" spc="100" dirty="0">
                <a:latin typeface="Trebuchet MS"/>
                <a:cs typeface="Trebuchet MS"/>
              </a:rPr>
              <a:t>uma </a:t>
            </a:r>
            <a:r>
              <a:rPr sz="3200" spc="10" dirty="0">
                <a:latin typeface="Trebuchet MS"/>
                <a:cs typeface="Trebuchet MS"/>
              </a:rPr>
              <a:t>árvore </a:t>
            </a:r>
            <a:r>
              <a:rPr sz="3200" spc="-20" dirty="0">
                <a:latin typeface="Trebuchet MS"/>
                <a:cs typeface="Trebuchet MS"/>
              </a:rPr>
              <a:t>vazia, </a:t>
            </a:r>
            <a:r>
              <a:rPr sz="3200" spc="50" dirty="0">
                <a:latin typeface="Trebuchet MS"/>
                <a:cs typeface="Trebuchet MS"/>
              </a:rPr>
              <a:t>basta </a:t>
            </a:r>
            <a:r>
              <a:rPr sz="3200" spc="-35" dirty="0">
                <a:latin typeface="Trebuchet MS"/>
                <a:cs typeface="Trebuchet MS"/>
              </a:rPr>
              <a:t>alterar </a:t>
            </a:r>
            <a:r>
              <a:rPr sz="3200" spc="80" dirty="0">
                <a:latin typeface="Trebuchet MS"/>
                <a:cs typeface="Trebuchet MS"/>
              </a:rPr>
              <a:t>a </a:t>
            </a:r>
            <a:r>
              <a:rPr sz="3200" spc="-10" dirty="0">
                <a:latin typeface="Trebuchet MS"/>
                <a:cs typeface="Trebuchet MS"/>
              </a:rPr>
              <a:t>cor</a:t>
            </a:r>
            <a:r>
              <a:rPr sz="3200" spc="-580" dirty="0">
                <a:latin typeface="Trebuchet MS"/>
                <a:cs typeface="Trebuchet MS"/>
              </a:rPr>
              <a:t> </a:t>
            </a:r>
            <a:r>
              <a:rPr sz="3200" spc="45" dirty="0">
                <a:latin typeface="Trebuchet MS"/>
                <a:cs typeface="Trebuchet MS"/>
              </a:rPr>
              <a:t>do  </a:t>
            </a:r>
            <a:r>
              <a:rPr sz="3200" spc="50" dirty="0">
                <a:latin typeface="Trebuchet MS"/>
                <a:cs typeface="Trebuchet MS"/>
              </a:rPr>
              <a:t>nodo </a:t>
            </a:r>
            <a:r>
              <a:rPr sz="3200" spc="35" dirty="0">
                <a:latin typeface="Trebuchet MS"/>
                <a:cs typeface="Trebuchet MS"/>
              </a:rPr>
              <a:t>para </a:t>
            </a:r>
            <a:r>
              <a:rPr sz="3200" spc="-75" dirty="0">
                <a:latin typeface="Trebuchet MS"/>
                <a:cs typeface="Trebuchet MS"/>
              </a:rPr>
              <a:t>preto, </a:t>
            </a:r>
            <a:r>
              <a:rPr sz="3200" spc="25" dirty="0">
                <a:latin typeface="Trebuchet MS"/>
                <a:cs typeface="Trebuchet MS"/>
              </a:rPr>
              <a:t>satisfazendo </a:t>
            </a:r>
            <a:r>
              <a:rPr sz="3200" spc="100" dirty="0">
                <a:latin typeface="Trebuchet MS"/>
                <a:cs typeface="Trebuchet MS"/>
              </a:rPr>
              <a:t>assim </a:t>
            </a:r>
            <a:r>
              <a:rPr sz="3200" spc="80" dirty="0">
                <a:latin typeface="Trebuchet MS"/>
                <a:cs typeface="Trebuchet MS"/>
              </a:rPr>
              <a:t>a  </a:t>
            </a:r>
            <a:r>
              <a:rPr sz="3200" dirty="0">
                <a:latin typeface="Trebuchet MS"/>
                <a:cs typeface="Trebuchet MS"/>
              </a:rPr>
              <a:t>propriedade</a:t>
            </a:r>
            <a:r>
              <a:rPr sz="3200" spc="-110" dirty="0">
                <a:latin typeface="Trebuchet MS"/>
                <a:cs typeface="Trebuchet MS"/>
              </a:rPr>
              <a:t> </a:t>
            </a:r>
            <a:r>
              <a:rPr sz="3200" spc="150" dirty="0">
                <a:latin typeface="Trebuchet MS"/>
                <a:cs typeface="Trebuchet MS"/>
              </a:rPr>
              <a:t>2</a:t>
            </a:r>
            <a:endParaRPr sz="3200">
              <a:latin typeface="Trebuchet MS"/>
              <a:cs typeface="Trebuchet M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347720" y="45085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45957" y="4887"/>
                </a:lnTo>
                <a:lnTo>
                  <a:pt x="105524" y="18883"/>
                </a:lnTo>
                <a:lnTo>
                  <a:pt x="70201" y="40988"/>
                </a:lnTo>
                <a:lnTo>
                  <a:pt x="40988" y="70201"/>
                </a:lnTo>
                <a:lnTo>
                  <a:pt x="18883" y="105524"/>
                </a:lnTo>
                <a:lnTo>
                  <a:pt x="4887" y="145957"/>
                </a:lnTo>
                <a:lnTo>
                  <a:pt x="0" y="190500"/>
                </a:lnTo>
                <a:lnTo>
                  <a:pt x="4887" y="235042"/>
                </a:lnTo>
                <a:lnTo>
                  <a:pt x="18883" y="275475"/>
                </a:lnTo>
                <a:lnTo>
                  <a:pt x="40988" y="310798"/>
                </a:lnTo>
                <a:lnTo>
                  <a:pt x="70201" y="340011"/>
                </a:lnTo>
                <a:lnTo>
                  <a:pt x="105524" y="362116"/>
                </a:lnTo>
                <a:lnTo>
                  <a:pt x="145957" y="376112"/>
                </a:lnTo>
                <a:lnTo>
                  <a:pt x="190500" y="381000"/>
                </a:lnTo>
                <a:lnTo>
                  <a:pt x="235042" y="376112"/>
                </a:lnTo>
                <a:lnTo>
                  <a:pt x="275475" y="362116"/>
                </a:lnTo>
                <a:lnTo>
                  <a:pt x="310798" y="340011"/>
                </a:lnTo>
                <a:lnTo>
                  <a:pt x="340011" y="310798"/>
                </a:lnTo>
                <a:lnTo>
                  <a:pt x="362116" y="275475"/>
                </a:lnTo>
                <a:lnTo>
                  <a:pt x="376112" y="235042"/>
                </a:lnTo>
                <a:lnTo>
                  <a:pt x="381000" y="190500"/>
                </a:lnTo>
                <a:lnTo>
                  <a:pt x="376112" y="145957"/>
                </a:lnTo>
                <a:lnTo>
                  <a:pt x="362116" y="105524"/>
                </a:lnTo>
                <a:lnTo>
                  <a:pt x="340011" y="70201"/>
                </a:lnTo>
                <a:lnTo>
                  <a:pt x="310798" y="40988"/>
                </a:lnTo>
                <a:lnTo>
                  <a:pt x="275475" y="18883"/>
                </a:lnTo>
                <a:lnTo>
                  <a:pt x="235042" y="4887"/>
                </a:lnTo>
                <a:lnTo>
                  <a:pt x="19050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347720" y="45085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235042" y="4887"/>
                </a:lnTo>
                <a:lnTo>
                  <a:pt x="275475" y="18883"/>
                </a:lnTo>
                <a:lnTo>
                  <a:pt x="310798" y="40988"/>
                </a:lnTo>
                <a:lnTo>
                  <a:pt x="340011" y="70201"/>
                </a:lnTo>
                <a:lnTo>
                  <a:pt x="362116" y="105524"/>
                </a:lnTo>
                <a:lnTo>
                  <a:pt x="376112" y="145957"/>
                </a:lnTo>
                <a:lnTo>
                  <a:pt x="381000" y="190500"/>
                </a:lnTo>
                <a:lnTo>
                  <a:pt x="376112" y="235042"/>
                </a:lnTo>
                <a:lnTo>
                  <a:pt x="362116" y="275475"/>
                </a:lnTo>
                <a:lnTo>
                  <a:pt x="340011" y="310798"/>
                </a:lnTo>
                <a:lnTo>
                  <a:pt x="310798" y="340011"/>
                </a:lnTo>
                <a:lnTo>
                  <a:pt x="275475" y="362116"/>
                </a:lnTo>
                <a:lnTo>
                  <a:pt x="235042" y="376112"/>
                </a:lnTo>
                <a:lnTo>
                  <a:pt x="190500" y="381000"/>
                </a:lnTo>
                <a:lnTo>
                  <a:pt x="145957" y="376112"/>
                </a:lnTo>
                <a:lnTo>
                  <a:pt x="105524" y="362116"/>
                </a:lnTo>
                <a:lnTo>
                  <a:pt x="70201" y="340011"/>
                </a:lnTo>
                <a:lnTo>
                  <a:pt x="40988" y="310798"/>
                </a:lnTo>
                <a:lnTo>
                  <a:pt x="18883" y="275475"/>
                </a:lnTo>
                <a:lnTo>
                  <a:pt x="4887" y="235042"/>
                </a:lnTo>
                <a:lnTo>
                  <a:pt x="0" y="190500"/>
                </a:lnTo>
                <a:lnTo>
                  <a:pt x="4887" y="145957"/>
                </a:lnTo>
                <a:lnTo>
                  <a:pt x="18883" y="105524"/>
                </a:lnTo>
                <a:lnTo>
                  <a:pt x="40988" y="70201"/>
                </a:lnTo>
                <a:lnTo>
                  <a:pt x="70201" y="40988"/>
                </a:lnTo>
                <a:lnTo>
                  <a:pt x="105524" y="18883"/>
                </a:lnTo>
                <a:lnTo>
                  <a:pt x="145957" y="4887"/>
                </a:lnTo>
                <a:lnTo>
                  <a:pt x="190500" y="0"/>
                </a:lnTo>
                <a:close/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347720" y="4508500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728720" y="4889500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3449320" y="4516120"/>
            <a:ext cx="177800" cy="3771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i="1" dirty="0">
                <a:latin typeface="Times New Roman"/>
                <a:cs typeface="Times New Roman"/>
              </a:rPr>
              <a:t>p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4356100" y="4508500"/>
            <a:ext cx="488950" cy="283210"/>
          </a:xfrm>
          <a:custGeom>
            <a:avLst/>
            <a:gdLst/>
            <a:ahLst/>
            <a:cxnLst/>
            <a:rect l="l" t="t" r="r" b="b"/>
            <a:pathLst>
              <a:path w="488950" h="283210">
                <a:moveTo>
                  <a:pt x="0" y="71119"/>
                </a:moveTo>
                <a:lnTo>
                  <a:pt x="367029" y="71119"/>
                </a:lnTo>
                <a:lnTo>
                  <a:pt x="367029" y="0"/>
                </a:lnTo>
                <a:lnTo>
                  <a:pt x="488950" y="142239"/>
                </a:lnTo>
                <a:lnTo>
                  <a:pt x="367029" y="283210"/>
                </a:lnTo>
                <a:lnTo>
                  <a:pt x="367029" y="213360"/>
                </a:lnTo>
                <a:lnTo>
                  <a:pt x="0" y="213360"/>
                </a:lnTo>
                <a:lnTo>
                  <a:pt x="0" y="71119"/>
                </a:lnTo>
                <a:close/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356100" y="4508500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4845050" y="4792979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5651500" y="45085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45957" y="4887"/>
                </a:lnTo>
                <a:lnTo>
                  <a:pt x="105524" y="18883"/>
                </a:lnTo>
                <a:lnTo>
                  <a:pt x="70201" y="40988"/>
                </a:lnTo>
                <a:lnTo>
                  <a:pt x="40988" y="70201"/>
                </a:lnTo>
                <a:lnTo>
                  <a:pt x="18883" y="105524"/>
                </a:lnTo>
                <a:lnTo>
                  <a:pt x="4887" y="145957"/>
                </a:lnTo>
                <a:lnTo>
                  <a:pt x="0" y="190500"/>
                </a:lnTo>
                <a:lnTo>
                  <a:pt x="4887" y="235042"/>
                </a:lnTo>
                <a:lnTo>
                  <a:pt x="18883" y="275475"/>
                </a:lnTo>
                <a:lnTo>
                  <a:pt x="40988" y="310798"/>
                </a:lnTo>
                <a:lnTo>
                  <a:pt x="70201" y="340011"/>
                </a:lnTo>
                <a:lnTo>
                  <a:pt x="105524" y="362116"/>
                </a:lnTo>
                <a:lnTo>
                  <a:pt x="145957" y="376112"/>
                </a:lnTo>
                <a:lnTo>
                  <a:pt x="190500" y="381000"/>
                </a:lnTo>
                <a:lnTo>
                  <a:pt x="235042" y="376112"/>
                </a:lnTo>
                <a:lnTo>
                  <a:pt x="275475" y="362116"/>
                </a:lnTo>
                <a:lnTo>
                  <a:pt x="310798" y="340011"/>
                </a:lnTo>
                <a:lnTo>
                  <a:pt x="340011" y="310798"/>
                </a:lnTo>
                <a:lnTo>
                  <a:pt x="362116" y="275475"/>
                </a:lnTo>
                <a:lnTo>
                  <a:pt x="376112" y="235042"/>
                </a:lnTo>
                <a:lnTo>
                  <a:pt x="381000" y="190500"/>
                </a:lnTo>
                <a:lnTo>
                  <a:pt x="376112" y="145957"/>
                </a:lnTo>
                <a:lnTo>
                  <a:pt x="362116" y="105524"/>
                </a:lnTo>
                <a:lnTo>
                  <a:pt x="340011" y="70201"/>
                </a:lnTo>
                <a:lnTo>
                  <a:pt x="310798" y="40988"/>
                </a:lnTo>
                <a:lnTo>
                  <a:pt x="275475" y="18883"/>
                </a:lnTo>
                <a:lnTo>
                  <a:pt x="235042" y="4887"/>
                </a:lnTo>
                <a:lnTo>
                  <a:pt x="1905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5651500" y="45085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235042" y="4887"/>
                </a:lnTo>
                <a:lnTo>
                  <a:pt x="275475" y="18883"/>
                </a:lnTo>
                <a:lnTo>
                  <a:pt x="310798" y="40988"/>
                </a:lnTo>
                <a:lnTo>
                  <a:pt x="340011" y="70201"/>
                </a:lnTo>
                <a:lnTo>
                  <a:pt x="362116" y="105524"/>
                </a:lnTo>
                <a:lnTo>
                  <a:pt x="376112" y="145957"/>
                </a:lnTo>
                <a:lnTo>
                  <a:pt x="381000" y="190500"/>
                </a:lnTo>
                <a:lnTo>
                  <a:pt x="376112" y="235042"/>
                </a:lnTo>
                <a:lnTo>
                  <a:pt x="362116" y="275475"/>
                </a:lnTo>
                <a:lnTo>
                  <a:pt x="340011" y="310798"/>
                </a:lnTo>
                <a:lnTo>
                  <a:pt x="310798" y="340011"/>
                </a:lnTo>
                <a:lnTo>
                  <a:pt x="275475" y="362116"/>
                </a:lnTo>
                <a:lnTo>
                  <a:pt x="235042" y="376112"/>
                </a:lnTo>
                <a:lnTo>
                  <a:pt x="190500" y="381000"/>
                </a:lnTo>
                <a:lnTo>
                  <a:pt x="145957" y="376112"/>
                </a:lnTo>
                <a:lnTo>
                  <a:pt x="105524" y="362116"/>
                </a:lnTo>
                <a:lnTo>
                  <a:pt x="70201" y="340011"/>
                </a:lnTo>
                <a:lnTo>
                  <a:pt x="40988" y="310798"/>
                </a:lnTo>
                <a:lnTo>
                  <a:pt x="18883" y="275475"/>
                </a:lnTo>
                <a:lnTo>
                  <a:pt x="4887" y="235042"/>
                </a:lnTo>
                <a:lnTo>
                  <a:pt x="0" y="190500"/>
                </a:lnTo>
                <a:lnTo>
                  <a:pt x="4887" y="145957"/>
                </a:lnTo>
                <a:lnTo>
                  <a:pt x="18883" y="105524"/>
                </a:lnTo>
                <a:lnTo>
                  <a:pt x="40988" y="70201"/>
                </a:lnTo>
                <a:lnTo>
                  <a:pt x="70201" y="40988"/>
                </a:lnTo>
                <a:lnTo>
                  <a:pt x="105524" y="18883"/>
                </a:lnTo>
                <a:lnTo>
                  <a:pt x="145957" y="4887"/>
                </a:lnTo>
                <a:lnTo>
                  <a:pt x="190500" y="0"/>
                </a:lnTo>
                <a:close/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5651500" y="4508500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6032500" y="4889500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5753100" y="4516120"/>
            <a:ext cx="177800" cy="3771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i="1" dirty="0">
                <a:solidFill>
                  <a:srgbClr val="FFFFFF"/>
                </a:solidFill>
                <a:latin typeface="Times New Roman"/>
                <a:cs typeface="Times New Roman"/>
              </a:rPr>
              <a:t>p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914400" rIns="0" bIns="0" rtlCol="0">
            <a:spAutoFit/>
          </a:bodyPr>
          <a:lstStyle/>
          <a:p>
            <a:pPr marL="2366010">
              <a:lnSpc>
                <a:spcPct val="100000"/>
              </a:lnSpc>
            </a:pPr>
            <a:r>
              <a:rPr sz="4000" spc="30" dirty="0"/>
              <a:t>Exemplo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535940" y="1645920"/>
            <a:ext cx="6732270" cy="975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buFont typeface="Arial"/>
              <a:buChar char="•"/>
              <a:tabLst>
                <a:tab pos="355600" algn="l"/>
              </a:tabLst>
            </a:pPr>
            <a:r>
              <a:rPr sz="3200" spc="100" dirty="0">
                <a:latin typeface="Trebuchet MS"/>
                <a:cs typeface="Trebuchet MS"/>
              </a:rPr>
              <a:t>Caso</a:t>
            </a:r>
            <a:r>
              <a:rPr sz="3200" spc="-55" dirty="0">
                <a:latin typeface="Trebuchet MS"/>
                <a:cs typeface="Trebuchet MS"/>
              </a:rPr>
              <a:t> </a:t>
            </a:r>
            <a:r>
              <a:rPr sz="3200" spc="-30" dirty="0">
                <a:latin typeface="Trebuchet MS"/>
                <a:cs typeface="Trebuchet MS"/>
              </a:rPr>
              <a:t>2:</a:t>
            </a:r>
            <a:r>
              <a:rPr sz="3200" spc="-65" dirty="0">
                <a:latin typeface="Trebuchet MS"/>
                <a:cs typeface="Trebuchet MS"/>
              </a:rPr>
              <a:t> </a:t>
            </a:r>
            <a:r>
              <a:rPr sz="3200" spc="30" dirty="0">
                <a:latin typeface="Trebuchet MS"/>
                <a:cs typeface="Trebuchet MS"/>
              </a:rPr>
              <a:t>Ao</a:t>
            </a:r>
            <a:r>
              <a:rPr sz="3200" spc="-55" dirty="0">
                <a:latin typeface="Trebuchet MS"/>
                <a:cs typeface="Trebuchet MS"/>
              </a:rPr>
              <a:t> </a:t>
            </a:r>
            <a:r>
              <a:rPr sz="3200" spc="-10" dirty="0">
                <a:latin typeface="Trebuchet MS"/>
                <a:cs typeface="Trebuchet MS"/>
              </a:rPr>
              <a:t>inserir</a:t>
            </a:r>
            <a:r>
              <a:rPr sz="3200" spc="-55" dirty="0">
                <a:latin typeface="Trebuchet MS"/>
                <a:cs typeface="Trebuchet MS"/>
              </a:rPr>
              <a:t> </a:t>
            </a:r>
            <a:r>
              <a:rPr sz="3200" spc="-85" dirty="0">
                <a:latin typeface="Trebuchet MS"/>
                <a:cs typeface="Trebuchet MS"/>
              </a:rPr>
              <a:t>x,</a:t>
            </a:r>
            <a:r>
              <a:rPr sz="3200" spc="-70" dirty="0">
                <a:latin typeface="Trebuchet MS"/>
                <a:cs typeface="Trebuchet MS"/>
              </a:rPr>
              <a:t> </a:t>
            </a:r>
            <a:r>
              <a:rPr sz="3200" spc="110" dirty="0">
                <a:latin typeface="Trebuchet MS"/>
                <a:cs typeface="Trebuchet MS"/>
              </a:rPr>
              <a:t>se</a:t>
            </a:r>
            <a:r>
              <a:rPr sz="3200" spc="-60" dirty="0">
                <a:latin typeface="Trebuchet MS"/>
                <a:cs typeface="Trebuchet MS"/>
              </a:rPr>
              <a:t> </a:t>
            </a:r>
            <a:r>
              <a:rPr sz="3200" spc="40" dirty="0">
                <a:latin typeface="Trebuchet MS"/>
                <a:cs typeface="Trebuchet MS"/>
              </a:rPr>
              <a:t>o</a:t>
            </a:r>
            <a:r>
              <a:rPr sz="3200" spc="-55" dirty="0">
                <a:latin typeface="Trebuchet MS"/>
                <a:cs typeface="Trebuchet MS"/>
              </a:rPr>
              <a:t> </a:t>
            </a:r>
            <a:r>
              <a:rPr sz="3200" spc="-75" dirty="0">
                <a:latin typeface="Trebuchet MS"/>
                <a:cs typeface="Trebuchet MS"/>
              </a:rPr>
              <a:t>tio</a:t>
            </a:r>
            <a:r>
              <a:rPr sz="3200" spc="-65" dirty="0">
                <a:latin typeface="Trebuchet MS"/>
                <a:cs typeface="Trebuchet MS"/>
              </a:rPr>
              <a:t> </a:t>
            </a:r>
            <a:r>
              <a:rPr sz="3200" spc="35" dirty="0">
                <a:latin typeface="Trebuchet MS"/>
                <a:cs typeface="Trebuchet MS"/>
              </a:rPr>
              <a:t>de</a:t>
            </a:r>
            <a:r>
              <a:rPr sz="3200" spc="-60" dirty="0">
                <a:latin typeface="Trebuchet MS"/>
                <a:cs typeface="Trebuchet MS"/>
              </a:rPr>
              <a:t> </a:t>
            </a:r>
            <a:r>
              <a:rPr sz="3200" spc="100" dirty="0">
                <a:latin typeface="Trebuchet MS"/>
                <a:cs typeface="Trebuchet MS"/>
              </a:rPr>
              <a:t>x</a:t>
            </a:r>
            <a:r>
              <a:rPr sz="3200" spc="-65" dirty="0">
                <a:latin typeface="Trebuchet MS"/>
                <a:cs typeface="Trebuchet MS"/>
              </a:rPr>
              <a:t> </a:t>
            </a:r>
            <a:r>
              <a:rPr sz="3200" spc="25" dirty="0">
                <a:latin typeface="Trebuchet MS"/>
                <a:cs typeface="Trebuchet MS"/>
              </a:rPr>
              <a:t>é  </a:t>
            </a:r>
            <a:r>
              <a:rPr sz="3200" spc="-10" dirty="0">
                <a:latin typeface="Trebuchet MS"/>
                <a:cs typeface="Trebuchet MS"/>
              </a:rPr>
              <a:t>vermelho, </a:t>
            </a:r>
            <a:r>
              <a:rPr sz="3200" spc="25" dirty="0">
                <a:latin typeface="Trebuchet MS"/>
                <a:cs typeface="Trebuchet MS"/>
              </a:rPr>
              <a:t>é </a:t>
            </a:r>
            <a:r>
              <a:rPr sz="3200" spc="45" dirty="0">
                <a:latin typeface="Trebuchet MS"/>
                <a:cs typeface="Trebuchet MS"/>
              </a:rPr>
              <a:t>necessário </a:t>
            </a:r>
            <a:r>
              <a:rPr sz="3200" spc="-30" dirty="0">
                <a:latin typeface="Trebuchet MS"/>
                <a:cs typeface="Trebuchet MS"/>
              </a:rPr>
              <a:t>fazer</a:t>
            </a:r>
            <a:r>
              <a:rPr sz="3200" spc="-340" dirty="0">
                <a:latin typeface="Trebuchet MS"/>
                <a:cs typeface="Trebuchet MS"/>
              </a:rPr>
              <a:t> </a:t>
            </a:r>
            <a:r>
              <a:rPr sz="3200" spc="80" dirty="0">
                <a:latin typeface="Trebuchet MS"/>
                <a:cs typeface="Trebuchet MS"/>
              </a:rPr>
              <a:t>a</a:t>
            </a:r>
            <a:endParaRPr sz="32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78839" y="2621279"/>
            <a:ext cx="4143375" cy="5016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200" spc="-5" dirty="0">
                <a:latin typeface="Trebuchet MS"/>
                <a:cs typeface="Trebuchet MS"/>
              </a:rPr>
              <a:t>recoloração </a:t>
            </a:r>
            <a:r>
              <a:rPr sz="3200" spc="35" dirty="0">
                <a:latin typeface="Trebuchet MS"/>
                <a:cs typeface="Trebuchet MS"/>
              </a:rPr>
              <a:t>de </a:t>
            </a:r>
            <a:r>
              <a:rPr sz="3200" spc="-95" dirty="0">
                <a:latin typeface="Trebuchet MS"/>
                <a:cs typeface="Trebuchet MS"/>
              </a:rPr>
              <a:t>a, </a:t>
            </a:r>
            <a:r>
              <a:rPr sz="3200" spc="-145" dirty="0">
                <a:latin typeface="Trebuchet MS"/>
                <a:cs typeface="Trebuchet MS"/>
              </a:rPr>
              <a:t>t </a:t>
            </a:r>
            <a:r>
              <a:rPr sz="3200" spc="25" dirty="0">
                <a:latin typeface="Trebuchet MS"/>
                <a:cs typeface="Trebuchet MS"/>
              </a:rPr>
              <a:t>e</a:t>
            </a:r>
            <a:r>
              <a:rPr sz="3200" spc="-125" dirty="0">
                <a:latin typeface="Trebuchet MS"/>
                <a:cs typeface="Trebuchet MS"/>
              </a:rPr>
              <a:t> </a:t>
            </a:r>
            <a:r>
              <a:rPr sz="3200" spc="45" dirty="0">
                <a:latin typeface="Trebuchet MS"/>
                <a:cs typeface="Trebuchet MS"/>
              </a:rPr>
              <a:t>p</a:t>
            </a:r>
            <a:endParaRPr sz="3200">
              <a:latin typeface="Trebuchet MS"/>
              <a:cs typeface="Trebuchet MS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057400" y="39624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45957" y="4887"/>
                </a:lnTo>
                <a:lnTo>
                  <a:pt x="105524" y="18883"/>
                </a:lnTo>
                <a:lnTo>
                  <a:pt x="70201" y="40988"/>
                </a:lnTo>
                <a:lnTo>
                  <a:pt x="40988" y="70201"/>
                </a:lnTo>
                <a:lnTo>
                  <a:pt x="18883" y="105524"/>
                </a:lnTo>
                <a:lnTo>
                  <a:pt x="4887" y="145957"/>
                </a:lnTo>
                <a:lnTo>
                  <a:pt x="0" y="190500"/>
                </a:lnTo>
                <a:lnTo>
                  <a:pt x="4887" y="235042"/>
                </a:lnTo>
                <a:lnTo>
                  <a:pt x="18883" y="275475"/>
                </a:lnTo>
                <a:lnTo>
                  <a:pt x="40988" y="310798"/>
                </a:lnTo>
                <a:lnTo>
                  <a:pt x="70201" y="340011"/>
                </a:lnTo>
                <a:lnTo>
                  <a:pt x="105524" y="362116"/>
                </a:lnTo>
                <a:lnTo>
                  <a:pt x="145957" y="376112"/>
                </a:lnTo>
                <a:lnTo>
                  <a:pt x="190500" y="381000"/>
                </a:lnTo>
                <a:lnTo>
                  <a:pt x="235042" y="376112"/>
                </a:lnTo>
                <a:lnTo>
                  <a:pt x="275475" y="362116"/>
                </a:lnTo>
                <a:lnTo>
                  <a:pt x="310798" y="340011"/>
                </a:lnTo>
                <a:lnTo>
                  <a:pt x="340011" y="310798"/>
                </a:lnTo>
                <a:lnTo>
                  <a:pt x="362116" y="275475"/>
                </a:lnTo>
                <a:lnTo>
                  <a:pt x="376112" y="235042"/>
                </a:lnTo>
                <a:lnTo>
                  <a:pt x="381000" y="190500"/>
                </a:lnTo>
                <a:lnTo>
                  <a:pt x="376112" y="145957"/>
                </a:lnTo>
                <a:lnTo>
                  <a:pt x="362116" y="105524"/>
                </a:lnTo>
                <a:lnTo>
                  <a:pt x="340011" y="70201"/>
                </a:lnTo>
                <a:lnTo>
                  <a:pt x="310798" y="40988"/>
                </a:lnTo>
                <a:lnTo>
                  <a:pt x="275475" y="18883"/>
                </a:lnTo>
                <a:lnTo>
                  <a:pt x="235042" y="4887"/>
                </a:lnTo>
                <a:lnTo>
                  <a:pt x="19050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057400" y="39624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235042" y="4887"/>
                </a:lnTo>
                <a:lnTo>
                  <a:pt x="275475" y="18883"/>
                </a:lnTo>
                <a:lnTo>
                  <a:pt x="310798" y="40988"/>
                </a:lnTo>
                <a:lnTo>
                  <a:pt x="340011" y="70201"/>
                </a:lnTo>
                <a:lnTo>
                  <a:pt x="362116" y="105524"/>
                </a:lnTo>
                <a:lnTo>
                  <a:pt x="376112" y="145957"/>
                </a:lnTo>
                <a:lnTo>
                  <a:pt x="381000" y="190500"/>
                </a:lnTo>
                <a:lnTo>
                  <a:pt x="376112" y="235042"/>
                </a:lnTo>
                <a:lnTo>
                  <a:pt x="362116" y="275475"/>
                </a:lnTo>
                <a:lnTo>
                  <a:pt x="340011" y="310798"/>
                </a:lnTo>
                <a:lnTo>
                  <a:pt x="310798" y="340011"/>
                </a:lnTo>
                <a:lnTo>
                  <a:pt x="275475" y="362116"/>
                </a:lnTo>
                <a:lnTo>
                  <a:pt x="235042" y="376112"/>
                </a:lnTo>
                <a:lnTo>
                  <a:pt x="190500" y="381000"/>
                </a:lnTo>
                <a:lnTo>
                  <a:pt x="145957" y="376112"/>
                </a:lnTo>
                <a:lnTo>
                  <a:pt x="105524" y="362116"/>
                </a:lnTo>
                <a:lnTo>
                  <a:pt x="70201" y="340011"/>
                </a:lnTo>
                <a:lnTo>
                  <a:pt x="40988" y="310798"/>
                </a:lnTo>
                <a:lnTo>
                  <a:pt x="18883" y="275475"/>
                </a:lnTo>
                <a:lnTo>
                  <a:pt x="4887" y="235042"/>
                </a:lnTo>
                <a:lnTo>
                  <a:pt x="0" y="190500"/>
                </a:lnTo>
                <a:lnTo>
                  <a:pt x="4887" y="145957"/>
                </a:lnTo>
                <a:lnTo>
                  <a:pt x="18883" y="105524"/>
                </a:lnTo>
                <a:lnTo>
                  <a:pt x="40988" y="70201"/>
                </a:lnTo>
                <a:lnTo>
                  <a:pt x="70201" y="40988"/>
                </a:lnTo>
                <a:lnTo>
                  <a:pt x="105524" y="18883"/>
                </a:lnTo>
                <a:lnTo>
                  <a:pt x="145957" y="4887"/>
                </a:lnTo>
                <a:lnTo>
                  <a:pt x="190500" y="0"/>
                </a:lnTo>
                <a:close/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057400" y="3962400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438400" y="4343400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374900" y="4621529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45957" y="4887"/>
                </a:lnTo>
                <a:lnTo>
                  <a:pt x="105524" y="18883"/>
                </a:lnTo>
                <a:lnTo>
                  <a:pt x="70201" y="40988"/>
                </a:lnTo>
                <a:lnTo>
                  <a:pt x="40988" y="70201"/>
                </a:lnTo>
                <a:lnTo>
                  <a:pt x="18883" y="105524"/>
                </a:lnTo>
                <a:lnTo>
                  <a:pt x="4887" y="145957"/>
                </a:lnTo>
                <a:lnTo>
                  <a:pt x="0" y="190500"/>
                </a:lnTo>
                <a:lnTo>
                  <a:pt x="4887" y="235042"/>
                </a:lnTo>
                <a:lnTo>
                  <a:pt x="18883" y="275475"/>
                </a:lnTo>
                <a:lnTo>
                  <a:pt x="40988" y="310798"/>
                </a:lnTo>
                <a:lnTo>
                  <a:pt x="70201" y="340011"/>
                </a:lnTo>
                <a:lnTo>
                  <a:pt x="105524" y="362116"/>
                </a:lnTo>
                <a:lnTo>
                  <a:pt x="145957" y="376112"/>
                </a:lnTo>
                <a:lnTo>
                  <a:pt x="190500" y="381000"/>
                </a:lnTo>
                <a:lnTo>
                  <a:pt x="235042" y="376112"/>
                </a:lnTo>
                <a:lnTo>
                  <a:pt x="275475" y="362116"/>
                </a:lnTo>
                <a:lnTo>
                  <a:pt x="310798" y="340011"/>
                </a:lnTo>
                <a:lnTo>
                  <a:pt x="340011" y="310798"/>
                </a:lnTo>
                <a:lnTo>
                  <a:pt x="362116" y="275475"/>
                </a:lnTo>
                <a:lnTo>
                  <a:pt x="376112" y="235042"/>
                </a:lnTo>
                <a:lnTo>
                  <a:pt x="381000" y="190500"/>
                </a:lnTo>
                <a:lnTo>
                  <a:pt x="376112" y="145957"/>
                </a:lnTo>
                <a:lnTo>
                  <a:pt x="362116" y="105524"/>
                </a:lnTo>
                <a:lnTo>
                  <a:pt x="340011" y="70201"/>
                </a:lnTo>
                <a:lnTo>
                  <a:pt x="310798" y="40988"/>
                </a:lnTo>
                <a:lnTo>
                  <a:pt x="275475" y="18883"/>
                </a:lnTo>
                <a:lnTo>
                  <a:pt x="235042" y="4887"/>
                </a:lnTo>
                <a:lnTo>
                  <a:pt x="19050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2374900" y="4621529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235042" y="4887"/>
                </a:lnTo>
                <a:lnTo>
                  <a:pt x="275475" y="18883"/>
                </a:lnTo>
                <a:lnTo>
                  <a:pt x="310798" y="40988"/>
                </a:lnTo>
                <a:lnTo>
                  <a:pt x="340011" y="70201"/>
                </a:lnTo>
                <a:lnTo>
                  <a:pt x="362116" y="105524"/>
                </a:lnTo>
                <a:lnTo>
                  <a:pt x="376112" y="145957"/>
                </a:lnTo>
                <a:lnTo>
                  <a:pt x="381000" y="190500"/>
                </a:lnTo>
                <a:lnTo>
                  <a:pt x="376112" y="235042"/>
                </a:lnTo>
                <a:lnTo>
                  <a:pt x="362116" y="275475"/>
                </a:lnTo>
                <a:lnTo>
                  <a:pt x="340011" y="310798"/>
                </a:lnTo>
                <a:lnTo>
                  <a:pt x="310798" y="340011"/>
                </a:lnTo>
                <a:lnTo>
                  <a:pt x="275475" y="362116"/>
                </a:lnTo>
                <a:lnTo>
                  <a:pt x="235042" y="376112"/>
                </a:lnTo>
                <a:lnTo>
                  <a:pt x="190500" y="381000"/>
                </a:lnTo>
                <a:lnTo>
                  <a:pt x="145957" y="376112"/>
                </a:lnTo>
                <a:lnTo>
                  <a:pt x="105524" y="362116"/>
                </a:lnTo>
                <a:lnTo>
                  <a:pt x="70201" y="340011"/>
                </a:lnTo>
                <a:lnTo>
                  <a:pt x="40988" y="310798"/>
                </a:lnTo>
                <a:lnTo>
                  <a:pt x="18883" y="275475"/>
                </a:lnTo>
                <a:lnTo>
                  <a:pt x="4887" y="235042"/>
                </a:lnTo>
                <a:lnTo>
                  <a:pt x="0" y="190500"/>
                </a:lnTo>
                <a:lnTo>
                  <a:pt x="4887" y="145957"/>
                </a:lnTo>
                <a:lnTo>
                  <a:pt x="18883" y="105524"/>
                </a:lnTo>
                <a:lnTo>
                  <a:pt x="40988" y="70201"/>
                </a:lnTo>
                <a:lnTo>
                  <a:pt x="70201" y="40988"/>
                </a:lnTo>
                <a:lnTo>
                  <a:pt x="105524" y="18883"/>
                </a:lnTo>
                <a:lnTo>
                  <a:pt x="145957" y="4887"/>
                </a:lnTo>
                <a:lnTo>
                  <a:pt x="190500" y="0"/>
                </a:lnTo>
                <a:close/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2374900" y="4621529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2755900" y="5002529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2484120" y="4629150"/>
            <a:ext cx="161290" cy="3771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i="1" dirty="0">
                <a:latin typeface="Times New Roman"/>
                <a:cs typeface="Times New Roman"/>
              </a:rPr>
              <a:t>x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2382520" y="4287520"/>
            <a:ext cx="182880" cy="334010"/>
          </a:xfrm>
          <a:custGeom>
            <a:avLst/>
            <a:gdLst/>
            <a:ahLst/>
            <a:cxnLst/>
            <a:rect l="l" t="t" r="r" b="b"/>
            <a:pathLst>
              <a:path w="182880" h="334010">
                <a:moveTo>
                  <a:pt x="0" y="0"/>
                </a:moveTo>
                <a:lnTo>
                  <a:pt x="182880" y="334009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2733039" y="5557520"/>
            <a:ext cx="170180" cy="1270"/>
          </a:xfrm>
          <a:custGeom>
            <a:avLst/>
            <a:gdLst/>
            <a:ahLst/>
            <a:cxnLst/>
            <a:rect l="l" t="t" r="r" b="b"/>
            <a:pathLst>
              <a:path w="170180" h="1270">
                <a:moveTo>
                  <a:pt x="0" y="0"/>
                </a:moveTo>
                <a:lnTo>
                  <a:pt x="170180" y="1269"/>
                </a:lnTo>
              </a:path>
            </a:pathLst>
          </a:custGeom>
          <a:ln w="3809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2705100" y="5485129"/>
            <a:ext cx="227329" cy="1270"/>
          </a:xfrm>
          <a:custGeom>
            <a:avLst/>
            <a:gdLst/>
            <a:ahLst/>
            <a:cxnLst/>
            <a:rect l="l" t="t" r="r" b="b"/>
            <a:pathLst>
              <a:path w="227330" h="1270">
                <a:moveTo>
                  <a:pt x="0" y="0"/>
                </a:moveTo>
                <a:lnTo>
                  <a:pt x="227330" y="1270"/>
                </a:lnTo>
              </a:path>
            </a:pathLst>
          </a:custGeom>
          <a:ln w="3809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2700020" y="4946650"/>
            <a:ext cx="120650" cy="525780"/>
          </a:xfrm>
          <a:custGeom>
            <a:avLst/>
            <a:gdLst/>
            <a:ahLst/>
            <a:cxnLst/>
            <a:rect l="l" t="t" r="r" b="b"/>
            <a:pathLst>
              <a:path w="120650" h="525779">
                <a:moveTo>
                  <a:pt x="0" y="0"/>
                </a:moveTo>
                <a:lnTo>
                  <a:pt x="120650" y="52578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1447800" y="39624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45957" y="4887"/>
                </a:lnTo>
                <a:lnTo>
                  <a:pt x="105524" y="18883"/>
                </a:lnTo>
                <a:lnTo>
                  <a:pt x="70201" y="40988"/>
                </a:lnTo>
                <a:lnTo>
                  <a:pt x="40988" y="70201"/>
                </a:lnTo>
                <a:lnTo>
                  <a:pt x="18883" y="105524"/>
                </a:lnTo>
                <a:lnTo>
                  <a:pt x="4887" y="145957"/>
                </a:lnTo>
                <a:lnTo>
                  <a:pt x="0" y="190500"/>
                </a:lnTo>
                <a:lnTo>
                  <a:pt x="4887" y="235042"/>
                </a:lnTo>
                <a:lnTo>
                  <a:pt x="18883" y="275475"/>
                </a:lnTo>
                <a:lnTo>
                  <a:pt x="40988" y="310798"/>
                </a:lnTo>
                <a:lnTo>
                  <a:pt x="70201" y="340011"/>
                </a:lnTo>
                <a:lnTo>
                  <a:pt x="105524" y="362116"/>
                </a:lnTo>
                <a:lnTo>
                  <a:pt x="145957" y="376112"/>
                </a:lnTo>
                <a:lnTo>
                  <a:pt x="190500" y="381000"/>
                </a:lnTo>
                <a:lnTo>
                  <a:pt x="235042" y="376112"/>
                </a:lnTo>
                <a:lnTo>
                  <a:pt x="275475" y="362116"/>
                </a:lnTo>
                <a:lnTo>
                  <a:pt x="310798" y="340011"/>
                </a:lnTo>
                <a:lnTo>
                  <a:pt x="340011" y="310798"/>
                </a:lnTo>
                <a:lnTo>
                  <a:pt x="362116" y="275475"/>
                </a:lnTo>
                <a:lnTo>
                  <a:pt x="376112" y="235042"/>
                </a:lnTo>
                <a:lnTo>
                  <a:pt x="381000" y="190500"/>
                </a:lnTo>
                <a:lnTo>
                  <a:pt x="376112" y="145957"/>
                </a:lnTo>
                <a:lnTo>
                  <a:pt x="362116" y="105524"/>
                </a:lnTo>
                <a:lnTo>
                  <a:pt x="340011" y="70201"/>
                </a:lnTo>
                <a:lnTo>
                  <a:pt x="310798" y="40988"/>
                </a:lnTo>
                <a:lnTo>
                  <a:pt x="275475" y="18883"/>
                </a:lnTo>
                <a:lnTo>
                  <a:pt x="235042" y="4887"/>
                </a:lnTo>
                <a:lnTo>
                  <a:pt x="19050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1447800" y="39624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235042" y="4887"/>
                </a:lnTo>
                <a:lnTo>
                  <a:pt x="275475" y="18883"/>
                </a:lnTo>
                <a:lnTo>
                  <a:pt x="310798" y="40988"/>
                </a:lnTo>
                <a:lnTo>
                  <a:pt x="340011" y="70201"/>
                </a:lnTo>
                <a:lnTo>
                  <a:pt x="362116" y="105524"/>
                </a:lnTo>
                <a:lnTo>
                  <a:pt x="376112" y="145957"/>
                </a:lnTo>
                <a:lnTo>
                  <a:pt x="381000" y="190500"/>
                </a:lnTo>
                <a:lnTo>
                  <a:pt x="376112" y="235042"/>
                </a:lnTo>
                <a:lnTo>
                  <a:pt x="362116" y="275475"/>
                </a:lnTo>
                <a:lnTo>
                  <a:pt x="340011" y="310798"/>
                </a:lnTo>
                <a:lnTo>
                  <a:pt x="310798" y="340011"/>
                </a:lnTo>
                <a:lnTo>
                  <a:pt x="275475" y="362116"/>
                </a:lnTo>
                <a:lnTo>
                  <a:pt x="235042" y="376112"/>
                </a:lnTo>
                <a:lnTo>
                  <a:pt x="190500" y="381000"/>
                </a:lnTo>
                <a:lnTo>
                  <a:pt x="145957" y="376112"/>
                </a:lnTo>
                <a:lnTo>
                  <a:pt x="105524" y="362116"/>
                </a:lnTo>
                <a:lnTo>
                  <a:pt x="70201" y="340011"/>
                </a:lnTo>
                <a:lnTo>
                  <a:pt x="40988" y="310798"/>
                </a:lnTo>
                <a:lnTo>
                  <a:pt x="18883" y="275475"/>
                </a:lnTo>
                <a:lnTo>
                  <a:pt x="4887" y="235042"/>
                </a:lnTo>
                <a:lnTo>
                  <a:pt x="0" y="190500"/>
                </a:lnTo>
                <a:lnTo>
                  <a:pt x="4887" y="145957"/>
                </a:lnTo>
                <a:lnTo>
                  <a:pt x="18883" y="105524"/>
                </a:lnTo>
                <a:lnTo>
                  <a:pt x="40988" y="70201"/>
                </a:lnTo>
                <a:lnTo>
                  <a:pt x="70201" y="40988"/>
                </a:lnTo>
                <a:lnTo>
                  <a:pt x="105524" y="18883"/>
                </a:lnTo>
                <a:lnTo>
                  <a:pt x="145957" y="4887"/>
                </a:lnTo>
                <a:lnTo>
                  <a:pt x="190500" y="0"/>
                </a:lnTo>
                <a:close/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1447800" y="3962400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1828800" y="4343400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1583689" y="3970020"/>
            <a:ext cx="753110" cy="3771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587375" algn="l"/>
              </a:tabLst>
            </a:pPr>
            <a:r>
              <a:rPr sz="2400" i="1" dirty="0">
                <a:latin typeface="Times New Roman"/>
                <a:cs typeface="Times New Roman"/>
              </a:rPr>
              <a:t>t	p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1738629" y="330962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45957" y="4887"/>
                </a:lnTo>
                <a:lnTo>
                  <a:pt x="105524" y="18883"/>
                </a:lnTo>
                <a:lnTo>
                  <a:pt x="70201" y="40988"/>
                </a:lnTo>
                <a:lnTo>
                  <a:pt x="40988" y="70201"/>
                </a:lnTo>
                <a:lnTo>
                  <a:pt x="18883" y="105524"/>
                </a:lnTo>
                <a:lnTo>
                  <a:pt x="4887" y="145957"/>
                </a:lnTo>
                <a:lnTo>
                  <a:pt x="0" y="190500"/>
                </a:lnTo>
                <a:lnTo>
                  <a:pt x="4887" y="235042"/>
                </a:lnTo>
                <a:lnTo>
                  <a:pt x="18883" y="275475"/>
                </a:lnTo>
                <a:lnTo>
                  <a:pt x="40988" y="310798"/>
                </a:lnTo>
                <a:lnTo>
                  <a:pt x="70201" y="340011"/>
                </a:lnTo>
                <a:lnTo>
                  <a:pt x="105524" y="362116"/>
                </a:lnTo>
                <a:lnTo>
                  <a:pt x="145957" y="376112"/>
                </a:lnTo>
                <a:lnTo>
                  <a:pt x="190500" y="380999"/>
                </a:lnTo>
                <a:lnTo>
                  <a:pt x="235042" y="376112"/>
                </a:lnTo>
                <a:lnTo>
                  <a:pt x="275475" y="362116"/>
                </a:lnTo>
                <a:lnTo>
                  <a:pt x="310798" y="340011"/>
                </a:lnTo>
                <a:lnTo>
                  <a:pt x="340011" y="310798"/>
                </a:lnTo>
                <a:lnTo>
                  <a:pt x="362116" y="275475"/>
                </a:lnTo>
                <a:lnTo>
                  <a:pt x="376112" y="235042"/>
                </a:lnTo>
                <a:lnTo>
                  <a:pt x="381000" y="190500"/>
                </a:lnTo>
                <a:lnTo>
                  <a:pt x="376112" y="145957"/>
                </a:lnTo>
                <a:lnTo>
                  <a:pt x="362116" y="105524"/>
                </a:lnTo>
                <a:lnTo>
                  <a:pt x="340011" y="70201"/>
                </a:lnTo>
                <a:lnTo>
                  <a:pt x="310798" y="40988"/>
                </a:lnTo>
                <a:lnTo>
                  <a:pt x="275475" y="18883"/>
                </a:lnTo>
                <a:lnTo>
                  <a:pt x="235042" y="4887"/>
                </a:lnTo>
                <a:lnTo>
                  <a:pt x="1905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1738629" y="330962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235042" y="4887"/>
                </a:lnTo>
                <a:lnTo>
                  <a:pt x="275475" y="18883"/>
                </a:lnTo>
                <a:lnTo>
                  <a:pt x="310798" y="40988"/>
                </a:lnTo>
                <a:lnTo>
                  <a:pt x="340011" y="70201"/>
                </a:lnTo>
                <a:lnTo>
                  <a:pt x="362116" y="105524"/>
                </a:lnTo>
                <a:lnTo>
                  <a:pt x="376112" y="145957"/>
                </a:lnTo>
                <a:lnTo>
                  <a:pt x="381000" y="190500"/>
                </a:lnTo>
                <a:lnTo>
                  <a:pt x="376112" y="235042"/>
                </a:lnTo>
                <a:lnTo>
                  <a:pt x="362116" y="275475"/>
                </a:lnTo>
                <a:lnTo>
                  <a:pt x="340011" y="310798"/>
                </a:lnTo>
                <a:lnTo>
                  <a:pt x="310798" y="340011"/>
                </a:lnTo>
                <a:lnTo>
                  <a:pt x="275475" y="362116"/>
                </a:lnTo>
                <a:lnTo>
                  <a:pt x="235042" y="376112"/>
                </a:lnTo>
                <a:lnTo>
                  <a:pt x="190500" y="380999"/>
                </a:lnTo>
                <a:lnTo>
                  <a:pt x="145957" y="376112"/>
                </a:lnTo>
                <a:lnTo>
                  <a:pt x="105524" y="362116"/>
                </a:lnTo>
                <a:lnTo>
                  <a:pt x="70201" y="340011"/>
                </a:lnTo>
                <a:lnTo>
                  <a:pt x="40988" y="310798"/>
                </a:lnTo>
                <a:lnTo>
                  <a:pt x="18883" y="275475"/>
                </a:lnTo>
                <a:lnTo>
                  <a:pt x="4887" y="235042"/>
                </a:lnTo>
                <a:lnTo>
                  <a:pt x="0" y="190500"/>
                </a:lnTo>
                <a:lnTo>
                  <a:pt x="4887" y="145957"/>
                </a:lnTo>
                <a:lnTo>
                  <a:pt x="18883" y="105524"/>
                </a:lnTo>
                <a:lnTo>
                  <a:pt x="40988" y="70201"/>
                </a:lnTo>
                <a:lnTo>
                  <a:pt x="70201" y="40988"/>
                </a:lnTo>
                <a:lnTo>
                  <a:pt x="105524" y="18883"/>
                </a:lnTo>
                <a:lnTo>
                  <a:pt x="145957" y="4887"/>
                </a:lnTo>
                <a:lnTo>
                  <a:pt x="190500" y="0"/>
                </a:lnTo>
                <a:close/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1738629" y="3309620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2119629" y="3690620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1840229" y="3317240"/>
            <a:ext cx="177800" cy="3771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i="1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2063750" y="3634740"/>
            <a:ext cx="184150" cy="327660"/>
          </a:xfrm>
          <a:custGeom>
            <a:avLst/>
            <a:gdLst/>
            <a:ahLst/>
            <a:cxnLst/>
            <a:rect l="l" t="t" r="r" b="b"/>
            <a:pathLst>
              <a:path w="184150" h="327660">
                <a:moveTo>
                  <a:pt x="0" y="0"/>
                </a:moveTo>
                <a:lnTo>
                  <a:pt x="184150" y="32766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1638300" y="3634740"/>
            <a:ext cx="156210" cy="327660"/>
          </a:xfrm>
          <a:custGeom>
            <a:avLst/>
            <a:gdLst/>
            <a:ahLst/>
            <a:cxnLst/>
            <a:rect l="l" t="t" r="r" b="b"/>
            <a:pathLst>
              <a:path w="156210" h="327660">
                <a:moveTo>
                  <a:pt x="156210" y="0"/>
                </a:moveTo>
                <a:lnTo>
                  <a:pt x="0" y="32766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2237739" y="5557520"/>
            <a:ext cx="168910" cy="1270"/>
          </a:xfrm>
          <a:custGeom>
            <a:avLst/>
            <a:gdLst/>
            <a:ahLst/>
            <a:cxnLst/>
            <a:rect l="l" t="t" r="r" b="b"/>
            <a:pathLst>
              <a:path w="168910" h="1270">
                <a:moveTo>
                  <a:pt x="0" y="0"/>
                </a:moveTo>
                <a:lnTo>
                  <a:pt x="168910" y="1269"/>
                </a:lnTo>
              </a:path>
            </a:pathLst>
          </a:custGeom>
          <a:ln w="3809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2209800" y="5485129"/>
            <a:ext cx="226060" cy="1270"/>
          </a:xfrm>
          <a:custGeom>
            <a:avLst/>
            <a:gdLst/>
            <a:ahLst/>
            <a:cxnLst/>
            <a:rect l="l" t="t" r="r" b="b"/>
            <a:pathLst>
              <a:path w="226060" h="1270">
                <a:moveTo>
                  <a:pt x="0" y="0"/>
                </a:moveTo>
                <a:lnTo>
                  <a:pt x="226060" y="1270"/>
                </a:lnTo>
              </a:path>
            </a:pathLst>
          </a:custGeom>
          <a:ln w="3809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2343150" y="4946650"/>
            <a:ext cx="87630" cy="463550"/>
          </a:xfrm>
          <a:custGeom>
            <a:avLst/>
            <a:gdLst/>
            <a:ahLst/>
            <a:cxnLst/>
            <a:rect l="l" t="t" r="r" b="b"/>
            <a:pathLst>
              <a:path w="87630" h="463550">
                <a:moveTo>
                  <a:pt x="87630" y="0"/>
                </a:moveTo>
                <a:lnTo>
                  <a:pt x="0" y="46355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4375150" y="393319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45957" y="4887"/>
                </a:lnTo>
                <a:lnTo>
                  <a:pt x="105524" y="18883"/>
                </a:lnTo>
                <a:lnTo>
                  <a:pt x="70201" y="40988"/>
                </a:lnTo>
                <a:lnTo>
                  <a:pt x="40988" y="70201"/>
                </a:lnTo>
                <a:lnTo>
                  <a:pt x="18883" y="105524"/>
                </a:lnTo>
                <a:lnTo>
                  <a:pt x="4887" y="145957"/>
                </a:lnTo>
                <a:lnTo>
                  <a:pt x="0" y="190500"/>
                </a:lnTo>
                <a:lnTo>
                  <a:pt x="4887" y="235042"/>
                </a:lnTo>
                <a:lnTo>
                  <a:pt x="18883" y="275475"/>
                </a:lnTo>
                <a:lnTo>
                  <a:pt x="40988" y="310798"/>
                </a:lnTo>
                <a:lnTo>
                  <a:pt x="70201" y="340011"/>
                </a:lnTo>
                <a:lnTo>
                  <a:pt x="105524" y="362116"/>
                </a:lnTo>
                <a:lnTo>
                  <a:pt x="145957" y="376112"/>
                </a:lnTo>
                <a:lnTo>
                  <a:pt x="190500" y="381000"/>
                </a:lnTo>
                <a:lnTo>
                  <a:pt x="235042" y="376112"/>
                </a:lnTo>
                <a:lnTo>
                  <a:pt x="275475" y="362116"/>
                </a:lnTo>
                <a:lnTo>
                  <a:pt x="310798" y="340011"/>
                </a:lnTo>
                <a:lnTo>
                  <a:pt x="340011" y="310798"/>
                </a:lnTo>
                <a:lnTo>
                  <a:pt x="362116" y="275475"/>
                </a:lnTo>
                <a:lnTo>
                  <a:pt x="376112" y="235042"/>
                </a:lnTo>
                <a:lnTo>
                  <a:pt x="381000" y="190500"/>
                </a:lnTo>
                <a:lnTo>
                  <a:pt x="376112" y="145957"/>
                </a:lnTo>
                <a:lnTo>
                  <a:pt x="362116" y="105524"/>
                </a:lnTo>
                <a:lnTo>
                  <a:pt x="340011" y="70201"/>
                </a:lnTo>
                <a:lnTo>
                  <a:pt x="310798" y="40988"/>
                </a:lnTo>
                <a:lnTo>
                  <a:pt x="275475" y="18883"/>
                </a:lnTo>
                <a:lnTo>
                  <a:pt x="235042" y="4887"/>
                </a:lnTo>
                <a:lnTo>
                  <a:pt x="1905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4375150" y="393319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235042" y="4887"/>
                </a:lnTo>
                <a:lnTo>
                  <a:pt x="275475" y="18883"/>
                </a:lnTo>
                <a:lnTo>
                  <a:pt x="310798" y="40988"/>
                </a:lnTo>
                <a:lnTo>
                  <a:pt x="340011" y="70201"/>
                </a:lnTo>
                <a:lnTo>
                  <a:pt x="362116" y="105524"/>
                </a:lnTo>
                <a:lnTo>
                  <a:pt x="376112" y="145957"/>
                </a:lnTo>
                <a:lnTo>
                  <a:pt x="381000" y="190500"/>
                </a:lnTo>
                <a:lnTo>
                  <a:pt x="376112" y="235042"/>
                </a:lnTo>
                <a:lnTo>
                  <a:pt x="362116" y="275475"/>
                </a:lnTo>
                <a:lnTo>
                  <a:pt x="340011" y="310798"/>
                </a:lnTo>
                <a:lnTo>
                  <a:pt x="310798" y="340011"/>
                </a:lnTo>
                <a:lnTo>
                  <a:pt x="275475" y="362116"/>
                </a:lnTo>
                <a:lnTo>
                  <a:pt x="235042" y="376112"/>
                </a:lnTo>
                <a:lnTo>
                  <a:pt x="190500" y="381000"/>
                </a:lnTo>
                <a:lnTo>
                  <a:pt x="145957" y="376112"/>
                </a:lnTo>
                <a:lnTo>
                  <a:pt x="105524" y="362116"/>
                </a:lnTo>
                <a:lnTo>
                  <a:pt x="70201" y="340011"/>
                </a:lnTo>
                <a:lnTo>
                  <a:pt x="40988" y="310798"/>
                </a:lnTo>
                <a:lnTo>
                  <a:pt x="18883" y="275475"/>
                </a:lnTo>
                <a:lnTo>
                  <a:pt x="4887" y="235042"/>
                </a:lnTo>
                <a:lnTo>
                  <a:pt x="0" y="190500"/>
                </a:lnTo>
                <a:lnTo>
                  <a:pt x="4887" y="145957"/>
                </a:lnTo>
                <a:lnTo>
                  <a:pt x="18883" y="105524"/>
                </a:lnTo>
                <a:lnTo>
                  <a:pt x="40988" y="70201"/>
                </a:lnTo>
                <a:lnTo>
                  <a:pt x="70201" y="40988"/>
                </a:lnTo>
                <a:lnTo>
                  <a:pt x="105524" y="18883"/>
                </a:lnTo>
                <a:lnTo>
                  <a:pt x="145957" y="4887"/>
                </a:lnTo>
                <a:lnTo>
                  <a:pt x="190500" y="0"/>
                </a:lnTo>
                <a:close/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4375150" y="3933190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4756150" y="4315459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4692650" y="459232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45957" y="4887"/>
                </a:lnTo>
                <a:lnTo>
                  <a:pt x="105524" y="18883"/>
                </a:lnTo>
                <a:lnTo>
                  <a:pt x="70201" y="40988"/>
                </a:lnTo>
                <a:lnTo>
                  <a:pt x="40988" y="70201"/>
                </a:lnTo>
                <a:lnTo>
                  <a:pt x="18883" y="105524"/>
                </a:lnTo>
                <a:lnTo>
                  <a:pt x="4887" y="145957"/>
                </a:lnTo>
                <a:lnTo>
                  <a:pt x="0" y="190499"/>
                </a:lnTo>
                <a:lnTo>
                  <a:pt x="4887" y="235042"/>
                </a:lnTo>
                <a:lnTo>
                  <a:pt x="18883" y="275475"/>
                </a:lnTo>
                <a:lnTo>
                  <a:pt x="40988" y="310798"/>
                </a:lnTo>
                <a:lnTo>
                  <a:pt x="70201" y="340011"/>
                </a:lnTo>
                <a:lnTo>
                  <a:pt x="105524" y="362116"/>
                </a:lnTo>
                <a:lnTo>
                  <a:pt x="145957" y="376112"/>
                </a:lnTo>
                <a:lnTo>
                  <a:pt x="190500" y="380999"/>
                </a:lnTo>
                <a:lnTo>
                  <a:pt x="235042" y="376112"/>
                </a:lnTo>
                <a:lnTo>
                  <a:pt x="275475" y="362116"/>
                </a:lnTo>
                <a:lnTo>
                  <a:pt x="310798" y="340011"/>
                </a:lnTo>
                <a:lnTo>
                  <a:pt x="340011" y="310798"/>
                </a:lnTo>
                <a:lnTo>
                  <a:pt x="362116" y="275475"/>
                </a:lnTo>
                <a:lnTo>
                  <a:pt x="376112" y="235042"/>
                </a:lnTo>
                <a:lnTo>
                  <a:pt x="381000" y="190499"/>
                </a:lnTo>
                <a:lnTo>
                  <a:pt x="376112" y="145957"/>
                </a:lnTo>
                <a:lnTo>
                  <a:pt x="362116" y="105524"/>
                </a:lnTo>
                <a:lnTo>
                  <a:pt x="340011" y="70201"/>
                </a:lnTo>
                <a:lnTo>
                  <a:pt x="310798" y="40988"/>
                </a:lnTo>
                <a:lnTo>
                  <a:pt x="275475" y="18883"/>
                </a:lnTo>
                <a:lnTo>
                  <a:pt x="235042" y="4887"/>
                </a:lnTo>
                <a:lnTo>
                  <a:pt x="19050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4692650" y="459232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235042" y="4887"/>
                </a:lnTo>
                <a:lnTo>
                  <a:pt x="275475" y="18883"/>
                </a:lnTo>
                <a:lnTo>
                  <a:pt x="310798" y="40988"/>
                </a:lnTo>
                <a:lnTo>
                  <a:pt x="340011" y="70201"/>
                </a:lnTo>
                <a:lnTo>
                  <a:pt x="362116" y="105524"/>
                </a:lnTo>
                <a:lnTo>
                  <a:pt x="376112" y="145957"/>
                </a:lnTo>
                <a:lnTo>
                  <a:pt x="381000" y="190499"/>
                </a:lnTo>
                <a:lnTo>
                  <a:pt x="376112" y="235042"/>
                </a:lnTo>
                <a:lnTo>
                  <a:pt x="362116" y="275475"/>
                </a:lnTo>
                <a:lnTo>
                  <a:pt x="340011" y="310798"/>
                </a:lnTo>
                <a:lnTo>
                  <a:pt x="310798" y="340011"/>
                </a:lnTo>
                <a:lnTo>
                  <a:pt x="275475" y="362116"/>
                </a:lnTo>
                <a:lnTo>
                  <a:pt x="235042" y="376112"/>
                </a:lnTo>
                <a:lnTo>
                  <a:pt x="190500" y="380999"/>
                </a:lnTo>
                <a:lnTo>
                  <a:pt x="145957" y="376112"/>
                </a:lnTo>
                <a:lnTo>
                  <a:pt x="105524" y="362116"/>
                </a:lnTo>
                <a:lnTo>
                  <a:pt x="70201" y="340011"/>
                </a:lnTo>
                <a:lnTo>
                  <a:pt x="40988" y="310798"/>
                </a:lnTo>
                <a:lnTo>
                  <a:pt x="18883" y="275475"/>
                </a:lnTo>
                <a:lnTo>
                  <a:pt x="4887" y="235042"/>
                </a:lnTo>
                <a:lnTo>
                  <a:pt x="0" y="190499"/>
                </a:lnTo>
                <a:lnTo>
                  <a:pt x="4887" y="145957"/>
                </a:lnTo>
                <a:lnTo>
                  <a:pt x="18883" y="105524"/>
                </a:lnTo>
                <a:lnTo>
                  <a:pt x="40988" y="70201"/>
                </a:lnTo>
                <a:lnTo>
                  <a:pt x="70201" y="40988"/>
                </a:lnTo>
                <a:lnTo>
                  <a:pt x="105524" y="18883"/>
                </a:lnTo>
                <a:lnTo>
                  <a:pt x="145957" y="4887"/>
                </a:lnTo>
                <a:lnTo>
                  <a:pt x="190500" y="0"/>
                </a:lnTo>
                <a:close/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4692650" y="4592320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5073650" y="4973320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 txBox="1"/>
          <p:nvPr/>
        </p:nvSpPr>
        <p:spPr>
          <a:xfrm>
            <a:off x="4801870" y="4599940"/>
            <a:ext cx="161290" cy="3771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i="1" dirty="0">
                <a:latin typeface="Times New Roman"/>
                <a:cs typeface="Times New Roman"/>
              </a:rPr>
              <a:t>x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2" name="object 42"/>
          <p:cNvSpPr/>
          <p:nvPr/>
        </p:nvSpPr>
        <p:spPr>
          <a:xfrm>
            <a:off x="4700270" y="4259579"/>
            <a:ext cx="182880" cy="332740"/>
          </a:xfrm>
          <a:custGeom>
            <a:avLst/>
            <a:gdLst/>
            <a:ahLst/>
            <a:cxnLst/>
            <a:rect l="l" t="t" r="r" b="b"/>
            <a:pathLst>
              <a:path w="182879" h="332739">
                <a:moveTo>
                  <a:pt x="0" y="0"/>
                </a:moveTo>
                <a:lnTo>
                  <a:pt x="182879" y="33274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5050790" y="5529579"/>
            <a:ext cx="170180" cy="1270"/>
          </a:xfrm>
          <a:custGeom>
            <a:avLst/>
            <a:gdLst/>
            <a:ahLst/>
            <a:cxnLst/>
            <a:rect l="l" t="t" r="r" b="b"/>
            <a:pathLst>
              <a:path w="170179" h="1270">
                <a:moveTo>
                  <a:pt x="0" y="0"/>
                </a:moveTo>
                <a:lnTo>
                  <a:pt x="170180" y="1270"/>
                </a:lnTo>
              </a:path>
            </a:pathLst>
          </a:custGeom>
          <a:ln w="3809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5022850" y="5455920"/>
            <a:ext cx="227329" cy="1270"/>
          </a:xfrm>
          <a:custGeom>
            <a:avLst/>
            <a:gdLst/>
            <a:ahLst/>
            <a:cxnLst/>
            <a:rect l="l" t="t" r="r" b="b"/>
            <a:pathLst>
              <a:path w="227329" h="1270">
                <a:moveTo>
                  <a:pt x="0" y="0"/>
                </a:moveTo>
                <a:lnTo>
                  <a:pt x="227329" y="1269"/>
                </a:lnTo>
              </a:path>
            </a:pathLst>
          </a:custGeom>
          <a:ln w="3809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5017770" y="4917440"/>
            <a:ext cx="120650" cy="528320"/>
          </a:xfrm>
          <a:custGeom>
            <a:avLst/>
            <a:gdLst/>
            <a:ahLst/>
            <a:cxnLst/>
            <a:rect l="l" t="t" r="r" b="b"/>
            <a:pathLst>
              <a:path w="120650" h="528320">
                <a:moveTo>
                  <a:pt x="0" y="0"/>
                </a:moveTo>
                <a:lnTo>
                  <a:pt x="120650" y="52832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3765550" y="393319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45957" y="4887"/>
                </a:lnTo>
                <a:lnTo>
                  <a:pt x="105524" y="18883"/>
                </a:lnTo>
                <a:lnTo>
                  <a:pt x="70201" y="40988"/>
                </a:lnTo>
                <a:lnTo>
                  <a:pt x="40988" y="70201"/>
                </a:lnTo>
                <a:lnTo>
                  <a:pt x="18883" y="105524"/>
                </a:lnTo>
                <a:lnTo>
                  <a:pt x="4887" y="145957"/>
                </a:lnTo>
                <a:lnTo>
                  <a:pt x="0" y="190500"/>
                </a:lnTo>
                <a:lnTo>
                  <a:pt x="4887" y="235042"/>
                </a:lnTo>
                <a:lnTo>
                  <a:pt x="18883" y="275475"/>
                </a:lnTo>
                <a:lnTo>
                  <a:pt x="40988" y="310798"/>
                </a:lnTo>
                <a:lnTo>
                  <a:pt x="70201" y="340011"/>
                </a:lnTo>
                <a:lnTo>
                  <a:pt x="105524" y="362116"/>
                </a:lnTo>
                <a:lnTo>
                  <a:pt x="145957" y="376112"/>
                </a:lnTo>
                <a:lnTo>
                  <a:pt x="190500" y="381000"/>
                </a:lnTo>
                <a:lnTo>
                  <a:pt x="235042" y="376112"/>
                </a:lnTo>
                <a:lnTo>
                  <a:pt x="275475" y="362116"/>
                </a:lnTo>
                <a:lnTo>
                  <a:pt x="310798" y="340011"/>
                </a:lnTo>
                <a:lnTo>
                  <a:pt x="340011" y="310798"/>
                </a:lnTo>
                <a:lnTo>
                  <a:pt x="362116" y="275475"/>
                </a:lnTo>
                <a:lnTo>
                  <a:pt x="376112" y="235042"/>
                </a:lnTo>
                <a:lnTo>
                  <a:pt x="381000" y="190500"/>
                </a:lnTo>
                <a:lnTo>
                  <a:pt x="376112" y="145957"/>
                </a:lnTo>
                <a:lnTo>
                  <a:pt x="362116" y="105524"/>
                </a:lnTo>
                <a:lnTo>
                  <a:pt x="340011" y="70201"/>
                </a:lnTo>
                <a:lnTo>
                  <a:pt x="310798" y="40988"/>
                </a:lnTo>
                <a:lnTo>
                  <a:pt x="275475" y="18883"/>
                </a:lnTo>
                <a:lnTo>
                  <a:pt x="235042" y="4887"/>
                </a:lnTo>
                <a:lnTo>
                  <a:pt x="1905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3765550" y="393319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235042" y="4887"/>
                </a:lnTo>
                <a:lnTo>
                  <a:pt x="275475" y="18883"/>
                </a:lnTo>
                <a:lnTo>
                  <a:pt x="310798" y="40988"/>
                </a:lnTo>
                <a:lnTo>
                  <a:pt x="340011" y="70201"/>
                </a:lnTo>
                <a:lnTo>
                  <a:pt x="362116" y="105524"/>
                </a:lnTo>
                <a:lnTo>
                  <a:pt x="376112" y="145957"/>
                </a:lnTo>
                <a:lnTo>
                  <a:pt x="381000" y="190500"/>
                </a:lnTo>
                <a:lnTo>
                  <a:pt x="376112" y="235042"/>
                </a:lnTo>
                <a:lnTo>
                  <a:pt x="362116" y="275475"/>
                </a:lnTo>
                <a:lnTo>
                  <a:pt x="340011" y="310798"/>
                </a:lnTo>
                <a:lnTo>
                  <a:pt x="310798" y="340011"/>
                </a:lnTo>
                <a:lnTo>
                  <a:pt x="275475" y="362116"/>
                </a:lnTo>
                <a:lnTo>
                  <a:pt x="235042" y="376112"/>
                </a:lnTo>
                <a:lnTo>
                  <a:pt x="190500" y="381000"/>
                </a:lnTo>
                <a:lnTo>
                  <a:pt x="145957" y="376112"/>
                </a:lnTo>
                <a:lnTo>
                  <a:pt x="105524" y="362116"/>
                </a:lnTo>
                <a:lnTo>
                  <a:pt x="70201" y="340011"/>
                </a:lnTo>
                <a:lnTo>
                  <a:pt x="40988" y="310798"/>
                </a:lnTo>
                <a:lnTo>
                  <a:pt x="18883" y="275475"/>
                </a:lnTo>
                <a:lnTo>
                  <a:pt x="4887" y="235042"/>
                </a:lnTo>
                <a:lnTo>
                  <a:pt x="0" y="190500"/>
                </a:lnTo>
                <a:lnTo>
                  <a:pt x="4887" y="145957"/>
                </a:lnTo>
                <a:lnTo>
                  <a:pt x="18883" y="105524"/>
                </a:lnTo>
                <a:lnTo>
                  <a:pt x="40988" y="70201"/>
                </a:lnTo>
                <a:lnTo>
                  <a:pt x="70201" y="40988"/>
                </a:lnTo>
                <a:lnTo>
                  <a:pt x="105524" y="18883"/>
                </a:lnTo>
                <a:lnTo>
                  <a:pt x="145957" y="4887"/>
                </a:lnTo>
                <a:lnTo>
                  <a:pt x="190500" y="0"/>
                </a:lnTo>
                <a:close/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3765550" y="3933190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4146550" y="4315459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 txBox="1"/>
          <p:nvPr/>
        </p:nvSpPr>
        <p:spPr>
          <a:xfrm>
            <a:off x="3901440" y="3940809"/>
            <a:ext cx="753110" cy="3771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587375" algn="l"/>
              </a:tabLst>
            </a:pPr>
            <a:r>
              <a:rPr sz="2400" i="1" dirty="0">
                <a:solidFill>
                  <a:srgbClr val="FFFFFF"/>
                </a:solidFill>
                <a:latin typeface="Times New Roman"/>
                <a:cs typeface="Times New Roman"/>
              </a:rPr>
              <a:t>t	p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1" name="object 51"/>
          <p:cNvSpPr/>
          <p:nvPr/>
        </p:nvSpPr>
        <p:spPr>
          <a:xfrm>
            <a:off x="4056379" y="3281679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45957" y="4887"/>
                </a:lnTo>
                <a:lnTo>
                  <a:pt x="105524" y="18883"/>
                </a:lnTo>
                <a:lnTo>
                  <a:pt x="70201" y="40988"/>
                </a:lnTo>
                <a:lnTo>
                  <a:pt x="40988" y="70201"/>
                </a:lnTo>
                <a:lnTo>
                  <a:pt x="18883" y="105524"/>
                </a:lnTo>
                <a:lnTo>
                  <a:pt x="4887" y="145957"/>
                </a:lnTo>
                <a:lnTo>
                  <a:pt x="0" y="190500"/>
                </a:lnTo>
                <a:lnTo>
                  <a:pt x="4887" y="235042"/>
                </a:lnTo>
                <a:lnTo>
                  <a:pt x="18883" y="275475"/>
                </a:lnTo>
                <a:lnTo>
                  <a:pt x="40988" y="310798"/>
                </a:lnTo>
                <a:lnTo>
                  <a:pt x="70201" y="340011"/>
                </a:lnTo>
                <a:lnTo>
                  <a:pt x="105524" y="362116"/>
                </a:lnTo>
                <a:lnTo>
                  <a:pt x="145957" y="376112"/>
                </a:lnTo>
                <a:lnTo>
                  <a:pt x="190500" y="381000"/>
                </a:lnTo>
                <a:lnTo>
                  <a:pt x="235042" y="376112"/>
                </a:lnTo>
                <a:lnTo>
                  <a:pt x="275475" y="362116"/>
                </a:lnTo>
                <a:lnTo>
                  <a:pt x="310798" y="340011"/>
                </a:lnTo>
                <a:lnTo>
                  <a:pt x="340011" y="310798"/>
                </a:lnTo>
                <a:lnTo>
                  <a:pt x="362116" y="275475"/>
                </a:lnTo>
                <a:lnTo>
                  <a:pt x="376112" y="235042"/>
                </a:lnTo>
                <a:lnTo>
                  <a:pt x="381000" y="190500"/>
                </a:lnTo>
                <a:lnTo>
                  <a:pt x="376112" y="145957"/>
                </a:lnTo>
                <a:lnTo>
                  <a:pt x="362116" y="105524"/>
                </a:lnTo>
                <a:lnTo>
                  <a:pt x="340011" y="70201"/>
                </a:lnTo>
                <a:lnTo>
                  <a:pt x="310798" y="40988"/>
                </a:lnTo>
                <a:lnTo>
                  <a:pt x="275475" y="18883"/>
                </a:lnTo>
                <a:lnTo>
                  <a:pt x="235042" y="4887"/>
                </a:lnTo>
                <a:lnTo>
                  <a:pt x="19050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4056379" y="3281679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235042" y="4887"/>
                </a:lnTo>
                <a:lnTo>
                  <a:pt x="275475" y="18883"/>
                </a:lnTo>
                <a:lnTo>
                  <a:pt x="310798" y="40988"/>
                </a:lnTo>
                <a:lnTo>
                  <a:pt x="340011" y="70201"/>
                </a:lnTo>
                <a:lnTo>
                  <a:pt x="362116" y="105524"/>
                </a:lnTo>
                <a:lnTo>
                  <a:pt x="376112" y="145957"/>
                </a:lnTo>
                <a:lnTo>
                  <a:pt x="381000" y="190500"/>
                </a:lnTo>
                <a:lnTo>
                  <a:pt x="376112" y="235042"/>
                </a:lnTo>
                <a:lnTo>
                  <a:pt x="362116" y="275475"/>
                </a:lnTo>
                <a:lnTo>
                  <a:pt x="340011" y="310798"/>
                </a:lnTo>
                <a:lnTo>
                  <a:pt x="310798" y="340011"/>
                </a:lnTo>
                <a:lnTo>
                  <a:pt x="275475" y="362116"/>
                </a:lnTo>
                <a:lnTo>
                  <a:pt x="235042" y="376112"/>
                </a:lnTo>
                <a:lnTo>
                  <a:pt x="190500" y="381000"/>
                </a:lnTo>
                <a:lnTo>
                  <a:pt x="145957" y="376112"/>
                </a:lnTo>
                <a:lnTo>
                  <a:pt x="105524" y="362116"/>
                </a:lnTo>
                <a:lnTo>
                  <a:pt x="70201" y="340011"/>
                </a:lnTo>
                <a:lnTo>
                  <a:pt x="40988" y="310798"/>
                </a:lnTo>
                <a:lnTo>
                  <a:pt x="18883" y="275475"/>
                </a:lnTo>
                <a:lnTo>
                  <a:pt x="4887" y="235042"/>
                </a:lnTo>
                <a:lnTo>
                  <a:pt x="0" y="190500"/>
                </a:lnTo>
                <a:lnTo>
                  <a:pt x="4887" y="145957"/>
                </a:lnTo>
                <a:lnTo>
                  <a:pt x="18883" y="105524"/>
                </a:lnTo>
                <a:lnTo>
                  <a:pt x="40988" y="70201"/>
                </a:lnTo>
                <a:lnTo>
                  <a:pt x="70201" y="40988"/>
                </a:lnTo>
                <a:lnTo>
                  <a:pt x="105524" y="18883"/>
                </a:lnTo>
                <a:lnTo>
                  <a:pt x="145957" y="4887"/>
                </a:lnTo>
                <a:lnTo>
                  <a:pt x="190500" y="0"/>
                </a:lnTo>
                <a:close/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4056379" y="3281679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4437379" y="3662679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 txBox="1"/>
          <p:nvPr/>
        </p:nvSpPr>
        <p:spPr>
          <a:xfrm>
            <a:off x="4157979" y="3289300"/>
            <a:ext cx="177800" cy="3771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i="1" dirty="0">
                <a:latin typeface="Times New Roman"/>
                <a:cs typeface="Times New Roman"/>
              </a:rPr>
              <a:t>a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6" name="object 56"/>
          <p:cNvSpPr/>
          <p:nvPr/>
        </p:nvSpPr>
        <p:spPr>
          <a:xfrm>
            <a:off x="4381500" y="3606800"/>
            <a:ext cx="184150" cy="326390"/>
          </a:xfrm>
          <a:custGeom>
            <a:avLst/>
            <a:gdLst/>
            <a:ahLst/>
            <a:cxnLst/>
            <a:rect l="l" t="t" r="r" b="b"/>
            <a:pathLst>
              <a:path w="184150" h="326389">
                <a:moveTo>
                  <a:pt x="0" y="0"/>
                </a:moveTo>
                <a:lnTo>
                  <a:pt x="184150" y="326389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3956050" y="3606800"/>
            <a:ext cx="156210" cy="326390"/>
          </a:xfrm>
          <a:custGeom>
            <a:avLst/>
            <a:gdLst/>
            <a:ahLst/>
            <a:cxnLst/>
            <a:rect l="l" t="t" r="r" b="b"/>
            <a:pathLst>
              <a:path w="156210" h="326389">
                <a:moveTo>
                  <a:pt x="156210" y="0"/>
                </a:moveTo>
                <a:lnTo>
                  <a:pt x="0" y="326389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4555490" y="5529579"/>
            <a:ext cx="168910" cy="1270"/>
          </a:xfrm>
          <a:custGeom>
            <a:avLst/>
            <a:gdLst/>
            <a:ahLst/>
            <a:cxnLst/>
            <a:rect l="l" t="t" r="r" b="b"/>
            <a:pathLst>
              <a:path w="168910" h="1270">
                <a:moveTo>
                  <a:pt x="0" y="0"/>
                </a:moveTo>
                <a:lnTo>
                  <a:pt x="168910" y="1270"/>
                </a:lnTo>
              </a:path>
            </a:pathLst>
          </a:custGeom>
          <a:ln w="3809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4527550" y="5457190"/>
            <a:ext cx="224790" cy="1270"/>
          </a:xfrm>
          <a:custGeom>
            <a:avLst/>
            <a:gdLst/>
            <a:ahLst/>
            <a:cxnLst/>
            <a:rect l="l" t="t" r="r" b="b"/>
            <a:pathLst>
              <a:path w="224789" h="1270">
                <a:moveTo>
                  <a:pt x="0" y="0"/>
                </a:moveTo>
                <a:lnTo>
                  <a:pt x="224789" y="1270"/>
                </a:lnTo>
              </a:path>
            </a:pathLst>
          </a:custGeom>
          <a:ln w="3809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/>
          <p:nvPr/>
        </p:nvSpPr>
        <p:spPr>
          <a:xfrm>
            <a:off x="4660900" y="4917440"/>
            <a:ext cx="87630" cy="464820"/>
          </a:xfrm>
          <a:custGeom>
            <a:avLst/>
            <a:gdLst/>
            <a:ahLst/>
            <a:cxnLst/>
            <a:rect l="l" t="t" r="r" b="b"/>
            <a:pathLst>
              <a:path w="87629" h="464820">
                <a:moveTo>
                  <a:pt x="87629" y="0"/>
                </a:moveTo>
                <a:lnTo>
                  <a:pt x="0" y="46482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/>
          <p:nvPr/>
        </p:nvSpPr>
        <p:spPr>
          <a:xfrm>
            <a:off x="3092450" y="4259579"/>
            <a:ext cx="488950" cy="284480"/>
          </a:xfrm>
          <a:custGeom>
            <a:avLst/>
            <a:gdLst/>
            <a:ahLst/>
            <a:cxnLst/>
            <a:rect l="l" t="t" r="r" b="b"/>
            <a:pathLst>
              <a:path w="488950" h="284479">
                <a:moveTo>
                  <a:pt x="0" y="71120"/>
                </a:moveTo>
                <a:lnTo>
                  <a:pt x="367029" y="71120"/>
                </a:lnTo>
                <a:lnTo>
                  <a:pt x="367029" y="0"/>
                </a:lnTo>
                <a:lnTo>
                  <a:pt x="488950" y="142240"/>
                </a:lnTo>
                <a:lnTo>
                  <a:pt x="367029" y="284480"/>
                </a:lnTo>
                <a:lnTo>
                  <a:pt x="367029" y="213360"/>
                </a:lnTo>
                <a:lnTo>
                  <a:pt x="0" y="213360"/>
                </a:lnTo>
                <a:lnTo>
                  <a:pt x="0" y="71120"/>
                </a:lnTo>
                <a:close/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/>
          <p:nvPr/>
        </p:nvSpPr>
        <p:spPr>
          <a:xfrm>
            <a:off x="3092450" y="4259579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/>
          <p:nvPr/>
        </p:nvSpPr>
        <p:spPr>
          <a:xfrm>
            <a:off x="3581400" y="4544059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/>
          <p:cNvSpPr txBox="1"/>
          <p:nvPr/>
        </p:nvSpPr>
        <p:spPr>
          <a:xfrm>
            <a:off x="6037579" y="2904490"/>
            <a:ext cx="2405380" cy="18402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sz="2400" spc="-5" dirty="0">
                <a:latin typeface="Times New Roman"/>
                <a:cs typeface="Times New Roman"/>
              </a:rPr>
              <a:t>Obs1: Se </a:t>
            </a:r>
            <a:r>
              <a:rPr sz="2400" dirty="0">
                <a:latin typeface="Times New Roman"/>
                <a:cs typeface="Times New Roman"/>
              </a:rPr>
              <a:t>o pai de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a  </a:t>
            </a:r>
            <a:r>
              <a:rPr sz="2400" dirty="0">
                <a:latin typeface="Times New Roman"/>
                <a:cs typeface="Times New Roman"/>
              </a:rPr>
              <a:t>é vermelho, o  </a:t>
            </a:r>
            <a:r>
              <a:rPr sz="2400" spc="-5" dirty="0">
                <a:latin typeface="Times New Roman"/>
                <a:cs typeface="Times New Roman"/>
              </a:rPr>
              <a:t>rebalanceamento  </a:t>
            </a:r>
            <a:r>
              <a:rPr sz="2400" dirty="0">
                <a:latin typeface="Times New Roman"/>
                <a:cs typeface="Times New Roman"/>
              </a:rPr>
              <a:t>tem que </a:t>
            </a:r>
            <a:r>
              <a:rPr sz="2400" spc="-5" dirty="0">
                <a:latin typeface="Times New Roman"/>
                <a:cs typeface="Times New Roman"/>
              </a:rPr>
              <a:t>ser </a:t>
            </a:r>
            <a:r>
              <a:rPr sz="2400" dirty="0">
                <a:latin typeface="Times New Roman"/>
                <a:cs typeface="Times New Roman"/>
              </a:rPr>
              <a:t>feito  novamente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6037579" y="5099050"/>
            <a:ext cx="2904490" cy="7429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sz="2400" spc="-5" dirty="0">
                <a:latin typeface="Times New Roman"/>
                <a:cs typeface="Times New Roman"/>
              </a:rPr>
              <a:t>Obs2: Se </a:t>
            </a:r>
            <a:r>
              <a:rPr sz="2400" dirty="0">
                <a:latin typeface="Times New Roman"/>
                <a:cs typeface="Times New Roman"/>
              </a:rPr>
              <a:t>a é raiz,</a:t>
            </a:r>
            <a:r>
              <a:rPr sz="2400" spc="-8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então  ele deve </a:t>
            </a:r>
            <a:r>
              <a:rPr sz="2400" spc="-5" dirty="0">
                <a:latin typeface="Times New Roman"/>
                <a:cs typeface="Times New Roman"/>
              </a:rPr>
              <a:t>ser</a:t>
            </a:r>
            <a:r>
              <a:rPr sz="2400" spc="-9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preto!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914400" rIns="0" bIns="0" rtlCol="0">
            <a:spAutoFit/>
          </a:bodyPr>
          <a:lstStyle/>
          <a:p>
            <a:pPr marL="2438400">
              <a:lnSpc>
                <a:spcPct val="100000"/>
              </a:lnSpc>
            </a:pPr>
            <a:r>
              <a:rPr sz="4000" spc="30" dirty="0"/>
              <a:t>Exemplo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535940" y="1630679"/>
            <a:ext cx="123825" cy="3454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200" dirty="0">
                <a:latin typeface="Arial"/>
                <a:cs typeface="Arial"/>
              </a:rPr>
              <a:t>•</a:t>
            </a:r>
            <a:endParaRPr sz="22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78839" y="1645920"/>
            <a:ext cx="7120255" cy="17513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sz="2200" spc="65" dirty="0">
                <a:latin typeface="Trebuchet MS"/>
                <a:cs typeface="Trebuchet MS"/>
              </a:rPr>
              <a:t>Caso</a:t>
            </a:r>
            <a:r>
              <a:rPr sz="2200" spc="-40" dirty="0">
                <a:latin typeface="Trebuchet MS"/>
                <a:cs typeface="Trebuchet MS"/>
              </a:rPr>
              <a:t> </a:t>
            </a:r>
            <a:r>
              <a:rPr sz="2200" spc="-25" dirty="0">
                <a:latin typeface="Trebuchet MS"/>
                <a:cs typeface="Trebuchet MS"/>
              </a:rPr>
              <a:t>3:</a:t>
            </a:r>
            <a:r>
              <a:rPr sz="2200" spc="-50" dirty="0">
                <a:latin typeface="Trebuchet MS"/>
                <a:cs typeface="Trebuchet MS"/>
              </a:rPr>
              <a:t> </a:t>
            </a:r>
            <a:r>
              <a:rPr sz="2200" spc="65" dirty="0">
                <a:latin typeface="Trebuchet MS"/>
                <a:cs typeface="Trebuchet MS"/>
              </a:rPr>
              <a:t>Suponha</a:t>
            </a:r>
            <a:r>
              <a:rPr sz="2200" spc="-40" dirty="0">
                <a:latin typeface="Trebuchet MS"/>
                <a:cs typeface="Trebuchet MS"/>
              </a:rPr>
              <a:t> </a:t>
            </a:r>
            <a:r>
              <a:rPr sz="2200" spc="25" dirty="0">
                <a:latin typeface="Trebuchet MS"/>
                <a:cs typeface="Trebuchet MS"/>
              </a:rPr>
              <a:t>que</a:t>
            </a:r>
            <a:r>
              <a:rPr sz="2200" spc="-45" dirty="0">
                <a:latin typeface="Trebuchet MS"/>
                <a:cs typeface="Trebuchet MS"/>
              </a:rPr>
              <a:t> </a:t>
            </a:r>
            <a:r>
              <a:rPr sz="2200" spc="30" dirty="0">
                <a:latin typeface="Trebuchet MS"/>
                <a:cs typeface="Trebuchet MS"/>
              </a:rPr>
              <a:t>o</a:t>
            </a:r>
            <a:r>
              <a:rPr sz="2200" spc="-45" dirty="0">
                <a:latin typeface="Trebuchet MS"/>
                <a:cs typeface="Trebuchet MS"/>
              </a:rPr>
              <a:t> </a:t>
            </a:r>
            <a:r>
              <a:rPr sz="2200" spc="-50" dirty="0">
                <a:latin typeface="Trebuchet MS"/>
                <a:cs typeface="Trebuchet MS"/>
              </a:rPr>
              <a:t>tio</a:t>
            </a:r>
            <a:r>
              <a:rPr sz="2200" spc="-45" dirty="0">
                <a:latin typeface="Trebuchet MS"/>
                <a:cs typeface="Trebuchet MS"/>
              </a:rPr>
              <a:t> </a:t>
            </a:r>
            <a:r>
              <a:rPr sz="2200" spc="30" dirty="0">
                <a:latin typeface="Trebuchet MS"/>
                <a:cs typeface="Trebuchet MS"/>
              </a:rPr>
              <a:t>do</a:t>
            </a:r>
            <a:r>
              <a:rPr sz="2200" spc="-35" dirty="0">
                <a:latin typeface="Trebuchet MS"/>
                <a:cs typeface="Trebuchet MS"/>
              </a:rPr>
              <a:t> </a:t>
            </a:r>
            <a:r>
              <a:rPr sz="2200" spc="-5" dirty="0">
                <a:latin typeface="Trebuchet MS"/>
                <a:cs typeface="Trebuchet MS"/>
              </a:rPr>
              <a:t>elemento</a:t>
            </a:r>
            <a:r>
              <a:rPr sz="2200" spc="-35" dirty="0">
                <a:latin typeface="Trebuchet MS"/>
                <a:cs typeface="Trebuchet MS"/>
              </a:rPr>
              <a:t> </a:t>
            </a:r>
            <a:r>
              <a:rPr sz="2200" spc="5" dirty="0">
                <a:latin typeface="Trebuchet MS"/>
                <a:cs typeface="Trebuchet MS"/>
              </a:rPr>
              <a:t>inserido</a:t>
            </a:r>
            <a:r>
              <a:rPr sz="2200" spc="-40" dirty="0">
                <a:latin typeface="Trebuchet MS"/>
                <a:cs typeface="Trebuchet MS"/>
              </a:rPr>
              <a:t> </a:t>
            </a:r>
            <a:r>
              <a:rPr sz="2200" spc="15" dirty="0">
                <a:latin typeface="Trebuchet MS"/>
                <a:cs typeface="Trebuchet MS"/>
              </a:rPr>
              <a:t>é</a:t>
            </a:r>
            <a:r>
              <a:rPr sz="2200" spc="-45" dirty="0">
                <a:latin typeface="Trebuchet MS"/>
                <a:cs typeface="Trebuchet MS"/>
              </a:rPr>
              <a:t> </a:t>
            </a:r>
            <a:r>
              <a:rPr sz="2200" spc="-60" dirty="0">
                <a:latin typeface="Trebuchet MS"/>
                <a:cs typeface="Trebuchet MS"/>
              </a:rPr>
              <a:t>preto.  </a:t>
            </a:r>
            <a:r>
              <a:rPr sz="2200" spc="25" dirty="0">
                <a:latin typeface="Trebuchet MS"/>
                <a:cs typeface="Trebuchet MS"/>
              </a:rPr>
              <a:t>Neste </a:t>
            </a:r>
            <a:r>
              <a:rPr sz="2200" spc="5" dirty="0">
                <a:latin typeface="Trebuchet MS"/>
                <a:cs typeface="Trebuchet MS"/>
              </a:rPr>
              <a:t>caso, </a:t>
            </a:r>
            <a:r>
              <a:rPr sz="2200" spc="25" dirty="0">
                <a:latin typeface="Trebuchet MS"/>
                <a:cs typeface="Trebuchet MS"/>
              </a:rPr>
              <a:t>para </a:t>
            </a:r>
            <a:r>
              <a:rPr sz="2200" spc="10" dirty="0">
                <a:latin typeface="Trebuchet MS"/>
                <a:cs typeface="Trebuchet MS"/>
              </a:rPr>
              <a:t>manter </a:t>
            </a:r>
            <a:r>
              <a:rPr sz="2200" spc="30" dirty="0">
                <a:latin typeface="Trebuchet MS"/>
                <a:cs typeface="Trebuchet MS"/>
              </a:rPr>
              <a:t>o </a:t>
            </a:r>
            <a:r>
              <a:rPr sz="2200" spc="-40" dirty="0">
                <a:latin typeface="Trebuchet MS"/>
                <a:cs typeface="Trebuchet MS"/>
              </a:rPr>
              <a:t>critério </a:t>
            </a:r>
            <a:r>
              <a:rPr sz="2200" spc="5" dirty="0">
                <a:latin typeface="Trebuchet MS"/>
                <a:cs typeface="Trebuchet MS"/>
              </a:rPr>
              <a:t>(4) </a:t>
            </a:r>
            <a:r>
              <a:rPr sz="2200" spc="15" dirty="0">
                <a:latin typeface="Trebuchet MS"/>
                <a:cs typeface="Trebuchet MS"/>
              </a:rPr>
              <a:t>é </a:t>
            </a:r>
            <a:r>
              <a:rPr sz="2200" spc="5" dirty="0">
                <a:latin typeface="Trebuchet MS"/>
                <a:cs typeface="Trebuchet MS"/>
              </a:rPr>
              <a:t>preciso </a:t>
            </a:r>
            <a:r>
              <a:rPr sz="2200" spc="-25" dirty="0">
                <a:latin typeface="Trebuchet MS"/>
                <a:cs typeface="Trebuchet MS"/>
              </a:rPr>
              <a:t>fazer  </a:t>
            </a:r>
            <a:r>
              <a:rPr sz="2200" spc="5" dirty="0">
                <a:latin typeface="Trebuchet MS"/>
                <a:cs typeface="Trebuchet MS"/>
              </a:rPr>
              <a:t>rotações </a:t>
            </a:r>
            <a:r>
              <a:rPr sz="2200" spc="25" dirty="0">
                <a:latin typeface="Trebuchet MS"/>
                <a:cs typeface="Trebuchet MS"/>
              </a:rPr>
              <a:t>envolvendo </a:t>
            </a:r>
            <a:r>
              <a:rPr sz="2200" spc="-65" dirty="0">
                <a:latin typeface="Trebuchet MS"/>
                <a:cs typeface="Trebuchet MS"/>
              </a:rPr>
              <a:t>a, </a:t>
            </a:r>
            <a:r>
              <a:rPr sz="2200" spc="-140" dirty="0">
                <a:latin typeface="Trebuchet MS"/>
                <a:cs typeface="Trebuchet MS"/>
              </a:rPr>
              <a:t>t, </a:t>
            </a:r>
            <a:r>
              <a:rPr sz="2200" spc="30" dirty="0">
                <a:latin typeface="Trebuchet MS"/>
                <a:cs typeface="Trebuchet MS"/>
              </a:rPr>
              <a:t>p </a:t>
            </a:r>
            <a:r>
              <a:rPr sz="2200" spc="15" dirty="0">
                <a:latin typeface="Trebuchet MS"/>
                <a:cs typeface="Trebuchet MS"/>
              </a:rPr>
              <a:t>e</a:t>
            </a:r>
            <a:r>
              <a:rPr sz="2200" spc="-165" dirty="0">
                <a:latin typeface="Trebuchet MS"/>
                <a:cs typeface="Trebuchet MS"/>
              </a:rPr>
              <a:t> </a:t>
            </a:r>
            <a:r>
              <a:rPr sz="2200" spc="-65" dirty="0">
                <a:latin typeface="Trebuchet MS"/>
                <a:cs typeface="Trebuchet MS"/>
              </a:rPr>
              <a:t>x.</a:t>
            </a:r>
            <a:endParaRPr sz="2200">
              <a:latin typeface="Trebuchet MS"/>
              <a:cs typeface="Trebuchet MS"/>
            </a:endParaRPr>
          </a:p>
          <a:p>
            <a:pPr marL="412750" marR="683895" indent="-285750">
              <a:lnSpc>
                <a:spcPct val="100000"/>
              </a:lnSpc>
              <a:spcBef>
                <a:spcPts val="590"/>
              </a:spcBef>
              <a:tabLst>
                <a:tab pos="412115" algn="l"/>
              </a:tabLst>
            </a:pPr>
            <a:r>
              <a:rPr sz="3300" baseline="2525" dirty="0">
                <a:latin typeface="Arial"/>
                <a:cs typeface="Arial"/>
              </a:rPr>
              <a:t>–	</a:t>
            </a:r>
            <a:r>
              <a:rPr sz="2200" spc="50" dirty="0">
                <a:latin typeface="Trebuchet MS"/>
                <a:cs typeface="Trebuchet MS"/>
              </a:rPr>
              <a:t>Há</a:t>
            </a:r>
            <a:r>
              <a:rPr sz="2200" spc="-60" dirty="0">
                <a:latin typeface="Trebuchet MS"/>
                <a:cs typeface="Trebuchet MS"/>
              </a:rPr>
              <a:t> </a:t>
            </a:r>
            <a:r>
              <a:rPr sz="2200" spc="105" dirty="0">
                <a:latin typeface="Trebuchet MS"/>
                <a:cs typeface="Trebuchet MS"/>
              </a:rPr>
              <a:t>4</a:t>
            </a:r>
            <a:r>
              <a:rPr sz="2200" spc="-50" dirty="0">
                <a:latin typeface="Trebuchet MS"/>
                <a:cs typeface="Trebuchet MS"/>
              </a:rPr>
              <a:t> </a:t>
            </a:r>
            <a:r>
              <a:rPr sz="2200" spc="70" dirty="0">
                <a:latin typeface="Trebuchet MS"/>
                <a:cs typeface="Trebuchet MS"/>
              </a:rPr>
              <a:t>subcasos</a:t>
            </a:r>
            <a:r>
              <a:rPr sz="2200" spc="-55" dirty="0">
                <a:latin typeface="Trebuchet MS"/>
                <a:cs typeface="Trebuchet MS"/>
              </a:rPr>
              <a:t> </a:t>
            </a:r>
            <a:r>
              <a:rPr sz="2200" spc="30" dirty="0">
                <a:latin typeface="Trebuchet MS"/>
                <a:cs typeface="Trebuchet MS"/>
              </a:rPr>
              <a:t>que</a:t>
            </a:r>
            <a:r>
              <a:rPr sz="2200" spc="-65" dirty="0">
                <a:latin typeface="Trebuchet MS"/>
                <a:cs typeface="Trebuchet MS"/>
              </a:rPr>
              <a:t> </a:t>
            </a:r>
            <a:r>
              <a:rPr sz="2200" spc="20" dirty="0">
                <a:latin typeface="Trebuchet MS"/>
                <a:cs typeface="Trebuchet MS"/>
              </a:rPr>
              <a:t>correspondem</a:t>
            </a:r>
            <a:r>
              <a:rPr sz="2200" spc="-55" dirty="0">
                <a:latin typeface="Trebuchet MS"/>
                <a:cs typeface="Trebuchet MS"/>
              </a:rPr>
              <a:t> </a:t>
            </a:r>
            <a:r>
              <a:rPr sz="2200" spc="95" dirty="0">
                <a:latin typeface="Trebuchet MS"/>
                <a:cs typeface="Trebuchet MS"/>
              </a:rPr>
              <a:t>às</a:t>
            </a:r>
            <a:r>
              <a:rPr sz="2200" spc="-55" dirty="0">
                <a:latin typeface="Trebuchet MS"/>
                <a:cs typeface="Trebuchet MS"/>
              </a:rPr>
              <a:t> </a:t>
            </a:r>
            <a:r>
              <a:rPr sz="2200" spc="105" dirty="0">
                <a:latin typeface="Trebuchet MS"/>
                <a:cs typeface="Trebuchet MS"/>
              </a:rPr>
              <a:t>4</a:t>
            </a:r>
            <a:r>
              <a:rPr sz="2200" spc="-50" dirty="0">
                <a:latin typeface="Trebuchet MS"/>
                <a:cs typeface="Trebuchet MS"/>
              </a:rPr>
              <a:t> </a:t>
            </a:r>
            <a:r>
              <a:rPr sz="2200" spc="5" dirty="0">
                <a:latin typeface="Trebuchet MS"/>
                <a:cs typeface="Trebuchet MS"/>
              </a:rPr>
              <a:t>rotações </a:t>
            </a:r>
            <a:r>
              <a:rPr sz="2200" spc="30" dirty="0">
                <a:latin typeface="Trebuchet MS"/>
                <a:cs typeface="Trebuchet MS"/>
              </a:rPr>
              <a:t> </a:t>
            </a:r>
            <a:r>
              <a:rPr sz="2200" spc="25" dirty="0">
                <a:latin typeface="Trebuchet MS"/>
                <a:cs typeface="Trebuchet MS"/>
              </a:rPr>
              <a:t>possíveis:</a:t>
            </a:r>
            <a:endParaRPr sz="2200">
              <a:latin typeface="Trebuchet MS"/>
              <a:cs typeface="Trebuchet MS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420109" y="3789679"/>
            <a:ext cx="2200910" cy="28194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79120" rIns="0" bIns="0" rtlCol="0">
            <a:spAutoFit/>
          </a:bodyPr>
          <a:lstStyle/>
          <a:p>
            <a:pPr marL="2264410">
              <a:lnSpc>
                <a:spcPct val="100000"/>
              </a:lnSpc>
            </a:pPr>
            <a:r>
              <a:rPr spc="140" dirty="0"/>
              <a:t>E</a:t>
            </a:r>
            <a:r>
              <a:rPr spc="-10" dirty="0"/>
              <a:t>x</a:t>
            </a:r>
            <a:r>
              <a:rPr spc="105" dirty="0"/>
              <a:t>em</a:t>
            </a:r>
            <a:r>
              <a:rPr spc="80" dirty="0"/>
              <a:t>p</a:t>
            </a:r>
            <a:r>
              <a:rPr spc="-200" dirty="0"/>
              <a:t>l</a:t>
            </a:r>
            <a:r>
              <a:rPr spc="60" dirty="0"/>
              <a:t>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645920"/>
            <a:ext cx="5223510" cy="4876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Font typeface="Arial"/>
              <a:buChar char="•"/>
              <a:tabLst>
                <a:tab pos="355600" algn="l"/>
              </a:tabLst>
            </a:pPr>
            <a:r>
              <a:rPr sz="3200" spc="100" dirty="0">
                <a:latin typeface="Trebuchet MS"/>
                <a:cs typeface="Trebuchet MS"/>
              </a:rPr>
              <a:t>Caso </a:t>
            </a:r>
            <a:r>
              <a:rPr sz="3200" spc="5" dirty="0">
                <a:latin typeface="Trebuchet MS"/>
                <a:cs typeface="Trebuchet MS"/>
              </a:rPr>
              <a:t>3a: </a:t>
            </a:r>
            <a:r>
              <a:rPr sz="3200" spc="10" dirty="0">
                <a:latin typeface="Trebuchet MS"/>
                <a:cs typeface="Trebuchet MS"/>
              </a:rPr>
              <a:t>Rotação </a:t>
            </a:r>
            <a:r>
              <a:rPr sz="3200" spc="80" dirty="0">
                <a:latin typeface="Trebuchet MS"/>
                <a:cs typeface="Trebuchet MS"/>
              </a:rPr>
              <a:t>à</a:t>
            </a:r>
            <a:r>
              <a:rPr sz="3200" spc="-385" dirty="0">
                <a:latin typeface="Trebuchet MS"/>
                <a:cs typeface="Trebuchet MS"/>
              </a:rPr>
              <a:t> </a:t>
            </a:r>
            <a:r>
              <a:rPr sz="3200" spc="-20" dirty="0">
                <a:latin typeface="Trebuchet MS"/>
                <a:cs typeface="Trebuchet MS"/>
              </a:rPr>
              <a:t>Direita</a:t>
            </a:r>
            <a:endParaRPr sz="3200">
              <a:latin typeface="Trebuchet MS"/>
              <a:cs typeface="Trebuchet M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270760" y="3013710"/>
            <a:ext cx="382270" cy="381000"/>
          </a:xfrm>
          <a:custGeom>
            <a:avLst/>
            <a:gdLst/>
            <a:ahLst/>
            <a:cxnLst/>
            <a:rect l="l" t="t" r="r" b="b"/>
            <a:pathLst>
              <a:path w="382269" h="381000">
                <a:moveTo>
                  <a:pt x="190500" y="0"/>
                </a:moveTo>
                <a:lnTo>
                  <a:pt x="145957" y="4887"/>
                </a:lnTo>
                <a:lnTo>
                  <a:pt x="105524" y="18883"/>
                </a:lnTo>
                <a:lnTo>
                  <a:pt x="70201" y="40988"/>
                </a:lnTo>
                <a:lnTo>
                  <a:pt x="40988" y="70201"/>
                </a:lnTo>
                <a:lnTo>
                  <a:pt x="18883" y="105524"/>
                </a:lnTo>
                <a:lnTo>
                  <a:pt x="4887" y="145957"/>
                </a:lnTo>
                <a:lnTo>
                  <a:pt x="0" y="190500"/>
                </a:lnTo>
                <a:lnTo>
                  <a:pt x="4887" y="235042"/>
                </a:lnTo>
                <a:lnTo>
                  <a:pt x="18883" y="275475"/>
                </a:lnTo>
                <a:lnTo>
                  <a:pt x="40988" y="310798"/>
                </a:lnTo>
                <a:lnTo>
                  <a:pt x="70201" y="340011"/>
                </a:lnTo>
                <a:lnTo>
                  <a:pt x="105524" y="362116"/>
                </a:lnTo>
                <a:lnTo>
                  <a:pt x="145957" y="376112"/>
                </a:lnTo>
                <a:lnTo>
                  <a:pt x="190500" y="381000"/>
                </a:lnTo>
                <a:lnTo>
                  <a:pt x="235112" y="376112"/>
                </a:lnTo>
                <a:lnTo>
                  <a:pt x="275726" y="362116"/>
                </a:lnTo>
                <a:lnTo>
                  <a:pt x="311298" y="340011"/>
                </a:lnTo>
                <a:lnTo>
                  <a:pt x="340782" y="310798"/>
                </a:lnTo>
                <a:lnTo>
                  <a:pt x="363134" y="275475"/>
                </a:lnTo>
                <a:lnTo>
                  <a:pt x="377312" y="235042"/>
                </a:lnTo>
                <a:lnTo>
                  <a:pt x="382269" y="190500"/>
                </a:lnTo>
                <a:lnTo>
                  <a:pt x="377312" y="145957"/>
                </a:lnTo>
                <a:lnTo>
                  <a:pt x="363134" y="105524"/>
                </a:lnTo>
                <a:lnTo>
                  <a:pt x="340782" y="70201"/>
                </a:lnTo>
                <a:lnTo>
                  <a:pt x="311298" y="40988"/>
                </a:lnTo>
                <a:lnTo>
                  <a:pt x="275726" y="18883"/>
                </a:lnTo>
                <a:lnTo>
                  <a:pt x="235112" y="4887"/>
                </a:lnTo>
                <a:lnTo>
                  <a:pt x="1905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270760" y="3013710"/>
            <a:ext cx="382270" cy="381000"/>
          </a:xfrm>
          <a:custGeom>
            <a:avLst/>
            <a:gdLst/>
            <a:ahLst/>
            <a:cxnLst/>
            <a:rect l="l" t="t" r="r" b="b"/>
            <a:pathLst>
              <a:path w="382269" h="381000">
                <a:moveTo>
                  <a:pt x="190500" y="0"/>
                </a:moveTo>
                <a:lnTo>
                  <a:pt x="235112" y="4887"/>
                </a:lnTo>
                <a:lnTo>
                  <a:pt x="275726" y="18883"/>
                </a:lnTo>
                <a:lnTo>
                  <a:pt x="311298" y="40988"/>
                </a:lnTo>
                <a:lnTo>
                  <a:pt x="340782" y="70201"/>
                </a:lnTo>
                <a:lnTo>
                  <a:pt x="363134" y="105524"/>
                </a:lnTo>
                <a:lnTo>
                  <a:pt x="377312" y="145957"/>
                </a:lnTo>
                <a:lnTo>
                  <a:pt x="382269" y="190500"/>
                </a:lnTo>
                <a:lnTo>
                  <a:pt x="377312" y="235042"/>
                </a:lnTo>
                <a:lnTo>
                  <a:pt x="363134" y="275475"/>
                </a:lnTo>
                <a:lnTo>
                  <a:pt x="340782" y="310798"/>
                </a:lnTo>
                <a:lnTo>
                  <a:pt x="311298" y="340011"/>
                </a:lnTo>
                <a:lnTo>
                  <a:pt x="275726" y="362116"/>
                </a:lnTo>
                <a:lnTo>
                  <a:pt x="235112" y="376112"/>
                </a:lnTo>
                <a:lnTo>
                  <a:pt x="190500" y="381000"/>
                </a:lnTo>
                <a:lnTo>
                  <a:pt x="145957" y="376112"/>
                </a:lnTo>
                <a:lnTo>
                  <a:pt x="105524" y="362116"/>
                </a:lnTo>
                <a:lnTo>
                  <a:pt x="70201" y="340011"/>
                </a:lnTo>
                <a:lnTo>
                  <a:pt x="40988" y="310798"/>
                </a:lnTo>
                <a:lnTo>
                  <a:pt x="18883" y="275475"/>
                </a:lnTo>
                <a:lnTo>
                  <a:pt x="4887" y="235042"/>
                </a:lnTo>
                <a:lnTo>
                  <a:pt x="0" y="190500"/>
                </a:lnTo>
                <a:lnTo>
                  <a:pt x="4887" y="145957"/>
                </a:lnTo>
                <a:lnTo>
                  <a:pt x="18883" y="105524"/>
                </a:lnTo>
                <a:lnTo>
                  <a:pt x="40988" y="70201"/>
                </a:lnTo>
                <a:lnTo>
                  <a:pt x="70201" y="40988"/>
                </a:lnTo>
                <a:lnTo>
                  <a:pt x="105524" y="18883"/>
                </a:lnTo>
                <a:lnTo>
                  <a:pt x="145957" y="4887"/>
                </a:lnTo>
                <a:lnTo>
                  <a:pt x="190500" y="0"/>
                </a:lnTo>
                <a:close/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270760" y="3013710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653029" y="3394709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2373629" y="3021329"/>
            <a:ext cx="177800" cy="3771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i="1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597150" y="3338829"/>
            <a:ext cx="341630" cy="283210"/>
          </a:xfrm>
          <a:custGeom>
            <a:avLst/>
            <a:gdLst/>
            <a:ahLst/>
            <a:cxnLst/>
            <a:rect l="l" t="t" r="r" b="b"/>
            <a:pathLst>
              <a:path w="341630" h="283210">
                <a:moveTo>
                  <a:pt x="0" y="0"/>
                </a:moveTo>
                <a:lnTo>
                  <a:pt x="341630" y="28321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891029" y="36576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45957" y="4887"/>
                </a:lnTo>
                <a:lnTo>
                  <a:pt x="105524" y="18883"/>
                </a:lnTo>
                <a:lnTo>
                  <a:pt x="70201" y="40988"/>
                </a:lnTo>
                <a:lnTo>
                  <a:pt x="40988" y="70201"/>
                </a:lnTo>
                <a:lnTo>
                  <a:pt x="18883" y="105524"/>
                </a:lnTo>
                <a:lnTo>
                  <a:pt x="4887" y="145957"/>
                </a:lnTo>
                <a:lnTo>
                  <a:pt x="0" y="190500"/>
                </a:lnTo>
                <a:lnTo>
                  <a:pt x="4887" y="235042"/>
                </a:lnTo>
                <a:lnTo>
                  <a:pt x="18883" y="275475"/>
                </a:lnTo>
                <a:lnTo>
                  <a:pt x="40988" y="310798"/>
                </a:lnTo>
                <a:lnTo>
                  <a:pt x="70201" y="340011"/>
                </a:lnTo>
                <a:lnTo>
                  <a:pt x="105524" y="362116"/>
                </a:lnTo>
                <a:lnTo>
                  <a:pt x="145957" y="376112"/>
                </a:lnTo>
                <a:lnTo>
                  <a:pt x="190500" y="381000"/>
                </a:lnTo>
                <a:lnTo>
                  <a:pt x="235042" y="376112"/>
                </a:lnTo>
                <a:lnTo>
                  <a:pt x="275475" y="362116"/>
                </a:lnTo>
                <a:lnTo>
                  <a:pt x="310798" y="340011"/>
                </a:lnTo>
                <a:lnTo>
                  <a:pt x="340011" y="310798"/>
                </a:lnTo>
                <a:lnTo>
                  <a:pt x="362116" y="275475"/>
                </a:lnTo>
                <a:lnTo>
                  <a:pt x="376112" y="235042"/>
                </a:lnTo>
                <a:lnTo>
                  <a:pt x="381000" y="190500"/>
                </a:lnTo>
                <a:lnTo>
                  <a:pt x="376112" y="145957"/>
                </a:lnTo>
                <a:lnTo>
                  <a:pt x="362116" y="105524"/>
                </a:lnTo>
                <a:lnTo>
                  <a:pt x="340011" y="70201"/>
                </a:lnTo>
                <a:lnTo>
                  <a:pt x="310798" y="40988"/>
                </a:lnTo>
                <a:lnTo>
                  <a:pt x="275475" y="18883"/>
                </a:lnTo>
                <a:lnTo>
                  <a:pt x="235042" y="4887"/>
                </a:lnTo>
                <a:lnTo>
                  <a:pt x="19050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891029" y="36576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235042" y="4887"/>
                </a:lnTo>
                <a:lnTo>
                  <a:pt x="275475" y="18883"/>
                </a:lnTo>
                <a:lnTo>
                  <a:pt x="310798" y="40988"/>
                </a:lnTo>
                <a:lnTo>
                  <a:pt x="340011" y="70201"/>
                </a:lnTo>
                <a:lnTo>
                  <a:pt x="362116" y="105524"/>
                </a:lnTo>
                <a:lnTo>
                  <a:pt x="376112" y="145957"/>
                </a:lnTo>
                <a:lnTo>
                  <a:pt x="381000" y="190500"/>
                </a:lnTo>
                <a:lnTo>
                  <a:pt x="376112" y="235042"/>
                </a:lnTo>
                <a:lnTo>
                  <a:pt x="362116" y="275475"/>
                </a:lnTo>
                <a:lnTo>
                  <a:pt x="340011" y="310798"/>
                </a:lnTo>
                <a:lnTo>
                  <a:pt x="310798" y="340011"/>
                </a:lnTo>
                <a:lnTo>
                  <a:pt x="275475" y="362116"/>
                </a:lnTo>
                <a:lnTo>
                  <a:pt x="235042" y="376112"/>
                </a:lnTo>
                <a:lnTo>
                  <a:pt x="190500" y="381000"/>
                </a:lnTo>
                <a:lnTo>
                  <a:pt x="145957" y="376112"/>
                </a:lnTo>
                <a:lnTo>
                  <a:pt x="105524" y="362116"/>
                </a:lnTo>
                <a:lnTo>
                  <a:pt x="70201" y="340011"/>
                </a:lnTo>
                <a:lnTo>
                  <a:pt x="40988" y="310798"/>
                </a:lnTo>
                <a:lnTo>
                  <a:pt x="18883" y="275475"/>
                </a:lnTo>
                <a:lnTo>
                  <a:pt x="4887" y="235042"/>
                </a:lnTo>
                <a:lnTo>
                  <a:pt x="0" y="190500"/>
                </a:lnTo>
                <a:lnTo>
                  <a:pt x="4887" y="145957"/>
                </a:lnTo>
                <a:lnTo>
                  <a:pt x="18883" y="105524"/>
                </a:lnTo>
                <a:lnTo>
                  <a:pt x="40988" y="70201"/>
                </a:lnTo>
                <a:lnTo>
                  <a:pt x="70201" y="40988"/>
                </a:lnTo>
                <a:lnTo>
                  <a:pt x="105524" y="18883"/>
                </a:lnTo>
                <a:lnTo>
                  <a:pt x="145957" y="4887"/>
                </a:lnTo>
                <a:lnTo>
                  <a:pt x="190500" y="0"/>
                </a:lnTo>
                <a:close/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891029" y="3657600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2272029" y="4038600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1992629" y="3665220"/>
            <a:ext cx="177800" cy="3771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i="1" dirty="0">
                <a:latin typeface="Times New Roman"/>
                <a:cs typeface="Times New Roman"/>
              </a:rPr>
              <a:t>p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2081529" y="3338829"/>
            <a:ext cx="246379" cy="318770"/>
          </a:xfrm>
          <a:custGeom>
            <a:avLst/>
            <a:gdLst/>
            <a:ahLst/>
            <a:cxnLst/>
            <a:rect l="l" t="t" r="r" b="b"/>
            <a:pathLst>
              <a:path w="246380" h="318770">
                <a:moveTo>
                  <a:pt x="246380" y="0"/>
                </a:moveTo>
                <a:lnTo>
                  <a:pt x="0" y="31877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2216150" y="3982720"/>
            <a:ext cx="322580" cy="477520"/>
          </a:xfrm>
          <a:custGeom>
            <a:avLst/>
            <a:gdLst/>
            <a:ahLst/>
            <a:cxnLst/>
            <a:rect l="l" t="t" r="r" b="b"/>
            <a:pathLst>
              <a:path w="322580" h="477520">
                <a:moveTo>
                  <a:pt x="0" y="0"/>
                </a:moveTo>
                <a:lnTo>
                  <a:pt x="322580" y="477519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6151879" y="2937510"/>
            <a:ext cx="381000" cy="379730"/>
          </a:xfrm>
          <a:custGeom>
            <a:avLst/>
            <a:gdLst/>
            <a:ahLst/>
            <a:cxnLst/>
            <a:rect l="l" t="t" r="r" b="b"/>
            <a:pathLst>
              <a:path w="381000" h="379729">
                <a:moveTo>
                  <a:pt x="190500" y="0"/>
                </a:moveTo>
                <a:lnTo>
                  <a:pt x="145957" y="4817"/>
                </a:lnTo>
                <a:lnTo>
                  <a:pt x="105524" y="18631"/>
                </a:lnTo>
                <a:lnTo>
                  <a:pt x="70201" y="40488"/>
                </a:lnTo>
                <a:lnTo>
                  <a:pt x="40988" y="69431"/>
                </a:lnTo>
                <a:lnTo>
                  <a:pt x="18883" y="104506"/>
                </a:lnTo>
                <a:lnTo>
                  <a:pt x="4887" y="144757"/>
                </a:lnTo>
                <a:lnTo>
                  <a:pt x="0" y="189229"/>
                </a:lnTo>
                <a:lnTo>
                  <a:pt x="4887" y="233772"/>
                </a:lnTo>
                <a:lnTo>
                  <a:pt x="18883" y="274205"/>
                </a:lnTo>
                <a:lnTo>
                  <a:pt x="40988" y="309528"/>
                </a:lnTo>
                <a:lnTo>
                  <a:pt x="70201" y="338741"/>
                </a:lnTo>
                <a:lnTo>
                  <a:pt x="105524" y="360846"/>
                </a:lnTo>
                <a:lnTo>
                  <a:pt x="145957" y="374842"/>
                </a:lnTo>
                <a:lnTo>
                  <a:pt x="190500" y="379729"/>
                </a:lnTo>
                <a:lnTo>
                  <a:pt x="235042" y="374842"/>
                </a:lnTo>
                <a:lnTo>
                  <a:pt x="275475" y="360846"/>
                </a:lnTo>
                <a:lnTo>
                  <a:pt x="310798" y="338741"/>
                </a:lnTo>
                <a:lnTo>
                  <a:pt x="340011" y="309528"/>
                </a:lnTo>
                <a:lnTo>
                  <a:pt x="362116" y="274205"/>
                </a:lnTo>
                <a:lnTo>
                  <a:pt x="376112" y="233772"/>
                </a:lnTo>
                <a:lnTo>
                  <a:pt x="381000" y="189229"/>
                </a:lnTo>
                <a:lnTo>
                  <a:pt x="376112" y="144757"/>
                </a:lnTo>
                <a:lnTo>
                  <a:pt x="362116" y="104506"/>
                </a:lnTo>
                <a:lnTo>
                  <a:pt x="340011" y="69431"/>
                </a:lnTo>
                <a:lnTo>
                  <a:pt x="310798" y="40488"/>
                </a:lnTo>
                <a:lnTo>
                  <a:pt x="275475" y="18631"/>
                </a:lnTo>
                <a:lnTo>
                  <a:pt x="235042" y="4817"/>
                </a:lnTo>
                <a:lnTo>
                  <a:pt x="1905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6151879" y="2937510"/>
            <a:ext cx="381000" cy="379730"/>
          </a:xfrm>
          <a:custGeom>
            <a:avLst/>
            <a:gdLst/>
            <a:ahLst/>
            <a:cxnLst/>
            <a:rect l="l" t="t" r="r" b="b"/>
            <a:pathLst>
              <a:path w="381000" h="379729">
                <a:moveTo>
                  <a:pt x="190500" y="0"/>
                </a:moveTo>
                <a:lnTo>
                  <a:pt x="145957" y="4817"/>
                </a:lnTo>
                <a:lnTo>
                  <a:pt x="105524" y="18631"/>
                </a:lnTo>
                <a:lnTo>
                  <a:pt x="70201" y="40488"/>
                </a:lnTo>
                <a:lnTo>
                  <a:pt x="40988" y="69431"/>
                </a:lnTo>
                <a:lnTo>
                  <a:pt x="18883" y="104506"/>
                </a:lnTo>
                <a:lnTo>
                  <a:pt x="4887" y="144757"/>
                </a:lnTo>
                <a:lnTo>
                  <a:pt x="0" y="189229"/>
                </a:lnTo>
                <a:lnTo>
                  <a:pt x="4887" y="233772"/>
                </a:lnTo>
                <a:lnTo>
                  <a:pt x="18883" y="274205"/>
                </a:lnTo>
                <a:lnTo>
                  <a:pt x="40988" y="309528"/>
                </a:lnTo>
                <a:lnTo>
                  <a:pt x="70201" y="338741"/>
                </a:lnTo>
                <a:lnTo>
                  <a:pt x="105524" y="360846"/>
                </a:lnTo>
                <a:lnTo>
                  <a:pt x="145957" y="374842"/>
                </a:lnTo>
                <a:lnTo>
                  <a:pt x="190500" y="379729"/>
                </a:lnTo>
                <a:lnTo>
                  <a:pt x="235042" y="374842"/>
                </a:lnTo>
                <a:lnTo>
                  <a:pt x="275475" y="360846"/>
                </a:lnTo>
                <a:lnTo>
                  <a:pt x="310798" y="338741"/>
                </a:lnTo>
                <a:lnTo>
                  <a:pt x="340011" y="309528"/>
                </a:lnTo>
                <a:lnTo>
                  <a:pt x="362116" y="274205"/>
                </a:lnTo>
                <a:lnTo>
                  <a:pt x="376112" y="233772"/>
                </a:lnTo>
                <a:lnTo>
                  <a:pt x="381000" y="189229"/>
                </a:lnTo>
                <a:lnTo>
                  <a:pt x="376112" y="144757"/>
                </a:lnTo>
                <a:lnTo>
                  <a:pt x="362116" y="104506"/>
                </a:lnTo>
                <a:lnTo>
                  <a:pt x="340011" y="69431"/>
                </a:lnTo>
                <a:lnTo>
                  <a:pt x="310798" y="40488"/>
                </a:lnTo>
                <a:lnTo>
                  <a:pt x="275475" y="18631"/>
                </a:lnTo>
                <a:lnTo>
                  <a:pt x="235042" y="4817"/>
                </a:lnTo>
                <a:lnTo>
                  <a:pt x="190500" y="0"/>
                </a:lnTo>
                <a:close/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6532880" y="2937510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6151879" y="3318509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6253479" y="2945129"/>
            <a:ext cx="177800" cy="3771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i="1" dirty="0">
                <a:solidFill>
                  <a:srgbClr val="FFFFFF"/>
                </a:solidFill>
                <a:latin typeface="Times New Roman"/>
                <a:cs typeface="Times New Roman"/>
              </a:rPr>
              <a:t>p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5662929" y="3261359"/>
            <a:ext cx="551180" cy="284480"/>
          </a:xfrm>
          <a:custGeom>
            <a:avLst/>
            <a:gdLst/>
            <a:ahLst/>
            <a:cxnLst/>
            <a:rect l="l" t="t" r="r" b="b"/>
            <a:pathLst>
              <a:path w="551179" h="284479">
                <a:moveTo>
                  <a:pt x="551180" y="0"/>
                </a:moveTo>
                <a:lnTo>
                  <a:pt x="0" y="284479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6691630" y="35814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45957" y="4887"/>
                </a:lnTo>
                <a:lnTo>
                  <a:pt x="105524" y="18883"/>
                </a:lnTo>
                <a:lnTo>
                  <a:pt x="70201" y="40988"/>
                </a:lnTo>
                <a:lnTo>
                  <a:pt x="40988" y="70201"/>
                </a:lnTo>
                <a:lnTo>
                  <a:pt x="18883" y="105524"/>
                </a:lnTo>
                <a:lnTo>
                  <a:pt x="4887" y="145957"/>
                </a:lnTo>
                <a:lnTo>
                  <a:pt x="0" y="190500"/>
                </a:lnTo>
                <a:lnTo>
                  <a:pt x="4887" y="235042"/>
                </a:lnTo>
                <a:lnTo>
                  <a:pt x="18883" y="275475"/>
                </a:lnTo>
                <a:lnTo>
                  <a:pt x="40988" y="310798"/>
                </a:lnTo>
                <a:lnTo>
                  <a:pt x="70201" y="340011"/>
                </a:lnTo>
                <a:lnTo>
                  <a:pt x="105524" y="362116"/>
                </a:lnTo>
                <a:lnTo>
                  <a:pt x="145957" y="376112"/>
                </a:lnTo>
                <a:lnTo>
                  <a:pt x="190500" y="381000"/>
                </a:lnTo>
                <a:lnTo>
                  <a:pt x="235042" y="376112"/>
                </a:lnTo>
                <a:lnTo>
                  <a:pt x="275475" y="362116"/>
                </a:lnTo>
                <a:lnTo>
                  <a:pt x="310798" y="340011"/>
                </a:lnTo>
                <a:lnTo>
                  <a:pt x="340011" y="310798"/>
                </a:lnTo>
                <a:lnTo>
                  <a:pt x="362116" y="275475"/>
                </a:lnTo>
                <a:lnTo>
                  <a:pt x="376112" y="235042"/>
                </a:lnTo>
                <a:lnTo>
                  <a:pt x="381000" y="190500"/>
                </a:lnTo>
                <a:lnTo>
                  <a:pt x="376112" y="145957"/>
                </a:lnTo>
                <a:lnTo>
                  <a:pt x="362116" y="105524"/>
                </a:lnTo>
                <a:lnTo>
                  <a:pt x="340011" y="70201"/>
                </a:lnTo>
                <a:lnTo>
                  <a:pt x="310798" y="40988"/>
                </a:lnTo>
                <a:lnTo>
                  <a:pt x="275475" y="18883"/>
                </a:lnTo>
                <a:lnTo>
                  <a:pt x="235042" y="4887"/>
                </a:lnTo>
                <a:lnTo>
                  <a:pt x="19050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6691630" y="35814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45957" y="4887"/>
                </a:lnTo>
                <a:lnTo>
                  <a:pt x="105524" y="18883"/>
                </a:lnTo>
                <a:lnTo>
                  <a:pt x="70201" y="40988"/>
                </a:lnTo>
                <a:lnTo>
                  <a:pt x="40988" y="70201"/>
                </a:lnTo>
                <a:lnTo>
                  <a:pt x="18883" y="105524"/>
                </a:lnTo>
                <a:lnTo>
                  <a:pt x="4887" y="145957"/>
                </a:lnTo>
                <a:lnTo>
                  <a:pt x="0" y="190500"/>
                </a:lnTo>
                <a:lnTo>
                  <a:pt x="4887" y="235042"/>
                </a:lnTo>
                <a:lnTo>
                  <a:pt x="18883" y="275475"/>
                </a:lnTo>
                <a:lnTo>
                  <a:pt x="40988" y="310798"/>
                </a:lnTo>
                <a:lnTo>
                  <a:pt x="70201" y="340011"/>
                </a:lnTo>
                <a:lnTo>
                  <a:pt x="105524" y="362116"/>
                </a:lnTo>
                <a:lnTo>
                  <a:pt x="145957" y="376112"/>
                </a:lnTo>
                <a:lnTo>
                  <a:pt x="190500" y="381000"/>
                </a:lnTo>
                <a:lnTo>
                  <a:pt x="235042" y="376112"/>
                </a:lnTo>
                <a:lnTo>
                  <a:pt x="275475" y="362116"/>
                </a:lnTo>
                <a:lnTo>
                  <a:pt x="310798" y="340011"/>
                </a:lnTo>
                <a:lnTo>
                  <a:pt x="340011" y="310798"/>
                </a:lnTo>
                <a:lnTo>
                  <a:pt x="362116" y="275475"/>
                </a:lnTo>
                <a:lnTo>
                  <a:pt x="376112" y="235042"/>
                </a:lnTo>
                <a:lnTo>
                  <a:pt x="381000" y="190500"/>
                </a:lnTo>
                <a:lnTo>
                  <a:pt x="376112" y="145957"/>
                </a:lnTo>
                <a:lnTo>
                  <a:pt x="362116" y="105524"/>
                </a:lnTo>
                <a:lnTo>
                  <a:pt x="340011" y="70201"/>
                </a:lnTo>
                <a:lnTo>
                  <a:pt x="310798" y="40988"/>
                </a:lnTo>
                <a:lnTo>
                  <a:pt x="275475" y="18883"/>
                </a:lnTo>
                <a:lnTo>
                  <a:pt x="235042" y="4887"/>
                </a:lnTo>
                <a:lnTo>
                  <a:pt x="190500" y="0"/>
                </a:lnTo>
                <a:close/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7072630" y="3581400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6690359" y="3962400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6793230" y="3589020"/>
            <a:ext cx="177800" cy="3771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i="1" dirty="0">
                <a:latin typeface="Times New Roman"/>
                <a:cs typeface="Times New Roman"/>
              </a:rPr>
              <a:t>a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6483350" y="3261359"/>
            <a:ext cx="398780" cy="320040"/>
          </a:xfrm>
          <a:custGeom>
            <a:avLst/>
            <a:gdLst/>
            <a:ahLst/>
            <a:cxnLst/>
            <a:rect l="l" t="t" r="r" b="b"/>
            <a:pathLst>
              <a:path w="398779" h="320039">
                <a:moveTo>
                  <a:pt x="0" y="0"/>
                </a:moveTo>
                <a:lnTo>
                  <a:pt x="398779" y="320039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6499859" y="3906520"/>
            <a:ext cx="247650" cy="402590"/>
          </a:xfrm>
          <a:custGeom>
            <a:avLst/>
            <a:gdLst/>
            <a:ahLst/>
            <a:cxnLst/>
            <a:rect l="l" t="t" r="r" b="b"/>
            <a:pathLst>
              <a:path w="247650" h="402589">
                <a:moveTo>
                  <a:pt x="247649" y="0"/>
                </a:moveTo>
                <a:lnTo>
                  <a:pt x="0" y="402589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7016750" y="3906520"/>
            <a:ext cx="208279" cy="402590"/>
          </a:xfrm>
          <a:custGeom>
            <a:avLst/>
            <a:gdLst/>
            <a:ahLst/>
            <a:cxnLst/>
            <a:rect l="l" t="t" r="r" b="b"/>
            <a:pathLst>
              <a:path w="208279" h="402589">
                <a:moveTo>
                  <a:pt x="0" y="0"/>
                </a:moveTo>
                <a:lnTo>
                  <a:pt x="208279" y="402589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1309369" y="5527040"/>
            <a:ext cx="171450" cy="0"/>
          </a:xfrm>
          <a:custGeom>
            <a:avLst/>
            <a:gdLst/>
            <a:ahLst/>
            <a:cxnLst/>
            <a:rect l="l" t="t" r="r" b="b"/>
            <a:pathLst>
              <a:path w="171450">
                <a:moveTo>
                  <a:pt x="0" y="0"/>
                </a:moveTo>
                <a:lnTo>
                  <a:pt x="171450" y="0"/>
                </a:lnTo>
              </a:path>
            </a:pathLst>
          </a:custGeom>
          <a:ln w="3809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1281430" y="5452109"/>
            <a:ext cx="228600" cy="0"/>
          </a:xfrm>
          <a:custGeom>
            <a:avLst/>
            <a:gdLst/>
            <a:ahLst/>
            <a:cxnLst/>
            <a:rect l="l" t="t" r="r" b="b"/>
            <a:pathLst>
              <a:path w="228600">
                <a:moveTo>
                  <a:pt x="0" y="0"/>
                </a:moveTo>
                <a:lnTo>
                  <a:pt x="228600" y="0"/>
                </a:lnTo>
              </a:path>
            </a:pathLst>
          </a:custGeom>
          <a:ln w="3809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1510030" y="446024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45957" y="4887"/>
                </a:lnTo>
                <a:lnTo>
                  <a:pt x="105524" y="18883"/>
                </a:lnTo>
                <a:lnTo>
                  <a:pt x="70201" y="40988"/>
                </a:lnTo>
                <a:lnTo>
                  <a:pt x="40988" y="70201"/>
                </a:lnTo>
                <a:lnTo>
                  <a:pt x="18883" y="105524"/>
                </a:lnTo>
                <a:lnTo>
                  <a:pt x="4887" y="145957"/>
                </a:lnTo>
                <a:lnTo>
                  <a:pt x="0" y="190500"/>
                </a:lnTo>
                <a:lnTo>
                  <a:pt x="4887" y="235042"/>
                </a:lnTo>
                <a:lnTo>
                  <a:pt x="18883" y="275475"/>
                </a:lnTo>
                <a:lnTo>
                  <a:pt x="40988" y="310798"/>
                </a:lnTo>
                <a:lnTo>
                  <a:pt x="70201" y="340011"/>
                </a:lnTo>
                <a:lnTo>
                  <a:pt x="105524" y="362116"/>
                </a:lnTo>
                <a:lnTo>
                  <a:pt x="145957" y="376112"/>
                </a:lnTo>
                <a:lnTo>
                  <a:pt x="190500" y="381000"/>
                </a:lnTo>
                <a:lnTo>
                  <a:pt x="235042" y="376112"/>
                </a:lnTo>
                <a:lnTo>
                  <a:pt x="275475" y="362116"/>
                </a:lnTo>
                <a:lnTo>
                  <a:pt x="310798" y="340011"/>
                </a:lnTo>
                <a:lnTo>
                  <a:pt x="340011" y="310798"/>
                </a:lnTo>
                <a:lnTo>
                  <a:pt x="362116" y="275475"/>
                </a:lnTo>
                <a:lnTo>
                  <a:pt x="376112" y="235042"/>
                </a:lnTo>
                <a:lnTo>
                  <a:pt x="381000" y="190500"/>
                </a:lnTo>
                <a:lnTo>
                  <a:pt x="376112" y="145957"/>
                </a:lnTo>
                <a:lnTo>
                  <a:pt x="362116" y="105524"/>
                </a:lnTo>
                <a:lnTo>
                  <a:pt x="340011" y="70201"/>
                </a:lnTo>
                <a:lnTo>
                  <a:pt x="310798" y="40988"/>
                </a:lnTo>
                <a:lnTo>
                  <a:pt x="275475" y="18883"/>
                </a:lnTo>
                <a:lnTo>
                  <a:pt x="235042" y="4887"/>
                </a:lnTo>
                <a:lnTo>
                  <a:pt x="19050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1510030" y="446024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235042" y="4887"/>
                </a:lnTo>
                <a:lnTo>
                  <a:pt x="275475" y="18883"/>
                </a:lnTo>
                <a:lnTo>
                  <a:pt x="310798" y="40988"/>
                </a:lnTo>
                <a:lnTo>
                  <a:pt x="340011" y="70201"/>
                </a:lnTo>
                <a:lnTo>
                  <a:pt x="362116" y="105524"/>
                </a:lnTo>
                <a:lnTo>
                  <a:pt x="376112" y="145957"/>
                </a:lnTo>
                <a:lnTo>
                  <a:pt x="381000" y="190500"/>
                </a:lnTo>
                <a:lnTo>
                  <a:pt x="376112" y="235042"/>
                </a:lnTo>
                <a:lnTo>
                  <a:pt x="362116" y="275475"/>
                </a:lnTo>
                <a:lnTo>
                  <a:pt x="340011" y="310798"/>
                </a:lnTo>
                <a:lnTo>
                  <a:pt x="310798" y="340011"/>
                </a:lnTo>
                <a:lnTo>
                  <a:pt x="275475" y="362116"/>
                </a:lnTo>
                <a:lnTo>
                  <a:pt x="235042" y="376112"/>
                </a:lnTo>
                <a:lnTo>
                  <a:pt x="190500" y="381000"/>
                </a:lnTo>
                <a:lnTo>
                  <a:pt x="145957" y="376112"/>
                </a:lnTo>
                <a:lnTo>
                  <a:pt x="105524" y="362116"/>
                </a:lnTo>
                <a:lnTo>
                  <a:pt x="70201" y="340011"/>
                </a:lnTo>
                <a:lnTo>
                  <a:pt x="40988" y="310798"/>
                </a:lnTo>
                <a:lnTo>
                  <a:pt x="18883" y="275475"/>
                </a:lnTo>
                <a:lnTo>
                  <a:pt x="4887" y="235042"/>
                </a:lnTo>
                <a:lnTo>
                  <a:pt x="0" y="190500"/>
                </a:lnTo>
                <a:lnTo>
                  <a:pt x="4887" y="145957"/>
                </a:lnTo>
                <a:lnTo>
                  <a:pt x="18883" y="105524"/>
                </a:lnTo>
                <a:lnTo>
                  <a:pt x="40988" y="70201"/>
                </a:lnTo>
                <a:lnTo>
                  <a:pt x="70201" y="40988"/>
                </a:lnTo>
                <a:lnTo>
                  <a:pt x="105524" y="18883"/>
                </a:lnTo>
                <a:lnTo>
                  <a:pt x="145957" y="4887"/>
                </a:lnTo>
                <a:lnTo>
                  <a:pt x="190500" y="0"/>
                </a:lnTo>
                <a:close/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1510030" y="4460240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1891029" y="4842509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1413510" y="4786629"/>
            <a:ext cx="152400" cy="589280"/>
          </a:xfrm>
          <a:custGeom>
            <a:avLst/>
            <a:gdLst/>
            <a:ahLst/>
            <a:cxnLst/>
            <a:rect l="l" t="t" r="r" b="b"/>
            <a:pathLst>
              <a:path w="152400" h="589279">
                <a:moveTo>
                  <a:pt x="152400" y="0"/>
                </a:moveTo>
                <a:lnTo>
                  <a:pt x="0" y="58928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1842770" y="5506720"/>
            <a:ext cx="171450" cy="0"/>
          </a:xfrm>
          <a:custGeom>
            <a:avLst/>
            <a:gdLst/>
            <a:ahLst/>
            <a:cxnLst/>
            <a:rect l="l" t="t" r="r" b="b"/>
            <a:pathLst>
              <a:path w="171450">
                <a:moveTo>
                  <a:pt x="0" y="0"/>
                </a:moveTo>
                <a:lnTo>
                  <a:pt x="171450" y="0"/>
                </a:lnTo>
              </a:path>
            </a:pathLst>
          </a:custGeom>
          <a:ln w="3809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1814829" y="5430520"/>
            <a:ext cx="228600" cy="0"/>
          </a:xfrm>
          <a:custGeom>
            <a:avLst/>
            <a:gdLst/>
            <a:ahLst/>
            <a:cxnLst/>
            <a:rect l="l" t="t" r="r" b="b"/>
            <a:pathLst>
              <a:path w="228600">
                <a:moveTo>
                  <a:pt x="0" y="0"/>
                </a:moveTo>
                <a:lnTo>
                  <a:pt x="228600" y="0"/>
                </a:lnTo>
              </a:path>
            </a:pathLst>
          </a:custGeom>
          <a:ln w="3809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1835150" y="4786629"/>
            <a:ext cx="113030" cy="567690"/>
          </a:xfrm>
          <a:custGeom>
            <a:avLst/>
            <a:gdLst/>
            <a:ahLst/>
            <a:cxnLst/>
            <a:rect l="l" t="t" r="r" b="b"/>
            <a:pathLst>
              <a:path w="113030" h="567689">
                <a:moveTo>
                  <a:pt x="0" y="0"/>
                </a:moveTo>
                <a:lnTo>
                  <a:pt x="113030" y="56769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1700529" y="3982720"/>
            <a:ext cx="246379" cy="477520"/>
          </a:xfrm>
          <a:custGeom>
            <a:avLst/>
            <a:gdLst/>
            <a:ahLst/>
            <a:cxnLst/>
            <a:rect l="l" t="t" r="r" b="b"/>
            <a:pathLst>
              <a:path w="246380" h="477520">
                <a:moveTo>
                  <a:pt x="246380" y="0"/>
                </a:moveTo>
                <a:lnTo>
                  <a:pt x="0" y="477519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5271770" y="4612640"/>
            <a:ext cx="171450" cy="0"/>
          </a:xfrm>
          <a:custGeom>
            <a:avLst/>
            <a:gdLst/>
            <a:ahLst/>
            <a:cxnLst/>
            <a:rect l="l" t="t" r="r" b="b"/>
            <a:pathLst>
              <a:path w="171450">
                <a:moveTo>
                  <a:pt x="0" y="0"/>
                </a:moveTo>
                <a:lnTo>
                  <a:pt x="171450" y="0"/>
                </a:lnTo>
              </a:path>
            </a:pathLst>
          </a:custGeom>
          <a:ln w="3809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5243829" y="4537709"/>
            <a:ext cx="228600" cy="0"/>
          </a:xfrm>
          <a:custGeom>
            <a:avLst/>
            <a:gdLst/>
            <a:ahLst/>
            <a:cxnLst/>
            <a:rect l="l" t="t" r="r" b="b"/>
            <a:pathLst>
              <a:path w="228600">
                <a:moveTo>
                  <a:pt x="0" y="0"/>
                </a:moveTo>
                <a:lnTo>
                  <a:pt x="228600" y="0"/>
                </a:lnTo>
              </a:path>
            </a:pathLst>
          </a:custGeom>
          <a:ln w="3809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5471159" y="3545840"/>
            <a:ext cx="382270" cy="381000"/>
          </a:xfrm>
          <a:custGeom>
            <a:avLst/>
            <a:gdLst/>
            <a:ahLst/>
            <a:cxnLst/>
            <a:rect l="l" t="t" r="r" b="b"/>
            <a:pathLst>
              <a:path w="382270" h="381000">
                <a:moveTo>
                  <a:pt x="190500" y="0"/>
                </a:moveTo>
                <a:lnTo>
                  <a:pt x="145957" y="4887"/>
                </a:lnTo>
                <a:lnTo>
                  <a:pt x="105524" y="18883"/>
                </a:lnTo>
                <a:lnTo>
                  <a:pt x="70201" y="40988"/>
                </a:lnTo>
                <a:lnTo>
                  <a:pt x="40988" y="70201"/>
                </a:lnTo>
                <a:lnTo>
                  <a:pt x="18883" y="105524"/>
                </a:lnTo>
                <a:lnTo>
                  <a:pt x="4887" y="145957"/>
                </a:lnTo>
                <a:lnTo>
                  <a:pt x="0" y="190500"/>
                </a:lnTo>
                <a:lnTo>
                  <a:pt x="4887" y="235042"/>
                </a:lnTo>
                <a:lnTo>
                  <a:pt x="18883" y="275475"/>
                </a:lnTo>
                <a:lnTo>
                  <a:pt x="40988" y="310798"/>
                </a:lnTo>
                <a:lnTo>
                  <a:pt x="70201" y="340011"/>
                </a:lnTo>
                <a:lnTo>
                  <a:pt x="105524" y="362116"/>
                </a:lnTo>
                <a:lnTo>
                  <a:pt x="145957" y="376112"/>
                </a:lnTo>
                <a:lnTo>
                  <a:pt x="190500" y="381000"/>
                </a:lnTo>
                <a:lnTo>
                  <a:pt x="235112" y="376112"/>
                </a:lnTo>
                <a:lnTo>
                  <a:pt x="275726" y="362116"/>
                </a:lnTo>
                <a:lnTo>
                  <a:pt x="311298" y="340011"/>
                </a:lnTo>
                <a:lnTo>
                  <a:pt x="340782" y="310798"/>
                </a:lnTo>
                <a:lnTo>
                  <a:pt x="363134" y="275475"/>
                </a:lnTo>
                <a:lnTo>
                  <a:pt x="377312" y="235042"/>
                </a:lnTo>
                <a:lnTo>
                  <a:pt x="382269" y="190500"/>
                </a:lnTo>
                <a:lnTo>
                  <a:pt x="377312" y="145957"/>
                </a:lnTo>
                <a:lnTo>
                  <a:pt x="363134" y="105524"/>
                </a:lnTo>
                <a:lnTo>
                  <a:pt x="340782" y="70201"/>
                </a:lnTo>
                <a:lnTo>
                  <a:pt x="311298" y="40988"/>
                </a:lnTo>
                <a:lnTo>
                  <a:pt x="275726" y="18883"/>
                </a:lnTo>
                <a:lnTo>
                  <a:pt x="235112" y="4887"/>
                </a:lnTo>
                <a:lnTo>
                  <a:pt x="19050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5471159" y="3545840"/>
            <a:ext cx="382270" cy="381000"/>
          </a:xfrm>
          <a:custGeom>
            <a:avLst/>
            <a:gdLst/>
            <a:ahLst/>
            <a:cxnLst/>
            <a:rect l="l" t="t" r="r" b="b"/>
            <a:pathLst>
              <a:path w="382270" h="381000">
                <a:moveTo>
                  <a:pt x="190500" y="0"/>
                </a:moveTo>
                <a:lnTo>
                  <a:pt x="235112" y="4887"/>
                </a:lnTo>
                <a:lnTo>
                  <a:pt x="275726" y="18883"/>
                </a:lnTo>
                <a:lnTo>
                  <a:pt x="311298" y="40988"/>
                </a:lnTo>
                <a:lnTo>
                  <a:pt x="340782" y="70201"/>
                </a:lnTo>
                <a:lnTo>
                  <a:pt x="363134" y="105524"/>
                </a:lnTo>
                <a:lnTo>
                  <a:pt x="377312" y="145957"/>
                </a:lnTo>
                <a:lnTo>
                  <a:pt x="382269" y="190500"/>
                </a:lnTo>
                <a:lnTo>
                  <a:pt x="377312" y="235042"/>
                </a:lnTo>
                <a:lnTo>
                  <a:pt x="363134" y="275475"/>
                </a:lnTo>
                <a:lnTo>
                  <a:pt x="340782" y="310798"/>
                </a:lnTo>
                <a:lnTo>
                  <a:pt x="311298" y="340011"/>
                </a:lnTo>
                <a:lnTo>
                  <a:pt x="275726" y="362116"/>
                </a:lnTo>
                <a:lnTo>
                  <a:pt x="235112" y="376112"/>
                </a:lnTo>
                <a:lnTo>
                  <a:pt x="190500" y="381000"/>
                </a:lnTo>
                <a:lnTo>
                  <a:pt x="145957" y="376112"/>
                </a:lnTo>
                <a:lnTo>
                  <a:pt x="105524" y="362116"/>
                </a:lnTo>
                <a:lnTo>
                  <a:pt x="70201" y="340011"/>
                </a:lnTo>
                <a:lnTo>
                  <a:pt x="40988" y="310798"/>
                </a:lnTo>
                <a:lnTo>
                  <a:pt x="18883" y="275475"/>
                </a:lnTo>
                <a:lnTo>
                  <a:pt x="4887" y="235042"/>
                </a:lnTo>
                <a:lnTo>
                  <a:pt x="0" y="190500"/>
                </a:lnTo>
                <a:lnTo>
                  <a:pt x="4887" y="145957"/>
                </a:lnTo>
                <a:lnTo>
                  <a:pt x="18883" y="105524"/>
                </a:lnTo>
                <a:lnTo>
                  <a:pt x="40988" y="70201"/>
                </a:lnTo>
                <a:lnTo>
                  <a:pt x="70201" y="40988"/>
                </a:lnTo>
                <a:lnTo>
                  <a:pt x="105524" y="18883"/>
                </a:lnTo>
                <a:lnTo>
                  <a:pt x="145957" y="4887"/>
                </a:lnTo>
                <a:lnTo>
                  <a:pt x="190500" y="0"/>
                </a:lnTo>
                <a:close/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5471159" y="3545840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5853429" y="3928109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 txBox="1"/>
          <p:nvPr/>
        </p:nvSpPr>
        <p:spPr>
          <a:xfrm>
            <a:off x="5581650" y="3553459"/>
            <a:ext cx="161290" cy="3771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i="1" dirty="0">
                <a:latin typeface="Times New Roman"/>
                <a:cs typeface="Times New Roman"/>
              </a:rPr>
              <a:t>x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9" name="object 49"/>
          <p:cNvSpPr/>
          <p:nvPr/>
        </p:nvSpPr>
        <p:spPr>
          <a:xfrm>
            <a:off x="5375909" y="3872229"/>
            <a:ext cx="152400" cy="589280"/>
          </a:xfrm>
          <a:custGeom>
            <a:avLst/>
            <a:gdLst/>
            <a:ahLst/>
            <a:cxnLst/>
            <a:rect l="l" t="t" r="r" b="b"/>
            <a:pathLst>
              <a:path w="152400" h="589279">
                <a:moveTo>
                  <a:pt x="152400" y="0"/>
                </a:moveTo>
                <a:lnTo>
                  <a:pt x="0" y="58928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5805170" y="4592320"/>
            <a:ext cx="171450" cy="0"/>
          </a:xfrm>
          <a:custGeom>
            <a:avLst/>
            <a:gdLst/>
            <a:ahLst/>
            <a:cxnLst/>
            <a:rect l="l" t="t" r="r" b="b"/>
            <a:pathLst>
              <a:path w="171450">
                <a:moveTo>
                  <a:pt x="0" y="0"/>
                </a:moveTo>
                <a:lnTo>
                  <a:pt x="171450" y="0"/>
                </a:lnTo>
              </a:path>
            </a:pathLst>
          </a:custGeom>
          <a:ln w="3809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5777229" y="4516120"/>
            <a:ext cx="228600" cy="0"/>
          </a:xfrm>
          <a:custGeom>
            <a:avLst/>
            <a:gdLst/>
            <a:ahLst/>
            <a:cxnLst/>
            <a:rect l="l" t="t" r="r" b="b"/>
            <a:pathLst>
              <a:path w="228600">
                <a:moveTo>
                  <a:pt x="0" y="0"/>
                </a:moveTo>
                <a:lnTo>
                  <a:pt x="228600" y="0"/>
                </a:lnTo>
              </a:path>
            </a:pathLst>
          </a:custGeom>
          <a:ln w="3809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5797550" y="3872229"/>
            <a:ext cx="113030" cy="567690"/>
          </a:xfrm>
          <a:custGeom>
            <a:avLst/>
            <a:gdLst/>
            <a:ahLst/>
            <a:cxnLst/>
            <a:rect l="l" t="t" r="r" b="b"/>
            <a:pathLst>
              <a:path w="113029" h="567689">
                <a:moveTo>
                  <a:pt x="0" y="0"/>
                </a:moveTo>
                <a:lnTo>
                  <a:pt x="113029" y="56769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2833370" y="3774440"/>
            <a:ext cx="171450" cy="0"/>
          </a:xfrm>
          <a:custGeom>
            <a:avLst/>
            <a:gdLst/>
            <a:ahLst/>
            <a:cxnLst/>
            <a:rect l="l" t="t" r="r" b="b"/>
            <a:pathLst>
              <a:path w="171450">
                <a:moveTo>
                  <a:pt x="0" y="0"/>
                </a:moveTo>
                <a:lnTo>
                  <a:pt x="171450" y="0"/>
                </a:lnTo>
              </a:path>
            </a:pathLst>
          </a:custGeom>
          <a:ln w="3809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2805429" y="3699509"/>
            <a:ext cx="228600" cy="0"/>
          </a:xfrm>
          <a:custGeom>
            <a:avLst/>
            <a:gdLst/>
            <a:ahLst/>
            <a:cxnLst/>
            <a:rect l="l" t="t" r="r" b="b"/>
            <a:pathLst>
              <a:path w="228600">
                <a:moveTo>
                  <a:pt x="0" y="0"/>
                </a:moveTo>
                <a:lnTo>
                  <a:pt x="228600" y="0"/>
                </a:lnTo>
              </a:path>
            </a:pathLst>
          </a:custGeom>
          <a:ln w="3809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 txBox="1"/>
          <p:nvPr/>
        </p:nvSpPr>
        <p:spPr>
          <a:xfrm>
            <a:off x="3083560" y="3460750"/>
            <a:ext cx="110489" cy="3771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i="1" dirty="0">
                <a:latin typeface="Times New Roman"/>
                <a:cs typeface="Times New Roman"/>
              </a:rPr>
              <a:t>t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6" name="object 56"/>
          <p:cNvSpPr/>
          <p:nvPr/>
        </p:nvSpPr>
        <p:spPr>
          <a:xfrm>
            <a:off x="2452370" y="4612640"/>
            <a:ext cx="171450" cy="0"/>
          </a:xfrm>
          <a:custGeom>
            <a:avLst/>
            <a:gdLst/>
            <a:ahLst/>
            <a:cxnLst/>
            <a:rect l="l" t="t" r="r" b="b"/>
            <a:pathLst>
              <a:path w="171450">
                <a:moveTo>
                  <a:pt x="0" y="0"/>
                </a:moveTo>
                <a:lnTo>
                  <a:pt x="171450" y="0"/>
                </a:lnTo>
              </a:path>
            </a:pathLst>
          </a:custGeom>
          <a:ln w="3809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2424429" y="4537709"/>
            <a:ext cx="228600" cy="0"/>
          </a:xfrm>
          <a:custGeom>
            <a:avLst/>
            <a:gdLst/>
            <a:ahLst/>
            <a:cxnLst/>
            <a:rect l="l" t="t" r="r" b="b"/>
            <a:pathLst>
              <a:path w="228600">
                <a:moveTo>
                  <a:pt x="0" y="0"/>
                </a:moveTo>
                <a:lnTo>
                  <a:pt x="228600" y="0"/>
                </a:lnTo>
              </a:path>
            </a:pathLst>
          </a:custGeom>
          <a:ln w="3809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7165340" y="4439920"/>
            <a:ext cx="171450" cy="0"/>
          </a:xfrm>
          <a:custGeom>
            <a:avLst/>
            <a:gdLst/>
            <a:ahLst/>
            <a:cxnLst/>
            <a:rect l="l" t="t" r="r" b="b"/>
            <a:pathLst>
              <a:path w="171450">
                <a:moveTo>
                  <a:pt x="0" y="0"/>
                </a:moveTo>
                <a:lnTo>
                  <a:pt x="171450" y="0"/>
                </a:lnTo>
              </a:path>
            </a:pathLst>
          </a:custGeom>
          <a:ln w="3809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7137400" y="4363720"/>
            <a:ext cx="228600" cy="0"/>
          </a:xfrm>
          <a:custGeom>
            <a:avLst/>
            <a:gdLst/>
            <a:ahLst/>
            <a:cxnLst/>
            <a:rect l="l" t="t" r="r" b="b"/>
            <a:pathLst>
              <a:path w="228600">
                <a:moveTo>
                  <a:pt x="0" y="0"/>
                </a:moveTo>
                <a:lnTo>
                  <a:pt x="228600" y="0"/>
                </a:lnTo>
              </a:path>
            </a:pathLst>
          </a:custGeom>
          <a:ln w="3809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 txBox="1"/>
          <p:nvPr/>
        </p:nvSpPr>
        <p:spPr>
          <a:xfrm>
            <a:off x="1619250" y="4126229"/>
            <a:ext cx="5906770" cy="7188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5080" algn="r">
              <a:lnSpc>
                <a:spcPts val="2785"/>
              </a:lnSpc>
            </a:pPr>
            <a:r>
              <a:rPr sz="2400" i="1" dirty="0">
                <a:latin typeface="Times New Roman"/>
                <a:cs typeface="Times New Roman"/>
              </a:rPr>
              <a:t>t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ts val="2785"/>
              </a:lnSpc>
            </a:pPr>
            <a:r>
              <a:rPr sz="2400" i="1" dirty="0">
                <a:latin typeface="Times New Roman"/>
                <a:cs typeface="Times New Roman"/>
              </a:rPr>
              <a:t>x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1" name="object 61"/>
          <p:cNvSpPr/>
          <p:nvPr/>
        </p:nvSpPr>
        <p:spPr>
          <a:xfrm>
            <a:off x="6414770" y="4460240"/>
            <a:ext cx="171450" cy="0"/>
          </a:xfrm>
          <a:custGeom>
            <a:avLst/>
            <a:gdLst/>
            <a:ahLst/>
            <a:cxnLst/>
            <a:rect l="l" t="t" r="r" b="b"/>
            <a:pathLst>
              <a:path w="171450">
                <a:moveTo>
                  <a:pt x="0" y="0"/>
                </a:moveTo>
                <a:lnTo>
                  <a:pt x="171450" y="0"/>
                </a:lnTo>
              </a:path>
            </a:pathLst>
          </a:custGeom>
          <a:ln w="3809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/>
          <p:nvPr/>
        </p:nvSpPr>
        <p:spPr>
          <a:xfrm>
            <a:off x="6386829" y="4385309"/>
            <a:ext cx="228600" cy="0"/>
          </a:xfrm>
          <a:custGeom>
            <a:avLst/>
            <a:gdLst/>
            <a:ahLst/>
            <a:cxnLst/>
            <a:rect l="l" t="t" r="r" b="b"/>
            <a:pathLst>
              <a:path w="228600">
                <a:moveTo>
                  <a:pt x="0" y="0"/>
                </a:moveTo>
                <a:lnTo>
                  <a:pt x="228600" y="0"/>
                </a:lnTo>
              </a:path>
            </a:pathLst>
          </a:custGeom>
          <a:ln w="3809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 txBox="1"/>
          <p:nvPr/>
        </p:nvSpPr>
        <p:spPr>
          <a:xfrm>
            <a:off x="5580379" y="4900929"/>
            <a:ext cx="1721485" cy="224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spc="-5" dirty="0">
                <a:latin typeface="Arial"/>
                <a:cs typeface="Arial"/>
              </a:rPr>
              <a:t>Recoloração de </a:t>
            </a:r>
            <a:r>
              <a:rPr sz="1400" dirty="0">
                <a:latin typeface="Arial"/>
                <a:cs typeface="Arial"/>
              </a:rPr>
              <a:t>p e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79120" rIns="0" bIns="0" rtlCol="0">
            <a:spAutoFit/>
          </a:bodyPr>
          <a:lstStyle/>
          <a:p>
            <a:pPr marL="2344420">
              <a:lnSpc>
                <a:spcPct val="100000"/>
              </a:lnSpc>
            </a:pPr>
            <a:r>
              <a:rPr spc="40" dirty="0"/>
              <a:t>Exemplo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645920"/>
            <a:ext cx="5724525" cy="4876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Font typeface="Arial"/>
              <a:buChar char="•"/>
              <a:tabLst>
                <a:tab pos="355600" algn="l"/>
              </a:tabLst>
            </a:pPr>
            <a:r>
              <a:rPr sz="3200" spc="100" dirty="0">
                <a:latin typeface="Trebuchet MS"/>
                <a:cs typeface="Trebuchet MS"/>
              </a:rPr>
              <a:t>Caso </a:t>
            </a:r>
            <a:r>
              <a:rPr sz="3200" spc="-5" dirty="0">
                <a:latin typeface="Trebuchet MS"/>
                <a:cs typeface="Trebuchet MS"/>
              </a:rPr>
              <a:t>3b: </a:t>
            </a:r>
            <a:r>
              <a:rPr sz="3200" spc="10" dirty="0">
                <a:latin typeface="Trebuchet MS"/>
                <a:cs typeface="Trebuchet MS"/>
              </a:rPr>
              <a:t>Rotação </a:t>
            </a:r>
            <a:r>
              <a:rPr sz="3200" spc="80" dirty="0">
                <a:latin typeface="Trebuchet MS"/>
                <a:cs typeface="Trebuchet MS"/>
              </a:rPr>
              <a:t>à</a:t>
            </a:r>
            <a:r>
              <a:rPr sz="3200" spc="-365" dirty="0">
                <a:latin typeface="Trebuchet MS"/>
                <a:cs typeface="Trebuchet MS"/>
              </a:rPr>
              <a:t> </a:t>
            </a:r>
            <a:r>
              <a:rPr sz="3200" spc="55" dirty="0">
                <a:latin typeface="Trebuchet MS"/>
                <a:cs typeface="Trebuchet MS"/>
              </a:rPr>
              <a:t>Esquerda</a:t>
            </a:r>
            <a:endParaRPr sz="3200">
              <a:latin typeface="Trebuchet MS"/>
              <a:cs typeface="Trebuchet M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993900" y="2956560"/>
            <a:ext cx="381000" cy="379730"/>
          </a:xfrm>
          <a:custGeom>
            <a:avLst/>
            <a:gdLst/>
            <a:ahLst/>
            <a:cxnLst/>
            <a:rect l="l" t="t" r="r" b="b"/>
            <a:pathLst>
              <a:path w="381000" h="379729">
                <a:moveTo>
                  <a:pt x="190500" y="0"/>
                </a:moveTo>
                <a:lnTo>
                  <a:pt x="145957" y="4817"/>
                </a:lnTo>
                <a:lnTo>
                  <a:pt x="105524" y="18631"/>
                </a:lnTo>
                <a:lnTo>
                  <a:pt x="70201" y="40488"/>
                </a:lnTo>
                <a:lnTo>
                  <a:pt x="40988" y="69431"/>
                </a:lnTo>
                <a:lnTo>
                  <a:pt x="18883" y="104506"/>
                </a:lnTo>
                <a:lnTo>
                  <a:pt x="4887" y="144757"/>
                </a:lnTo>
                <a:lnTo>
                  <a:pt x="0" y="189229"/>
                </a:lnTo>
                <a:lnTo>
                  <a:pt x="4887" y="234172"/>
                </a:lnTo>
                <a:lnTo>
                  <a:pt x="18883" y="274760"/>
                </a:lnTo>
                <a:lnTo>
                  <a:pt x="40988" y="310061"/>
                </a:lnTo>
                <a:lnTo>
                  <a:pt x="70201" y="339141"/>
                </a:lnTo>
                <a:lnTo>
                  <a:pt x="105524" y="361068"/>
                </a:lnTo>
                <a:lnTo>
                  <a:pt x="145957" y="374909"/>
                </a:lnTo>
                <a:lnTo>
                  <a:pt x="190500" y="379729"/>
                </a:lnTo>
                <a:lnTo>
                  <a:pt x="235042" y="374909"/>
                </a:lnTo>
                <a:lnTo>
                  <a:pt x="275475" y="361068"/>
                </a:lnTo>
                <a:lnTo>
                  <a:pt x="310798" y="339141"/>
                </a:lnTo>
                <a:lnTo>
                  <a:pt x="340011" y="310061"/>
                </a:lnTo>
                <a:lnTo>
                  <a:pt x="362116" y="274760"/>
                </a:lnTo>
                <a:lnTo>
                  <a:pt x="376112" y="234172"/>
                </a:lnTo>
                <a:lnTo>
                  <a:pt x="381000" y="189229"/>
                </a:lnTo>
                <a:lnTo>
                  <a:pt x="376112" y="144757"/>
                </a:lnTo>
                <a:lnTo>
                  <a:pt x="362116" y="104506"/>
                </a:lnTo>
                <a:lnTo>
                  <a:pt x="340011" y="69431"/>
                </a:lnTo>
                <a:lnTo>
                  <a:pt x="310798" y="40488"/>
                </a:lnTo>
                <a:lnTo>
                  <a:pt x="275475" y="18631"/>
                </a:lnTo>
                <a:lnTo>
                  <a:pt x="235042" y="4817"/>
                </a:lnTo>
                <a:lnTo>
                  <a:pt x="1905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993900" y="2956560"/>
            <a:ext cx="381000" cy="379730"/>
          </a:xfrm>
          <a:custGeom>
            <a:avLst/>
            <a:gdLst/>
            <a:ahLst/>
            <a:cxnLst/>
            <a:rect l="l" t="t" r="r" b="b"/>
            <a:pathLst>
              <a:path w="381000" h="379729">
                <a:moveTo>
                  <a:pt x="190500" y="0"/>
                </a:moveTo>
                <a:lnTo>
                  <a:pt x="145957" y="4817"/>
                </a:lnTo>
                <a:lnTo>
                  <a:pt x="105524" y="18631"/>
                </a:lnTo>
                <a:lnTo>
                  <a:pt x="70201" y="40488"/>
                </a:lnTo>
                <a:lnTo>
                  <a:pt x="40988" y="69431"/>
                </a:lnTo>
                <a:lnTo>
                  <a:pt x="18883" y="104506"/>
                </a:lnTo>
                <a:lnTo>
                  <a:pt x="4887" y="144757"/>
                </a:lnTo>
                <a:lnTo>
                  <a:pt x="0" y="189229"/>
                </a:lnTo>
                <a:lnTo>
                  <a:pt x="4887" y="234172"/>
                </a:lnTo>
                <a:lnTo>
                  <a:pt x="18883" y="274760"/>
                </a:lnTo>
                <a:lnTo>
                  <a:pt x="40988" y="310061"/>
                </a:lnTo>
                <a:lnTo>
                  <a:pt x="70201" y="339141"/>
                </a:lnTo>
                <a:lnTo>
                  <a:pt x="105524" y="361068"/>
                </a:lnTo>
                <a:lnTo>
                  <a:pt x="145957" y="374909"/>
                </a:lnTo>
                <a:lnTo>
                  <a:pt x="190500" y="379729"/>
                </a:lnTo>
                <a:lnTo>
                  <a:pt x="235042" y="374909"/>
                </a:lnTo>
                <a:lnTo>
                  <a:pt x="275475" y="361068"/>
                </a:lnTo>
                <a:lnTo>
                  <a:pt x="310798" y="339141"/>
                </a:lnTo>
                <a:lnTo>
                  <a:pt x="340011" y="310061"/>
                </a:lnTo>
                <a:lnTo>
                  <a:pt x="362116" y="274760"/>
                </a:lnTo>
                <a:lnTo>
                  <a:pt x="376112" y="234172"/>
                </a:lnTo>
                <a:lnTo>
                  <a:pt x="381000" y="189229"/>
                </a:lnTo>
                <a:lnTo>
                  <a:pt x="376112" y="144757"/>
                </a:lnTo>
                <a:lnTo>
                  <a:pt x="362116" y="104506"/>
                </a:lnTo>
                <a:lnTo>
                  <a:pt x="340011" y="69431"/>
                </a:lnTo>
                <a:lnTo>
                  <a:pt x="310798" y="40488"/>
                </a:lnTo>
                <a:lnTo>
                  <a:pt x="275475" y="18631"/>
                </a:lnTo>
                <a:lnTo>
                  <a:pt x="235042" y="4817"/>
                </a:lnTo>
                <a:lnTo>
                  <a:pt x="190500" y="0"/>
                </a:lnTo>
                <a:close/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374900" y="2956560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993900" y="3337559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2095500" y="2964179"/>
            <a:ext cx="177800" cy="3771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i="1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725929" y="3280409"/>
            <a:ext cx="323850" cy="284480"/>
          </a:xfrm>
          <a:custGeom>
            <a:avLst/>
            <a:gdLst/>
            <a:ahLst/>
            <a:cxnLst/>
            <a:rect l="l" t="t" r="r" b="b"/>
            <a:pathLst>
              <a:path w="323850" h="284479">
                <a:moveTo>
                  <a:pt x="323850" y="0"/>
                </a:moveTo>
                <a:lnTo>
                  <a:pt x="0" y="284479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2374900" y="360045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45957" y="4887"/>
                </a:lnTo>
                <a:lnTo>
                  <a:pt x="105524" y="18883"/>
                </a:lnTo>
                <a:lnTo>
                  <a:pt x="70201" y="40988"/>
                </a:lnTo>
                <a:lnTo>
                  <a:pt x="40988" y="70201"/>
                </a:lnTo>
                <a:lnTo>
                  <a:pt x="18883" y="105524"/>
                </a:lnTo>
                <a:lnTo>
                  <a:pt x="4887" y="145957"/>
                </a:lnTo>
                <a:lnTo>
                  <a:pt x="0" y="190500"/>
                </a:lnTo>
                <a:lnTo>
                  <a:pt x="4887" y="235042"/>
                </a:lnTo>
                <a:lnTo>
                  <a:pt x="18883" y="275475"/>
                </a:lnTo>
                <a:lnTo>
                  <a:pt x="40988" y="310798"/>
                </a:lnTo>
                <a:lnTo>
                  <a:pt x="70201" y="340011"/>
                </a:lnTo>
                <a:lnTo>
                  <a:pt x="105524" y="362116"/>
                </a:lnTo>
                <a:lnTo>
                  <a:pt x="145957" y="376112"/>
                </a:lnTo>
                <a:lnTo>
                  <a:pt x="190500" y="381000"/>
                </a:lnTo>
                <a:lnTo>
                  <a:pt x="235042" y="376112"/>
                </a:lnTo>
                <a:lnTo>
                  <a:pt x="275475" y="362116"/>
                </a:lnTo>
                <a:lnTo>
                  <a:pt x="310798" y="340011"/>
                </a:lnTo>
                <a:lnTo>
                  <a:pt x="340011" y="310798"/>
                </a:lnTo>
                <a:lnTo>
                  <a:pt x="362116" y="275475"/>
                </a:lnTo>
                <a:lnTo>
                  <a:pt x="376112" y="235042"/>
                </a:lnTo>
                <a:lnTo>
                  <a:pt x="381000" y="190500"/>
                </a:lnTo>
                <a:lnTo>
                  <a:pt x="376112" y="145957"/>
                </a:lnTo>
                <a:lnTo>
                  <a:pt x="362116" y="105524"/>
                </a:lnTo>
                <a:lnTo>
                  <a:pt x="340011" y="70201"/>
                </a:lnTo>
                <a:lnTo>
                  <a:pt x="310798" y="40988"/>
                </a:lnTo>
                <a:lnTo>
                  <a:pt x="275475" y="18883"/>
                </a:lnTo>
                <a:lnTo>
                  <a:pt x="235042" y="4887"/>
                </a:lnTo>
                <a:lnTo>
                  <a:pt x="19050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2374900" y="360045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45957" y="4887"/>
                </a:lnTo>
                <a:lnTo>
                  <a:pt x="105524" y="18883"/>
                </a:lnTo>
                <a:lnTo>
                  <a:pt x="70201" y="40988"/>
                </a:lnTo>
                <a:lnTo>
                  <a:pt x="40988" y="70201"/>
                </a:lnTo>
                <a:lnTo>
                  <a:pt x="18883" y="105524"/>
                </a:lnTo>
                <a:lnTo>
                  <a:pt x="4887" y="145957"/>
                </a:lnTo>
                <a:lnTo>
                  <a:pt x="0" y="190500"/>
                </a:lnTo>
                <a:lnTo>
                  <a:pt x="4887" y="235042"/>
                </a:lnTo>
                <a:lnTo>
                  <a:pt x="18883" y="275475"/>
                </a:lnTo>
                <a:lnTo>
                  <a:pt x="40988" y="310798"/>
                </a:lnTo>
                <a:lnTo>
                  <a:pt x="70201" y="340011"/>
                </a:lnTo>
                <a:lnTo>
                  <a:pt x="105524" y="362116"/>
                </a:lnTo>
                <a:lnTo>
                  <a:pt x="145957" y="376112"/>
                </a:lnTo>
                <a:lnTo>
                  <a:pt x="190500" y="381000"/>
                </a:lnTo>
                <a:lnTo>
                  <a:pt x="235042" y="376112"/>
                </a:lnTo>
                <a:lnTo>
                  <a:pt x="275475" y="362116"/>
                </a:lnTo>
                <a:lnTo>
                  <a:pt x="310798" y="340011"/>
                </a:lnTo>
                <a:lnTo>
                  <a:pt x="340011" y="310798"/>
                </a:lnTo>
                <a:lnTo>
                  <a:pt x="362116" y="275475"/>
                </a:lnTo>
                <a:lnTo>
                  <a:pt x="376112" y="235042"/>
                </a:lnTo>
                <a:lnTo>
                  <a:pt x="381000" y="190500"/>
                </a:lnTo>
                <a:lnTo>
                  <a:pt x="376112" y="145957"/>
                </a:lnTo>
                <a:lnTo>
                  <a:pt x="362116" y="105524"/>
                </a:lnTo>
                <a:lnTo>
                  <a:pt x="340011" y="70201"/>
                </a:lnTo>
                <a:lnTo>
                  <a:pt x="310798" y="40988"/>
                </a:lnTo>
                <a:lnTo>
                  <a:pt x="275475" y="18883"/>
                </a:lnTo>
                <a:lnTo>
                  <a:pt x="235042" y="4887"/>
                </a:lnTo>
                <a:lnTo>
                  <a:pt x="190500" y="0"/>
                </a:lnTo>
                <a:close/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2755900" y="3600450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2373629" y="3981450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2476500" y="3608070"/>
            <a:ext cx="177800" cy="3771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i="1" dirty="0">
                <a:latin typeface="Times New Roman"/>
                <a:cs typeface="Times New Roman"/>
              </a:rPr>
              <a:t>p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2319020" y="3280409"/>
            <a:ext cx="246379" cy="320040"/>
          </a:xfrm>
          <a:custGeom>
            <a:avLst/>
            <a:gdLst/>
            <a:ahLst/>
            <a:cxnLst/>
            <a:rect l="l" t="t" r="r" b="b"/>
            <a:pathLst>
              <a:path w="246380" h="320039">
                <a:moveTo>
                  <a:pt x="0" y="0"/>
                </a:moveTo>
                <a:lnTo>
                  <a:pt x="246380" y="320039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2106929" y="3925570"/>
            <a:ext cx="323850" cy="478790"/>
          </a:xfrm>
          <a:custGeom>
            <a:avLst/>
            <a:gdLst/>
            <a:ahLst/>
            <a:cxnLst/>
            <a:rect l="l" t="t" r="r" b="b"/>
            <a:pathLst>
              <a:path w="323850" h="478789">
                <a:moveTo>
                  <a:pt x="323850" y="0"/>
                </a:moveTo>
                <a:lnTo>
                  <a:pt x="0" y="478789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3166110" y="5471159"/>
            <a:ext cx="170180" cy="0"/>
          </a:xfrm>
          <a:custGeom>
            <a:avLst/>
            <a:gdLst/>
            <a:ahLst/>
            <a:cxnLst/>
            <a:rect l="l" t="t" r="r" b="b"/>
            <a:pathLst>
              <a:path w="170179">
                <a:moveTo>
                  <a:pt x="170179" y="0"/>
                </a:moveTo>
                <a:lnTo>
                  <a:pt x="0" y="0"/>
                </a:lnTo>
              </a:path>
            </a:pathLst>
          </a:custGeom>
          <a:ln w="3809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3136900" y="5394959"/>
            <a:ext cx="228600" cy="0"/>
          </a:xfrm>
          <a:custGeom>
            <a:avLst/>
            <a:gdLst/>
            <a:ahLst/>
            <a:cxnLst/>
            <a:rect l="l" t="t" r="r" b="b"/>
            <a:pathLst>
              <a:path w="228600">
                <a:moveTo>
                  <a:pt x="228600" y="0"/>
                </a:moveTo>
                <a:lnTo>
                  <a:pt x="0" y="0"/>
                </a:lnTo>
              </a:path>
            </a:pathLst>
          </a:custGeom>
          <a:ln w="3809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2749550" y="4404359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45957" y="4887"/>
                </a:lnTo>
                <a:lnTo>
                  <a:pt x="105524" y="18883"/>
                </a:lnTo>
                <a:lnTo>
                  <a:pt x="70201" y="40988"/>
                </a:lnTo>
                <a:lnTo>
                  <a:pt x="40988" y="70201"/>
                </a:lnTo>
                <a:lnTo>
                  <a:pt x="18883" y="105524"/>
                </a:lnTo>
                <a:lnTo>
                  <a:pt x="4887" y="145957"/>
                </a:lnTo>
                <a:lnTo>
                  <a:pt x="0" y="190500"/>
                </a:lnTo>
                <a:lnTo>
                  <a:pt x="4887" y="235042"/>
                </a:lnTo>
                <a:lnTo>
                  <a:pt x="18883" y="275475"/>
                </a:lnTo>
                <a:lnTo>
                  <a:pt x="40988" y="310798"/>
                </a:lnTo>
                <a:lnTo>
                  <a:pt x="70201" y="340011"/>
                </a:lnTo>
                <a:lnTo>
                  <a:pt x="105524" y="362116"/>
                </a:lnTo>
                <a:lnTo>
                  <a:pt x="145957" y="376112"/>
                </a:lnTo>
                <a:lnTo>
                  <a:pt x="190500" y="381000"/>
                </a:lnTo>
                <a:lnTo>
                  <a:pt x="235042" y="376112"/>
                </a:lnTo>
                <a:lnTo>
                  <a:pt x="275475" y="362116"/>
                </a:lnTo>
                <a:lnTo>
                  <a:pt x="310798" y="340011"/>
                </a:lnTo>
                <a:lnTo>
                  <a:pt x="340011" y="310798"/>
                </a:lnTo>
                <a:lnTo>
                  <a:pt x="362116" y="275475"/>
                </a:lnTo>
                <a:lnTo>
                  <a:pt x="376112" y="235042"/>
                </a:lnTo>
                <a:lnTo>
                  <a:pt x="381000" y="190500"/>
                </a:lnTo>
                <a:lnTo>
                  <a:pt x="376112" y="145957"/>
                </a:lnTo>
                <a:lnTo>
                  <a:pt x="362116" y="105524"/>
                </a:lnTo>
                <a:lnTo>
                  <a:pt x="340011" y="70201"/>
                </a:lnTo>
                <a:lnTo>
                  <a:pt x="310798" y="40988"/>
                </a:lnTo>
                <a:lnTo>
                  <a:pt x="275475" y="18883"/>
                </a:lnTo>
                <a:lnTo>
                  <a:pt x="235042" y="4887"/>
                </a:lnTo>
                <a:lnTo>
                  <a:pt x="19050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2749550" y="4404359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45957" y="4887"/>
                </a:lnTo>
                <a:lnTo>
                  <a:pt x="105524" y="18883"/>
                </a:lnTo>
                <a:lnTo>
                  <a:pt x="70201" y="40988"/>
                </a:lnTo>
                <a:lnTo>
                  <a:pt x="40988" y="70201"/>
                </a:lnTo>
                <a:lnTo>
                  <a:pt x="18883" y="105524"/>
                </a:lnTo>
                <a:lnTo>
                  <a:pt x="4887" y="145957"/>
                </a:lnTo>
                <a:lnTo>
                  <a:pt x="0" y="190500"/>
                </a:lnTo>
                <a:lnTo>
                  <a:pt x="4887" y="235042"/>
                </a:lnTo>
                <a:lnTo>
                  <a:pt x="18883" y="275475"/>
                </a:lnTo>
                <a:lnTo>
                  <a:pt x="40988" y="310798"/>
                </a:lnTo>
                <a:lnTo>
                  <a:pt x="70201" y="340011"/>
                </a:lnTo>
                <a:lnTo>
                  <a:pt x="105524" y="362116"/>
                </a:lnTo>
                <a:lnTo>
                  <a:pt x="145957" y="376112"/>
                </a:lnTo>
                <a:lnTo>
                  <a:pt x="190500" y="381000"/>
                </a:lnTo>
                <a:lnTo>
                  <a:pt x="235042" y="376112"/>
                </a:lnTo>
                <a:lnTo>
                  <a:pt x="275475" y="362116"/>
                </a:lnTo>
                <a:lnTo>
                  <a:pt x="310798" y="340011"/>
                </a:lnTo>
                <a:lnTo>
                  <a:pt x="340011" y="310798"/>
                </a:lnTo>
                <a:lnTo>
                  <a:pt x="362116" y="275475"/>
                </a:lnTo>
                <a:lnTo>
                  <a:pt x="376112" y="235042"/>
                </a:lnTo>
                <a:lnTo>
                  <a:pt x="381000" y="190500"/>
                </a:lnTo>
                <a:lnTo>
                  <a:pt x="376112" y="145957"/>
                </a:lnTo>
                <a:lnTo>
                  <a:pt x="362116" y="105524"/>
                </a:lnTo>
                <a:lnTo>
                  <a:pt x="340011" y="70201"/>
                </a:lnTo>
                <a:lnTo>
                  <a:pt x="310798" y="40988"/>
                </a:lnTo>
                <a:lnTo>
                  <a:pt x="275475" y="18883"/>
                </a:lnTo>
                <a:lnTo>
                  <a:pt x="235042" y="4887"/>
                </a:lnTo>
                <a:lnTo>
                  <a:pt x="190500" y="0"/>
                </a:lnTo>
                <a:close/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3130550" y="4404359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2749550" y="4785359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3081020" y="4729479"/>
            <a:ext cx="168910" cy="589280"/>
          </a:xfrm>
          <a:custGeom>
            <a:avLst/>
            <a:gdLst/>
            <a:ahLst/>
            <a:cxnLst/>
            <a:rect l="l" t="t" r="r" b="b"/>
            <a:pathLst>
              <a:path w="168910" h="589279">
                <a:moveTo>
                  <a:pt x="0" y="0"/>
                </a:moveTo>
                <a:lnTo>
                  <a:pt x="168910" y="58928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2631439" y="5449570"/>
            <a:ext cx="171450" cy="0"/>
          </a:xfrm>
          <a:custGeom>
            <a:avLst/>
            <a:gdLst/>
            <a:ahLst/>
            <a:cxnLst/>
            <a:rect l="l" t="t" r="r" b="b"/>
            <a:pathLst>
              <a:path w="171450">
                <a:moveTo>
                  <a:pt x="171450" y="0"/>
                </a:moveTo>
                <a:lnTo>
                  <a:pt x="0" y="0"/>
                </a:lnTo>
              </a:path>
            </a:pathLst>
          </a:custGeom>
          <a:ln w="3809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2603500" y="5373370"/>
            <a:ext cx="228600" cy="0"/>
          </a:xfrm>
          <a:custGeom>
            <a:avLst/>
            <a:gdLst/>
            <a:ahLst/>
            <a:cxnLst/>
            <a:rect l="l" t="t" r="r" b="b"/>
            <a:pathLst>
              <a:path w="228600">
                <a:moveTo>
                  <a:pt x="228600" y="0"/>
                </a:moveTo>
                <a:lnTo>
                  <a:pt x="0" y="0"/>
                </a:lnTo>
              </a:path>
            </a:pathLst>
          </a:custGeom>
          <a:ln w="3809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2716529" y="4729479"/>
            <a:ext cx="93980" cy="567690"/>
          </a:xfrm>
          <a:custGeom>
            <a:avLst/>
            <a:gdLst/>
            <a:ahLst/>
            <a:cxnLst/>
            <a:rect l="l" t="t" r="r" b="b"/>
            <a:pathLst>
              <a:path w="93980" h="567689">
                <a:moveTo>
                  <a:pt x="93980" y="0"/>
                </a:moveTo>
                <a:lnTo>
                  <a:pt x="0" y="56769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2700020" y="3925570"/>
            <a:ext cx="245110" cy="478790"/>
          </a:xfrm>
          <a:custGeom>
            <a:avLst/>
            <a:gdLst/>
            <a:ahLst/>
            <a:cxnLst/>
            <a:rect l="l" t="t" r="r" b="b"/>
            <a:pathLst>
              <a:path w="245110" h="478789">
                <a:moveTo>
                  <a:pt x="0" y="0"/>
                </a:moveTo>
                <a:lnTo>
                  <a:pt x="245110" y="478789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1640839" y="3717290"/>
            <a:ext cx="171450" cy="0"/>
          </a:xfrm>
          <a:custGeom>
            <a:avLst/>
            <a:gdLst/>
            <a:ahLst/>
            <a:cxnLst/>
            <a:rect l="l" t="t" r="r" b="b"/>
            <a:pathLst>
              <a:path w="171450">
                <a:moveTo>
                  <a:pt x="171450" y="0"/>
                </a:moveTo>
                <a:lnTo>
                  <a:pt x="0" y="0"/>
                </a:lnTo>
              </a:path>
            </a:pathLst>
          </a:custGeom>
          <a:ln w="3809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1612900" y="3642359"/>
            <a:ext cx="228600" cy="0"/>
          </a:xfrm>
          <a:custGeom>
            <a:avLst/>
            <a:gdLst/>
            <a:ahLst/>
            <a:cxnLst/>
            <a:rect l="l" t="t" r="r" b="b"/>
            <a:pathLst>
              <a:path w="228600">
                <a:moveTo>
                  <a:pt x="228600" y="0"/>
                </a:moveTo>
                <a:lnTo>
                  <a:pt x="0" y="0"/>
                </a:lnTo>
              </a:path>
            </a:pathLst>
          </a:custGeom>
          <a:ln w="3809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/>
          <p:nvPr/>
        </p:nvSpPr>
        <p:spPr>
          <a:xfrm>
            <a:off x="1445260" y="3404870"/>
            <a:ext cx="110489" cy="3771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i="1" dirty="0">
                <a:latin typeface="Times New Roman"/>
                <a:cs typeface="Times New Roman"/>
              </a:rPr>
              <a:t>t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2023110" y="4556759"/>
            <a:ext cx="170180" cy="0"/>
          </a:xfrm>
          <a:custGeom>
            <a:avLst/>
            <a:gdLst/>
            <a:ahLst/>
            <a:cxnLst/>
            <a:rect l="l" t="t" r="r" b="b"/>
            <a:pathLst>
              <a:path w="170180">
                <a:moveTo>
                  <a:pt x="170179" y="0"/>
                </a:moveTo>
                <a:lnTo>
                  <a:pt x="0" y="0"/>
                </a:lnTo>
              </a:path>
            </a:pathLst>
          </a:custGeom>
          <a:ln w="3809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1993900" y="4480559"/>
            <a:ext cx="228600" cy="0"/>
          </a:xfrm>
          <a:custGeom>
            <a:avLst/>
            <a:gdLst/>
            <a:ahLst/>
            <a:cxnLst/>
            <a:rect l="l" t="t" r="r" b="b"/>
            <a:pathLst>
              <a:path w="228600">
                <a:moveTo>
                  <a:pt x="228600" y="0"/>
                </a:moveTo>
                <a:lnTo>
                  <a:pt x="0" y="0"/>
                </a:lnTo>
              </a:path>
            </a:pathLst>
          </a:custGeom>
          <a:ln w="3809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6402070" y="2879089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45957" y="4887"/>
                </a:lnTo>
                <a:lnTo>
                  <a:pt x="105524" y="18883"/>
                </a:lnTo>
                <a:lnTo>
                  <a:pt x="70201" y="40988"/>
                </a:lnTo>
                <a:lnTo>
                  <a:pt x="40988" y="70201"/>
                </a:lnTo>
                <a:lnTo>
                  <a:pt x="18883" y="105524"/>
                </a:lnTo>
                <a:lnTo>
                  <a:pt x="4887" y="145957"/>
                </a:lnTo>
                <a:lnTo>
                  <a:pt x="0" y="190500"/>
                </a:lnTo>
                <a:lnTo>
                  <a:pt x="4887" y="235042"/>
                </a:lnTo>
                <a:lnTo>
                  <a:pt x="18883" y="275475"/>
                </a:lnTo>
                <a:lnTo>
                  <a:pt x="40988" y="310798"/>
                </a:lnTo>
                <a:lnTo>
                  <a:pt x="70201" y="340011"/>
                </a:lnTo>
                <a:lnTo>
                  <a:pt x="105524" y="362116"/>
                </a:lnTo>
                <a:lnTo>
                  <a:pt x="145957" y="376112"/>
                </a:lnTo>
                <a:lnTo>
                  <a:pt x="190500" y="381000"/>
                </a:lnTo>
                <a:lnTo>
                  <a:pt x="235042" y="376112"/>
                </a:lnTo>
                <a:lnTo>
                  <a:pt x="275475" y="362116"/>
                </a:lnTo>
                <a:lnTo>
                  <a:pt x="310798" y="340011"/>
                </a:lnTo>
                <a:lnTo>
                  <a:pt x="340011" y="310798"/>
                </a:lnTo>
                <a:lnTo>
                  <a:pt x="362116" y="275475"/>
                </a:lnTo>
                <a:lnTo>
                  <a:pt x="376112" y="235042"/>
                </a:lnTo>
                <a:lnTo>
                  <a:pt x="381000" y="190500"/>
                </a:lnTo>
                <a:lnTo>
                  <a:pt x="376112" y="145957"/>
                </a:lnTo>
                <a:lnTo>
                  <a:pt x="362116" y="105524"/>
                </a:lnTo>
                <a:lnTo>
                  <a:pt x="340011" y="70201"/>
                </a:lnTo>
                <a:lnTo>
                  <a:pt x="310798" y="40988"/>
                </a:lnTo>
                <a:lnTo>
                  <a:pt x="275475" y="18883"/>
                </a:lnTo>
                <a:lnTo>
                  <a:pt x="235042" y="4887"/>
                </a:lnTo>
                <a:lnTo>
                  <a:pt x="1905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6402070" y="2879089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235042" y="4887"/>
                </a:lnTo>
                <a:lnTo>
                  <a:pt x="275475" y="18883"/>
                </a:lnTo>
                <a:lnTo>
                  <a:pt x="310798" y="40988"/>
                </a:lnTo>
                <a:lnTo>
                  <a:pt x="340011" y="70201"/>
                </a:lnTo>
                <a:lnTo>
                  <a:pt x="362116" y="105524"/>
                </a:lnTo>
                <a:lnTo>
                  <a:pt x="376112" y="145957"/>
                </a:lnTo>
                <a:lnTo>
                  <a:pt x="381000" y="190500"/>
                </a:lnTo>
                <a:lnTo>
                  <a:pt x="376112" y="235042"/>
                </a:lnTo>
                <a:lnTo>
                  <a:pt x="362116" y="275475"/>
                </a:lnTo>
                <a:lnTo>
                  <a:pt x="340011" y="310798"/>
                </a:lnTo>
                <a:lnTo>
                  <a:pt x="310798" y="340011"/>
                </a:lnTo>
                <a:lnTo>
                  <a:pt x="275475" y="362116"/>
                </a:lnTo>
                <a:lnTo>
                  <a:pt x="235042" y="376112"/>
                </a:lnTo>
                <a:lnTo>
                  <a:pt x="190500" y="381000"/>
                </a:lnTo>
                <a:lnTo>
                  <a:pt x="145957" y="376112"/>
                </a:lnTo>
                <a:lnTo>
                  <a:pt x="105524" y="362116"/>
                </a:lnTo>
                <a:lnTo>
                  <a:pt x="70201" y="340011"/>
                </a:lnTo>
                <a:lnTo>
                  <a:pt x="40988" y="310798"/>
                </a:lnTo>
                <a:lnTo>
                  <a:pt x="18883" y="275475"/>
                </a:lnTo>
                <a:lnTo>
                  <a:pt x="4887" y="235042"/>
                </a:lnTo>
                <a:lnTo>
                  <a:pt x="0" y="190500"/>
                </a:lnTo>
                <a:lnTo>
                  <a:pt x="4887" y="145957"/>
                </a:lnTo>
                <a:lnTo>
                  <a:pt x="18883" y="105524"/>
                </a:lnTo>
                <a:lnTo>
                  <a:pt x="40988" y="70201"/>
                </a:lnTo>
                <a:lnTo>
                  <a:pt x="70201" y="40988"/>
                </a:lnTo>
                <a:lnTo>
                  <a:pt x="105524" y="18883"/>
                </a:lnTo>
                <a:lnTo>
                  <a:pt x="145957" y="4887"/>
                </a:lnTo>
                <a:lnTo>
                  <a:pt x="190500" y="0"/>
                </a:lnTo>
                <a:close/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6402070" y="2879089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6783069" y="3261359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 txBox="1"/>
          <p:nvPr/>
        </p:nvSpPr>
        <p:spPr>
          <a:xfrm>
            <a:off x="6503669" y="2886709"/>
            <a:ext cx="177800" cy="3771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i="1" dirty="0">
                <a:solidFill>
                  <a:srgbClr val="FFFFFF"/>
                </a:solidFill>
                <a:latin typeface="Times New Roman"/>
                <a:cs typeface="Times New Roman"/>
              </a:rPr>
              <a:t>p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6727190" y="3205479"/>
            <a:ext cx="551180" cy="284480"/>
          </a:xfrm>
          <a:custGeom>
            <a:avLst/>
            <a:gdLst/>
            <a:ahLst/>
            <a:cxnLst/>
            <a:rect l="l" t="t" r="r" b="b"/>
            <a:pathLst>
              <a:path w="551179" h="284479">
                <a:moveTo>
                  <a:pt x="0" y="0"/>
                </a:moveTo>
                <a:lnTo>
                  <a:pt x="551179" y="28448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5868670" y="352425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45957" y="4887"/>
                </a:lnTo>
                <a:lnTo>
                  <a:pt x="105524" y="18883"/>
                </a:lnTo>
                <a:lnTo>
                  <a:pt x="70201" y="40988"/>
                </a:lnTo>
                <a:lnTo>
                  <a:pt x="40988" y="70201"/>
                </a:lnTo>
                <a:lnTo>
                  <a:pt x="18883" y="105524"/>
                </a:lnTo>
                <a:lnTo>
                  <a:pt x="4887" y="145957"/>
                </a:lnTo>
                <a:lnTo>
                  <a:pt x="0" y="190500"/>
                </a:lnTo>
                <a:lnTo>
                  <a:pt x="4887" y="235042"/>
                </a:lnTo>
                <a:lnTo>
                  <a:pt x="18883" y="275475"/>
                </a:lnTo>
                <a:lnTo>
                  <a:pt x="40988" y="310798"/>
                </a:lnTo>
                <a:lnTo>
                  <a:pt x="70201" y="340011"/>
                </a:lnTo>
                <a:lnTo>
                  <a:pt x="105524" y="362116"/>
                </a:lnTo>
                <a:lnTo>
                  <a:pt x="145957" y="376112"/>
                </a:lnTo>
                <a:lnTo>
                  <a:pt x="190500" y="381000"/>
                </a:lnTo>
                <a:lnTo>
                  <a:pt x="235042" y="376112"/>
                </a:lnTo>
                <a:lnTo>
                  <a:pt x="275475" y="362116"/>
                </a:lnTo>
                <a:lnTo>
                  <a:pt x="310798" y="340011"/>
                </a:lnTo>
                <a:lnTo>
                  <a:pt x="340011" y="310798"/>
                </a:lnTo>
                <a:lnTo>
                  <a:pt x="362116" y="275475"/>
                </a:lnTo>
                <a:lnTo>
                  <a:pt x="376112" y="235042"/>
                </a:lnTo>
                <a:lnTo>
                  <a:pt x="381000" y="190500"/>
                </a:lnTo>
                <a:lnTo>
                  <a:pt x="376112" y="145957"/>
                </a:lnTo>
                <a:lnTo>
                  <a:pt x="362116" y="105524"/>
                </a:lnTo>
                <a:lnTo>
                  <a:pt x="340011" y="70201"/>
                </a:lnTo>
                <a:lnTo>
                  <a:pt x="310798" y="40988"/>
                </a:lnTo>
                <a:lnTo>
                  <a:pt x="275475" y="18883"/>
                </a:lnTo>
                <a:lnTo>
                  <a:pt x="235042" y="4887"/>
                </a:lnTo>
                <a:lnTo>
                  <a:pt x="19050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5868670" y="352425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235042" y="4887"/>
                </a:lnTo>
                <a:lnTo>
                  <a:pt x="275475" y="18883"/>
                </a:lnTo>
                <a:lnTo>
                  <a:pt x="310798" y="40988"/>
                </a:lnTo>
                <a:lnTo>
                  <a:pt x="340011" y="70201"/>
                </a:lnTo>
                <a:lnTo>
                  <a:pt x="362116" y="105524"/>
                </a:lnTo>
                <a:lnTo>
                  <a:pt x="376112" y="145957"/>
                </a:lnTo>
                <a:lnTo>
                  <a:pt x="381000" y="190500"/>
                </a:lnTo>
                <a:lnTo>
                  <a:pt x="376112" y="235042"/>
                </a:lnTo>
                <a:lnTo>
                  <a:pt x="362116" y="275475"/>
                </a:lnTo>
                <a:lnTo>
                  <a:pt x="340011" y="310798"/>
                </a:lnTo>
                <a:lnTo>
                  <a:pt x="310798" y="340011"/>
                </a:lnTo>
                <a:lnTo>
                  <a:pt x="275475" y="362116"/>
                </a:lnTo>
                <a:lnTo>
                  <a:pt x="235042" y="376112"/>
                </a:lnTo>
                <a:lnTo>
                  <a:pt x="190500" y="381000"/>
                </a:lnTo>
                <a:lnTo>
                  <a:pt x="145957" y="376112"/>
                </a:lnTo>
                <a:lnTo>
                  <a:pt x="105524" y="362116"/>
                </a:lnTo>
                <a:lnTo>
                  <a:pt x="70201" y="340011"/>
                </a:lnTo>
                <a:lnTo>
                  <a:pt x="40988" y="310798"/>
                </a:lnTo>
                <a:lnTo>
                  <a:pt x="18883" y="275475"/>
                </a:lnTo>
                <a:lnTo>
                  <a:pt x="4887" y="235042"/>
                </a:lnTo>
                <a:lnTo>
                  <a:pt x="0" y="190500"/>
                </a:lnTo>
                <a:lnTo>
                  <a:pt x="4887" y="145957"/>
                </a:lnTo>
                <a:lnTo>
                  <a:pt x="18883" y="105524"/>
                </a:lnTo>
                <a:lnTo>
                  <a:pt x="40988" y="70201"/>
                </a:lnTo>
                <a:lnTo>
                  <a:pt x="70201" y="40988"/>
                </a:lnTo>
                <a:lnTo>
                  <a:pt x="105524" y="18883"/>
                </a:lnTo>
                <a:lnTo>
                  <a:pt x="145957" y="4887"/>
                </a:lnTo>
                <a:lnTo>
                  <a:pt x="190500" y="0"/>
                </a:lnTo>
                <a:close/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5868670" y="3524250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6250940" y="3905250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 txBox="1"/>
          <p:nvPr/>
        </p:nvSpPr>
        <p:spPr>
          <a:xfrm>
            <a:off x="5970270" y="3531870"/>
            <a:ext cx="177800" cy="3771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i="1" dirty="0">
                <a:latin typeface="Times New Roman"/>
                <a:cs typeface="Times New Roman"/>
              </a:rPr>
              <a:t>a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4" name="object 44"/>
          <p:cNvSpPr/>
          <p:nvPr/>
        </p:nvSpPr>
        <p:spPr>
          <a:xfrm>
            <a:off x="6059170" y="3205479"/>
            <a:ext cx="398780" cy="318770"/>
          </a:xfrm>
          <a:custGeom>
            <a:avLst/>
            <a:gdLst/>
            <a:ahLst/>
            <a:cxnLst/>
            <a:rect l="l" t="t" r="r" b="b"/>
            <a:pathLst>
              <a:path w="398779" h="318770">
                <a:moveTo>
                  <a:pt x="398779" y="0"/>
                </a:moveTo>
                <a:lnTo>
                  <a:pt x="0" y="31877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6193790" y="3849370"/>
            <a:ext cx="203200" cy="516890"/>
          </a:xfrm>
          <a:custGeom>
            <a:avLst/>
            <a:gdLst/>
            <a:ahLst/>
            <a:cxnLst/>
            <a:rect l="l" t="t" r="r" b="b"/>
            <a:pathLst>
              <a:path w="203200" h="516889">
                <a:moveTo>
                  <a:pt x="0" y="0"/>
                </a:moveTo>
                <a:lnTo>
                  <a:pt x="203200" y="516889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5811520" y="3849370"/>
            <a:ext cx="113030" cy="516890"/>
          </a:xfrm>
          <a:custGeom>
            <a:avLst/>
            <a:gdLst/>
            <a:ahLst/>
            <a:cxnLst/>
            <a:rect l="l" t="t" r="r" b="b"/>
            <a:pathLst>
              <a:path w="113029" h="516889">
                <a:moveTo>
                  <a:pt x="113029" y="0"/>
                </a:moveTo>
                <a:lnTo>
                  <a:pt x="0" y="516889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7498080" y="4517390"/>
            <a:ext cx="171450" cy="0"/>
          </a:xfrm>
          <a:custGeom>
            <a:avLst/>
            <a:gdLst/>
            <a:ahLst/>
            <a:cxnLst/>
            <a:rect l="l" t="t" r="r" b="b"/>
            <a:pathLst>
              <a:path w="171450">
                <a:moveTo>
                  <a:pt x="171450" y="0"/>
                </a:moveTo>
                <a:lnTo>
                  <a:pt x="0" y="0"/>
                </a:lnTo>
              </a:path>
            </a:pathLst>
          </a:custGeom>
          <a:ln w="3809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7468869" y="4442459"/>
            <a:ext cx="228600" cy="0"/>
          </a:xfrm>
          <a:custGeom>
            <a:avLst/>
            <a:gdLst/>
            <a:ahLst/>
            <a:cxnLst/>
            <a:rect l="l" t="t" r="r" b="b"/>
            <a:pathLst>
              <a:path w="228600">
                <a:moveTo>
                  <a:pt x="228600" y="0"/>
                </a:moveTo>
                <a:lnTo>
                  <a:pt x="0" y="0"/>
                </a:lnTo>
              </a:path>
            </a:pathLst>
          </a:custGeom>
          <a:ln w="3809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7081519" y="3489959"/>
            <a:ext cx="382270" cy="381000"/>
          </a:xfrm>
          <a:custGeom>
            <a:avLst/>
            <a:gdLst/>
            <a:ahLst/>
            <a:cxnLst/>
            <a:rect l="l" t="t" r="r" b="b"/>
            <a:pathLst>
              <a:path w="382270" h="381000">
                <a:moveTo>
                  <a:pt x="191770" y="0"/>
                </a:moveTo>
                <a:lnTo>
                  <a:pt x="147157" y="4887"/>
                </a:lnTo>
                <a:lnTo>
                  <a:pt x="106543" y="18883"/>
                </a:lnTo>
                <a:lnTo>
                  <a:pt x="70971" y="40988"/>
                </a:lnTo>
                <a:lnTo>
                  <a:pt x="41487" y="70201"/>
                </a:lnTo>
                <a:lnTo>
                  <a:pt x="19135" y="105524"/>
                </a:lnTo>
                <a:lnTo>
                  <a:pt x="4957" y="145957"/>
                </a:lnTo>
                <a:lnTo>
                  <a:pt x="0" y="190500"/>
                </a:lnTo>
                <a:lnTo>
                  <a:pt x="4957" y="235042"/>
                </a:lnTo>
                <a:lnTo>
                  <a:pt x="19135" y="275475"/>
                </a:lnTo>
                <a:lnTo>
                  <a:pt x="41487" y="310798"/>
                </a:lnTo>
                <a:lnTo>
                  <a:pt x="70971" y="340011"/>
                </a:lnTo>
                <a:lnTo>
                  <a:pt x="106543" y="362116"/>
                </a:lnTo>
                <a:lnTo>
                  <a:pt x="147157" y="376112"/>
                </a:lnTo>
                <a:lnTo>
                  <a:pt x="191770" y="381000"/>
                </a:lnTo>
                <a:lnTo>
                  <a:pt x="236312" y="376112"/>
                </a:lnTo>
                <a:lnTo>
                  <a:pt x="276745" y="362116"/>
                </a:lnTo>
                <a:lnTo>
                  <a:pt x="312068" y="340011"/>
                </a:lnTo>
                <a:lnTo>
                  <a:pt x="341281" y="310798"/>
                </a:lnTo>
                <a:lnTo>
                  <a:pt x="363386" y="275475"/>
                </a:lnTo>
                <a:lnTo>
                  <a:pt x="377382" y="235042"/>
                </a:lnTo>
                <a:lnTo>
                  <a:pt x="382270" y="190500"/>
                </a:lnTo>
                <a:lnTo>
                  <a:pt x="377382" y="145957"/>
                </a:lnTo>
                <a:lnTo>
                  <a:pt x="363386" y="105524"/>
                </a:lnTo>
                <a:lnTo>
                  <a:pt x="341281" y="70201"/>
                </a:lnTo>
                <a:lnTo>
                  <a:pt x="312068" y="40988"/>
                </a:lnTo>
                <a:lnTo>
                  <a:pt x="276745" y="18883"/>
                </a:lnTo>
                <a:lnTo>
                  <a:pt x="236312" y="4887"/>
                </a:lnTo>
                <a:lnTo>
                  <a:pt x="19177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7081519" y="3489959"/>
            <a:ext cx="382270" cy="381000"/>
          </a:xfrm>
          <a:custGeom>
            <a:avLst/>
            <a:gdLst/>
            <a:ahLst/>
            <a:cxnLst/>
            <a:rect l="l" t="t" r="r" b="b"/>
            <a:pathLst>
              <a:path w="382270" h="381000">
                <a:moveTo>
                  <a:pt x="191770" y="0"/>
                </a:moveTo>
                <a:lnTo>
                  <a:pt x="147157" y="4887"/>
                </a:lnTo>
                <a:lnTo>
                  <a:pt x="106543" y="18883"/>
                </a:lnTo>
                <a:lnTo>
                  <a:pt x="70971" y="40988"/>
                </a:lnTo>
                <a:lnTo>
                  <a:pt x="41487" y="70201"/>
                </a:lnTo>
                <a:lnTo>
                  <a:pt x="19135" y="105524"/>
                </a:lnTo>
                <a:lnTo>
                  <a:pt x="4957" y="145957"/>
                </a:lnTo>
                <a:lnTo>
                  <a:pt x="0" y="190500"/>
                </a:lnTo>
                <a:lnTo>
                  <a:pt x="4957" y="235042"/>
                </a:lnTo>
                <a:lnTo>
                  <a:pt x="19135" y="275475"/>
                </a:lnTo>
                <a:lnTo>
                  <a:pt x="41487" y="310798"/>
                </a:lnTo>
                <a:lnTo>
                  <a:pt x="70971" y="340011"/>
                </a:lnTo>
                <a:lnTo>
                  <a:pt x="106543" y="362116"/>
                </a:lnTo>
                <a:lnTo>
                  <a:pt x="147157" y="376112"/>
                </a:lnTo>
                <a:lnTo>
                  <a:pt x="191770" y="381000"/>
                </a:lnTo>
                <a:lnTo>
                  <a:pt x="236312" y="376112"/>
                </a:lnTo>
                <a:lnTo>
                  <a:pt x="276745" y="362116"/>
                </a:lnTo>
                <a:lnTo>
                  <a:pt x="312068" y="340011"/>
                </a:lnTo>
                <a:lnTo>
                  <a:pt x="341281" y="310798"/>
                </a:lnTo>
                <a:lnTo>
                  <a:pt x="363386" y="275475"/>
                </a:lnTo>
                <a:lnTo>
                  <a:pt x="377382" y="235042"/>
                </a:lnTo>
                <a:lnTo>
                  <a:pt x="382270" y="190500"/>
                </a:lnTo>
                <a:lnTo>
                  <a:pt x="377382" y="145957"/>
                </a:lnTo>
                <a:lnTo>
                  <a:pt x="363386" y="105524"/>
                </a:lnTo>
                <a:lnTo>
                  <a:pt x="341281" y="70201"/>
                </a:lnTo>
                <a:lnTo>
                  <a:pt x="312068" y="40988"/>
                </a:lnTo>
                <a:lnTo>
                  <a:pt x="276745" y="18883"/>
                </a:lnTo>
                <a:lnTo>
                  <a:pt x="236312" y="4887"/>
                </a:lnTo>
                <a:lnTo>
                  <a:pt x="191770" y="0"/>
                </a:lnTo>
                <a:close/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7463790" y="3489959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7081519" y="3870959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 txBox="1"/>
          <p:nvPr/>
        </p:nvSpPr>
        <p:spPr>
          <a:xfrm>
            <a:off x="7192009" y="3497579"/>
            <a:ext cx="161290" cy="3771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i="1" dirty="0">
                <a:latin typeface="Times New Roman"/>
                <a:cs typeface="Times New Roman"/>
              </a:rPr>
              <a:t>x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4" name="object 54"/>
          <p:cNvSpPr/>
          <p:nvPr/>
        </p:nvSpPr>
        <p:spPr>
          <a:xfrm>
            <a:off x="7412990" y="3815079"/>
            <a:ext cx="151130" cy="551180"/>
          </a:xfrm>
          <a:custGeom>
            <a:avLst/>
            <a:gdLst/>
            <a:ahLst/>
            <a:cxnLst/>
            <a:rect l="l" t="t" r="r" b="b"/>
            <a:pathLst>
              <a:path w="151129" h="551179">
                <a:moveTo>
                  <a:pt x="0" y="0"/>
                </a:moveTo>
                <a:lnTo>
                  <a:pt x="151129" y="55118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6913880" y="4517390"/>
            <a:ext cx="171450" cy="0"/>
          </a:xfrm>
          <a:custGeom>
            <a:avLst/>
            <a:gdLst/>
            <a:ahLst/>
            <a:cxnLst/>
            <a:rect l="l" t="t" r="r" b="b"/>
            <a:pathLst>
              <a:path w="171450">
                <a:moveTo>
                  <a:pt x="171450" y="0"/>
                </a:moveTo>
                <a:lnTo>
                  <a:pt x="0" y="0"/>
                </a:lnTo>
              </a:path>
            </a:pathLst>
          </a:custGeom>
          <a:ln w="3809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6884669" y="4442459"/>
            <a:ext cx="228600" cy="0"/>
          </a:xfrm>
          <a:custGeom>
            <a:avLst/>
            <a:gdLst/>
            <a:ahLst/>
            <a:cxnLst/>
            <a:rect l="l" t="t" r="r" b="b"/>
            <a:pathLst>
              <a:path w="228600">
                <a:moveTo>
                  <a:pt x="228600" y="0"/>
                </a:moveTo>
                <a:lnTo>
                  <a:pt x="0" y="0"/>
                </a:lnTo>
              </a:path>
            </a:pathLst>
          </a:custGeom>
          <a:ln w="3809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6979919" y="3815079"/>
            <a:ext cx="163830" cy="551180"/>
          </a:xfrm>
          <a:custGeom>
            <a:avLst/>
            <a:gdLst/>
            <a:ahLst/>
            <a:cxnLst/>
            <a:rect l="l" t="t" r="r" b="b"/>
            <a:pathLst>
              <a:path w="163829" h="551179">
                <a:moveTo>
                  <a:pt x="163829" y="0"/>
                </a:moveTo>
                <a:lnTo>
                  <a:pt x="0" y="55118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5745479" y="4517390"/>
            <a:ext cx="170180" cy="0"/>
          </a:xfrm>
          <a:custGeom>
            <a:avLst/>
            <a:gdLst/>
            <a:ahLst/>
            <a:cxnLst/>
            <a:rect l="l" t="t" r="r" b="b"/>
            <a:pathLst>
              <a:path w="170179">
                <a:moveTo>
                  <a:pt x="170180" y="0"/>
                </a:moveTo>
                <a:lnTo>
                  <a:pt x="0" y="0"/>
                </a:lnTo>
              </a:path>
            </a:pathLst>
          </a:custGeom>
          <a:ln w="3809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5716270" y="4442459"/>
            <a:ext cx="228600" cy="0"/>
          </a:xfrm>
          <a:custGeom>
            <a:avLst/>
            <a:gdLst/>
            <a:ahLst/>
            <a:cxnLst/>
            <a:rect l="l" t="t" r="r" b="b"/>
            <a:pathLst>
              <a:path w="228600">
                <a:moveTo>
                  <a:pt x="228600" y="0"/>
                </a:moveTo>
                <a:lnTo>
                  <a:pt x="0" y="0"/>
                </a:lnTo>
              </a:path>
            </a:pathLst>
          </a:custGeom>
          <a:ln w="3809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 txBox="1"/>
          <p:nvPr/>
        </p:nvSpPr>
        <p:spPr>
          <a:xfrm>
            <a:off x="2860039" y="4069079"/>
            <a:ext cx="2658110" cy="7200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5080" algn="r">
              <a:lnSpc>
                <a:spcPts val="2790"/>
              </a:lnSpc>
            </a:pPr>
            <a:r>
              <a:rPr sz="2400" i="1" dirty="0">
                <a:latin typeface="Times New Roman"/>
                <a:cs typeface="Times New Roman"/>
              </a:rPr>
              <a:t>t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ts val="2790"/>
              </a:lnSpc>
            </a:pPr>
            <a:r>
              <a:rPr sz="2400" i="1" dirty="0">
                <a:latin typeface="Times New Roman"/>
                <a:cs typeface="Times New Roman"/>
              </a:rPr>
              <a:t>x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1" name="object 61"/>
          <p:cNvSpPr/>
          <p:nvPr/>
        </p:nvSpPr>
        <p:spPr>
          <a:xfrm>
            <a:off x="6329679" y="4517390"/>
            <a:ext cx="171450" cy="0"/>
          </a:xfrm>
          <a:custGeom>
            <a:avLst/>
            <a:gdLst/>
            <a:ahLst/>
            <a:cxnLst/>
            <a:rect l="l" t="t" r="r" b="b"/>
            <a:pathLst>
              <a:path w="171450">
                <a:moveTo>
                  <a:pt x="171450" y="0"/>
                </a:moveTo>
                <a:lnTo>
                  <a:pt x="0" y="0"/>
                </a:lnTo>
              </a:path>
            </a:pathLst>
          </a:custGeom>
          <a:ln w="3809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/>
          <p:nvPr/>
        </p:nvSpPr>
        <p:spPr>
          <a:xfrm>
            <a:off x="6300470" y="4442459"/>
            <a:ext cx="228600" cy="0"/>
          </a:xfrm>
          <a:custGeom>
            <a:avLst/>
            <a:gdLst/>
            <a:ahLst/>
            <a:cxnLst/>
            <a:rect l="l" t="t" r="r" b="b"/>
            <a:pathLst>
              <a:path w="228600">
                <a:moveTo>
                  <a:pt x="228600" y="0"/>
                </a:moveTo>
                <a:lnTo>
                  <a:pt x="0" y="0"/>
                </a:lnTo>
              </a:path>
            </a:pathLst>
          </a:custGeom>
          <a:ln w="3809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 txBox="1"/>
          <p:nvPr/>
        </p:nvSpPr>
        <p:spPr>
          <a:xfrm>
            <a:off x="5939790" y="4756150"/>
            <a:ext cx="1722120" cy="224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spc="-5" dirty="0">
                <a:latin typeface="Arial"/>
                <a:cs typeface="Arial"/>
              </a:rPr>
              <a:t>Recoloração de </a:t>
            </a:r>
            <a:r>
              <a:rPr sz="1400" dirty="0">
                <a:latin typeface="Arial"/>
                <a:cs typeface="Arial"/>
              </a:rPr>
              <a:t>p e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79120" rIns="0" bIns="0" rtlCol="0">
            <a:spAutoFit/>
          </a:bodyPr>
          <a:lstStyle/>
          <a:p>
            <a:pPr marL="2344420">
              <a:lnSpc>
                <a:spcPct val="100000"/>
              </a:lnSpc>
            </a:pPr>
            <a:r>
              <a:rPr spc="40" dirty="0"/>
              <a:t>Exemplo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259840"/>
            <a:ext cx="7833995" cy="15798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Font typeface="Arial"/>
              <a:buChar char="•"/>
              <a:tabLst>
                <a:tab pos="355600" algn="l"/>
              </a:tabLst>
            </a:pPr>
            <a:r>
              <a:rPr sz="3200" spc="100" dirty="0">
                <a:latin typeface="Trebuchet MS"/>
                <a:cs typeface="Trebuchet MS"/>
              </a:rPr>
              <a:t>Caso </a:t>
            </a:r>
            <a:r>
              <a:rPr sz="3200" spc="-25" dirty="0">
                <a:latin typeface="Trebuchet MS"/>
                <a:cs typeface="Trebuchet MS"/>
              </a:rPr>
              <a:t>3c: </a:t>
            </a:r>
            <a:r>
              <a:rPr sz="3200" spc="10" dirty="0">
                <a:latin typeface="Trebuchet MS"/>
                <a:cs typeface="Trebuchet MS"/>
              </a:rPr>
              <a:t>Rotação </a:t>
            </a:r>
            <a:r>
              <a:rPr sz="3200" spc="60" dirty="0">
                <a:latin typeface="Trebuchet MS"/>
                <a:cs typeface="Trebuchet MS"/>
              </a:rPr>
              <a:t>Dupla</a:t>
            </a:r>
            <a:r>
              <a:rPr sz="3200" spc="-325" dirty="0">
                <a:latin typeface="Trebuchet MS"/>
                <a:cs typeface="Trebuchet MS"/>
              </a:rPr>
              <a:t> </a:t>
            </a:r>
            <a:r>
              <a:rPr sz="3200" spc="55" dirty="0">
                <a:latin typeface="Trebuchet MS"/>
                <a:cs typeface="Trebuchet MS"/>
              </a:rPr>
              <a:t>Esquerda</a:t>
            </a:r>
            <a:endParaRPr sz="3200">
              <a:latin typeface="Trebuchet MS"/>
              <a:cs typeface="Trebuchet MS"/>
            </a:endParaRPr>
          </a:p>
          <a:p>
            <a:pPr marL="355600" marR="5080" indent="-342900">
              <a:lnSpc>
                <a:spcPts val="3829"/>
              </a:lnSpc>
              <a:spcBef>
                <a:spcPts val="935"/>
              </a:spcBef>
              <a:buFont typeface="Arial"/>
              <a:buChar char="•"/>
              <a:tabLst>
                <a:tab pos="355600" algn="l"/>
              </a:tabLst>
            </a:pPr>
            <a:r>
              <a:rPr sz="3200" spc="-15" dirty="0">
                <a:latin typeface="Trebuchet MS"/>
                <a:cs typeface="Trebuchet MS"/>
              </a:rPr>
              <a:t>Pode</a:t>
            </a:r>
            <a:r>
              <a:rPr sz="3200" spc="-60" dirty="0">
                <a:latin typeface="Trebuchet MS"/>
                <a:cs typeface="Trebuchet MS"/>
              </a:rPr>
              <a:t> </a:t>
            </a:r>
            <a:r>
              <a:rPr sz="3200" spc="50" dirty="0">
                <a:latin typeface="Trebuchet MS"/>
                <a:cs typeface="Trebuchet MS"/>
              </a:rPr>
              <a:t>ser</a:t>
            </a:r>
            <a:r>
              <a:rPr sz="3200" spc="-65" dirty="0">
                <a:latin typeface="Trebuchet MS"/>
                <a:cs typeface="Trebuchet MS"/>
              </a:rPr>
              <a:t> </a:t>
            </a:r>
            <a:r>
              <a:rPr sz="3200" spc="20" dirty="0">
                <a:latin typeface="Trebuchet MS"/>
                <a:cs typeface="Trebuchet MS"/>
              </a:rPr>
              <a:t>visto</a:t>
            </a:r>
            <a:r>
              <a:rPr sz="3200" spc="-70" dirty="0">
                <a:latin typeface="Trebuchet MS"/>
                <a:cs typeface="Trebuchet MS"/>
              </a:rPr>
              <a:t> </a:t>
            </a:r>
            <a:r>
              <a:rPr sz="3200" spc="55" dirty="0">
                <a:latin typeface="Trebuchet MS"/>
                <a:cs typeface="Trebuchet MS"/>
              </a:rPr>
              <a:t>como</a:t>
            </a:r>
            <a:r>
              <a:rPr sz="3200" spc="-60" dirty="0">
                <a:latin typeface="Trebuchet MS"/>
                <a:cs typeface="Trebuchet MS"/>
              </a:rPr>
              <a:t> </a:t>
            </a:r>
            <a:r>
              <a:rPr sz="3200" spc="110" dirty="0">
                <a:latin typeface="Trebuchet MS"/>
                <a:cs typeface="Trebuchet MS"/>
              </a:rPr>
              <a:t>um</a:t>
            </a:r>
            <a:r>
              <a:rPr sz="3200" spc="-65" dirty="0">
                <a:latin typeface="Trebuchet MS"/>
                <a:cs typeface="Trebuchet MS"/>
              </a:rPr>
              <a:t> </a:t>
            </a:r>
            <a:r>
              <a:rPr sz="3200" spc="80" dirty="0">
                <a:latin typeface="Trebuchet MS"/>
                <a:cs typeface="Trebuchet MS"/>
              </a:rPr>
              <a:t>caso</a:t>
            </a:r>
            <a:r>
              <a:rPr sz="3200" spc="-70" dirty="0">
                <a:latin typeface="Trebuchet MS"/>
                <a:cs typeface="Trebuchet MS"/>
              </a:rPr>
              <a:t> </a:t>
            </a:r>
            <a:r>
              <a:rPr sz="3200" spc="120" dirty="0">
                <a:latin typeface="Trebuchet MS"/>
                <a:cs typeface="Trebuchet MS"/>
              </a:rPr>
              <a:t>3a</a:t>
            </a:r>
            <a:r>
              <a:rPr sz="3200" spc="-60" dirty="0">
                <a:latin typeface="Trebuchet MS"/>
                <a:cs typeface="Trebuchet MS"/>
              </a:rPr>
              <a:t> </a:t>
            </a:r>
            <a:r>
              <a:rPr sz="3200" spc="70" dirty="0">
                <a:latin typeface="Trebuchet MS"/>
                <a:cs typeface="Trebuchet MS"/>
              </a:rPr>
              <a:t>seguido  </a:t>
            </a:r>
            <a:r>
              <a:rPr sz="3200" spc="45" dirty="0">
                <a:latin typeface="Trebuchet MS"/>
                <a:cs typeface="Trebuchet MS"/>
              </a:rPr>
              <a:t>do </a:t>
            </a:r>
            <a:r>
              <a:rPr sz="3200" spc="80" dirty="0">
                <a:latin typeface="Trebuchet MS"/>
                <a:cs typeface="Trebuchet MS"/>
              </a:rPr>
              <a:t>caso</a:t>
            </a:r>
            <a:r>
              <a:rPr sz="3200" spc="-260" dirty="0">
                <a:latin typeface="Trebuchet MS"/>
                <a:cs typeface="Trebuchet MS"/>
              </a:rPr>
              <a:t> </a:t>
            </a:r>
            <a:r>
              <a:rPr sz="3200" spc="100" dirty="0">
                <a:latin typeface="Trebuchet MS"/>
                <a:cs typeface="Trebuchet MS"/>
              </a:rPr>
              <a:t>3b</a:t>
            </a:r>
            <a:endParaRPr sz="3200">
              <a:latin typeface="Trebuchet MS"/>
              <a:cs typeface="Trebuchet M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545589" y="3215639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499" y="0"/>
                </a:moveTo>
                <a:lnTo>
                  <a:pt x="145957" y="4887"/>
                </a:lnTo>
                <a:lnTo>
                  <a:pt x="105524" y="18883"/>
                </a:lnTo>
                <a:lnTo>
                  <a:pt x="70201" y="40988"/>
                </a:lnTo>
                <a:lnTo>
                  <a:pt x="40988" y="70201"/>
                </a:lnTo>
                <a:lnTo>
                  <a:pt x="18883" y="105524"/>
                </a:lnTo>
                <a:lnTo>
                  <a:pt x="4887" y="145957"/>
                </a:lnTo>
                <a:lnTo>
                  <a:pt x="0" y="190500"/>
                </a:lnTo>
                <a:lnTo>
                  <a:pt x="4887" y="235042"/>
                </a:lnTo>
                <a:lnTo>
                  <a:pt x="18883" y="275475"/>
                </a:lnTo>
                <a:lnTo>
                  <a:pt x="40988" y="310798"/>
                </a:lnTo>
                <a:lnTo>
                  <a:pt x="70201" y="340011"/>
                </a:lnTo>
                <a:lnTo>
                  <a:pt x="105524" y="362116"/>
                </a:lnTo>
                <a:lnTo>
                  <a:pt x="145957" y="376112"/>
                </a:lnTo>
                <a:lnTo>
                  <a:pt x="190499" y="381000"/>
                </a:lnTo>
                <a:lnTo>
                  <a:pt x="235042" y="376112"/>
                </a:lnTo>
                <a:lnTo>
                  <a:pt x="275475" y="362116"/>
                </a:lnTo>
                <a:lnTo>
                  <a:pt x="310798" y="340011"/>
                </a:lnTo>
                <a:lnTo>
                  <a:pt x="340011" y="310798"/>
                </a:lnTo>
                <a:lnTo>
                  <a:pt x="362116" y="275475"/>
                </a:lnTo>
                <a:lnTo>
                  <a:pt x="376112" y="235042"/>
                </a:lnTo>
                <a:lnTo>
                  <a:pt x="380999" y="190500"/>
                </a:lnTo>
                <a:lnTo>
                  <a:pt x="376112" y="145957"/>
                </a:lnTo>
                <a:lnTo>
                  <a:pt x="362116" y="105524"/>
                </a:lnTo>
                <a:lnTo>
                  <a:pt x="340011" y="70201"/>
                </a:lnTo>
                <a:lnTo>
                  <a:pt x="310798" y="40988"/>
                </a:lnTo>
                <a:lnTo>
                  <a:pt x="275475" y="18883"/>
                </a:lnTo>
                <a:lnTo>
                  <a:pt x="235042" y="4887"/>
                </a:lnTo>
                <a:lnTo>
                  <a:pt x="19049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545589" y="3215639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499" y="0"/>
                </a:moveTo>
                <a:lnTo>
                  <a:pt x="145957" y="4887"/>
                </a:lnTo>
                <a:lnTo>
                  <a:pt x="105524" y="18883"/>
                </a:lnTo>
                <a:lnTo>
                  <a:pt x="70201" y="40988"/>
                </a:lnTo>
                <a:lnTo>
                  <a:pt x="40988" y="70201"/>
                </a:lnTo>
                <a:lnTo>
                  <a:pt x="18883" y="105524"/>
                </a:lnTo>
                <a:lnTo>
                  <a:pt x="4887" y="145957"/>
                </a:lnTo>
                <a:lnTo>
                  <a:pt x="0" y="190500"/>
                </a:lnTo>
                <a:lnTo>
                  <a:pt x="4887" y="235042"/>
                </a:lnTo>
                <a:lnTo>
                  <a:pt x="18883" y="275475"/>
                </a:lnTo>
                <a:lnTo>
                  <a:pt x="40988" y="310798"/>
                </a:lnTo>
                <a:lnTo>
                  <a:pt x="70201" y="340011"/>
                </a:lnTo>
                <a:lnTo>
                  <a:pt x="105524" y="362116"/>
                </a:lnTo>
                <a:lnTo>
                  <a:pt x="145957" y="376112"/>
                </a:lnTo>
                <a:lnTo>
                  <a:pt x="190499" y="381000"/>
                </a:lnTo>
                <a:lnTo>
                  <a:pt x="235042" y="376112"/>
                </a:lnTo>
                <a:lnTo>
                  <a:pt x="275475" y="362116"/>
                </a:lnTo>
                <a:lnTo>
                  <a:pt x="310798" y="340011"/>
                </a:lnTo>
                <a:lnTo>
                  <a:pt x="340011" y="310798"/>
                </a:lnTo>
                <a:lnTo>
                  <a:pt x="362116" y="275475"/>
                </a:lnTo>
                <a:lnTo>
                  <a:pt x="376112" y="235042"/>
                </a:lnTo>
                <a:lnTo>
                  <a:pt x="380999" y="190500"/>
                </a:lnTo>
                <a:lnTo>
                  <a:pt x="376112" y="145957"/>
                </a:lnTo>
                <a:lnTo>
                  <a:pt x="362116" y="105524"/>
                </a:lnTo>
                <a:lnTo>
                  <a:pt x="340011" y="70201"/>
                </a:lnTo>
                <a:lnTo>
                  <a:pt x="310798" y="40988"/>
                </a:lnTo>
                <a:lnTo>
                  <a:pt x="275475" y="18883"/>
                </a:lnTo>
                <a:lnTo>
                  <a:pt x="235042" y="4887"/>
                </a:lnTo>
                <a:lnTo>
                  <a:pt x="190499" y="0"/>
                </a:lnTo>
                <a:close/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926589" y="3215639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545589" y="3597909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648460" y="3224529"/>
            <a:ext cx="177800" cy="3771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i="1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261110" y="3539490"/>
            <a:ext cx="340360" cy="287020"/>
          </a:xfrm>
          <a:custGeom>
            <a:avLst/>
            <a:gdLst/>
            <a:ahLst/>
            <a:cxnLst/>
            <a:rect l="l" t="t" r="r" b="b"/>
            <a:pathLst>
              <a:path w="340359" h="287020">
                <a:moveTo>
                  <a:pt x="340359" y="0"/>
                </a:moveTo>
                <a:lnTo>
                  <a:pt x="0" y="28702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871979" y="3540759"/>
            <a:ext cx="312420" cy="320040"/>
          </a:xfrm>
          <a:custGeom>
            <a:avLst/>
            <a:gdLst/>
            <a:ahLst/>
            <a:cxnLst/>
            <a:rect l="l" t="t" r="r" b="b"/>
            <a:pathLst>
              <a:path w="312419" h="320039">
                <a:moveTo>
                  <a:pt x="0" y="0"/>
                </a:moveTo>
                <a:lnTo>
                  <a:pt x="312419" y="320039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193800" y="3973829"/>
            <a:ext cx="171450" cy="1270"/>
          </a:xfrm>
          <a:custGeom>
            <a:avLst/>
            <a:gdLst/>
            <a:ahLst/>
            <a:cxnLst/>
            <a:rect l="l" t="t" r="r" b="b"/>
            <a:pathLst>
              <a:path w="171450" h="1270">
                <a:moveTo>
                  <a:pt x="171450" y="0"/>
                </a:moveTo>
                <a:lnTo>
                  <a:pt x="0" y="1270"/>
                </a:lnTo>
              </a:path>
            </a:pathLst>
          </a:custGeom>
          <a:ln w="3809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165860" y="3901440"/>
            <a:ext cx="227329" cy="1270"/>
          </a:xfrm>
          <a:custGeom>
            <a:avLst/>
            <a:gdLst/>
            <a:ahLst/>
            <a:cxnLst/>
            <a:rect l="l" t="t" r="r" b="b"/>
            <a:pathLst>
              <a:path w="227330" h="1270">
                <a:moveTo>
                  <a:pt x="227330" y="0"/>
                </a:moveTo>
                <a:lnTo>
                  <a:pt x="0" y="1270"/>
                </a:lnTo>
              </a:path>
            </a:pathLst>
          </a:custGeom>
          <a:ln w="3809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999489" y="3663950"/>
            <a:ext cx="110489" cy="3771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i="1" dirty="0">
                <a:latin typeface="Times New Roman"/>
                <a:cs typeface="Times New Roman"/>
              </a:rPr>
              <a:t>t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1993900" y="38608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45957" y="4887"/>
                </a:lnTo>
                <a:lnTo>
                  <a:pt x="105524" y="18883"/>
                </a:lnTo>
                <a:lnTo>
                  <a:pt x="70201" y="40988"/>
                </a:lnTo>
                <a:lnTo>
                  <a:pt x="40988" y="70201"/>
                </a:lnTo>
                <a:lnTo>
                  <a:pt x="18883" y="105524"/>
                </a:lnTo>
                <a:lnTo>
                  <a:pt x="4887" y="145957"/>
                </a:lnTo>
                <a:lnTo>
                  <a:pt x="0" y="190500"/>
                </a:lnTo>
                <a:lnTo>
                  <a:pt x="4887" y="235042"/>
                </a:lnTo>
                <a:lnTo>
                  <a:pt x="18883" y="275475"/>
                </a:lnTo>
                <a:lnTo>
                  <a:pt x="40988" y="310798"/>
                </a:lnTo>
                <a:lnTo>
                  <a:pt x="70201" y="340011"/>
                </a:lnTo>
                <a:lnTo>
                  <a:pt x="105524" y="362116"/>
                </a:lnTo>
                <a:lnTo>
                  <a:pt x="145957" y="376112"/>
                </a:lnTo>
                <a:lnTo>
                  <a:pt x="190500" y="381000"/>
                </a:lnTo>
                <a:lnTo>
                  <a:pt x="235042" y="376112"/>
                </a:lnTo>
                <a:lnTo>
                  <a:pt x="275475" y="362116"/>
                </a:lnTo>
                <a:lnTo>
                  <a:pt x="310798" y="340011"/>
                </a:lnTo>
                <a:lnTo>
                  <a:pt x="340011" y="310798"/>
                </a:lnTo>
                <a:lnTo>
                  <a:pt x="362116" y="275475"/>
                </a:lnTo>
                <a:lnTo>
                  <a:pt x="376112" y="235042"/>
                </a:lnTo>
                <a:lnTo>
                  <a:pt x="381000" y="190500"/>
                </a:lnTo>
                <a:lnTo>
                  <a:pt x="376112" y="145957"/>
                </a:lnTo>
                <a:lnTo>
                  <a:pt x="362116" y="105524"/>
                </a:lnTo>
                <a:lnTo>
                  <a:pt x="340011" y="70201"/>
                </a:lnTo>
                <a:lnTo>
                  <a:pt x="310798" y="40988"/>
                </a:lnTo>
                <a:lnTo>
                  <a:pt x="275475" y="18883"/>
                </a:lnTo>
                <a:lnTo>
                  <a:pt x="235042" y="4887"/>
                </a:lnTo>
                <a:lnTo>
                  <a:pt x="19050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1993900" y="38608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235042" y="4887"/>
                </a:lnTo>
                <a:lnTo>
                  <a:pt x="275475" y="18883"/>
                </a:lnTo>
                <a:lnTo>
                  <a:pt x="310798" y="40988"/>
                </a:lnTo>
                <a:lnTo>
                  <a:pt x="340011" y="70201"/>
                </a:lnTo>
                <a:lnTo>
                  <a:pt x="362116" y="105524"/>
                </a:lnTo>
                <a:lnTo>
                  <a:pt x="376112" y="145957"/>
                </a:lnTo>
                <a:lnTo>
                  <a:pt x="381000" y="190500"/>
                </a:lnTo>
                <a:lnTo>
                  <a:pt x="376112" y="235042"/>
                </a:lnTo>
                <a:lnTo>
                  <a:pt x="362116" y="275475"/>
                </a:lnTo>
                <a:lnTo>
                  <a:pt x="340011" y="310798"/>
                </a:lnTo>
                <a:lnTo>
                  <a:pt x="310798" y="340011"/>
                </a:lnTo>
                <a:lnTo>
                  <a:pt x="275475" y="362116"/>
                </a:lnTo>
                <a:lnTo>
                  <a:pt x="235042" y="376112"/>
                </a:lnTo>
                <a:lnTo>
                  <a:pt x="190500" y="381000"/>
                </a:lnTo>
                <a:lnTo>
                  <a:pt x="145957" y="376112"/>
                </a:lnTo>
                <a:lnTo>
                  <a:pt x="105524" y="362116"/>
                </a:lnTo>
                <a:lnTo>
                  <a:pt x="70201" y="340011"/>
                </a:lnTo>
                <a:lnTo>
                  <a:pt x="40988" y="310798"/>
                </a:lnTo>
                <a:lnTo>
                  <a:pt x="18883" y="275475"/>
                </a:lnTo>
                <a:lnTo>
                  <a:pt x="4887" y="235042"/>
                </a:lnTo>
                <a:lnTo>
                  <a:pt x="0" y="190500"/>
                </a:lnTo>
                <a:lnTo>
                  <a:pt x="4887" y="145957"/>
                </a:lnTo>
                <a:lnTo>
                  <a:pt x="18883" y="105524"/>
                </a:lnTo>
                <a:lnTo>
                  <a:pt x="40988" y="70201"/>
                </a:lnTo>
                <a:lnTo>
                  <a:pt x="70201" y="40988"/>
                </a:lnTo>
                <a:lnTo>
                  <a:pt x="105524" y="18883"/>
                </a:lnTo>
                <a:lnTo>
                  <a:pt x="145957" y="4887"/>
                </a:lnTo>
                <a:lnTo>
                  <a:pt x="190500" y="0"/>
                </a:lnTo>
                <a:close/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993900" y="3860800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2374900" y="4241800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2095500" y="3868420"/>
            <a:ext cx="177800" cy="3771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i="1" dirty="0">
                <a:latin typeface="Times New Roman"/>
                <a:cs typeface="Times New Roman"/>
              </a:rPr>
              <a:t>p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2319020" y="4185920"/>
            <a:ext cx="322580" cy="480059"/>
          </a:xfrm>
          <a:custGeom>
            <a:avLst/>
            <a:gdLst/>
            <a:ahLst/>
            <a:cxnLst/>
            <a:rect l="l" t="t" r="r" b="b"/>
            <a:pathLst>
              <a:path w="322580" h="480060">
                <a:moveTo>
                  <a:pt x="0" y="0"/>
                </a:moveTo>
                <a:lnTo>
                  <a:pt x="322580" y="480059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1412239" y="5726429"/>
            <a:ext cx="168910" cy="1270"/>
          </a:xfrm>
          <a:custGeom>
            <a:avLst/>
            <a:gdLst/>
            <a:ahLst/>
            <a:cxnLst/>
            <a:rect l="l" t="t" r="r" b="b"/>
            <a:pathLst>
              <a:path w="168909" h="1270">
                <a:moveTo>
                  <a:pt x="0" y="0"/>
                </a:moveTo>
                <a:lnTo>
                  <a:pt x="168909" y="1270"/>
                </a:lnTo>
              </a:path>
            </a:pathLst>
          </a:custGeom>
          <a:ln w="3809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1384300" y="5654040"/>
            <a:ext cx="226060" cy="1270"/>
          </a:xfrm>
          <a:custGeom>
            <a:avLst/>
            <a:gdLst/>
            <a:ahLst/>
            <a:cxnLst/>
            <a:rect l="l" t="t" r="r" b="b"/>
            <a:pathLst>
              <a:path w="226059" h="1270">
                <a:moveTo>
                  <a:pt x="0" y="0"/>
                </a:moveTo>
                <a:lnTo>
                  <a:pt x="226059" y="1270"/>
                </a:lnTo>
              </a:path>
            </a:pathLst>
          </a:custGeom>
          <a:ln w="3809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1612900" y="4664709"/>
            <a:ext cx="381000" cy="379730"/>
          </a:xfrm>
          <a:custGeom>
            <a:avLst/>
            <a:gdLst/>
            <a:ahLst/>
            <a:cxnLst/>
            <a:rect l="l" t="t" r="r" b="b"/>
            <a:pathLst>
              <a:path w="381000" h="379729">
                <a:moveTo>
                  <a:pt x="190500" y="0"/>
                </a:moveTo>
                <a:lnTo>
                  <a:pt x="145957" y="4820"/>
                </a:lnTo>
                <a:lnTo>
                  <a:pt x="105524" y="18661"/>
                </a:lnTo>
                <a:lnTo>
                  <a:pt x="70201" y="40588"/>
                </a:lnTo>
                <a:lnTo>
                  <a:pt x="40988" y="69668"/>
                </a:lnTo>
                <a:lnTo>
                  <a:pt x="18883" y="104969"/>
                </a:lnTo>
                <a:lnTo>
                  <a:pt x="4887" y="145557"/>
                </a:lnTo>
                <a:lnTo>
                  <a:pt x="0" y="190500"/>
                </a:lnTo>
                <a:lnTo>
                  <a:pt x="4887" y="234972"/>
                </a:lnTo>
                <a:lnTo>
                  <a:pt x="18883" y="275223"/>
                </a:lnTo>
                <a:lnTo>
                  <a:pt x="40988" y="310298"/>
                </a:lnTo>
                <a:lnTo>
                  <a:pt x="70201" y="339241"/>
                </a:lnTo>
                <a:lnTo>
                  <a:pt x="105524" y="361098"/>
                </a:lnTo>
                <a:lnTo>
                  <a:pt x="145957" y="374912"/>
                </a:lnTo>
                <a:lnTo>
                  <a:pt x="190500" y="379729"/>
                </a:lnTo>
                <a:lnTo>
                  <a:pt x="235042" y="374912"/>
                </a:lnTo>
                <a:lnTo>
                  <a:pt x="275475" y="361098"/>
                </a:lnTo>
                <a:lnTo>
                  <a:pt x="310798" y="339241"/>
                </a:lnTo>
                <a:lnTo>
                  <a:pt x="340011" y="310298"/>
                </a:lnTo>
                <a:lnTo>
                  <a:pt x="362116" y="275223"/>
                </a:lnTo>
                <a:lnTo>
                  <a:pt x="376112" y="234972"/>
                </a:lnTo>
                <a:lnTo>
                  <a:pt x="381000" y="190500"/>
                </a:lnTo>
                <a:lnTo>
                  <a:pt x="376112" y="145557"/>
                </a:lnTo>
                <a:lnTo>
                  <a:pt x="362116" y="104969"/>
                </a:lnTo>
                <a:lnTo>
                  <a:pt x="340011" y="69668"/>
                </a:lnTo>
                <a:lnTo>
                  <a:pt x="310798" y="40588"/>
                </a:lnTo>
                <a:lnTo>
                  <a:pt x="275475" y="18661"/>
                </a:lnTo>
                <a:lnTo>
                  <a:pt x="235042" y="4820"/>
                </a:lnTo>
                <a:lnTo>
                  <a:pt x="19050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1612900" y="4664709"/>
            <a:ext cx="381000" cy="379730"/>
          </a:xfrm>
          <a:custGeom>
            <a:avLst/>
            <a:gdLst/>
            <a:ahLst/>
            <a:cxnLst/>
            <a:rect l="l" t="t" r="r" b="b"/>
            <a:pathLst>
              <a:path w="381000" h="379729">
                <a:moveTo>
                  <a:pt x="190500" y="0"/>
                </a:moveTo>
                <a:lnTo>
                  <a:pt x="235042" y="4820"/>
                </a:lnTo>
                <a:lnTo>
                  <a:pt x="275475" y="18661"/>
                </a:lnTo>
                <a:lnTo>
                  <a:pt x="310798" y="40588"/>
                </a:lnTo>
                <a:lnTo>
                  <a:pt x="340011" y="69668"/>
                </a:lnTo>
                <a:lnTo>
                  <a:pt x="362116" y="104969"/>
                </a:lnTo>
                <a:lnTo>
                  <a:pt x="376112" y="145557"/>
                </a:lnTo>
                <a:lnTo>
                  <a:pt x="381000" y="190500"/>
                </a:lnTo>
                <a:lnTo>
                  <a:pt x="376112" y="234972"/>
                </a:lnTo>
                <a:lnTo>
                  <a:pt x="362116" y="275223"/>
                </a:lnTo>
                <a:lnTo>
                  <a:pt x="340011" y="310298"/>
                </a:lnTo>
                <a:lnTo>
                  <a:pt x="310798" y="339241"/>
                </a:lnTo>
                <a:lnTo>
                  <a:pt x="275475" y="361098"/>
                </a:lnTo>
                <a:lnTo>
                  <a:pt x="235042" y="374912"/>
                </a:lnTo>
                <a:lnTo>
                  <a:pt x="190500" y="379729"/>
                </a:lnTo>
                <a:lnTo>
                  <a:pt x="145957" y="374912"/>
                </a:lnTo>
                <a:lnTo>
                  <a:pt x="105524" y="361098"/>
                </a:lnTo>
                <a:lnTo>
                  <a:pt x="70201" y="339241"/>
                </a:lnTo>
                <a:lnTo>
                  <a:pt x="40988" y="310298"/>
                </a:lnTo>
                <a:lnTo>
                  <a:pt x="18883" y="275223"/>
                </a:lnTo>
                <a:lnTo>
                  <a:pt x="4887" y="234972"/>
                </a:lnTo>
                <a:lnTo>
                  <a:pt x="0" y="190500"/>
                </a:lnTo>
                <a:lnTo>
                  <a:pt x="4887" y="145557"/>
                </a:lnTo>
                <a:lnTo>
                  <a:pt x="18883" y="104969"/>
                </a:lnTo>
                <a:lnTo>
                  <a:pt x="40988" y="69668"/>
                </a:lnTo>
                <a:lnTo>
                  <a:pt x="70201" y="40588"/>
                </a:lnTo>
                <a:lnTo>
                  <a:pt x="105524" y="18661"/>
                </a:lnTo>
                <a:lnTo>
                  <a:pt x="145957" y="4820"/>
                </a:lnTo>
                <a:lnTo>
                  <a:pt x="190500" y="0"/>
                </a:lnTo>
                <a:close/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1612900" y="4664709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1993900" y="5045709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1722120" y="4672329"/>
            <a:ext cx="161290" cy="3771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i="1" dirty="0">
                <a:latin typeface="Times New Roman"/>
                <a:cs typeface="Times New Roman"/>
              </a:rPr>
              <a:t>x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1517650" y="4989829"/>
            <a:ext cx="151130" cy="589280"/>
          </a:xfrm>
          <a:custGeom>
            <a:avLst/>
            <a:gdLst/>
            <a:ahLst/>
            <a:cxnLst/>
            <a:rect l="l" t="t" r="r" b="b"/>
            <a:pathLst>
              <a:path w="151130" h="589279">
                <a:moveTo>
                  <a:pt x="151130" y="0"/>
                </a:moveTo>
                <a:lnTo>
                  <a:pt x="0" y="58928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1945639" y="5706109"/>
            <a:ext cx="170180" cy="0"/>
          </a:xfrm>
          <a:custGeom>
            <a:avLst/>
            <a:gdLst/>
            <a:ahLst/>
            <a:cxnLst/>
            <a:rect l="l" t="t" r="r" b="b"/>
            <a:pathLst>
              <a:path w="170180">
                <a:moveTo>
                  <a:pt x="0" y="0"/>
                </a:moveTo>
                <a:lnTo>
                  <a:pt x="170180" y="0"/>
                </a:lnTo>
              </a:path>
            </a:pathLst>
          </a:custGeom>
          <a:ln w="3809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1917700" y="5633720"/>
            <a:ext cx="226060" cy="1270"/>
          </a:xfrm>
          <a:custGeom>
            <a:avLst/>
            <a:gdLst/>
            <a:ahLst/>
            <a:cxnLst/>
            <a:rect l="l" t="t" r="r" b="b"/>
            <a:pathLst>
              <a:path w="226060" h="1270">
                <a:moveTo>
                  <a:pt x="0" y="0"/>
                </a:moveTo>
                <a:lnTo>
                  <a:pt x="226060" y="1269"/>
                </a:lnTo>
              </a:path>
            </a:pathLst>
          </a:custGeom>
          <a:ln w="3809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1938020" y="4989829"/>
            <a:ext cx="113030" cy="567690"/>
          </a:xfrm>
          <a:custGeom>
            <a:avLst/>
            <a:gdLst/>
            <a:ahLst/>
            <a:cxnLst/>
            <a:rect l="l" t="t" r="r" b="b"/>
            <a:pathLst>
              <a:path w="113030" h="567689">
                <a:moveTo>
                  <a:pt x="0" y="0"/>
                </a:moveTo>
                <a:lnTo>
                  <a:pt x="113030" y="56769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1803400" y="4185920"/>
            <a:ext cx="246379" cy="478790"/>
          </a:xfrm>
          <a:custGeom>
            <a:avLst/>
            <a:gdLst/>
            <a:ahLst/>
            <a:cxnLst/>
            <a:rect l="l" t="t" r="r" b="b"/>
            <a:pathLst>
              <a:path w="246380" h="478789">
                <a:moveTo>
                  <a:pt x="246380" y="0"/>
                </a:moveTo>
                <a:lnTo>
                  <a:pt x="0" y="478789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2555239" y="4812029"/>
            <a:ext cx="168910" cy="1270"/>
          </a:xfrm>
          <a:custGeom>
            <a:avLst/>
            <a:gdLst/>
            <a:ahLst/>
            <a:cxnLst/>
            <a:rect l="l" t="t" r="r" b="b"/>
            <a:pathLst>
              <a:path w="168910" h="1270">
                <a:moveTo>
                  <a:pt x="0" y="0"/>
                </a:moveTo>
                <a:lnTo>
                  <a:pt x="168910" y="1270"/>
                </a:lnTo>
              </a:path>
            </a:pathLst>
          </a:custGeom>
          <a:ln w="3809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2527300" y="4739640"/>
            <a:ext cx="226060" cy="1270"/>
          </a:xfrm>
          <a:custGeom>
            <a:avLst/>
            <a:gdLst/>
            <a:ahLst/>
            <a:cxnLst/>
            <a:rect l="l" t="t" r="r" b="b"/>
            <a:pathLst>
              <a:path w="226060" h="1270">
                <a:moveTo>
                  <a:pt x="0" y="0"/>
                </a:moveTo>
                <a:lnTo>
                  <a:pt x="226060" y="1270"/>
                </a:lnTo>
              </a:path>
            </a:pathLst>
          </a:custGeom>
          <a:ln w="3809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6877050" y="357632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45957" y="4887"/>
                </a:lnTo>
                <a:lnTo>
                  <a:pt x="105524" y="18883"/>
                </a:lnTo>
                <a:lnTo>
                  <a:pt x="70201" y="40988"/>
                </a:lnTo>
                <a:lnTo>
                  <a:pt x="40988" y="70201"/>
                </a:lnTo>
                <a:lnTo>
                  <a:pt x="18883" y="105524"/>
                </a:lnTo>
                <a:lnTo>
                  <a:pt x="4887" y="145957"/>
                </a:lnTo>
                <a:lnTo>
                  <a:pt x="0" y="190499"/>
                </a:lnTo>
                <a:lnTo>
                  <a:pt x="4887" y="235042"/>
                </a:lnTo>
                <a:lnTo>
                  <a:pt x="18883" y="275475"/>
                </a:lnTo>
                <a:lnTo>
                  <a:pt x="40988" y="310798"/>
                </a:lnTo>
                <a:lnTo>
                  <a:pt x="70201" y="340011"/>
                </a:lnTo>
                <a:lnTo>
                  <a:pt x="105524" y="362116"/>
                </a:lnTo>
                <a:lnTo>
                  <a:pt x="145957" y="376112"/>
                </a:lnTo>
                <a:lnTo>
                  <a:pt x="190500" y="380999"/>
                </a:lnTo>
                <a:lnTo>
                  <a:pt x="235042" y="376112"/>
                </a:lnTo>
                <a:lnTo>
                  <a:pt x="275475" y="362116"/>
                </a:lnTo>
                <a:lnTo>
                  <a:pt x="310798" y="340011"/>
                </a:lnTo>
                <a:lnTo>
                  <a:pt x="340011" y="310798"/>
                </a:lnTo>
                <a:lnTo>
                  <a:pt x="362116" y="275475"/>
                </a:lnTo>
                <a:lnTo>
                  <a:pt x="376112" y="235042"/>
                </a:lnTo>
                <a:lnTo>
                  <a:pt x="381000" y="190499"/>
                </a:lnTo>
                <a:lnTo>
                  <a:pt x="376112" y="145957"/>
                </a:lnTo>
                <a:lnTo>
                  <a:pt x="362116" y="105524"/>
                </a:lnTo>
                <a:lnTo>
                  <a:pt x="340011" y="70201"/>
                </a:lnTo>
                <a:lnTo>
                  <a:pt x="310798" y="40988"/>
                </a:lnTo>
                <a:lnTo>
                  <a:pt x="275475" y="18883"/>
                </a:lnTo>
                <a:lnTo>
                  <a:pt x="235042" y="4887"/>
                </a:lnTo>
                <a:lnTo>
                  <a:pt x="1905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6877050" y="357632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235042" y="4887"/>
                </a:lnTo>
                <a:lnTo>
                  <a:pt x="275475" y="18883"/>
                </a:lnTo>
                <a:lnTo>
                  <a:pt x="310798" y="40988"/>
                </a:lnTo>
                <a:lnTo>
                  <a:pt x="340011" y="70201"/>
                </a:lnTo>
                <a:lnTo>
                  <a:pt x="362116" y="105524"/>
                </a:lnTo>
                <a:lnTo>
                  <a:pt x="376112" y="145957"/>
                </a:lnTo>
                <a:lnTo>
                  <a:pt x="381000" y="190499"/>
                </a:lnTo>
                <a:lnTo>
                  <a:pt x="376112" y="235042"/>
                </a:lnTo>
                <a:lnTo>
                  <a:pt x="362116" y="275475"/>
                </a:lnTo>
                <a:lnTo>
                  <a:pt x="340011" y="310798"/>
                </a:lnTo>
                <a:lnTo>
                  <a:pt x="310798" y="340011"/>
                </a:lnTo>
                <a:lnTo>
                  <a:pt x="275475" y="362116"/>
                </a:lnTo>
                <a:lnTo>
                  <a:pt x="235042" y="376112"/>
                </a:lnTo>
                <a:lnTo>
                  <a:pt x="190500" y="380999"/>
                </a:lnTo>
                <a:lnTo>
                  <a:pt x="145957" y="376112"/>
                </a:lnTo>
                <a:lnTo>
                  <a:pt x="105524" y="362116"/>
                </a:lnTo>
                <a:lnTo>
                  <a:pt x="70201" y="340011"/>
                </a:lnTo>
                <a:lnTo>
                  <a:pt x="40988" y="310798"/>
                </a:lnTo>
                <a:lnTo>
                  <a:pt x="18883" y="275475"/>
                </a:lnTo>
                <a:lnTo>
                  <a:pt x="4887" y="235042"/>
                </a:lnTo>
                <a:lnTo>
                  <a:pt x="0" y="190499"/>
                </a:lnTo>
                <a:lnTo>
                  <a:pt x="4887" y="145957"/>
                </a:lnTo>
                <a:lnTo>
                  <a:pt x="18883" y="105524"/>
                </a:lnTo>
                <a:lnTo>
                  <a:pt x="40988" y="70201"/>
                </a:lnTo>
                <a:lnTo>
                  <a:pt x="70201" y="40988"/>
                </a:lnTo>
                <a:lnTo>
                  <a:pt x="105524" y="18883"/>
                </a:lnTo>
                <a:lnTo>
                  <a:pt x="145957" y="4887"/>
                </a:lnTo>
                <a:lnTo>
                  <a:pt x="190500" y="0"/>
                </a:lnTo>
                <a:close/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6877050" y="3576320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7258050" y="3957320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 txBox="1"/>
          <p:nvPr/>
        </p:nvSpPr>
        <p:spPr>
          <a:xfrm>
            <a:off x="6986269" y="3583940"/>
            <a:ext cx="161290" cy="3771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i="1" dirty="0">
                <a:solidFill>
                  <a:srgbClr val="FFFFFF"/>
                </a:solidFill>
                <a:latin typeface="Times New Roman"/>
                <a:cs typeface="Times New Roman"/>
              </a:rPr>
              <a:t>x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7202169" y="3901440"/>
            <a:ext cx="551180" cy="284480"/>
          </a:xfrm>
          <a:custGeom>
            <a:avLst/>
            <a:gdLst/>
            <a:ahLst/>
            <a:cxnLst/>
            <a:rect l="l" t="t" r="r" b="b"/>
            <a:pathLst>
              <a:path w="551179" h="284479">
                <a:moveTo>
                  <a:pt x="0" y="0"/>
                </a:moveTo>
                <a:lnTo>
                  <a:pt x="551179" y="28448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6343650" y="4220209"/>
            <a:ext cx="381000" cy="382270"/>
          </a:xfrm>
          <a:custGeom>
            <a:avLst/>
            <a:gdLst/>
            <a:ahLst/>
            <a:cxnLst/>
            <a:rect l="l" t="t" r="r" b="b"/>
            <a:pathLst>
              <a:path w="381000" h="382270">
                <a:moveTo>
                  <a:pt x="190500" y="0"/>
                </a:moveTo>
                <a:lnTo>
                  <a:pt x="145957" y="4887"/>
                </a:lnTo>
                <a:lnTo>
                  <a:pt x="105524" y="18883"/>
                </a:lnTo>
                <a:lnTo>
                  <a:pt x="70201" y="40988"/>
                </a:lnTo>
                <a:lnTo>
                  <a:pt x="40988" y="70201"/>
                </a:lnTo>
                <a:lnTo>
                  <a:pt x="18883" y="105524"/>
                </a:lnTo>
                <a:lnTo>
                  <a:pt x="4887" y="145957"/>
                </a:lnTo>
                <a:lnTo>
                  <a:pt x="0" y="190500"/>
                </a:lnTo>
                <a:lnTo>
                  <a:pt x="4887" y="235112"/>
                </a:lnTo>
                <a:lnTo>
                  <a:pt x="18883" y="275726"/>
                </a:lnTo>
                <a:lnTo>
                  <a:pt x="40988" y="311298"/>
                </a:lnTo>
                <a:lnTo>
                  <a:pt x="70201" y="340782"/>
                </a:lnTo>
                <a:lnTo>
                  <a:pt x="105524" y="363134"/>
                </a:lnTo>
                <a:lnTo>
                  <a:pt x="145957" y="377312"/>
                </a:lnTo>
                <a:lnTo>
                  <a:pt x="190500" y="382269"/>
                </a:lnTo>
                <a:lnTo>
                  <a:pt x="235042" y="377312"/>
                </a:lnTo>
                <a:lnTo>
                  <a:pt x="275475" y="363134"/>
                </a:lnTo>
                <a:lnTo>
                  <a:pt x="310798" y="340782"/>
                </a:lnTo>
                <a:lnTo>
                  <a:pt x="340011" y="311298"/>
                </a:lnTo>
                <a:lnTo>
                  <a:pt x="362116" y="275726"/>
                </a:lnTo>
                <a:lnTo>
                  <a:pt x="376112" y="235112"/>
                </a:lnTo>
                <a:lnTo>
                  <a:pt x="381000" y="190500"/>
                </a:lnTo>
                <a:lnTo>
                  <a:pt x="376112" y="145957"/>
                </a:lnTo>
                <a:lnTo>
                  <a:pt x="362116" y="105524"/>
                </a:lnTo>
                <a:lnTo>
                  <a:pt x="340011" y="70201"/>
                </a:lnTo>
                <a:lnTo>
                  <a:pt x="310798" y="40988"/>
                </a:lnTo>
                <a:lnTo>
                  <a:pt x="275475" y="18883"/>
                </a:lnTo>
                <a:lnTo>
                  <a:pt x="235042" y="4887"/>
                </a:lnTo>
                <a:lnTo>
                  <a:pt x="19050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6343650" y="4220209"/>
            <a:ext cx="381000" cy="382270"/>
          </a:xfrm>
          <a:custGeom>
            <a:avLst/>
            <a:gdLst/>
            <a:ahLst/>
            <a:cxnLst/>
            <a:rect l="l" t="t" r="r" b="b"/>
            <a:pathLst>
              <a:path w="381000" h="382270">
                <a:moveTo>
                  <a:pt x="190500" y="0"/>
                </a:moveTo>
                <a:lnTo>
                  <a:pt x="235042" y="4887"/>
                </a:lnTo>
                <a:lnTo>
                  <a:pt x="275475" y="18883"/>
                </a:lnTo>
                <a:lnTo>
                  <a:pt x="310798" y="40988"/>
                </a:lnTo>
                <a:lnTo>
                  <a:pt x="340011" y="70201"/>
                </a:lnTo>
                <a:lnTo>
                  <a:pt x="362116" y="105524"/>
                </a:lnTo>
                <a:lnTo>
                  <a:pt x="376112" y="145957"/>
                </a:lnTo>
                <a:lnTo>
                  <a:pt x="381000" y="190500"/>
                </a:lnTo>
                <a:lnTo>
                  <a:pt x="376112" y="235112"/>
                </a:lnTo>
                <a:lnTo>
                  <a:pt x="362116" y="275726"/>
                </a:lnTo>
                <a:lnTo>
                  <a:pt x="340011" y="311298"/>
                </a:lnTo>
                <a:lnTo>
                  <a:pt x="310798" y="340782"/>
                </a:lnTo>
                <a:lnTo>
                  <a:pt x="275475" y="363134"/>
                </a:lnTo>
                <a:lnTo>
                  <a:pt x="235042" y="377312"/>
                </a:lnTo>
                <a:lnTo>
                  <a:pt x="190500" y="382269"/>
                </a:lnTo>
                <a:lnTo>
                  <a:pt x="145957" y="377312"/>
                </a:lnTo>
                <a:lnTo>
                  <a:pt x="105524" y="363134"/>
                </a:lnTo>
                <a:lnTo>
                  <a:pt x="70201" y="340782"/>
                </a:lnTo>
                <a:lnTo>
                  <a:pt x="40988" y="311298"/>
                </a:lnTo>
                <a:lnTo>
                  <a:pt x="18883" y="275726"/>
                </a:lnTo>
                <a:lnTo>
                  <a:pt x="4887" y="235112"/>
                </a:lnTo>
                <a:lnTo>
                  <a:pt x="0" y="190500"/>
                </a:lnTo>
                <a:lnTo>
                  <a:pt x="4887" y="145957"/>
                </a:lnTo>
                <a:lnTo>
                  <a:pt x="18883" y="105524"/>
                </a:lnTo>
                <a:lnTo>
                  <a:pt x="40988" y="70201"/>
                </a:lnTo>
                <a:lnTo>
                  <a:pt x="70201" y="40988"/>
                </a:lnTo>
                <a:lnTo>
                  <a:pt x="105524" y="18883"/>
                </a:lnTo>
                <a:lnTo>
                  <a:pt x="145957" y="4887"/>
                </a:lnTo>
                <a:lnTo>
                  <a:pt x="190500" y="0"/>
                </a:lnTo>
                <a:close/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6343650" y="4220209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6724650" y="4602479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 txBox="1"/>
          <p:nvPr/>
        </p:nvSpPr>
        <p:spPr>
          <a:xfrm>
            <a:off x="6445250" y="4229100"/>
            <a:ext cx="177800" cy="3771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i="1" dirty="0">
                <a:latin typeface="Times New Roman"/>
                <a:cs typeface="Times New Roman"/>
              </a:rPr>
              <a:t>a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5" name="object 45"/>
          <p:cNvSpPr/>
          <p:nvPr/>
        </p:nvSpPr>
        <p:spPr>
          <a:xfrm>
            <a:off x="6534150" y="3901440"/>
            <a:ext cx="398780" cy="320040"/>
          </a:xfrm>
          <a:custGeom>
            <a:avLst/>
            <a:gdLst/>
            <a:ahLst/>
            <a:cxnLst/>
            <a:rect l="l" t="t" r="r" b="b"/>
            <a:pathLst>
              <a:path w="398779" h="320039">
                <a:moveTo>
                  <a:pt x="398779" y="0"/>
                </a:moveTo>
                <a:lnTo>
                  <a:pt x="0" y="32004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6668769" y="4546600"/>
            <a:ext cx="201930" cy="515620"/>
          </a:xfrm>
          <a:custGeom>
            <a:avLst/>
            <a:gdLst/>
            <a:ahLst/>
            <a:cxnLst/>
            <a:rect l="l" t="t" r="r" b="b"/>
            <a:pathLst>
              <a:path w="201929" h="515620">
                <a:moveTo>
                  <a:pt x="0" y="0"/>
                </a:moveTo>
                <a:lnTo>
                  <a:pt x="201929" y="515619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6286500" y="4546600"/>
            <a:ext cx="113030" cy="515620"/>
          </a:xfrm>
          <a:custGeom>
            <a:avLst/>
            <a:gdLst/>
            <a:ahLst/>
            <a:cxnLst/>
            <a:rect l="l" t="t" r="r" b="b"/>
            <a:pathLst>
              <a:path w="113029" h="515620">
                <a:moveTo>
                  <a:pt x="113029" y="0"/>
                </a:moveTo>
                <a:lnTo>
                  <a:pt x="0" y="515619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7971790" y="5210809"/>
            <a:ext cx="170180" cy="0"/>
          </a:xfrm>
          <a:custGeom>
            <a:avLst/>
            <a:gdLst/>
            <a:ahLst/>
            <a:cxnLst/>
            <a:rect l="l" t="t" r="r" b="b"/>
            <a:pathLst>
              <a:path w="170179">
                <a:moveTo>
                  <a:pt x="170179" y="0"/>
                </a:moveTo>
                <a:lnTo>
                  <a:pt x="0" y="0"/>
                </a:lnTo>
              </a:path>
            </a:pathLst>
          </a:custGeom>
          <a:ln w="3809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7943850" y="5138420"/>
            <a:ext cx="226060" cy="0"/>
          </a:xfrm>
          <a:custGeom>
            <a:avLst/>
            <a:gdLst/>
            <a:ahLst/>
            <a:cxnLst/>
            <a:rect l="l" t="t" r="r" b="b"/>
            <a:pathLst>
              <a:path w="226059">
                <a:moveTo>
                  <a:pt x="226059" y="0"/>
                </a:moveTo>
                <a:lnTo>
                  <a:pt x="0" y="0"/>
                </a:lnTo>
              </a:path>
            </a:pathLst>
          </a:custGeom>
          <a:ln w="3809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7562850" y="418592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45957" y="4887"/>
                </a:lnTo>
                <a:lnTo>
                  <a:pt x="105524" y="18883"/>
                </a:lnTo>
                <a:lnTo>
                  <a:pt x="70201" y="40988"/>
                </a:lnTo>
                <a:lnTo>
                  <a:pt x="40988" y="70201"/>
                </a:lnTo>
                <a:lnTo>
                  <a:pt x="18883" y="105524"/>
                </a:lnTo>
                <a:lnTo>
                  <a:pt x="4887" y="145957"/>
                </a:lnTo>
                <a:lnTo>
                  <a:pt x="0" y="190499"/>
                </a:lnTo>
                <a:lnTo>
                  <a:pt x="4887" y="235042"/>
                </a:lnTo>
                <a:lnTo>
                  <a:pt x="18883" y="275475"/>
                </a:lnTo>
                <a:lnTo>
                  <a:pt x="40988" y="310798"/>
                </a:lnTo>
                <a:lnTo>
                  <a:pt x="70201" y="340011"/>
                </a:lnTo>
                <a:lnTo>
                  <a:pt x="105524" y="362116"/>
                </a:lnTo>
                <a:lnTo>
                  <a:pt x="145957" y="376112"/>
                </a:lnTo>
                <a:lnTo>
                  <a:pt x="190500" y="380999"/>
                </a:lnTo>
                <a:lnTo>
                  <a:pt x="235042" y="376112"/>
                </a:lnTo>
                <a:lnTo>
                  <a:pt x="275475" y="362116"/>
                </a:lnTo>
                <a:lnTo>
                  <a:pt x="310798" y="340011"/>
                </a:lnTo>
                <a:lnTo>
                  <a:pt x="340011" y="310798"/>
                </a:lnTo>
                <a:lnTo>
                  <a:pt x="362116" y="275475"/>
                </a:lnTo>
                <a:lnTo>
                  <a:pt x="376112" y="235042"/>
                </a:lnTo>
                <a:lnTo>
                  <a:pt x="381000" y="190499"/>
                </a:lnTo>
                <a:lnTo>
                  <a:pt x="376112" y="145957"/>
                </a:lnTo>
                <a:lnTo>
                  <a:pt x="362116" y="105524"/>
                </a:lnTo>
                <a:lnTo>
                  <a:pt x="340011" y="70201"/>
                </a:lnTo>
                <a:lnTo>
                  <a:pt x="310798" y="40988"/>
                </a:lnTo>
                <a:lnTo>
                  <a:pt x="275475" y="18883"/>
                </a:lnTo>
                <a:lnTo>
                  <a:pt x="235042" y="4887"/>
                </a:lnTo>
                <a:lnTo>
                  <a:pt x="19050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7562850" y="418592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45957" y="4887"/>
                </a:lnTo>
                <a:lnTo>
                  <a:pt x="105524" y="18883"/>
                </a:lnTo>
                <a:lnTo>
                  <a:pt x="70201" y="40988"/>
                </a:lnTo>
                <a:lnTo>
                  <a:pt x="40988" y="70201"/>
                </a:lnTo>
                <a:lnTo>
                  <a:pt x="18883" y="105524"/>
                </a:lnTo>
                <a:lnTo>
                  <a:pt x="4887" y="145957"/>
                </a:lnTo>
                <a:lnTo>
                  <a:pt x="0" y="190499"/>
                </a:lnTo>
                <a:lnTo>
                  <a:pt x="4887" y="235042"/>
                </a:lnTo>
                <a:lnTo>
                  <a:pt x="18883" y="275475"/>
                </a:lnTo>
                <a:lnTo>
                  <a:pt x="40988" y="310798"/>
                </a:lnTo>
                <a:lnTo>
                  <a:pt x="70201" y="340011"/>
                </a:lnTo>
                <a:lnTo>
                  <a:pt x="105524" y="362116"/>
                </a:lnTo>
                <a:lnTo>
                  <a:pt x="145957" y="376112"/>
                </a:lnTo>
                <a:lnTo>
                  <a:pt x="190500" y="380999"/>
                </a:lnTo>
                <a:lnTo>
                  <a:pt x="235042" y="376112"/>
                </a:lnTo>
                <a:lnTo>
                  <a:pt x="275475" y="362116"/>
                </a:lnTo>
                <a:lnTo>
                  <a:pt x="310798" y="340011"/>
                </a:lnTo>
                <a:lnTo>
                  <a:pt x="340011" y="310798"/>
                </a:lnTo>
                <a:lnTo>
                  <a:pt x="362116" y="275475"/>
                </a:lnTo>
                <a:lnTo>
                  <a:pt x="376112" y="235042"/>
                </a:lnTo>
                <a:lnTo>
                  <a:pt x="381000" y="190499"/>
                </a:lnTo>
                <a:lnTo>
                  <a:pt x="376112" y="145957"/>
                </a:lnTo>
                <a:lnTo>
                  <a:pt x="362116" y="105524"/>
                </a:lnTo>
                <a:lnTo>
                  <a:pt x="340011" y="70201"/>
                </a:lnTo>
                <a:lnTo>
                  <a:pt x="310798" y="40988"/>
                </a:lnTo>
                <a:lnTo>
                  <a:pt x="275475" y="18883"/>
                </a:lnTo>
                <a:lnTo>
                  <a:pt x="235042" y="4887"/>
                </a:lnTo>
                <a:lnTo>
                  <a:pt x="190500" y="0"/>
                </a:lnTo>
                <a:close/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7943850" y="4185920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7562850" y="4566920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 txBox="1"/>
          <p:nvPr/>
        </p:nvSpPr>
        <p:spPr>
          <a:xfrm>
            <a:off x="7664450" y="4193540"/>
            <a:ext cx="177800" cy="3771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i="1" dirty="0">
                <a:latin typeface="Times New Roman"/>
                <a:cs typeface="Times New Roman"/>
              </a:rPr>
              <a:t>p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5" name="object 55"/>
          <p:cNvSpPr/>
          <p:nvPr/>
        </p:nvSpPr>
        <p:spPr>
          <a:xfrm>
            <a:off x="7811769" y="4584700"/>
            <a:ext cx="321310" cy="591820"/>
          </a:xfrm>
          <a:custGeom>
            <a:avLst/>
            <a:gdLst/>
            <a:ahLst/>
            <a:cxnLst/>
            <a:rect l="l" t="t" r="r" b="b"/>
            <a:pathLst>
              <a:path w="321309" h="591820">
                <a:moveTo>
                  <a:pt x="0" y="0"/>
                </a:moveTo>
                <a:lnTo>
                  <a:pt x="321309" y="591819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7387590" y="5210809"/>
            <a:ext cx="170180" cy="0"/>
          </a:xfrm>
          <a:custGeom>
            <a:avLst/>
            <a:gdLst/>
            <a:ahLst/>
            <a:cxnLst/>
            <a:rect l="l" t="t" r="r" b="b"/>
            <a:pathLst>
              <a:path w="170179">
                <a:moveTo>
                  <a:pt x="170179" y="0"/>
                </a:moveTo>
                <a:lnTo>
                  <a:pt x="0" y="0"/>
                </a:lnTo>
              </a:path>
            </a:pathLst>
          </a:custGeom>
          <a:ln w="3809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7359650" y="5138420"/>
            <a:ext cx="226060" cy="0"/>
          </a:xfrm>
          <a:custGeom>
            <a:avLst/>
            <a:gdLst/>
            <a:ahLst/>
            <a:cxnLst/>
            <a:rect l="l" t="t" r="r" b="b"/>
            <a:pathLst>
              <a:path w="226059">
                <a:moveTo>
                  <a:pt x="226059" y="0"/>
                </a:moveTo>
                <a:lnTo>
                  <a:pt x="0" y="0"/>
                </a:lnTo>
              </a:path>
            </a:pathLst>
          </a:custGeom>
          <a:ln w="3809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7519669" y="4584700"/>
            <a:ext cx="149860" cy="511809"/>
          </a:xfrm>
          <a:custGeom>
            <a:avLst/>
            <a:gdLst/>
            <a:ahLst/>
            <a:cxnLst/>
            <a:rect l="l" t="t" r="r" b="b"/>
            <a:pathLst>
              <a:path w="149859" h="511810">
                <a:moveTo>
                  <a:pt x="149859" y="0"/>
                </a:moveTo>
                <a:lnTo>
                  <a:pt x="0" y="51181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6219190" y="5210809"/>
            <a:ext cx="170180" cy="0"/>
          </a:xfrm>
          <a:custGeom>
            <a:avLst/>
            <a:gdLst/>
            <a:ahLst/>
            <a:cxnLst/>
            <a:rect l="l" t="t" r="r" b="b"/>
            <a:pathLst>
              <a:path w="170179">
                <a:moveTo>
                  <a:pt x="170180" y="0"/>
                </a:moveTo>
                <a:lnTo>
                  <a:pt x="0" y="0"/>
                </a:lnTo>
              </a:path>
            </a:pathLst>
          </a:custGeom>
          <a:ln w="3809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/>
          <p:nvPr/>
        </p:nvSpPr>
        <p:spPr>
          <a:xfrm>
            <a:off x="6191250" y="5138420"/>
            <a:ext cx="227329" cy="0"/>
          </a:xfrm>
          <a:custGeom>
            <a:avLst/>
            <a:gdLst/>
            <a:ahLst/>
            <a:cxnLst/>
            <a:rect l="l" t="t" r="r" b="b"/>
            <a:pathLst>
              <a:path w="227329">
                <a:moveTo>
                  <a:pt x="227329" y="0"/>
                </a:moveTo>
                <a:lnTo>
                  <a:pt x="0" y="0"/>
                </a:lnTo>
              </a:path>
            </a:pathLst>
          </a:custGeom>
          <a:ln w="3809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 txBox="1"/>
          <p:nvPr/>
        </p:nvSpPr>
        <p:spPr>
          <a:xfrm>
            <a:off x="5881370" y="4766309"/>
            <a:ext cx="110489" cy="3771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i="1" dirty="0">
                <a:latin typeface="Times New Roman"/>
                <a:cs typeface="Times New Roman"/>
              </a:rPr>
              <a:t>t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2" name="object 62"/>
          <p:cNvSpPr/>
          <p:nvPr/>
        </p:nvSpPr>
        <p:spPr>
          <a:xfrm>
            <a:off x="6803390" y="5210809"/>
            <a:ext cx="171450" cy="0"/>
          </a:xfrm>
          <a:custGeom>
            <a:avLst/>
            <a:gdLst/>
            <a:ahLst/>
            <a:cxnLst/>
            <a:rect l="l" t="t" r="r" b="b"/>
            <a:pathLst>
              <a:path w="171450">
                <a:moveTo>
                  <a:pt x="171450" y="0"/>
                </a:moveTo>
                <a:lnTo>
                  <a:pt x="0" y="0"/>
                </a:lnTo>
              </a:path>
            </a:pathLst>
          </a:custGeom>
          <a:ln w="3809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/>
          <p:nvPr/>
        </p:nvSpPr>
        <p:spPr>
          <a:xfrm>
            <a:off x="6775450" y="5138420"/>
            <a:ext cx="227329" cy="0"/>
          </a:xfrm>
          <a:custGeom>
            <a:avLst/>
            <a:gdLst/>
            <a:ahLst/>
            <a:cxnLst/>
            <a:rect l="l" t="t" r="r" b="b"/>
            <a:pathLst>
              <a:path w="227329">
                <a:moveTo>
                  <a:pt x="227329" y="0"/>
                </a:moveTo>
                <a:lnTo>
                  <a:pt x="0" y="0"/>
                </a:lnTo>
              </a:path>
            </a:pathLst>
          </a:custGeom>
          <a:ln w="3809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/>
          <p:cNvSpPr/>
          <p:nvPr/>
        </p:nvSpPr>
        <p:spPr>
          <a:xfrm>
            <a:off x="3851909" y="3143250"/>
            <a:ext cx="379730" cy="381000"/>
          </a:xfrm>
          <a:custGeom>
            <a:avLst/>
            <a:gdLst/>
            <a:ahLst/>
            <a:cxnLst/>
            <a:rect l="l" t="t" r="r" b="b"/>
            <a:pathLst>
              <a:path w="379729" h="381000">
                <a:moveTo>
                  <a:pt x="189229" y="0"/>
                </a:moveTo>
                <a:lnTo>
                  <a:pt x="144757" y="4887"/>
                </a:lnTo>
                <a:lnTo>
                  <a:pt x="104506" y="18883"/>
                </a:lnTo>
                <a:lnTo>
                  <a:pt x="69431" y="40988"/>
                </a:lnTo>
                <a:lnTo>
                  <a:pt x="40488" y="70201"/>
                </a:lnTo>
                <a:lnTo>
                  <a:pt x="18631" y="105524"/>
                </a:lnTo>
                <a:lnTo>
                  <a:pt x="4817" y="145957"/>
                </a:lnTo>
                <a:lnTo>
                  <a:pt x="0" y="190500"/>
                </a:lnTo>
                <a:lnTo>
                  <a:pt x="4817" y="235042"/>
                </a:lnTo>
                <a:lnTo>
                  <a:pt x="18631" y="275475"/>
                </a:lnTo>
                <a:lnTo>
                  <a:pt x="40488" y="310798"/>
                </a:lnTo>
                <a:lnTo>
                  <a:pt x="69431" y="340011"/>
                </a:lnTo>
                <a:lnTo>
                  <a:pt x="104506" y="362116"/>
                </a:lnTo>
                <a:lnTo>
                  <a:pt x="144757" y="376112"/>
                </a:lnTo>
                <a:lnTo>
                  <a:pt x="189229" y="381000"/>
                </a:lnTo>
                <a:lnTo>
                  <a:pt x="233772" y="376112"/>
                </a:lnTo>
                <a:lnTo>
                  <a:pt x="274205" y="362116"/>
                </a:lnTo>
                <a:lnTo>
                  <a:pt x="309528" y="340011"/>
                </a:lnTo>
                <a:lnTo>
                  <a:pt x="338741" y="310798"/>
                </a:lnTo>
                <a:lnTo>
                  <a:pt x="360846" y="275475"/>
                </a:lnTo>
                <a:lnTo>
                  <a:pt x="374842" y="235042"/>
                </a:lnTo>
                <a:lnTo>
                  <a:pt x="379729" y="190500"/>
                </a:lnTo>
                <a:lnTo>
                  <a:pt x="374842" y="145957"/>
                </a:lnTo>
                <a:lnTo>
                  <a:pt x="360846" y="105524"/>
                </a:lnTo>
                <a:lnTo>
                  <a:pt x="338741" y="70201"/>
                </a:lnTo>
                <a:lnTo>
                  <a:pt x="309528" y="40988"/>
                </a:lnTo>
                <a:lnTo>
                  <a:pt x="274205" y="18883"/>
                </a:lnTo>
                <a:lnTo>
                  <a:pt x="233772" y="4887"/>
                </a:lnTo>
                <a:lnTo>
                  <a:pt x="18922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/>
          <p:cNvSpPr/>
          <p:nvPr/>
        </p:nvSpPr>
        <p:spPr>
          <a:xfrm>
            <a:off x="3851909" y="3143250"/>
            <a:ext cx="379730" cy="381000"/>
          </a:xfrm>
          <a:custGeom>
            <a:avLst/>
            <a:gdLst/>
            <a:ahLst/>
            <a:cxnLst/>
            <a:rect l="l" t="t" r="r" b="b"/>
            <a:pathLst>
              <a:path w="379729" h="381000">
                <a:moveTo>
                  <a:pt x="189229" y="0"/>
                </a:moveTo>
                <a:lnTo>
                  <a:pt x="144757" y="4887"/>
                </a:lnTo>
                <a:lnTo>
                  <a:pt x="104506" y="18883"/>
                </a:lnTo>
                <a:lnTo>
                  <a:pt x="69431" y="40988"/>
                </a:lnTo>
                <a:lnTo>
                  <a:pt x="40488" y="70201"/>
                </a:lnTo>
                <a:lnTo>
                  <a:pt x="18631" y="105524"/>
                </a:lnTo>
                <a:lnTo>
                  <a:pt x="4817" y="145957"/>
                </a:lnTo>
                <a:lnTo>
                  <a:pt x="0" y="190500"/>
                </a:lnTo>
                <a:lnTo>
                  <a:pt x="4817" y="235042"/>
                </a:lnTo>
                <a:lnTo>
                  <a:pt x="18631" y="275475"/>
                </a:lnTo>
                <a:lnTo>
                  <a:pt x="40488" y="310798"/>
                </a:lnTo>
                <a:lnTo>
                  <a:pt x="69431" y="340011"/>
                </a:lnTo>
                <a:lnTo>
                  <a:pt x="104506" y="362116"/>
                </a:lnTo>
                <a:lnTo>
                  <a:pt x="144757" y="376112"/>
                </a:lnTo>
                <a:lnTo>
                  <a:pt x="189229" y="381000"/>
                </a:lnTo>
                <a:lnTo>
                  <a:pt x="233772" y="376112"/>
                </a:lnTo>
                <a:lnTo>
                  <a:pt x="274205" y="362116"/>
                </a:lnTo>
                <a:lnTo>
                  <a:pt x="309528" y="340011"/>
                </a:lnTo>
                <a:lnTo>
                  <a:pt x="338741" y="310798"/>
                </a:lnTo>
                <a:lnTo>
                  <a:pt x="360846" y="275475"/>
                </a:lnTo>
                <a:lnTo>
                  <a:pt x="374842" y="235042"/>
                </a:lnTo>
                <a:lnTo>
                  <a:pt x="379729" y="190500"/>
                </a:lnTo>
                <a:lnTo>
                  <a:pt x="374842" y="145957"/>
                </a:lnTo>
                <a:lnTo>
                  <a:pt x="360846" y="105524"/>
                </a:lnTo>
                <a:lnTo>
                  <a:pt x="338741" y="70201"/>
                </a:lnTo>
                <a:lnTo>
                  <a:pt x="309528" y="40988"/>
                </a:lnTo>
                <a:lnTo>
                  <a:pt x="274205" y="18883"/>
                </a:lnTo>
                <a:lnTo>
                  <a:pt x="233772" y="4887"/>
                </a:lnTo>
                <a:lnTo>
                  <a:pt x="189229" y="0"/>
                </a:lnTo>
                <a:close/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66"/>
          <p:cNvSpPr/>
          <p:nvPr/>
        </p:nvSpPr>
        <p:spPr>
          <a:xfrm>
            <a:off x="4231640" y="3143250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67"/>
          <p:cNvSpPr/>
          <p:nvPr/>
        </p:nvSpPr>
        <p:spPr>
          <a:xfrm>
            <a:off x="3850640" y="3524250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68"/>
          <p:cNvSpPr txBox="1"/>
          <p:nvPr/>
        </p:nvSpPr>
        <p:spPr>
          <a:xfrm>
            <a:off x="3953509" y="3150870"/>
            <a:ext cx="177800" cy="3771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i="1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9" name="object 69"/>
          <p:cNvSpPr/>
          <p:nvPr/>
        </p:nvSpPr>
        <p:spPr>
          <a:xfrm>
            <a:off x="3564890" y="3468370"/>
            <a:ext cx="342900" cy="284480"/>
          </a:xfrm>
          <a:custGeom>
            <a:avLst/>
            <a:gdLst/>
            <a:ahLst/>
            <a:cxnLst/>
            <a:rect l="l" t="t" r="r" b="b"/>
            <a:pathLst>
              <a:path w="342900" h="284479">
                <a:moveTo>
                  <a:pt x="342900" y="0"/>
                </a:moveTo>
                <a:lnTo>
                  <a:pt x="0" y="284479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70"/>
          <p:cNvSpPr/>
          <p:nvPr/>
        </p:nvSpPr>
        <p:spPr>
          <a:xfrm>
            <a:off x="4211320" y="3503929"/>
            <a:ext cx="365760" cy="318770"/>
          </a:xfrm>
          <a:custGeom>
            <a:avLst/>
            <a:gdLst/>
            <a:ahLst/>
            <a:cxnLst/>
            <a:rect l="l" t="t" r="r" b="b"/>
            <a:pathLst>
              <a:path w="365760" h="318770">
                <a:moveTo>
                  <a:pt x="0" y="0"/>
                </a:moveTo>
                <a:lnTo>
                  <a:pt x="365759" y="31877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object 71"/>
          <p:cNvSpPr/>
          <p:nvPr/>
        </p:nvSpPr>
        <p:spPr>
          <a:xfrm>
            <a:off x="3498850" y="3900170"/>
            <a:ext cx="170180" cy="1270"/>
          </a:xfrm>
          <a:custGeom>
            <a:avLst/>
            <a:gdLst/>
            <a:ahLst/>
            <a:cxnLst/>
            <a:rect l="l" t="t" r="r" b="b"/>
            <a:pathLst>
              <a:path w="170179" h="1270">
                <a:moveTo>
                  <a:pt x="170179" y="0"/>
                </a:moveTo>
                <a:lnTo>
                  <a:pt x="0" y="1269"/>
                </a:lnTo>
              </a:path>
            </a:pathLst>
          </a:custGeom>
          <a:ln w="3809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object 72"/>
          <p:cNvSpPr/>
          <p:nvPr/>
        </p:nvSpPr>
        <p:spPr>
          <a:xfrm>
            <a:off x="3470909" y="3827779"/>
            <a:ext cx="226060" cy="1270"/>
          </a:xfrm>
          <a:custGeom>
            <a:avLst/>
            <a:gdLst/>
            <a:ahLst/>
            <a:cxnLst/>
            <a:rect l="l" t="t" r="r" b="b"/>
            <a:pathLst>
              <a:path w="226060" h="1270">
                <a:moveTo>
                  <a:pt x="226060" y="0"/>
                </a:moveTo>
                <a:lnTo>
                  <a:pt x="0" y="1270"/>
                </a:lnTo>
              </a:path>
            </a:pathLst>
          </a:custGeom>
          <a:ln w="3809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" name="object 73"/>
          <p:cNvSpPr txBox="1"/>
          <p:nvPr/>
        </p:nvSpPr>
        <p:spPr>
          <a:xfrm>
            <a:off x="3302000" y="3591559"/>
            <a:ext cx="110489" cy="3771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i="1" dirty="0">
                <a:latin typeface="Times New Roman"/>
                <a:cs typeface="Times New Roman"/>
              </a:rPr>
              <a:t>t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74" name="object 74"/>
          <p:cNvSpPr/>
          <p:nvPr/>
        </p:nvSpPr>
        <p:spPr>
          <a:xfrm>
            <a:off x="4297679" y="378714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45957" y="4887"/>
                </a:lnTo>
                <a:lnTo>
                  <a:pt x="105524" y="18883"/>
                </a:lnTo>
                <a:lnTo>
                  <a:pt x="70201" y="40988"/>
                </a:lnTo>
                <a:lnTo>
                  <a:pt x="40988" y="70201"/>
                </a:lnTo>
                <a:lnTo>
                  <a:pt x="18883" y="105524"/>
                </a:lnTo>
                <a:lnTo>
                  <a:pt x="4887" y="145957"/>
                </a:lnTo>
                <a:lnTo>
                  <a:pt x="0" y="190500"/>
                </a:lnTo>
                <a:lnTo>
                  <a:pt x="4887" y="235042"/>
                </a:lnTo>
                <a:lnTo>
                  <a:pt x="18883" y="275475"/>
                </a:lnTo>
                <a:lnTo>
                  <a:pt x="40988" y="310798"/>
                </a:lnTo>
                <a:lnTo>
                  <a:pt x="70201" y="340011"/>
                </a:lnTo>
                <a:lnTo>
                  <a:pt x="105524" y="362116"/>
                </a:lnTo>
                <a:lnTo>
                  <a:pt x="145957" y="376112"/>
                </a:lnTo>
                <a:lnTo>
                  <a:pt x="190500" y="381000"/>
                </a:lnTo>
                <a:lnTo>
                  <a:pt x="235042" y="376112"/>
                </a:lnTo>
                <a:lnTo>
                  <a:pt x="275475" y="362116"/>
                </a:lnTo>
                <a:lnTo>
                  <a:pt x="310798" y="340011"/>
                </a:lnTo>
                <a:lnTo>
                  <a:pt x="340011" y="310798"/>
                </a:lnTo>
                <a:lnTo>
                  <a:pt x="362116" y="275475"/>
                </a:lnTo>
                <a:lnTo>
                  <a:pt x="376112" y="235042"/>
                </a:lnTo>
                <a:lnTo>
                  <a:pt x="381000" y="190500"/>
                </a:lnTo>
                <a:lnTo>
                  <a:pt x="376112" y="145957"/>
                </a:lnTo>
                <a:lnTo>
                  <a:pt x="362116" y="105524"/>
                </a:lnTo>
                <a:lnTo>
                  <a:pt x="340011" y="70201"/>
                </a:lnTo>
                <a:lnTo>
                  <a:pt x="310798" y="40988"/>
                </a:lnTo>
                <a:lnTo>
                  <a:pt x="275475" y="18883"/>
                </a:lnTo>
                <a:lnTo>
                  <a:pt x="235042" y="4887"/>
                </a:lnTo>
                <a:lnTo>
                  <a:pt x="19050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" name="object 75"/>
          <p:cNvSpPr/>
          <p:nvPr/>
        </p:nvSpPr>
        <p:spPr>
          <a:xfrm>
            <a:off x="4297679" y="378714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235042" y="4887"/>
                </a:lnTo>
                <a:lnTo>
                  <a:pt x="275475" y="18883"/>
                </a:lnTo>
                <a:lnTo>
                  <a:pt x="310798" y="40988"/>
                </a:lnTo>
                <a:lnTo>
                  <a:pt x="340011" y="70201"/>
                </a:lnTo>
                <a:lnTo>
                  <a:pt x="362116" y="105524"/>
                </a:lnTo>
                <a:lnTo>
                  <a:pt x="376112" y="145957"/>
                </a:lnTo>
                <a:lnTo>
                  <a:pt x="381000" y="190500"/>
                </a:lnTo>
                <a:lnTo>
                  <a:pt x="376112" y="235042"/>
                </a:lnTo>
                <a:lnTo>
                  <a:pt x="362116" y="275475"/>
                </a:lnTo>
                <a:lnTo>
                  <a:pt x="340011" y="310798"/>
                </a:lnTo>
                <a:lnTo>
                  <a:pt x="310798" y="340011"/>
                </a:lnTo>
                <a:lnTo>
                  <a:pt x="275475" y="362116"/>
                </a:lnTo>
                <a:lnTo>
                  <a:pt x="235042" y="376112"/>
                </a:lnTo>
                <a:lnTo>
                  <a:pt x="190500" y="381000"/>
                </a:lnTo>
                <a:lnTo>
                  <a:pt x="145957" y="376112"/>
                </a:lnTo>
                <a:lnTo>
                  <a:pt x="105524" y="362116"/>
                </a:lnTo>
                <a:lnTo>
                  <a:pt x="70201" y="340011"/>
                </a:lnTo>
                <a:lnTo>
                  <a:pt x="40988" y="310798"/>
                </a:lnTo>
                <a:lnTo>
                  <a:pt x="18883" y="275475"/>
                </a:lnTo>
                <a:lnTo>
                  <a:pt x="4887" y="235042"/>
                </a:lnTo>
                <a:lnTo>
                  <a:pt x="0" y="190500"/>
                </a:lnTo>
                <a:lnTo>
                  <a:pt x="4887" y="145957"/>
                </a:lnTo>
                <a:lnTo>
                  <a:pt x="18883" y="105524"/>
                </a:lnTo>
                <a:lnTo>
                  <a:pt x="40988" y="70201"/>
                </a:lnTo>
                <a:lnTo>
                  <a:pt x="70201" y="40988"/>
                </a:lnTo>
                <a:lnTo>
                  <a:pt x="105524" y="18883"/>
                </a:lnTo>
                <a:lnTo>
                  <a:pt x="145957" y="4887"/>
                </a:lnTo>
                <a:lnTo>
                  <a:pt x="190500" y="0"/>
                </a:lnTo>
                <a:close/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" name="object 76"/>
          <p:cNvSpPr/>
          <p:nvPr/>
        </p:nvSpPr>
        <p:spPr>
          <a:xfrm>
            <a:off x="4297679" y="3787140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" name="object 77"/>
          <p:cNvSpPr/>
          <p:nvPr/>
        </p:nvSpPr>
        <p:spPr>
          <a:xfrm>
            <a:off x="4678679" y="4169409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8" name="object 78"/>
          <p:cNvSpPr txBox="1"/>
          <p:nvPr/>
        </p:nvSpPr>
        <p:spPr>
          <a:xfrm>
            <a:off x="4406900" y="3794759"/>
            <a:ext cx="161290" cy="3771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i="1" dirty="0">
                <a:latin typeface="Times New Roman"/>
                <a:cs typeface="Times New Roman"/>
              </a:rPr>
              <a:t>x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79" name="object 79"/>
          <p:cNvSpPr/>
          <p:nvPr/>
        </p:nvSpPr>
        <p:spPr>
          <a:xfrm>
            <a:off x="4622800" y="4113529"/>
            <a:ext cx="322580" cy="478790"/>
          </a:xfrm>
          <a:custGeom>
            <a:avLst/>
            <a:gdLst/>
            <a:ahLst/>
            <a:cxnLst/>
            <a:rect l="l" t="t" r="r" b="b"/>
            <a:pathLst>
              <a:path w="322579" h="478789">
                <a:moveTo>
                  <a:pt x="0" y="0"/>
                </a:moveTo>
                <a:lnTo>
                  <a:pt x="322579" y="47879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" name="object 80"/>
          <p:cNvSpPr/>
          <p:nvPr/>
        </p:nvSpPr>
        <p:spPr>
          <a:xfrm>
            <a:off x="4508500" y="5654040"/>
            <a:ext cx="168910" cy="0"/>
          </a:xfrm>
          <a:custGeom>
            <a:avLst/>
            <a:gdLst/>
            <a:ahLst/>
            <a:cxnLst/>
            <a:rect l="l" t="t" r="r" b="b"/>
            <a:pathLst>
              <a:path w="168910">
                <a:moveTo>
                  <a:pt x="0" y="0"/>
                </a:moveTo>
                <a:lnTo>
                  <a:pt x="168910" y="0"/>
                </a:lnTo>
              </a:path>
            </a:pathLst>
          </a:custGeom>
          <a:ln w="3809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1" name="object 81"/>
          <p:cNvSpPr/>
          <p:nvPr/>
        </p:nvSpPr>
        <p:spPr>
          <a:xfrm>
            <a:off x="4479290" y="5580379"/>
            <a:ext cx="226060" cy="1270"/>
          </a:xfrm>
          <a:custGeom>
            <a:avLst/>
            <a:gdLst/>
            <a:ahLst/>
            <a:cxnLst/>
            <a:rect l="l" t="t" r="r" b="b"/>
            <a:pathLst>
              <a:path w="226060" h="1270">
                <a:moveTo>
                  <a:pt x="0" y="0"/>
                </a:moveTo>
                <a:lnTo>
                  <a:pt x="226060" y="1270"/>
                </a:lnTo>
              </a:path>
            </a:pathLst>
          </a:custGeom>
          <a:ln w="3809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2" name="object 82"/>
          <p:cNvSpPr/>
          <p:nvPr/>
        </p:nvSpPr>
        <p:spPr>
          <a:xfrm>
            <a:off x="4715509" y="4583429"/>
            <a:ext cx="382270" cy="381000"/>
          </a:xfrm>
          <a:custGeom>
            <a:avLst/>
            <a:gdLst/>
            <a:ahLst/>
            <a:cxnLst/>
            <a:rect l="l" t="t" r="r" b="b"/>
            <a:pathLst>
              <a:path w="382270" h="381000">
                <a:moveTo>
                  <a:pt x="190500" y="0"/>
                </a:moveTo>
                <a:lnTo>
                  <a:pt x="145957" y="4887"/>
                </a:lnTo>
                <a:lnTo>
                  <a:pt x="105524" y="18883"/>
                </a:lnTo>
                <a:lnTo>
                  <a:pt x="70201" y="40988"/>
                </a:lnTo>
                <a:lnTo>
                  <a:pt x="40988" y="70201"/>
                </a:lnTo>
                <a:lnTo>
                  <a:pt x="18883" y="105524"/>
                </a:lnTo>
                <a:lnTo>
                  <a:pt x="4887" y="145957"/>
                </a:lnTo>
                <a:lnTo>
                  <a:pt x="0" y="190500"/>
                </a:lnTo>
                <a:lnTo>
                  <a:pt x="4887" y="235042"/>
                </a:lnTo>
                <a:lnTo>
                  <a:pt x="18883" y="275475"/>
                </a:lnTo>
                <a:lnTo>
                  <a:pt x="40988" y="310798"/>
                </a:lnTo>
                <a:lnTo>
                  <a:pt x="70201" y="340011"/>
                </a:lnTo>
                <a:lnTo>
                  <a:pt x="105524" y="362116"/>
                </a:lnTo>
                <a:lnTo>
                  <a:pt x="145957" y="376112"/>
                </a:lnTo>
                <a:lnTo>
                  <a:pt x="190500" y="381000"/>
                </a:lnTo>
                <a:lnTo>
                  <a:pt x="235112" y="376112"/>
                </a:lnTo>
                <a:lnTo>
                  <a:pt x="275726" y="362116"/>
                </a:lnTo>
                <a:lnTo>
                  <a:pt x="311298" y="340011"/>
                </a:lnTo>
                <a:lnTo>
                  <a:pt x="340782" y="310798"/>
                </a:lnTo>
                <a:lnTo>
                  <a:pt x="363134" y="275475"/>
                </a:lnTo>
                <a:lnTo>
                  <a:pt x="377312" y="235042"/>
                </a:lnTo>
                <a:lnTo>
                  <a:pt x="382269" y="190500"/>
                </a:lnTo>
                <a:lnTo>
                  <a:pt x="377312" y="145957"/>
                </a:lnTo>
                <a:lnTo>
                  <a:pt x="363134" y="105524"/>
                </a:lnTo>
                <a:lnTo>
                  <a:pt x="340782" y="70201"/>
                </a:lnTo>
                <a:lnTo>
                  <a:pt x="311298" y="40988"/>
                </a:lnTo>
                <a:lnTo>
                  <a:pt x="275726" y="18883"/>
                </a:lnTo>
                <a:lnTo>
                  <a:pt x="235112" y="4887"/>
                </a:lnTo>
                <a:lnTo>
                  <a:pt x="19050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3" name="object 83"/>
          <p:cNvSpPr/>
          <p:nvPr/>
        </p:nvSpPr>
        <p:spPr>
          <a:xfrm>
            <a:off x="4715509" y="4583429"/>
            <a:ext cx="382270" cy="381000"/>
          </a:xfrm>
          <a:custGeom>
            <a:avLst/>
            <a:gdLst/>
            <a:ahLst/>
            <a:cxnLst/>
            <a:rect l="l" t="t" r="r" b="b"/>
            <a:pathLst>
              <a:path w="382270" h="381000">
                <a:moveTo>
                  <a:pt x="190500" y="0"/>
                </a:moveTo>
                <a:lnTo>
                  <a:pt x="235112" y="4887"/>
                </a:lnTo>
                <a:lnTo>
                  <a:pt x="275726" y="18883"/>
                </a:lnTo>
                <a:lnTo>
                  <a:pt x="311298" y="40988"/>
                </a:lnTo>
                <a:lnTo>
                  <a:pt x="340782" y="70201"/>
                </a:lnTo>
                <a:lnTo>
                  <a:pt x="363134" y="105524"/>
                </a:lnTo>
                <a:lnTo>
                  <a:pt x="377312" y="145957"/>
                </a:lnTo>
                <a:lnTo>
                  <a:pt x="382269" y="190500"/>
                </a:lnTo>
                <a:lnTo>
                  <a:pt x="377312" y="235042"/>
                </a:lnTo>
                <a:lnTo>
                  <a:pt x="363134" y="275475"/>
                </a:lnTo>
                <a:lnTo>
                  <a:pt x="340782" y="310798"/>
                </a:lnTo>
                <a:lnTo>
                  <a:pt x="311298" y="340011"/>
                </a:lnTo>
                <a:lnTo>
                  <a:pt x="275726" y="362116"/>
                </a:lnTo>
                <a:lnTo>
                  <a:pt x="235112" y="376112"/>
                </a:lnTo>
                <a:lnTo>
                  <a:pt x="190500" y="381000"/>
                </a:lnTo>
                <a:lnTo>
                  <a:pt x="145957" y="376112"/>
                </a:lnTo>
                <a:lnTo>
                  <a:pt x="105524" y="362116"/>
                </a:lnTo>
                <a:lnTo>
                  <a:pt x="70201" y="340011"/>
                </a:lnTo>
                <a:lnTo>
                  <a:pt x="40988" y="310798"/>
                </a:lnTo>
                <a:lnTo>
                  <a:pt x="18883" y="275475"/>
                </a:lnTo>
                <a:lnTo>
                  <a:pt x="4887" y="235042"/>
                </a:lnTo>
                <a:lnTo>
                  <a:pt x="0" y="190500"/>
                </a:lnTo>
                <a:lnTo>
                  <a:pt x="4887" y="145957"/>
                </a:lnTo>
                <a:lnTo>
                  <a:pt x="18883" y="105524"/>
                </a:lnTo>
                <a:lnTo>
                  <a:pt x="40988" y="70201"/>
                </a:lnTo>
                <a:lnTo>
                  <a:pt x="70201" y="40988"/>
                </a:lnTo>
                <a:lnTo>
                  <a:pt x="105524" y="18883"/>
                </a:lnTo>
                <a:lnTo>
                  <a:pt x="145957" y="4887"/>
                </a:lnTo>
                <a:lnTo>
                  <a:pt x="190500" y="0"/>
                </a:lnTo>
                <a:close/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4" name="object 84"/>
          <p:cNvSpPr/>
          <p:nvPr/>
        </p:nvSpPr>
        <p:spPr>
          <a:xfrm>
            <a:off x="4715509" y="4583429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5" name="object 85"/>
          <p:cNvSpPr/>
          <p:nvPr/>
        </p:nvSpPr>
        <p:spPr>
          <a:xfrm>
            <a:off x="5097779" y="4964429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6" name="object 86"/>
          <p:cNvSpPr txBox="1"/>
          <p:nvPr/>
        </p:nvSpPr>
        <p:spPr>
          <a:xfrm>
            <a:off x="4818379" y="4591050"/>
            <a:ext cx="177800" cy="3771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i="1" dirty="0">
                <a:latin typeface="Times New Roman"/>
                <a:cs typeface="Times New Roman"/>
              </a:rPr>
              <a:t>p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87" name="object 87"/>
          <p:cNvSpPr/>
          <p:nvPr/>
        </p:nvSpPr>
        <p:spPr>
          <a:xfrm>
            <a:off x="4612640" y="4908550"/>
            <a:ext cx="160020" cy="596900"/>
          </a:xfrm>
          <a:custGeom>
            <a:avLst/>
            <a:gdLst/>
            <a:ahLst/>
            <a:cxnLst/>
            <a:rect l="l" t="t" r="r" b="b"/>
            <a:pathLst>
              <a:path w="160020" h="596900">
                <a:moveTo>
                  <a:pt x="160020" y="0"/>
                </a:moveTo>
                <a:lnTo>
                  <a:pt x="0" y="59690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8" name="object 88"/>
          <p:cNvSpPr/>
          <p:nvPr/>
        </p:nvSpPr>
        <p:spPr>
          <a:xfrm>
            <a:off x="5040629" y="5632450"/>
            <a:ext cx="168910" cy="1270"/>
          </a:xfrm>
          <a:custGeom>
            <a:avLst/>
            <a:gdLst/>
            <a:ahLst/>
            <a:cxnLst/>
            <a:rect l="l" t="t" r="r" b="b"/>
            <a:pathLst>
              <a:path w="168910" h="1270">
                <a:moveTo>
                  <a:pt x="0" y="0"/>
                </a:moveTo>
                <a:lnTo>
                  <a:pt x="168910" y="1269"/>
                </a:lnTo>
              </a:path>
            </a:pathLst>
          </a:custGeom>
          <a:ln w="3809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9" name="object 89"/>
          <p:cNvSpPr/>
          <p:nvPr/>
        </p:nvSpPr>
        <p:spPr>
          <a:xfrm>
            <a:off x="5013959" y="5560059"/>
            <a:ext cx="224790" cy="1270"/>
          </a:xfrm>
          <a:custGeom>
            <a:avLst/>
            <a:gdLst/>
            <a:ahLst/>
            <a:cxnLst/>
            <a:rect l="l" t="t" r="r" b="b"/>
            <a:pathLst>
              <a:path w="224789" h="1270">
                <a:moveTo>
                  <a:pt x="0" y="0"/>
                </a:moveTo>
                <a:lnTo>
                  <a:pt x="224789" y="1269"/>
                </a:lnTo>
              </a:path>
            </a:pathLst>
          </a:custGeom>
          <a:ln w="3809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0" name="object 90"/>
          <p:cNvSpPr/>
          <p:nvPr/>
        </p:nvSpPr>
        <p:spPr>
          <a:xfrm>
            <a:off x="5041900" y="4908550"/>
            <a:ext cx="104139" cy="576580"/>
          </a:xfrm>
          <a:custGeom>
            <a:avLst/>
            <a:gdLst/>
            <a:ahLst/>
            <a:cxnLst/>
            <a:rect l="l" t="t" r="r" b="b"/>
            <a:pathLst>
              <a:path w="104139" h="576579">
                <a:moveTo>
                  <a:pt x="0" y="0"/>
                </a:moveTo>
                <a:lnTo>
                  <a:pt x="104139" y="57658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1" name="object 91"/>
          <p:cNvSpPr/>
          <p:nvPr/>
        </p:nvSpPr>
        <p:spPr>
          <a:xfrm>
            <a:off x="4168140" y="4801870"/>
            <a:ext cx="168910" cy="1270"/>
          </a:xfrm>
          <a:custGeom>
            <a:avLst/>
            <a:gdLst/>
            <a:ahLst/>
            <a:cxnLst/>
            <a:rect l="l" t="t" r="r" b="b"/>
            <a:pathLst>
              <a:path w="168910" h="1270">
                <a:moveTo>
                  <a:pt x="0" y="0"/>
                </a:moveTo>
                <a:lnTo>
                  <a:pt x="168910" y="1269"/>
                </a:lnTo>
              </a:path>
            </a:pathLst>
          </a:custGeom>
          <a:ln w="3809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2" name="object 92"/>
          <p:cNvSpPr/>
          <p:nvPr/>
        </p:nvSpPr>
        <p:spPr>
          <a:xfrm>
            <a:off x="4140200" y="4729479"/>
            <a:ext cx="224790" cy="1270"/>
          </a:xfrm>
          <a:custGeom>
            <a:avLst/>
            <a:gdLst/>
            <a:ahLst/>
            <a:cxnLst/>
            <a:rect l="l" t="t" r="r" b="b"/>
            <a:pathLst>
              <a:path w="224789" h="1270">
                <a:moveTo>
                  <a:pt x="0" y="0"/>
                </a:moveTo>
                <a:lnTo>
                  <a:pt x="224789" y="1270"/>
                </a:lnTo>
              </a:path>
            </a:pathLst>
          </a:custGeom>
          <a:ln w="3809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3" name="object 93"/>
          <p:cNvSpPr/>
          <p:nvPr/>
        </p:nvSpPr>
        <p:spPr>
          <a:xfrm>
            <a:off x="4211320" y="4151629"/>
            <a:ext cx="158750" cy="596900"/>
          </a:xfrm>
          <a:custGeom>
            <a:avLst/>
            <a:gdLst/>
            <a:ahLst/>
            <a:cxnLst/>
            <a:rect l="l" t="t" r="r" b="b"/>
            <a:pathLst>
              <a:path w="158750" h="596900">
                <a:moveTo>
                  <a:pt x="158750" y="0"/>
                </a:moveTo>
                <a:lnTo>
                  <a:pt x="0" y="59690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4" name="object 94"/>
          <p:cNvSpPr txBox="1"/>
          <p:nvPr/>
        </p:nvSpPr>
        <p:spPr>
          <a:xfrm>
            <a:off x="3531870" y="5998209"/>
            <a:ext cx="1492250" cy="4400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88950" marR="5080" indent="-476250">
              <a:lnSpc>
                <a:spcPct val="100000"/>
              </a:lnSpc>
            </a:pPr>
            <a:r>
              <a:rPr sz="1400" spc="10" dirty="0">
                <a:latin typeface="Trebuchet MS"/>
                <a:cs typeface="Trebuchet MS"/>
              </a:rPr>
              <a:t>Rotação </a:t>
            </a:r>
            <a:r>
              <a:rPr sz="1400" spc="20" dirty="0">
                <a:latin typeface="Trebuchet MS"/>
                <a:cs typeface="Trebuchet MS"/>
              </a:rPr>
              <a:t>simples</a:t>
            </a:r>
            <a:r>
              <a:rPr sz="1400" spc="-110" dirty="0">
                <a:latin typeface="Trebuchet MS"/>
                <a:cs typeface="Trebuchet MS"/>
              </a:rPr>
              <a:t> </a:t>
            </a:r>
            <a:r>
              <a:rPr sz="1400" spc="35" dirty="0">
                <a:latin typeface="Trebuchet MS"/>
                <a:cs typeface="Trebuchet MS"/>
              </a:rPr>
              <a:t>à  </a:t>
            </a:r>
            <a:r>
              <a:rPr sz="1400" spc="-20" dirty="0">
                <a:latin typeface="Trebuchet MS"/>
                <a:cs typeface="Trebuchet MS"/>
              </a:rPr>
              <a:t>direita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95" name="object 95"/>
          <p:cNvSpPr txBox="1"/>
          <p:nvPr/>
        </p:nvSpPr>
        <p:spPr>
          <a:xfrm>
            <a:off x="6126479" y="5711190"/>
            <a:ext cx="2293620" cy="5689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spc="10" dirty="0">
                <a:latin typeface="Trebuchet MS"/>
                <a:cs typeface="Trebuchet MS"/>
              </a:rPr>
              <a:t>Rotação </a:t>
            </a:r>
            <a:r>
              <a:rPr sz="1400" spc="20" dirty="0">
                <a:latin typeface="Trebuchet MS"/>
                <a:cs typeface="Trebuchet MS"/>
              </a:rPr>
              <a:t>simples </a:t>
            </a:r>
            <a:r>
              <a:rPr sz="1400" spc="35" dirty="0">
                <a:latin typeface="Trebuchet MS"/>
                <a:cs typeface="Trebuchet MS"/>
              </a:rPr>
              <a:t>à</a:t>
            </a:r>
            <a:r>
              <a:rPr sz="1400" spc="-130" dirty="0">
                <a:latin typeface="Trebuchet MS"/>
                <a:cs typeface="Trebuchet MS"/>
              </a:rPr>
              <a:t> </a:t>
            </a:r>
            <a:r>
              <a:rPr sz="1400" spc="20" dirty="0">
                <a:latin typeface="Trebuchet MS"/>
                <a:cs typeface="Trebuchet MS"/>
              </a:rPr>
              <a:t>esquerda</a:t>
            </a:r>
            <a:endParaRPr sz="1400">
              <a:latin typeface="Trebuchet MS"/>
              <a:cs typeface="Trebuchet MS"/>
            </a:endParaRPr>
          </a:p>
          <a:p>
            <a:pPr marR="82550" algn="ctr">
              <a:lnSpc>
                <a:spcPct val="100000"/>
              </a:lnSpc>
              <a:spcBef>
                <a:spcPts val="1030"/>
              </a:spcBef>
            </a:pPr>
            <a:r>
              <a:rPr sz="1400" spc="-5" dirty="0">
                <a:latin typeface="Arial"/>
                <a:cs typeface="Arial"/>
              </a:rPr>
              <a:t>Recoloração de </a:t>
            </a:r>
            <a:r>
              <a:rPr sz="1400" dirty="0">
                <a:latin typeface="Arial"/>
                <a:cs typeface="Arial"/>
              </a:rPr>
              <a:t>x e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79120" rIns="0" bIns="0" rtlCol="0">
            <a:spAutoFit/>
          </a:bodyPr>
          <a:lstStyle/>
          <a:p>
            <a:pPr marL="2344420">
              <a:lnSpc>
                <a:spcPct val="100000"/>
              </a:lnSpc>
            </a:pPr>
            <a:r>
              <a:rPr spc="40" dirty="0"/>
              <a:t>Exemplo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645920"/>
            <a:ext cx="7842250" cy="1564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Font typeface="Arial"/>
              <a:buChar char="•"/>
              <a:tabLst>
                <a:tab pos="355600" algn="l"/>
              </a:tabLst>
            </a:pPr>
            <a:r>
              <a:rPr sz="3200" spc="100" dirty="0">
                <a:latin typeface="Trebuchet MS"/>
                <a:cs typeface="Trebuchet MS"/>
              </a:rPr>
              <a:t>Caso </a:t>
            </a:r>
            <a:r>
              <a:rPr sz="3200" spc="-5" dirty="0">
                <a:latin typeface="Trebuchet MS"/>
                <a:cs typeface="Trebuchet MS"/>
              </a:rPr>
              <a:t>3d: </a:t>
            </a:r>
            <a:r>
              <a:rPr sz="3200" spc="10" dirty="0">
                <a:latin typeface="Trebuchet MS"/>
                <a:cs typeface="Trebuchet MS"/>
              </a:rPr>
              <a:t>Rotação </a:t>
            </a:r>
            <a:r>
              <a:rPr sz="3200" spc="60" dirty="0">
                <a:latin typeface="Trebuchet MS"/>
                <a:cs typeface="Trebuchet MS"/>
              </a:rPr>
              <a:t>Dupla</a:t>
            </a:r>
            <a:r>
              <a:rPr sz="3200" spc="-365" dirty="0">
                <a:latin typeface="Trebuchet MS"/>
                <a:cs typeface="Trebuchet MS"/>
              </a:rPr>
              <a:t> </a:t>
            </a:r>
            <a:r>
              <a:rPr sz="3200" spc="-20" dirty="0">
                <a:latin typeface="Trebuchet MS"/>
                <a:cs typeface="Trebuchet MS"/>
              </a:rPr>
              <a:t>Direita</a:t>
            </a:r>
            <a:endParaRPr sz="3200">
              <a:latin typeface="Trebuchet MS"/>
              <a:cs typeface="Trebuchet MS"/>
            </a:endParaRPr>
          </a:p>
          <a:p>
            <a:pPr marL="355600" marR="5080" indent="-342900">
              <a:lnSpc>
                <a:spcPct val="100000"/>
              </a:lnSpc>
              <a:spcBef>
                <a:spcPts val="800"/>
              </a:spcBef>
              <a:buFont typeface="Arial"/>
              <a:buChar char="•"/>
              <a:tabLst>
                <a:tab pos="355600" algn="l"/>
              </a:tabLst>
            </a:pPr>
            <a:r>
              <a:rPr sz="3200" spc="-15" dirty="0">
                <a:latin typeface="Trebuchet MS"/>
                <a:cs typeface="Trebuchet MS"/>
              </a:rPr>
              <a:t>Pode</a:t>
            </a:r>
            <a:r>
              <a:rPr sz="3200" spc="-60" dirty="0">
                <a:latin typeface="Trebuchet MS"/>
                <a:cs typeface="Trebuchet MS"/>
              </a:rPr>
              <a:t> </a:t>
            </a:r>
            <a:r>
              <a:rPr sz="3200" spc="50" dirty="0">
                <a:latin typeface="Trebuchet MS"/>
                <a:cs typeface="Trebuchet MS"/>
              </a:rPr>
              <a:t>ser</a:t>
            </a:r>
            <a:r>
              <a:rPr sz="3200" spc="-65" dirty="0">
                <a:latin typeface="Trebuchet MS"/>
                <a:cs typeface="Trebuchet MS"/>
              </a:rPr>
              <a:t> </a:t>
            </a:r>
            <a:r>
              <a:rPr sz="3200" spc="20" dirty="0">
                <a:latin typeface="Trebuchet MS"/>
                <a:cs typeface="Trebuchet MS"/>
              </a:rPr>
              <a:t>visto</a:t>
            </a:r>
            <a:r>
              <a:rPr sz="3200" spc="-70" dirty="0">
                <a:latin typeface="Trebuchet MS"/>
                <a:cs typeface="Trebuchet MS"/>
              </a:rPr>
              <a:t> </a:t>
            </a:r>
            <a:r>
              <a:rPr sz="3200" spc="55" dirty="0">
                <a:latin typeface="Trebuchet MS"/>
                <a:cs typeface="Trebuchet MS"/>
              </a:rPr>
              <a:t>como</a:t>
            </a:r>
            <a:r>
              <a:rPr sz="3200" spc="-60" dirty="0">
                <a:latin typeface="Trebuchet MS"/>
                <a:cs typeface="Trebuchet MS"/>
              </a:rPr>
              <a:t> </a:t>
            </a:r>
            <a:r>
              <a:rPr sz="3200" spc="110" dirty="0">
                <a:latin typeface="Trebuchet MS"/>
                <a:cs typeface="Trebuchet MS"/>
              </a:rPr>
              <a:t>um</a:t>
            </a:r>
            <a:r>
              <a:rPr sz="3200" spc="-65" dirty="0">
                <a:latin typeface="Trebuchet MS"/>
                <a:cs typeface="Trebuchet MS"/>
              </a:rPr>
              <a:t> </a:t>
            </a:r>
            <a:r>
              <a:rPr sz="3200" spc="80" dirty="0">
                <a:latin typeface="Trebuchet MS"/>
                <a:cs typeface="Trebuchet MS"/>
              </a:rPr>
              <a:t>caso</a:t>
            </a:r>
            <a:r>
              <a:rPr sz="3200" spc="-70" dirty="0">
                <a:latin typeface="Trebuchet MS"/>
                <a:cs typeface="Trebuchet MS"/>
              </a:rPr>
              <a:t> </a:t>
            </a:r>
            <a:r>
              <a:rPr sz="3200" spc="100" dirty="0">
                <a:latin typeface="Trebuchet MS"/>
                <a:cs typeface="Trebuchet MS"/>
              </a:rPr>
              <a:t>3b</a:t>
            </a:r>
            <a:r>
              <a:rPr sz="3200" spc="-60" dirty="0">
                <a:latin typeface="Trebuchet MS"/>
                <a:cs typeface="Trebuchet MS"/>
              </a:rPr>
              <a:t> </a:t>
            </a:r>
            <a:r>
              <a:rPr sz="3200" spc="70" dirty="0">
                <a:latin typeface="Trebuchet MS"/>
                <a:cs typeface="Trebuchet MS"/>
              </a:rPr>
              <a:t>seguido  </a:t>
            </a:r>
            <a:r>
              <a:rPr sz="3200" spc="45" dirty="0">
                <a:latin typeface="Trebuchet MS"/>
                <a:cs typeface="Trebuchet MS"/>
              </a:rPr>
              <a:t>do </a:t>
            </a:r>
            <a:r>
              <a:rPr sz="3200" spc="80" dirty="0">
                <a:latin typeface="Trebuchet MS"/>
                <a:cs typeface="Trebuchet MS"/>
              </a:rPr>
              <a:t>caso</a:t>
            </a:r>
            <a:r>
              <a:rPr sz="3200" spc="-265" dirty="0">
                <a:latin typeface="Trebuchet MS"/>
                <a:cs typeface="Trebuchet MS"/>
              </a:rPr>
              <a:t> </a:t>
            </a:r>
            <a:r>
              <a:rPr sz="3200" spc="120" dirty="0">
                <a:latin typeface="Trebuchet MS"/>
                <a:cs typeface="Trebuchet MS"/>
              </a:rPr>
              <a:t>3a</a:t>
            </a:r>
            <a:endParaRPr sz="3200">
              <a:latin typeface="Trebuchet MS"/>
              <a:cs typeface="Trebuchet M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140200" y="346202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45957" y="4887"/>
                </a:lnTo>
                <a:lnTo>
                  <a:pt x="105524" y="18883"/>
                </a:lnTo>
                <a:lnTo>
                  <a:pt x="70201" y="40988"/>
                </a:lnTo>
                <a:lnTo>
                  <a:pt x="40988" y="70201"/>
                </a:lnTo>
                <a:lnTo>
                  <a:pt x="18883" y="105524"/>
                </a:lnTo>
                <a:lnTo>
                  <a:pt x="4887" y="145957"/>
                </a:lnTo>
                <a:lnTo>
                  <a:pt x="0" y="190499"/>
                </a:lnTo>
                <a:lnTo>
                  <a:pt x="4887" y="235042"/>
                </a:lnTo>
                <a:lnTo>
                  <a:pt x="18883" y="275475"/>
                </a:lnTo>
                <a:lnTo>
                  <a:pt x="40988" y="310798"/>
                </a:lnTo>
                <a:lnTo>
                  <a:pt x="70201" y="340011"/>
                </a:lnTo>
                <a:lnTo>
                  <a:pt x="105524" y="362116"/>
                </a:lnTo>
                <a:lnTo>
                  <a:pt x="145957" y="376112"/>
                </a:lnTo>
                <a:lnTo>
                  <a:pt x="190500" y="380999"/>
                </a:lnTo>
                <a:lnTo>
                  <a:pt x="235042" y="376112"/>
                </a:lnTo>
                <a:lnTo>
                  <a:pt x="275475" y="362116"/>
                </a:lnTo>
                <a:lnTo>
                  <a:pt x="310798" y="340011"/>
                </a:lnTo>
                <a:lnTo>
                  <a:pt x="340011" y="310798"/>
                </a:lnTo>
                <a:lnTo>
                  <a:pt x="362116" y="275475"/>
                </a:lnTo>
                <a:lnTo>
                  <a:pt x="376112" y="235042"/>
                </a:lnTo>
                <a:lnTo>
                  <a:pt x="381000" y="190499"/>
                </a:lnTo>
                <a:lnTo>
                  <a:pt x="376112" y="145957"/>
                </a:lnTo>
                <a:lnTo>
                  <a:pt x="362116" y="105524"/>
                </a:lnTo>
                <a:lnTo>
                  <a:pt x="340011" y="70201"/>
                </a:lnTo>
                <a:lnTo>
                  <a:pt x="310798" y="40988"/>
                </a:lnTo>
                <a:lnTo>
                  <a:pt x="275475" y="18883"/>
                </a:lnTo>
                <a:lnTo>
                  <a:pt x="235042" y="4887"/>
                </a:lnTo>
                <a:lnTo>
                  <a:pt x="1905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140200" y="346202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235042" y="4887"/>
                </a:lnTo>
                <a:lnTo>
                  <a:pt x="275475" y="18883"/>
                </a:lnTo>
                <a:lnTo>
                  <a:pt x="310798" y="40988"/>
                </a:lnTo>
                <a:lnTo>
                  <a:pt x="340011" y="70201"/>
                </a:lnTo>
                <a:lnTo>
                  <a:pt x="362116" y="105524"/>
                </a:lnTo>
                <a:lnTo>
                  <a:pt x="376112" y="145957"/>
                </a:lnTo>
                <a:lnTo>
                  <a:pt x="381000" y="190499"/>
                </a:lnTo>
                <a:lnTo>
                  <a:pt x="376112" y="235042"/>
                </a:lnTo>
                <a:lnTo>
                  <a:pt x="362116" y="275475"/>
                </a:lnTo>
                <a:lnTo>
                  <a:pt x="340011" y="310798"/>
                </a:lnTo>
                <a:lnTo>
                  <a:pt x="310798" y="340011"/>
                </a:lnTo>
                <a:lnTo>
                  <a:pt x="275475" y="362116"/>
                </a:lnTo>
                <a:lnTo>
                  <a:pt x="235042" y="376112"/>
                </a:lnTo>
                <a:lnTo>
                  <a:pt x="190500" y="380999"/>
                </a:lnTo>
                <a:lnTo>
                  <a:pt x="145957" y="376112"/>
                </a:lnTo>
                <a:lnTo>
                  <a:pt x="105524" y="362116"/>
                </a:lnTo>
                <a:lnTo>
                  <a:pt x="70201" y="340011"/>
                </a:lnTo>
                <a:lnTo>
                  <a:pt x="40988" y="310798"/>
                </a:lnTo>
                <a:lnTo>
                  <a:pt x="18883" y="275475"/>
                </a:lnTo>
                <a:lnTo>
                  <a:pt x="4887" y="235042"/>
                </a:lnTo>
                <a:lnTo>
                  <a:pt x="0" y="190499"/>
                </a:lnTo>
                <a:lnTo>
                  <a:pt x="4887" y="145957"/>
                </a:lnTo>
                <a:lnTo>
                  <a:pt x="18883" y="105524"/>
                </a:lnTo>
                <a:lnTo>
                  <a:pt x="40988" y="70201"/>
                </a:lnTo>
                <a:lnTo>
                  <a:pt x="70201" y="40988"/>
                </a:lnTo>
                <a:lnTo>
                  <a:pt x="105524" y="18883"/>
                </a:lnTo>
                <a:lnTo>
                  <a:pt x="145957" y="4887"/>
                </a:lnTo>
                <a:lnTo>
                  <a:pt x="190500" y="0"/>
                </a:lnTo>
                <a:close/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140200" y="3462020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521200" y="3844290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4241800" y="3469640"/>
            <a:ext cx="177800" cy="3771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i="1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4465320" y="3787140"/>
            <a:ext cx="341630" cy="284480"/>
          </a:xfrm>
          <a:custGeom>
            <a:avLst/>
            <a:gdLst/>
            <a:ahLst/>
            <a:cxnLst/>
            <a:rect l="l" t="t" r="r" b="b"/>
            <a:pathLst>
              <a:path w="341629" h="284479">
                <a:moveTo>
                  <a:pt x="0" y="0"/>
                </a:moveTo>
                <a:lnTo>
                  <a:pt x="341629" y="28448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883659" y="3787140"/>
            <a:ext cx="312420" cy="320040"/>
          </a:xfrm>
          <a:custGeom>
            <a:avLst/>
            <a:gdLst/>
            <a:ahLst/>
            <a:cxnLst/>
            <a:rect l="l" t="t" r="r" b="b"/>
            <a:pathLst>
              <a:path w="312420" h="320039">
                <a:moveTo>
                  <a:pt x="312419" y="0"/>
                </a:moveTo>
                <a:lnTo>
                  <a:pt x="0" y="32004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4701540" y="4218940"/>
            <a:ext cx="168910" cy="2540"/>
          </a:xfrm>
          <a:custGeom>
            <a:avLst/>
            <a:gdLst/>
            <a:ahLst/>
            <a:cxnLst/>
            <a:rect l="l" t="t" r="r" b="b"/>
            <a:pathLst>
              <a:path w="168910" h="2539">
                <a:moveTo>
                  <a:pt x="0" y="0"/>
                </a:moveTo>
                <a:lnTo>
                  <a:pt x="168910" y="2540"/>
                </a:lnTo>
              </a:path>
            </a:pathLst>
          </a:custGeom>
          <a:ln w="3809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4673600" y="4147820"/>
            <a:ext cx="226060" cy="1270"/>
          </a:xfrm>
          <a:custGeom>
            <a:avLst/>
            <a:gdLst/>
            <a:ahLst/>
            <a:cxnLst/>
            <a:rect l="l" t="t" r="r" b="b"/>
            <a:pathLst>
              <a:path w="226060" h="1270">
                <a:moveTo>
                  <a:pt x="0" y="0"/>
                </a:moveTo>
                <a:lnTo>
                  <a:pt x="226060" y="1269"/>
                </a:lnTo>
              </a:path>
            </a:pathLst>
          </a:custGeom>
          <a:ln w="3809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4950459" y="3910329"/>
            <a:ext cx="110489" cy="3771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i="1" dirty="0">
                <a:latin typeface="Times New Roman"/>
                <a:cs typeface="Times New Roman"/>
              </a:rPr>
              <a:t>t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3691890" y="4107179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45957" y="4887"/>
                </a:lnTo>
                <a:lnTo>
                  <a:pt x="105524" y="18883"/>
                </a:lnTo>
                <a:lnTo>
                  <a:pt x="70201" y="40988"/>
                </a:lnTo>
                <a:lnTo>
                  <a:pt x="40988" y="70201"/>
                </a:lnTo>
                <a:lnTo>
                  <a:pt x="18883" y="105524"/>
                </a:lnTo>
                <a:lnTo>
                  <a:pt x="4887" y="145957"/>
                </a:lnTo>
                <a:lnTo>
                  <a:pt x="0" y="190500"/>
                </a:lnTo>
                <a:lnTo>
                  <a:pt x="4887" y="235042"/>
                </a:lnTo>
                <a:lnTo>
                  <a:pt x="18883" y="275475"/>
                </a:lnTo>
                <a:lnTo>
                  <a:pt x="40988" y="310798"/>
                </a:lnTo>
                <a:lnTo>
                  <a:pt x="70201" y="340011"/>
                </a:lnTo>
                <a:lnTo>
                  <a:pt x="105524" y="362116"/>
                </a:lnTo>
                <a:lnTo>
                  <a:pt x="145957" y="376112"/>
                </a:lnTo>
                <a:lnTo>
                  <a:pt x="190500" y="381000"/>
                </a:lnTo>
                <a:lnTo>
                  <a:pt x="235042" y="376112"/>
                </a:lnTo>
                <a:lnTo>
                  <a:pt x="275475" y="362116"/>
                </a:lnTo>
                <a:lnTo>
                  <a:pt x="310798" y="340011"/>
                </a:lnTo>
                <a:lnTo>
                  <a:pt x="340011" y="310798"/>
                </a:lnTo>
                <a:lnTo>
                  <a:pt x="362116" y="275475"/>
                </a:lnTo>
                <a:lnTo>
                  <a:pt x="376112" y="235042"/>
                </a:lnTo>
                <a:lnTo>
                  <a:pt x="381000" y="190500"/>
                </a:lnTo>
                <a:lnTo>
                  <a:pt x="376112" y="145957"/>
                </a:lnTo>
                <a:lnTo>
                  <a:pt x="362116" y="105524"/>
                </a:lnTo>
                <a:lnTo>
                  <a:pt x="340011" y="70201"/>
                </a:lnTo>
                <a:lnTo>
                  <a:pt x="310798" y="40988"/>
                </a:lnTo>
                <a:lnTo>
                  <a:pt x="275475" y="18883"/>
                </a:lnTo>
                <a:lnTo>
                  <a:pt x="235042" y="4887"/>
                </a:lnTo>
                <a:lnTo>
                  <a:pt x="19050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3691890" y="4107179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45957" y="4887"/>
                </a:lnTo>
                <a:lnTo>
                  <a:pt x="105524" y="18883"/>
                </a:lnTo>
                <a:lnTo>
                  <a:pt x="70201" y="40988"/>
                </a:lnTo>
                <a:lnTo>
                  <a:pt x="40988" y="70201"/>
                </a:lnTo>
                <a:lnTo>
                  <a:pt x="18883" y="105524"/>
                </a:lnTo>
                <a:lnTo>
                  <a:pt x="4887" y="145957"/>
                </a:lnTo>
                <a:lnTo>
                  <a:pt x="0" y="190500"/>
                </a:lnTo>
                <a:lnTo>
                  <a:pt x="4887" y="235042"/>
                </a:lnTo>
                <a:lnTo>
                  <a:pt x="18883" y="275475"/>
                </a:lnTo>
                <a:lnTo>
                  <a:pt x="40988" y="310798"/>
                </a:lnTo>
                <a:lnTo>
                  <a:pt x="70201" y="340011"/>
                </a:lnTo>
                <a:lnTo>
                  <a:pt x="105524" y="362116"/>
                </a:lnTo>
                <a:lnTo>
                  <a:pt x="145957" y="376112"/>
                </a:lnTo>
                <a:lnTo>
                  <a:pt x="190500" y="381000"/>
                </a:lnTo>
                <a:lnTo>
                  <a:pt x="235042" y="376112"/>
                </a:lnTo>
                <a:lnTo>
                  <a:pt x="275475" y="362116"/>
                </a:lnTo>
                <a:lnTo>
                  <a:pt x="310798" y="340011"/>
                </a:lnTo>
                <a:lnTo>
                  <a:pt x="340011" y="310798"/>
                </a:lnTo>
                <a:lnTo>
                  <a:pt x="362116" y="275475"/>
                </a:lnTo>
                <a:lnTo>
                  <a:pt x="376112" y="235042"/>
                </a:lnTo>
                <a:lnTo>
                  <a:pt x="381000" y="190500"/>
                </a:lnTo>
                <a:lnTo>
                  <a:pt x="376112" y="145957"/>
                </a:lnTo>
                <a:lnTo>
                  <a:pt x="362116" y="105524"/>
                </a:lnTo>
                <a:lnTo>
                  <a:pt x="340011" y="70201"/>
                </a:lnTo>
                <a:lnTo>
                  <a:pt x="310798" y="40988"/>
                </a:lnTo>
                <a:lnTo>
                  <a:pt x="275475" y="18883"/>
                </a:lnTo>
                <a:lnTo>
                  <a:pt x="235042" y="4887"/>
                </a:lnTo>
                <a:lnTo>
                  <a:pt x="190500" y="0"/>
                </a:lnTo>
                <a:close/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4072890" y="4107179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3691890" y="4488179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3802379" y="4114800"/>
            <a:ext cx="161290" cy="3771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i="1" dirty="0">
                <a:latin typeface="Times New Roman"/>
                <a:cs typeface="Times New Roman"/>
              </a:rPr>
              <a:t>x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3429000" y="4432300"/>
            <a:ext cx="320040" cy="469900"/>
          </a:xfrm>
          <a:custGeom>
            <a:avLst/>
            <a:gdLst/>
            <a:ahLst/>
            <a:cxnLst/>
            <a:rect l="l" t="t" r="r" b="b"/>
            <a:pathLst>
              <a:path w="320039" h="469900">
                <a:moveTo>
                  <a:pt x="320039" y="0"/>
                </a:moveTo>
                <a:lnTo>
                  <a:pt x="0" y="46990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3648709" y="5963920"/>
            <a:ext cx="171450" cy="1270"/>
          </a:xfrm>
          <a:custGeom>
            <a:avLst/>
            <a:gdLst/>
            <a:ahLst/>
            <a:cxnLst/>
            <a:rect l="l" t="t" r="r" b="b"/>
            <a:pathLst>
              <a:path w="171450" h="1270">
                <a:moveTo>
                  <a:pt x="171450" y="0"/>
                </a:moveTo>
                <a:lnTo>
                  <a:pt x="0" y="1269"/>
                </a:lnTo>
              </a:path>
            </a:pathLst>
          </a:custGeom>
          <a:ln w="3809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3620770" y="5891529"/>
            <a:ext cx="227329" cy="1270"/>
          </a:xfrm>
          <a:custGeom>
            <a:avLst/>
            <a:gdLst/>
            <a:ahLst/>
            <a:cxnLst/>
            <a:rect l="l" t="t" r="r" b="b"/>
            <a:pathLst>
              <a:path w="227329" h="1270">
                <a:moveTo>
                  <a:pt x="227329" y="0"/>
                </a:moveTo>
                <a:lnTo>
                  <a:pt x="0" y="1270"/>
                </a:lnTo>
              </a:path>
            </a:pathLst>
          </a:custGeom>
          <a:ln w="3809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3238500" y="49022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45957" y="4887"/>
                </a:lnTo>
                <a:lnTo>
                  <a:pt x="105524" y="18883"/>
                </a:lnTo>
                <a:lnTo>
                  <a:pt x="70201" y="40988"/>
                </a:lnTo>
                <a:lnTo>
                  <a:pt x="40988" y="70201"/>
                </a:lnTo>
                <a:lnTo>
                  <a:pt x="18883" y="105524"/>
                </a:lnTo>
                <a:lnTo>
                  <a:pt x="4887" y="145957"/>
                </a:lnTo>
                <a:lnTo>
                  <a:pt x="0" y="190500"/>
                </a:lnTo>
                <a:lnTo>
                  <a:pt x="4887" y="235042"/>
                </a:lnTo>
                <a:lnTo>
                  <a:pt x="18883" y="275475"/>
                </a:lnTo>
                <a:lnTo>
                  <a:pt x="40988" y="310798"/>
                </a:lnTo>
                <a:lnTo>
                  <a:pt x="70201" y="340011"/>
                </a:lnTo>
                <a:lnTo>
                  <a:pt x="105524" y="362116"/>
                </a:lnTo>
                <a:lnTo>
                  <a:pt x="145957" y="376112"/>
                </a:lnTo>
                <a:lnTo>
                  <a:pt x="190500" y="381000"/>
                </a:lnTo>
                <a:lnTo>
                  <a:pt x="235042" y="376112"/>
                </a:lnTo>
                <a:lnTo>
                  <a:pt x="275475" y="362116"/>
                </a:lnTo>
                <a:lnTo>
                  <a:pt x="310798" y="340011"/>
                </a:lnTo>
                <a:lnTo>
                  <a:pt x="340011" y="310798"/>
                </a:lnTo>
                <a:lnTo>
                  <a:pt x="362116" y="275475"/>
                </a:lnTo>
                <a:lnTo>
                  <a:pt x="376112" y="235042"/>
                </a:lnTo>
                <a:lnTo>
                  <a:pt x="381000" y="190500"/>
                </a:lnTo>
                <a:lnTo>
                  <a:pt x="376112" y="145957"/>
                </a:lnTo>
                <a:lnTo>
                  <a:pt x="362116" y="105524"/>
                </a:lnTo>
                <a:lnTo>
                  <a:pt x="340011" y="70201"/>
                </a:lnTo>
                <a:lnTo>
                  <a:pt x="310798" y="40988"/>
                </a:lnTo>
                <a:lnTo>
                  <a:pt x="275475" y="18883"/>
                </a:lnTo>
                <a:lnTo>
                  <a:pt x="235042" y="4887"/>
                </a:lnTo>
                <a:lnTo>
                  <a:pt x="19050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3238500" y="49022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45957" y="4887"/>
                </a:lnTo>
                <a:lnTo>
                  <a:pt x="105524" y="18883"/>
                </a:lnTo>
                <a:lnTo>
                  <a:pt x="70201" y="40988"/>
                </a:lnTo>
                <a:lnTo>
                  <a:pt x="40988" y="70201"/>
                </a:lnTo>
                <a:lnTo>
                  <a:pt x="18883" y="105524"/>
                </a:lnTo>
                <a:lnTo>
                  <a:pt x="4887" y="145957"/>
                </a:lnTo>
                <a:lnTo>
                  <a:pt x="0" y="190500"/>
                </a:lnTo>
                <a:lnTo>
                  <a:pt x="4887" y="235042"/>
                </a:lnTo>
                <a:lnTo>
                  <a:pt x="18883" y="275475"/>
                </a:lnTo>
                <a:lnTo>
                  <a:pt x="40988" y="310798"/>
                </a:lnTo>
                <a:lnTo>
                  <a:pt x="70201" y="340011"/>
                </a:lnTo>
                <a:lnTo>
                  <a:pt x="105524" y="362116"/>
                </a:lnTo>
                <a:lnTo>
                  <a:pt x="145957" y="376112"/>
                </a:lnTo>
                <a:lnTo>
                  <a:pt x="190500" y="381000"/>
                </a:lnTo>
                <a:lnTo>
                  <a:pt x="235042" y="376112"/>
                </a:lnTo>
                <a:lnTo>
                  <a:pt x="275475" y="362116"/>
                </a:lnTo>
                <a:lnTo>
                  <a:pt x="310798" y="340011"/>
                </a:lnTo>
                <a:lnTo>
                  <a:pt x="340011" y="310798"/>
                </a:lnTo>
                <a:lnTo>
                  <a:pt x="362116" y="275475"/>
                </a:lnTo>
                <a:lnTo>
                  <a:pt x="376112" y="235042"/>
                </a:lnTo>
                <a:lnTo>
                  <a:pt x="381000" y="190500"/>
                </a:lnTo>
                <a:lnTo>
                  <a:pt x="376112" y="145957"/>
                </a:lnTo>
                <a:lnTo>
                  <a:pt x="362116" y="105524"/>
                </a:lnTo>
                <a:lnTo>
                  <a:pt x="340011" y="70201"/>
                </a:lnTo>
                <a:lnTo>
                  <a:pt x="310798" y="40988"/>
                </a:lnTo>
                <a:lnTo>
                  <a:pt x="275475" y="18883"/>
                </a:lnTo>
                <a:lnTo>
                  <a:pt x="235042" y="4887"/>
                </a:lnTo>
                <a:lnTo>
                  <a:pt x="190500" y="0"/>
                </a:lnTo>
                <a:close/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3619500" y="4902200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3238500" y="5283200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3340100" y="4909820"/>
            <a:ext cx="177800" cy="3771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i="1" dirty="0">
                <a:latin typeface="Times New Roman"/>
                <a:cs typeface="Times New Roman"/>
              </a:rPr>
              <a:t>p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3563620" y="5227320"/>
            <a:ext cx="152400" cy="589280"/>
          </a:xfrm>
          <a:custGeom>
            <a:avLst/>
            <a:gdLst/>
            <a:ahLst/>
            <a:cxnLst/>
            <a:rect l="l" t="t" r="r" b="b"/>
            <a:pathLst>
              <a:path w="152400" h="589279">
                <a:moveTo>
                  <a:pt x="0" y="0"/>
                </a:moveTo>
                <a:lnTo>
                  <a:pt x="152400" y="589279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3115310" y="5943600"/>
            <a:ext cx="170180" cy="1270"/>
          </a:xfrm>
          <a:custGeom>
            <a:avLst/>
            <a:gdLst/>
            <a:ahLst/>
            <a:cxnLst/>
            <a:rect l="l" t="t" r="r" b="b"/>
            <a:pathLst>
              <a:path w="170179" h="1270">
                <a:moveTo>
                  <a:pt x="170179" y="0"/>
                </a:moveTo>
                <a:lnTo>
                  <a:pt x="0" y="1269"/>
                </a:lnTo>
              </a:path>
            </a:pathLst>
          </a:custGeom>
          <a:ln w="3809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3087370" y="5871209"/>
            <a:ext cx="227329" cy="1270"/>
          </a:xfrm>
          <a:custGeom>
            <a:avLst/>
            <a:gdLst/>
            <a:ahLst/>
            <a:cxnLst/>
            <a:rect l="l" t="t" r="r" b="b"/>
            <a:pathLst>
              <a:path w="227329" h="1270">
                <a:moveTo>
                  <a:pt x="227330" y="0"/>
                </a:moveTo>
                <a:lnTo>
                  <a:pt x="0" y="1269"/>
                </a:lnTo>
              </a:path>
            </a:pathLst>
          </a:custGeom>
          <a:ln w="3809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3182620" y="5227320"/>
            <a:ext cx="111760" cy="568960"/>
          </a:xfrm>
          <a:custGeom>
            <a:avLst/>
            <a:gdLst/>
            <a:ahLst/>
            <a:cxnLst/>
            <a:rect l="l" t="t" r="r" b="b"/>
            <a:pathLst>
              <a:path w="111760" h="568960">
                <a:moveTo>
                  <a:pt x="111759" y="0"/>
                </a:moveTo>
                <a:lnTo>
                  <a:pt x="0" y="568959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4203700" y="5123179"/>
            <a:ext cx="171450" cy="1270"/>
          </a:xfrm>
          <a:custGeom>
            <a:avLst/>
            <a:gdLst/>
            <a:ahLst/>
            <a:cxnLst/>
            <a:rect l="l" t="t" r="r" b="b"/>
            <a:pathLst>
              <a:path w="171450" h="1270">
                <a:moveTo>
                  <a:pt x="171450" y="0"/>
                </a:moveTo>
                <a:lnTo>
                  <a:pt x="0" y="1270"/>
                </a:lnTo>
              </a:path>
            </a:pathLst>
          </a:custGeom>
          <a:ln w="3809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4175759" y="5050790"/>
            <a:ext cx="227329" cy="1270"/>
          </a:xfrm>
          <a:custGeom>
            <a:avLst/>
            <a:gdLst/>
            <a:ahLst/>
            <a:cxnLst/>
            <a:rect l="l" t="t" r="r" b="b"/>
            <a:pathLst>
              <a:path w="227329" h="1270">
                <a:moveTo>
                  <a:pt x="227329" y="0"/>
                </a:moveTo>
                <a:lnTo>
                  <a:pt x="0" y="1270"/>
                </a:lnTo>
              </a:path>
            </a:pathLst>
          </a:custGeom>
          <a:ln w="3809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6372859" y="389382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499" y="0"/>
                </a:moveTo>
                <a:lnTo>
                  <a:pt x="145957" y="4887"/>
                </a:lnTo>
                <a:lnTo>
                  <a:pt x="105524" y="18883"/>
                </a:lnTo>
                <a:lnTo>
                  <a:pt x="70201" y="40988"/>
                </a:lnTo>
                <a:lnTo>
                  <a:pt x="40988" y="70201"/>
                </a:lnTo>
                <a:lnTo>
                  <a:pt x="18883" y="105524"/>
                </a:lnTo>
                <a:lnTo>
                  <a:pt x="4887" y="145957"/>
                </a:lnTo>
                <a:lnTo>
                  <a:pt x="0" y="190499"/>
                </a:lnTo>
                <a:lnTo>
                  <a:pt x="4887" y="235042"/>
                </a:lnTo>
                <a:lnTo>
                  <a:pt x="18883" y="275475"/>
                </a:lnTo>
                <a:lnTo>
                  <a:pt x="40988" y="310798"/>
                </a:lnTo>
                <a:lnTo>
                  <a:pt x="70201" y="340011"/>
                </a:lnTo>
                <a:lnTo>
                  <a:pt x="105524" y="362116"/>
                </a:lnTo>
                <a:lnTo>
                  <a:pt x="145957" y="376112"/>
                </a:lnTo>
                <a:lnTo>
                  <a:pt x="190499" y="380999"/>
                </a:lnTo>
                <a:lnTo>
                  <a:pt x="235042" y="376112"/>
                </a:lnTo>
                <a:lnTo>
                  <a:pt x="275475" y="362116"/>
                </a:lnTo>
                <a:lnTo>
                  <a:pt x="310798" y="340011"/>
                </a:lnTo>
                <a:lnTo>
                  <a:pt x="340011" y="310798"/>
                </a:lnTo>
                <a:lnTo>
                  <a:pt x="362116" y="275475"/>
                </a:lnTo>
                <a:lnTo>
                  <a:pt x="376112" y="235042"/>
                </a:lnTo>
                <a:lnTo>
                  <a:pt x="380999" y="190499"/>
                </a:lnTo>
                <a:lnTo>
                  <a:pt x="376112" y="145957"/>
                </a:lnTo>
                <a:lnTo>
                  <a:pt x="362116" y="105524"/>
                </a:lnTo>
                <a:lnTo>
                  <a:pt x="340011" y="70201"/>
                </a:lnTo>
                <a:lnTo>
                  <a:pt x="310798" y="40988"/>
                </a:lnTo>
                <a:lnTo>
                  <a:pt x="275475" y="18883"/>
                </a:lnTo>
                <a:lnTo>
                  <a:pt x="235042" y="4887"/>
                </a:lnTo>
                <a:lnTo>
                  <a:pt x="19049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6372859" y="389382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499" y="0"/>
                </a:moveTo>
                <a:lnTo>
                  <a:pt x="235042" y="4887"/>
                </a:lnTo>
                <a:lnTo>
                  <a:pt x="275475" y="18883"/>
                </a:lnTo>
                <a:lnTo>
                  <a:pt x="310798" y="40988"/>
                </a:lnTo>
                <a:lnTo>
                  <a:pt x="340011" y="70201"/>
                </a:lnTo>
                <a:lnTo>
                  <a:pt x="362116" y="105524"/>
                </a:lnTo>
                <a:lnTo>
                  <a:pt x="376112" y="145957"/>
                </a:lnTo>
                <a:lnTo>
                  <a:pt x="380999" y="190499"/>
                </a:lnTo>
                <a:lnTo>
                  <a:pt x="376112" y="235042"/>
                </a:lnTo>
                <a:lnTo>
                  <a:pt x="362116" y="275475"/>
                </a:lnTo>
                <a:lnTo>
                  <a:pt x="340011" y="310798"/>
                </a:lnTo>
                <a:lnTo>
                  <a:pt x="310798" y="340011"/>
                </a:lnTo>
                <a:lnTo>
                  <a:pt x="275475" y="362116"/>
                </a:lnTo>
                <a:lnTo>
                  <a:pt x="235042" y="376112"/>
                </a:lnTo>
                <a:lnTo>
                  <a:pt x="190499" y="380999"/>
                </a:lnTo>
                <a:lnTo>
                  <a:pt x="145957" y="376112"/>
                </a:lnTo>
                <a:lnTo>
                  <a:pt x="105524" y="362116"/>
                </a:lnTo>
                <a:lnTo>
                  <a:pt x="70201" y="340011"/>
                </a:lnTo>
                <a:lnTo>
                  <a:pt x="40988" y="310798"/>
                </a:lnTo>
                <a:lnTo>
                  <a:pt x="18883" y="275475"/>
                </a:lnTo>
                <a:lnTo>
                  <a:pt x="4887" y="235042"/>
                </a:lnTo>
                <a:lnTo>
                  <a:pt x="0" y="190499"/>
                </a:lnTo>
                <a:lnTo>
                  <a:pt x="4887" y="145957"/>
                </a:lnTo>
                <a:lnTo>
                  <a:pt x="18883" y="105524"/>
                </a:lnTo>
                <a:lnTo>
                  <a:pt x="40988" y="70201"/>
                </a:lnTo>
                <a:lnTo>
                  <a:pt x="70201" y="40988"/>
                </a:lnTo>
                <a:lnTo>
                  <a:pt x="105524" y="18883"/>
                </a:lnTo>
                <a:lnTo>
                  <a:pt x="145957" y="4887"/>
                </a:lnTo>
                <a:lnTo>
                  <a:pt x="190499" y="0"/>
                </a:lnTo>
                <a:close/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6372859" y="3893820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6753859" y="4274820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 txBox="1"/>
          <p:nvPr/>
        </p:nvSpPr>
        <p:spPr>
          <a:xfrm>
            <a:off x="6482079" y="3901440"/>
            <a:ext cx="161290" cy="3771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i="1" dirty="0">
                <a:solidFill>
                  <a:srgbClr val="FFFFFF"/>
                </a:solidFill>
                <a:latin typeface="Times New Roman"/>
                <a:cs typeface="Times New Roman"/>
              </a:rPr>
              <a:t>x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6697980" y="4218940"/>
            <a:ext cx="551180" cy="284480"/>
          </a:xfrm>
          <a:custGeom>
            <a:avLst/>
            <a:gdLst/>
            <a:ahLst/>
            <a:cxnLst/>
            <a:rect l="l" t="t" r="r" b="b"/>
            <a:pathLst>
              <a:path w="551179" h="284479">
                <a:moveTo>
                  <a:pt x="0" y="0"/>
                </a:moveTo>
                <a:lnTo>
                  <a:pt x="551179" y="28448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5839459" y="4538979"/>
            <a:ext cx="379730" cy="381000"/>
          </a:xfrm>
          <a:custGeom>
            <a:avLst/>
            <a:gdLst/>
            <a:ahLst/>
            <a:cxnLst/>
            <a:rect l="l" t="t" r="r" b="b"/>
            <a:pathLst>
              <a:path w="379729" h="381000">
                <a:moveTo>
                  <a:pt x="189229" y="0"/>
                </a:moveTo>
                <a:lnTo>
                  <a:pt x="144757" y="4887"/>
                </a:lnTo>
                <a:lnTo>
                  <a:pt x="104506" y="18883"/>
                </a:lnTo>
                <a:lnTo>
                  <a:pt x="69431" y="40988"/>
                </a:lnTo>
                <a:lnTo>
                  <a:pt x="40488" y="70201"/>
                </a:lnTo>
                <a:lnTo>
                  <a:pt x="18631" y="105524"/>
                </a:lnTo>
                <a:lnTo>
                  <a:pt x="4817" y="145957"/>
                </a:lnTo>
                <a:lnTo>
                  <a:pt x="0" y="190500"/>
                </a:lnTo>
                <a:lnTo>
                  <a:pt x="4817" y="235042"/>
                </a:lnTo>
                <a:lnTo>
                  <a:pt x="18631" y="275475"/>
                </a:lnTo>
                <a:lnTo>
                  <a:pt x="40488" y="310798"/>
                </a:lnTo>
                <a:lnTo>
                  <a:pt x="69431" y="340011"/>
                </a:lnTo>
                <a:lnTo>
                  <a:pt x="104506" y="362116"/>
                </a:lnTo>
                <a:lnTo>
                  <a:pt x="144757" y="376112"/>
                </a:lnTo>
                <a:lnTo>
                  <a:pt x="189229" y="381000"/>
                </a:lnTo>
                <a:lnTo>
                  <a:pt x="234172" y="376112"/>
                </a:lnTo>
                <a:lnTo>
                  <a:pt x="274760" y="362116"/>
                </a:lnTo>
                <a:lnTo>
                  <a:pt x="310061" y="340011"/>
                </a:lnTo>
                <a:lnTo>
                  <a:pt x="339141" y="310798"/>
                </a:lnTo>
                <a:lnTo>
                  <a:pt x="361068" y="275475"/>
                </a:lnTo>
                <a:lnTo>
                  <a:pt x="374909" y="235042"/>
                </a:lnTo>
                <a:lnTo>
                  <a:pt x="379729" y="190500"/>
                </a:lnTo>
                <a:lnTo>
                  <a:pt x="374909" y="145957"/>
                </a:lnTo>
                <a:lnTo>
                  <a:pt x="361068" y="105524"/>
                </a:lnTo>
                <a:lnTo>
                  <a:pt x="339141" y="70201"/>
                </a:lnTo>
                <a:lnTo>
                  <a:pt x="310061" y="40988"/>
                </a:lnTo>
                <a:lnTo>
                  <a:pt x="274760" y="18883"/>
                </a:lnTo>
                <a:lnTo>
                  <a:pt x="234172" y="4887"/>
                </a:lnTo>
                <a:lnTo>
                  <a:pt x="189229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5839459" y="4538979"/>
            <a:ext cx="379730" cy="381000"/>
          </a:xfrm>
          <a:custGeom>
            <a:avLst/>
            <a:gdLst/>
            <a:ahLst/>
            <a:cxnLst/>
            <a:rect l="l" t="t" r="r" b="b"/>
            <a:pathLst>
              <a:path w="379729" h="381000">
                <a:moveTo>
                  <a:pt x="189229" y="0"/>
                </a:moveTo>
                <a:lnTo>
                  <a:pt x="234172" y="4887"/>
                </a:lnTo>
                <a:lnTo>
                  <a:pt x="274760" y="18883"/>
                </a:lnTo>
                <a:lnTo>
                  <a:pt x="310061" y="40988"/>
                </a:lnTo>
                <a:lnTo>
                  <a:pt x="339141" y="70201"/>
                </a:lnTo>
                <a:lnTo>
                  <a:pt x="361068" y="105524"/>
                </a:lnTo>
                <a:lnTo>
                  <a:pt x="374909" y="145957"/>
                </a:lnTo>
                <a:lnTo>
                  <a:pt x="379729" y="190500"/>
                </a:lnTo>
                <a:lnTo>
                  <a:pt x="374909" y="235042"/>
                </a:lnTo>
                <a:lnTo>
                  <a:pt x="361068" y="275475"/>
                </a:lnTo>
                <a:lnTo>
                  <a:pt x="339141" y="310798"/>
                </a:lnTo>
                <a:lnTo>
                  <a:pt x="310061" y="340011"/>
                </a:lnTo>
                <a:lnTo>
                  <a:pt x="274760" y="362116"/>
                </a:lnTo>
                <a:lnTo>
                  <a:pt x="234172" y="376112"/>
                </a:lnTo>
                <a:lnTo>
                  <a:pt x="189229" y="381000"/>
                </a:lnTo>
                <a:lnTo>
                  <a:pt x="144757" y="376112"/>
                </a:lnTo>
                <a:lnTo>
                  <a:pt x="104506" y="362116"/>
                </a:lnTo>
                <a:lnTo>
                  <a:pt x="69431" y="340011"/>
                </a:lnTo>
                <a:lnTo>
                  <a:pt x="40488" y="310798"/>
                </a:lnTo>
                <a:lnTo>
                  <a:pt x="18631" y="275475"/>
                </a:lnTo>
                <a:lnTo>
                  <a:pt x="4817" y="235042"/>
                </a:lnTo>
                <a:lnTo>
                  <a:pt x="0" y="190500"/>
                </a:lnTo>
                <a:lnTo>
                  <a:pt x="4817" y="145957"/>
                </a:lnTo>
                <a:lnTo>
                  <a:pt x="18631" y="105524"/>
                </a:lnTo>
                <a:lnTo>
                  <a:pt x="40488" y="70201"/>
                </a:lnTo>
                <a:lnTo>
                  <a:pt x="69431" y="40988"/>
                </a:lnTo>
                <a:lnTo>
                  <a:pt x="104506" y="18883"/>
                </a:lnTo>
                <a:lnTo>
                  <a:pt x="144757" y="4887"/>
                </a:lnTo>
                <a:lnTo>
                  <a:pt x="189229" y="0"/>
                </a:lnTo>
                <a:close/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5839459" y="4538979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6220459" y="4919979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 txBox="1"/>
          <p:nvPr/>
        </p:nvSpPr>
        <p:spPr>
          <a:xfrm>
            <a:off x="5939790" y="4546600"/>
            <a:ext cx="177800" cy="3771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i="1" dirty="0">
                <a:latin typeface="Times New Roman"/>
                <a:cs typeface="Times New Roman"/>
              </a:rPr>
              <a:t>p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4" name="object 44"/>
          <p:cNvSpPr/>
          <p:nvPr/>
        </p:nvSpPr>
        <p:spPr>
          <a:xfrm>
            <a:off x="6028690" y="4218940"/>
            <a:ext cx="400050" cy="320040"/>
          </a:xfrm>
          <a:custGeom>
            <a:avLst/>
            <a:gdLst/>
            <a:ahLst/>
            <a:cxnLst/>
            <a:rect l="l" t="t" r="r" b="b"/>
            <a:pathLst>
              <a:path w="400050" h="320039">
                <a:moveTo>
                  <a:pt x="400050" y="0"/>
                </a:moveTo>
                <a:lnTo>
                  <a:pt x="0" y="32004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6163309" y="4864100"/>
            <a:ext cx="201930" cy="516890"/>
          </a:xfrm>
          <a:custGeom>
            <a:avLst/>
            <a:gdLst/>
            <a:ahLst/>
            <a:cxnLst/>
            <a:rect l="l" t="t" r="r" b="b"/>
            <a:pathLst>
              <a:path w="201929" h="516889">
                <a:moveTo>
                  <a:pt x="0" y="0"/>
                </a:moveTo>
                <a:lnTo>
                  <a:pt x="201929" y="51689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5781040" y="4864100"/>
            <a:ext cx="113030" cy="516890"/>
          </a:xfrm>
          <a:custGeom>
            <a:avLst/>
            <a:gdLst/>
            <a:ahLst/>
            <a:cxnLst/>
            <a:rect l="l" t="t" r="r" b="b"/>
            <a:pathLst>
              <a:path w="113029" h="516889">
                <a:moveTo>
                  <a:pt x="113030" y="0"/>
                </a:moveTo>
                <a:lnTo>
                  <a:pt x="0" y="51689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7466330" y="5528309"/>
            <a:ext cx="171450" cy="1270"/>
          </a:xfrm>
          <a:custGeom>
            <a:avLst/>
            <a:gdLst/>
            <a:ahLst/>
            <a:cxnLst/>
            <a:rect l="l" t="t" r="r" b="b"/>
            <a:pathLst>
              <a:path w="171450" h="1270">
                <a:moveTo>
                  <a:pt x="171450" y="0"/>
                </a:moveTo>
                <a:lnTo>
                  <a:pt x="0" y="1269"/>
                </a:lnTo>
              </a:path>
            </a:pathLst>
          </a:custGeom>
          <a:ln w="3809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7438390" y="5455920"/>
            <a:ext cx="227329" cy="1270"/>
          </a:xfrm>
          <a:custGeom>
            <a:avLst/>
            <a:gdLst/>
            <a:ahLst/>
            <a:cxnLst/>
            <a:rect l="l" t="t" r="r" b="b"/>
            <a:pathLst>
              <a:path w="227329" h="1270">
                <a:moveTo>
                  <a:pt x="227329" y="0"/>
                </a:moveTo>
                <a:lnTo>
                  <a:pt x="0" y="1269"/>
                </a:lnTo>
              </a:path>
            </a:pathLst>
          </a:custGeom>
          <a:ln w="3809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7058659" y="450342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45957" y="4887"/>
                </a:lnTo>
                <a:lnTo>
                  <a:pt x="105524" y="18883"/>
                </a:lnTo>
                <a:lnTo>
                  <a:pt x="70201" y="40988"/>
                </a:lnTo>
                <a:lnTo>
                  <a:pt x="40988" y="70201"/>
                </a:lnTo>
                <a:lnTo>
                  <a:pt x="18883" y="105524"/>
                </a:lnTo>
                <a:lnTo>
                  <a:pt x="4887" y="145957"/>
                </a:lnTo>
                <a:lnTo>
                  <a:pt x="0" y="190499"/>
                </a:lnTo>
                <a:lnTo>
                  <a:pt x="4887" y="235042"/>
                </a:lnTo>
                <a:lnTo>
                  <a:pt x="18883" y="275475"/>
                </a:lnTo>
                <a:lnTo>
                  <a:pt x="40988" y="310798"/>
                </a:lnTo>
                <a:lnTo>
                  <a:pt x="70201" y="340011"/>
                </a:lnTo>
                <a:lnTo>
                  <a:pt x="105524" y="362116"/>
                </a:lnTo>
                <a:lnTo>
                  <a:pt x="145957" y="376112"/>
                </a:lnTo>
                <a:lnTo>
                  <a:pt x="190500" y="380999"/>
                </a:lnTo>
                <a:lnTo>
                  <a:pt x="235042" y="376112"/>
                </a:lnTo>
                <a:lnTo>
                  <a:pt x="275475" y="362116"/>
                </a:lnTo>
                <a:lnTo>
                  <a:pt x="310798" y="340011"/>
                </a:lnTo>
                <a:lnTo>
                  <a:pt x="340011" y="310798"/>
                </a:lnTo>
                <a:lnTo>
                  <a:pt x="362116" y="275475"/>
                </a:lnTo>
                <a:lnTo>
                  <a:pt x="376112" y="235042"/>
                </a:lnTo>
                <a:lnTo>
                  <a:pt x="381000" y="190499"/>
                </a:lnTo>
                <a:lnTo>
                  <a:pt x="376112" y="145957"/>
                </a:lnTo>
                <a:lnTo>
                  <a:pt x="362116" y="105524"/>
                </a:lnTo>
                <a:lnTo>
                  <a:pt x="340011" y="70201"/>
                </a:lnTo>
                <a:lnTo>
                  <a:pt x="310798" y="40988"/>
                </a:lnTo>
                <a:lnTo>
                  <a:pt x="275475" y="18883"/>
                </a:lnTo>
                <a:lnTo>
                  <a:pt x="235042" y="4887"/>
                </a:lnTo>
                <a:lnTo>
                  <a:pt x="19050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7058659" y="450342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45957" y="4887"/>
                </a:lnTo>
                <a:lnTo>
                  <a:pt x="105524" y="18883"/>
                </a:lnTo>
                <a:lnTo>
                  <a:pt x="70201" y="40988"/>
                </a:lnTo>
                <a:lnTo>
                  <a:pt x="40988" y="70201"/>
                </a:lnTo>
                <a:lnTo>
                  <a:pt x="18883" y="105524"/>
                </a:lnTo>
                <a:lnTo>
                  <a:pt x="4887" y="145957"/>
                </a:lnTo>
                <a:lnTo>
                  <a:pt x="0" y="190499"/>
                </a:lnTo>
                <a:lnTo>
                  <a:pt x="4887" y="235042"/>
                </a:lnTo>
                <a:lnTo>
                  <a:pt x="18883" y="275475"/>
                </a:lnTo>
                <a:lnTo>
                  <a:pt x="40988" y="310798"/>
                </a:lnTo>
                <a:lnTo>
                  <a:pt x="70201" y="340011"/>
                </a:lnTo>
                <a:lnTo>
                  <a:pt x="105524" y="362116"/>
                </a:lnTo>
                <a:lnTo>
                  <a:pt x="145957" y="376112"/>
                </a:lnTo>
                <a:lnTo>
                  <a:pt x="190500" y="380999"/>
                </a:lnTo>
                <a:lnTo>
                  <a:pt x="235042" y="376112"/>
                </a:lnTo>
                <a:lnTo>
                  <a:pt x="275475" y="362116"/>
                </a:lnTo>
                <a:lnTo>
                  <a:pt x="310798" y="340011"/>
                </a:lnTo>
                <a:lnTo>
                  <a:pt x="340011" y="310798"/>
                </a:lnTo>
                <a:lnTo>
                  <a:pt x="362116" y="275475"/>
                </a:lnTo>
                <a:lnTo>
                  <a:pt x="376112" y="235042"/>
                </a:lnTo>
                <a:lnTo>
                  <a:pt x="381000" y="190499"/>
                </a:lnTo>
                <a:lnTo>
                  <a:pt x="376112" y="145957"/>
                </a:lnTo>
                <a:lnTo>
                  <a:pt x="362116" y="105524"/>
                </a:lnTo>
                <a:lnTo>
                  <a:pt x="340011" y="70201"/>
                </a:lnTo>
                <a:lnTo>
                  <a:pt x="310798" y="40988"/>
                </a:lnTo>
                <a:lnTo>
                  <a:pt x="275475" y="18883"/>
                </a:lnTo>
                <a:lnTo>
                  <a:pt x="235042" y="4887"/>
                </a:lnTo>
                <a:lnTo>
                  <a:pt x="190500" y="0"/>
                </a:lnTo>
                <a:close/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7439659" y="4503420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7057390" y="4884420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 txBox="1"/>
          <p:nvPr/>
        </p:nvSpPr>
        <p:spPr>
          <a:xfrm>
            <a:off x="7160259" y="4511040"/>
            <a:ext cx="177800" cy="3771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i="1" dirty="0">
                <a:latin typeface="Times New Roman"/>
                <a:cs typeface="Times New Roman"/>
              </a:rPr>
              <a:t>a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4" name="object 54"/>
          <p:cNvSpPr/>
          <p:nvPr/>
        </p:nvSpPr>
        <p:spPr>
          <a:xfrm>
            <a:off x="7383780" y="4828540"/>
            <a:ext cx="151130" cy="551180"/>
          </a:xfrm>
          <a:custGeom>
            <a:avLst/>
            <a:gdLst/>
            <a:ahLst/>
            <a:cxnLst/>
            <a:rect l="l" t="t" r="r" b="b"/>
            <a:pathLst>
              <a:path w="151129" h="551179">
                <a:moveTo>
                  <a:pt x="0" y="0"/>
                </a:moveTo>
                <a:lnTo>
                  <a:pt x="151129" y="55118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6882130" y="5528309"/>
            <a:ext cx="171450" cy="1270"/>
          </a:xfrm>
          <a:custGeom>
            <a:avLst/>
            <a:gdLst/>
            <a:ahLst/>
            <a:cxnLst/>
            <a:rect l="l" t="t" r="r" b="b"/>
            <a:pathLst>
              <a:path w="171450" h="1270">
                <a:moveTo>
                  <a:pt x="171450" y="0"/>
                </a:moveTo>
                <a:lnTo>
                  <a:pt x="0" y="1269"/>
                </a:lnTo>
              </a:path>
            </a:pathLst>
          </a:custGeom>
          <a:ln w="3809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6854190" y="5455920"/>
            <a:ext cx="227329" cy="1270"/>
          </a:xfrm>
          <a:custGeom>
            <a:avLst/>
            <a:gdLst/>
            <a:ahLst/>
            <a:cxnLst/>
            <a:rect l="l" t="t" r="r" b="b"/>
            <a:pathLst>
              <a:path w="227329" h="1270">
                <a:moveTo>
                  <a:pt x="227329" y="0"/>
                </a:moveTo>
                <a:lnTo>
                  <a:pt x="0" y="1269"/>
                </a:lnTo>
              </a:path>
            </a:pathLst>
          </a:custGeom>
          <a:ln w="3809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6949440" y="4828540"/>
            <a:ext cx="165100" cy="551180"/>
          </a:xfrm>
          <a:custGeom>
            <a:avLst/>
            <a:gdLst/>
            <a:ahLst/>
            <a:cxnLst/>
            <a:rect l="l" t="t" r="r" b="b"/>
            <a:pathLst>
              <a:path w="165100" h="551179">
                <a:moveTo>
                  <a:pt x="165100" y="0"/>
                </a:moveTo>
                <a:lnTo>
                  <a:pt x="0" y="55118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5715000" y="5528309"/>
            <a:ext cx="170180" cy="1270"/>
          </a:xfrm>
          <a:custGeom>
            <a:avLst/>
            <a:gdLst/>
            <a:ahLst/>
            <a:cxnLst/>
            <a:rect l="l" t="t" r="r" b="b"/>
            <a:pathLst>
              <a:path w="170179" h="1270">
                <a:moveTo>
                  <a:pt x="170179" y="0"/>
                </a:moveTo>
                <a:lnTo>
                  <a:pt x="0" y="1269"/>
                </a:lnTo>
              </a:path>
            </a:pathLst>
          </a:custGeom>
          <a:ln w="3809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5687059" y="5455920"/>
            <a:ext cx="226060" cy="1270"/>
          </a:xfrm>
          <a:custGeom>
            <a:avLst/>
            <a:gdLst/>
            <a:ahLst/>
            <a:cxnLst/>
            <a:rect l="l" t="t" r="r" b="b"/>
            <a:pathLst>
              <a:path w="226060" h="1270">
                <a:moveTo>
                  <a:pt x="226060" y="0"/>
                </a:moveTo>
                <a:lnTo>
                  <a:pt x="0" y="1269"/>
                </a:lnTo>
              </a:path>
            </a:pathLst>
          </a:custGeom>
          <a:ln w="3809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 txBox="1"/>
          <p:nvPr/>
        </p:nvSpPr>
        <p:spPr>
          <a:xfrm>
            <a:off x="7832090" y="5045709"/>
            <a:ext cx="110489" cy="3771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i="1" dirty="0">
                <a:latin typeface="Times New Roman"/>
                <a:cs typeface="Times New Roman"/>
              </a:rPr>
              <a:t>t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1" name="object 61"/>
          <p:cNvSpPr/>
          <p:nvPr/>
        </p:nvSpPr>
        <p:spPr>
          <a:xfrm>
            <a:off x="6299200" y="5528309"/>
            <a:ext cx="170180" cy="1270"/>
          </a:xfrm>
          <a:custGeom>
            <a:avLst/>
            <a:gdLst/>
            <a:ahLst/>
            <a:cxnLst/>
            <a:rect l="l" t="t" r="r" b="b"/>
            <a:pathLst>
              <a:path w="170179" h="1270">
                <a:moveTo>
                  <a:pt x="170179" y="0"/>
                </a:moveTo>
                <a:lnTo>
                  <a:pt x="0" y="1269"/>
                </a:lnTo>
              </a:path>
            </a:pathLst>
          </a:custGeom>
          <a:ln w="3809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/>
          <p:nvPr/>
        </p:nvSpPr>
        <p:spPr>
          <a:xfrm>
            <a:off x="6271259" y="5455920"/>
            <a:ext cx="226060" cy="1270"/>
          </a:xfrm>
          <a:custGeom>
            <a:avLst/>
            <a:gdLst/>
            <a:ahLst/>
            <a:cxnLst/>
            <a:rect l="l" t="t" r="r" b="b"/>
            <a:pathLst>
              <a:path w="226060" h="1270">
                <a:moveTo>
                  <a:pt x="226060" y="0"/>
                </a:moveTo>
                <a:lnTo>
                  <a:pt x="0" y="1269"/>
                </a:lnTo>
              </a:path>
            </a:pathLst>
          </a:custGeom>
          <a:ln w="3809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/>
          <p:nvPr/>
        </p:nvSpPr>
        <p:spPr>
          <a:xfrm>
            <a:off x="1654810" y="3533140"/>
            <a:ext cx="379730" cy="381000"/>
          </a:xfrm>
          <a:custGeom>
            <a:avLst/>
            <a:gdLst/>
            <a:ahLst/>
            <a:cxnLst/>
            <a:rect l="l" t="t" r="r" b="b"/>
            <a:pathLst>
              <a:path w="379730" h="381000">
                <a:moveTo>
                  <a:pt x="189229" y="0"/>
                </a:moveTo>
                <a:lnTo>
                  <a:pt x="144757" y="4887"/>
                </a:lnTo>
                <a:lnTo>
                  <a:pt x="104506" y="18883"/>
                </a:lnTo>
                <a:lnTo>
                  <a:pt x="69431" y="40988"/>
                </a:lnTo>
                <a:lnTo>
                  <a:pt x="40488" y="70201"/>
                </a:lnTo>
                <a:lnTo>
                  <a:pt x="18631" y="105524"/>
                </a:lnTo>
                <a:lnTo>
                  <a:pt x="4817" y="145957"/>
                </a:lnTo>
                <a:lnTo>
                  <a:pt x="0" y="190500"/>
                </a:lnTo>
                <a:lnTo>
                  <a:pt x="4817" y="235042"/>
                </a:lnTo>
                <a:lnTo>
                  <a:pt x="18631" y="275475"/>
                </a:lnTo>
                <a:lnTo>
                  <a:pt x="40488" y="310798"/>
                </a:lnTo>
                <a:lnTo>
                  <a:pt x="69431" y="340011"/>
                </a:lnTo>
                <a:lnTo>
                  <a:pt x="104506" y="362116"/>
                </a:lnTo>
                <a:lnTo>
                  <a:pt x="144757" y="376112"/>
                </a:lnTo>
                <a:lnTo>
                  <a:pt x="189229" y="381000"/>
                </a:lnTo>
                <a:lnTo>
                  <a:pt x="234172" y="376112"/>
                </a:lnTo>
                <a:lnTo>
                  <a:pt x="274760" y="362116"/>
                </a:lnTo>
                <a:lnTo>
                  <a:pt x="310061" y="340011"/>
                </a:lnTo>
                <a:lnTo>
                  <a:pt x="339141" y="310798"/>
                </a:lnTo>
                <a:lnTo>
                  <a:pt x="361068" y="275475"/>
                </a:lnTo>
                <a:lnTo>
                  <a:pt x="374909" y="235042"/>
                </a:lnTo>
                <a:lnTo>
                  <a:pt x="379729" y="190500"/>
                </a:lnTo>
                <a:lnTo>
                  <a:pt x="374909" y="145957"/>
                </a:lnTo>
                <a:lnTo>
                  <a:pt x="361068" y="105524"/>
                </a:lnTo>
                <a:lnTo>
                  <a:pt x="339141" y="70201"/>
                </a:lnTo>
                <a:lnTo>
                  <a:pt x="310061" y="40988"/>
                </a:lnTo>
                <a:lnTo>
                  <a:pt x="274760" y="18883"/>
                </a:lnTo>
                <a:lnTo>
                  <a:pt x="234172" y="4887"/>
                </a:lnTo>
                <a:lnTo>
                  <a:pt x="18922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/>
          <p:cNvSpPr/>
          <p:nvPr/>
        </p:nvSpPr>
        <p:spPr>
          <a:xfrm>
            <a:off x="1654810" y="3533140"/>
            <a:ext cx="379730" cy="381000"/>
          </a:xfrm>
          <a:custGeom>
            <a:avLst/>
            <a:gdLst/>
            <a:ahLst/>
            <a:cxnLst/>
            <a:rect l="l" t="t" r="r" b="b"/>
            <a:pathLst>
              <a:path w="379730" h="381000">
                <a:moveTo>
                  <a:pt x="189229" y="0"/>
                </a:moveTo>
                <a:lnTo>
                  <a:pt x="234172" y="4887"/>
                </a:lnTo>
                <a:lnTo>
                  <a:pt x="274760" y="18883"/>
                </a:lnTo>
                <a:lnTo>
                  <a:pt x="310061" y="40988"/>
                </a:lnTo>
                <a:lnTo>
                  <a:pt x="339141" y="70201"/>
                </a:lnTo>
                <a:lnTo>
                  <a:pt x="361068" y="105524"/>
                </a:lnTo>
                <a:lnTo>
                  <a:pt x="374909" y="145957"/>
                </a:lnTo>
                <a:lnTo>
                  <a:pt x="379729" y="190500"/>
                </a:lnTo>
                <a:lnTo>
                  <a:pt x="374909" y="235042"/>
                </a:lnTo>
                <a:lnTo>
                  <a:pt x="361068" y="275475"/>
                </a:lnTo>
                <a:lnTo>
                  <a:pt x="339141" y="310798"/>
                </a:lnTo>
                <a:lnTo>
                  <a:pt x="310061" y="340011"/>
                </a:lnTo>
                <a:lnTo>
                  <a:pt x="274760" y="362116"/>
                </a:lnTo>
                <a:lnTo>
                  <a:pt x="234172" y="376112"/>
                </a:lnTo>
                <a:lnTo>
                  <a:pt x="189229" y="381000"/>
                </a:lnTo>
                <a:lnTo>
                  <a:pt x="144757" y="376112"/>
                </a:lnTo>
                <a:lnTo>
                  <a:pt x="104506" y="362116"/>
                </a:lnTo>
                <a:lnTo>
                  <a:pt x="69431" y="340011"/>
                </a:lnTo>
                <a:lnTo>
                  <a:pt x="40488" y="310798"/>
                </a:lnTo>
                <a:lnTo>
                  <a:pt x="18631" y="275475"/>
                </a:lnTo>
                <a:lnTo>
                  <a:pt x="4817" y="235042"/>
                </a:lnTo>
                <a:lnTo>
                  <a:pt x="0" y="190500"/>
                </a:lnTo>
                <a:lnTo>
                  <a:pt x="4817" y="145957"/>
                </a:lnTo>
                <a:lnTo>
                  <a:pt x="18631" y="105524"/>
                </a:lnTo>
                <a:lnTo>
                  <a:pt x="40488" y="70201"/>
                </a:lnTo>
                <a:lnTo>
                  <a:pt x="69431" y="40988"/>
                </a:lnTo>
                <a:lnTo>
                  <a:pt x="104506" y="18883"/>
                </a:lnTo>
                <a:lnTo>
                  <a:pt x="144757" y="4887"/>
                </a:lnTo>
                <a:lnTo>
                  <a:pt x="189229" y="0"/>
                </a:lnTo>
                <a:close/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/>
          <p:cNvSpPr/>
          <p:nvPr/>
        </p:nvSpPr>
        <p:spPr>
          <a:xfrm>
            <a:off x="1654810" y="3533140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66"/>
          <p:cNvSpPr/>
          <p:nvPr/>
        </p:nvSpPr>
        <p:spPr>
          <a:xfrm>
            <a:off x="2035810" y="3915409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67"/>
          <p:cNvSpPr txBox="1"/>
          <p:nvPr/>
        </p:nvSpPr>
        <p:spPr>
          <a:xfrm>
            <a:off x="1755139" y="3542029"/>
            <a:ext cx="177800" cy="3771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i="1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8" name="object 68"/>
          <p:cNvSpPr/>
          <p:nvPr/>
        </p:nvSpPr>
        <p:spPr>
          <a:xfrm>
            <a:off x="1978660" y="3858259"/>
            <a:ext cx="342900" cy="284480"/>
          </a:xfrm>
          <a:custGeom>
            <a:avLst/>
            <a:gdLst/>
            <a:ahLst/>
            <a:cxnLst/>
            <a:rect l="l" t="t" r="r" b="b"/>
            <a:pathLst>
              <a:path w="342900" h="284479">
                <a:moveTo>
                  <a:pt x="0" y="0"/>
                </a:moveTo>
                <a:lnTo>
                  <a:pt x="342900" y="284479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69"/>
          <p:cNvSpPr/>
          <p:nvPr/>
        </p:nvSpPr>
        <p:spPr>
          <a:xfrm>
            <a:off x="1399539" y="3858259"/>
            <a:ext cx="309880" cy="320040"/>
          </a:xfrm>
          <a:custGeom>
            <a:avLst/>
            <a:gdLst/>
            <a:ahLst/>
            <a:cxnLst/>
            <a:rect l="l" t="t" r="r" b="b"/>
            <a:pathLst>
              <a:path w="309880" h="320039">
                <a:moveTo>
                  <a:pt x="309879" y="0"/>
                </a:moveTo>
                <a:lnTo>
                  <a:pt x="0" y="320039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70"/>
          <p:cNvSpPr/>
          <p:nvPr/>
        </p:nvSpPr>
        <p:spPr>
          <a:xfrm>
            <a:off x="2214879" y="4291329"/>
            <a:ext cx="168910" cy="1270"/>
          </a:xfrm>
          <a:custGeom>
            <a:avLst/>
            <a:gdLst/>
            <a:ahLst/>
            <a:cxnLst/>
            <a:rect l="l" t="t" r="r" b="b"/>
            <a:pathLst>
              <a:path w="168910" h="1270">
                <a:moveTo>
                  <a:pt x="0" y="0"/>
                </a:moveTo>
                <a:lnTo>
                  <a:pt x="168909" y="1270"/>
                </a:lnTo>
              </a:path>
            </a:pathLst>
          </a:custGeom>
          <a:ln w="3809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object 71"/>
          <p:cNvSpPr/>
          <p:nvPr/>
        </p:nvSpPr>
        <p:spPr>
          <a:xfrm>
            <a:off x="2188210" y="4218940"/>
            <a:ext cx="224790" cy="1270"/>
          </a:xfrm>
          <a:custGeom>
            <a:avLst/>
            <a:gdLst/>
            <a:ahLst/>
            <a:cxnLst/>
            <a:rect l="l" t="t" r="r" b="b"/>
            <a:pathLst>
              <a:path w="224789" h="1270">
                <a:moveTo>
                  <a:pt x="0" y="0"/>
                </a:moveTo>
                <a:lnTo>
                  <a:pt x="224789" y="1270"/>
                </a:lnTo>
              </a:path>
            </a:pathLst>
          </a:custGeom>
          <a:ln w="3809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object 72"/>
          <p:cNvSpPr txBox="1"/>
          <p:nvPr/>
        </p:nvSpPr>
        <p:spPr>
          <a:xfrm>
            <a:off x="2466339" y="3981450"/>
            <a:ext cx="110489" cy="3771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i="1" dirty="0">
                <a:latin typeface="Times New Roman"/>
                <a:cs typeface="Times New Roman"/>
              </a:rPr>
              <a:t>t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73" name="object 73"/>
          <p:cNvSpPr/>
          <p:nvPr/>
        </p:nvSpPr>
        <p:spPr>
          <a:xfrm>
            <a:off x="1207769" y="41783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45957" y="4887"/>
                </a:lnTo>
                <a:lnTo>
                  <a:pt x="105524" y="18883"/>
                </a:lnTo>
                <a:lnTo>
                  <a:pt x="70201" y="40988"/>
                </a:lnTo>
                <a:lnTo>
                  <a:pt x="40988" y="70201"/>
                </a:lnTo>
                <a:lnTo>
                  <a:pt x="18883" y="105524"/>
                </a:lnTo>
                <a:lnTo>
                  <a:pt x="4887" y="145957"/>
                </a:lnTo>
                <a:lnTo>
                  <a:pt x="0" y="190500"/>
                </a:lnTo>
                <a:lnTo>
                  <a:pt x="4887" y="235042"/>
                </a:lnTo>
                <a:lnTo>
                  <a:pt x="18883" y="275475"/>
                </a:lnTo>
                <a:lnTo>
                  <a:pt x="40988" y="310798"/>
                </a:lnTo>
                <a:lnTo>
                  <a:pt x="70201" y="340011"/>
                </a:lnTo>
                <a:lnTo>
                  <a:pt x="105524" y="362116"/>
                </a:lnTo>
                <a:lnTo>
                  <a:pt x="145957" y="376112"/>
                </a:lnTo>
                <a:lnTo>
                  <a:pt x="190500" y="381000"/>
                </a:lnTo>
                <a:lnTo>
                  <a:pt x="235042" y="376112"/>
                </a:lnTo>
                <a:lnTo>
                  <a:pt x="275475" y="362116"/>
                </a:lnTo>
                <a:lnTo>
                  <a:pt x="310798" y="340011"/>
                </a:lnTo>
                <a:lnTo>
                  <a:pt x="340011" y="310798"/>
                </a:lnTo>
                <a:lnTo>
                  <a:pt x="362116" y="275475"/>
                </a:lnTo>
                <a:lnTo>
                  <a:pt x="376112" y="235042"/>
                </a:lnTo>
                <a:lnTo>
                  <a:pt x="381000" y="190500"/>
                </a:lnTo>
                <a:lnTo>
                  <a:pt x="376112" y="145957"/>
                </a:lnTo>
                <a:lnTo>
                  <a:pt x="362116" y="105524"/>
                </a:lnTo>
                <a:lnTo>
                  <a:pt x="340011" y="70201"/>
                </a:lnTo>
                <a:lnTo>
                  <a:pt x="310798" y="40988"/>
                </a:lnTo>
                <a:lnTo>
                  <a:pt x="275475" y="18883"/>
                </a:lnTo>
                <a:lnTo>
                  <a:pt x="235042" y="4887"/>
                </a:lnTo>
                <a:lnTo>
                  <a:pt x="19050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" name="object 74"/>
          <p:cNvSpPr/>
          <p:nvPr/>
        </p:nvSpPr>
        <p:spPr>
          <a:xfrm>
            <a:off x="1207769" y="41783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45957" y="4887"/>
                </a:lnTo>
                <a:lnTo>
                  <a:pt x="105524" y="18883"/>
                </a:lnTo>
                <a:lnTo>
                  <a:pt x="70201" y="40988"/>
                </a:lnTo>
                <a:lnTo>
                  <a:pt x="40988" y="70201"/>
                </a:lnTo>
                <a:lnTo>
                  <a:pt x="18883" y="105524"/>
                </a:lnTo>
                <a:lnTo>
                  <a:pt x="4887" y="145957"/>
                </a:lnTo>
                <a:lnTo>
                  <a:pt x="0" y="190500"/>
                </a:lnTo>
                <a:lnTo>
                  <a:pt x="4887" y="235042"/>
                </a:lnTo>
                <a:lnTo>
                  <a:pt x="18883" y="275475"/>
                </a:lnTo>
                <a:lnTo>
                  <a:pt x="40988" y="310798"/>
                </a:lnTo>
                <a:lnTo>
                  <a:pt x="70201" y="340011"/>
                </a:lnTo>
                <a:lnTo>
                  <a:pt x="105524" y="362116"/>
                </a:lnTo>
                <a:lnTo>
                  <a:pt x="145957" y="376112"/>
                </a:lnTo>
                <a:lnTo>
                  <a:pt x="190500" y="381000"/>
                </a:lnTo>
                <a:lnTo>
                  <a:pt x="235042" y="376112"/>
                </a:lnTo>
                <a:lnTo>
                  <a:pt x="275475" y="362116"/>
                </a:lnTo>
                <a:lnTo>
                  <a:pt x="310798" y="340011"/>
                </a:lnTo>
                <a:lnTo>
                  <a:pt x="340011" y="310798"/>
                </a:lnTo>
                <a:lnTo>
                  <a:pt x="362116" y="275475"/>
                </a:lnTo>
                <a:lnTo>
                  <a:pt x="376112" y="235042"/>
                </a:lnTo>
                <a:lnTo>
                  <a:pt x="381000" y="190500"/>
                </a:lnTo>
                <a:lnTo>
                  <a:pt x="376112" y="145957"/>
                </a:lnTo>
                <a:lnTo>
                  <a:pt x="362116" y="105524"/>
                </a:lnTo>
                <a:lnTo>
                  <a:pt x="340011" y="70201"/>
                </a:lnTo>
                <a:lnTo>
                  <a:pt x="310798" y="40988"/>
                </a:lnTo>
                <a:lnTo>
                  <a:pt x="275475" y="18883"/>
                </a:lnTo>
                <a:lnTo>
                  <a:pt x="235042" y="4887"/>
                </a:lnTo>
                <a:lnTo>
                  <a:pt x="190500" y="0"/>
                </a:lnTo>
                <a:close/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" name="object 75"/>
          <p:cNvSpPr/>
          <p:nvPr/>
        </p:nvSpPr>
        <p:spPr>
          <a:xfrm>
            <a:off x="1588769" y="4178300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" name="object 76"/>
          <p:cNvSpPr/>
          <p:nvPr/>
        </p:nvSpPr>
        <p:spPr>
          <a:xfrm>
            <a:off x="1207769" y="4559300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" name="object 77"/>
          <p:cNvSpPr txBox="1"/>
          <p:nvPr/>
        </p:nvSpPr>
        <p:spPr>
          <a:xfrm>
            <a:off x="1309369" y="4185920"/>
            <a:ext cx="177800" cy="3771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i="1" dirty="0">
                <a:latin typeface="Times New Roman"/>
                <a:cs typeface="Times New Roman"/>
              </a:rPr>
              <a:t>p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78" name="object 78"/>
          <p:cNvSpPr/>
          <p:nvPr/>
        </p:nvSpPr>
        <p:spPr>
          <a:xfrm>
            <a:off x="922019" y="4503420"/>
            <a:ext cx="342900" cy="478790"/>
          </a:xfrm>
          <a:custGeom>
            <a:avLst/>
            <a:gdLst/>
            <a:ahLst/>
            <a:cxnLst/>
            <a:rect l="l" t="t" r="r" b="b"/>
            <a:pathLst>
              <a:path w="342900" h="478789">
                <a:moveTo>
                  <a:pt x="342900" y="0"/>
                </a:moveTo>
                <a:lnTo>
                  <a:pt x="0" y="478789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" name="object 79"/>
          <p:cNvSpPr/>
          <p:nvPr/>
        </p:nvSpPr>
        <p:spPr>
          <a:xfrm>
            <a:off x="1997710" y="6043929"/>
            <a:ext cx="171450" cy="1270"/>
          </a:xfrm>
          <a:custGeom>
            <a:avLst/>
            <a:gdLst/>
            <a:ahLst/>
            <a:cxnLst/>
            <a:rect l="l" t="t" r="r" b="b"/>
            <a:pathLst>
              <a:path w="171450" h="1270">
                <a:moveTo>
                  <a:pt x="171450" y="0"/>
                </a:moveTo>
                <a:lnTo>
                  <a:pt x="0" y="1270"/>
                </a:lnTo>
              </a:path>
            </a:pathLst>
          </a:custGeom>
          <a:ln w="3809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" name="object 80"/>
          <p:cNvSpPr/>
          <p:nvPr/>
        </p:nvSpPr>
        <p:spPr>
          <a:xfrm>
            <a:off x="1969770" y="5971540"/>
            <a:ext cx="227329" cy="1270"/>
          </a:xfrm>
          <a:custGeom>
            <a:avLst/>
            <a:gdLst/>
            <a:ahLst/>
            <a:cxnLst/>
            <a:rect l="l" t="t" r="r" b="b"/>
            <a:pathLst>
              <a:path w="227330" h="1270">
                <a:moveTo>
                  <a:pt x="227330" y="0"/>
                </a:moveTo>
                <a:lnTo>
                  <a:pt x="0" y="1270"/>
                </a:lnTo>
              </a:path>
            </a:pathLst>
          </a:custGeom>
          <a:ln w="3809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1" name="object 81"/>
          <p:cNvSpPr/>
          <p:nvPr/>
        </p:nvSpPr>
        <p:spPr>
          <a:xfrm>
            <a:off x="1588769" y="4982209"/>
            <a:ext cx="381000" cy="379730"/>
          </a:xfrm>
          <a:custGeom>
            <a:avLst/>
            <a:gdLst/>
            <a:ahLst/>
            <a:cxnLst/>
            <a:rect l="l" t="t" r="r" b="b"/>
            <a:pathLst>
              <a:path w="381000" h="379729">
                <a:moveTo>
                  <a:pt x="190500" y="0"/>
                </a:moveTo>
                <a:lnTo>
                  <a:pt x="145957" y="4820"/>
                </a:lnTo>
                <a:lnTo>
                  <a:pt x="105524" y="18661"/>
                </a:lnTo>
                <a:lnTo>
                  <a:pt x="70201" y="40588"/>
                </a:lnTo>
                <a:lnTo>
                  <a:pt x="40988" y="69668"/>
                </a:lnTo>
                <a:lnTo>
                  <a:pt x="18883" y="104969"/>
                </a:lnTo>
                <a:lnTo>
                  <a:pt x="4887" y="145557"/>
                </a:lnTo>
                <a:lnTo>
                  <a:pt x="0" y="190500"/>
                </a:lnTo>
                <a:lnTo>
                  <a:pt x="4887" y="234972"/>
                </a:lnTo>
                <a:lnTo>
                  <a:pt x="18883" y="275223"/>
                </a:lnTo>
                <a:lnTo>
                  <a:pt x="40988" y="310298"/>
                </a:lnTo>
                <a:lnTo>
                  <a:pt x="70201" y="339241"/>
                </a:lnTo>
                <a:lnTo>
                  <a:pt x="105524" y="361098"/>
                </a:lnTo>
                <a:lnTo>
                  <a:pt x="145957" y="374912"/>
                </a:lnTo>
                <a:lnTo>
                  <a:pt x="190500" y="379729"/>
                </a:lnTo>
                <a:lnTo>
                  <a:pt x="235042" y="374912"/>
                </a:lnTo>
                <a:lnTo>
                  <a:pt x="275475" y="361098"/>
                </a:lnTo>
                <a:lnTo>
                  <a:pt x="310798" y="339241"/>
                </a:lnTo>
                <a:lnTo>
                  <a:pt x="340011" y="310298"/>
                </a:lnTo>
                <a:lnTo>
                  <a:pt x="362116" y="275223"/>
                </a:lnTo>
                <a:lnTo>
                  <a:pt x="376112" y="234972"/>
                </a:lnTo>
                <a:lnTo>
                  <a:pt x="381000" y="190500"/>
                </a:lnTo>
                <a:lnTo>
                  <a:pt x="376112" y="145557"/>
                </a:lnTo>
                <a:lnTo>
                  <a:pt x="362116" y="104969"/>
                </a:lnTo>
                <a:lnTo>
                  <a:pt x="340011" y="69668"/>
                </a:lnTo>
                <a:lnTo>
                  <a:pt x="310798" y="40588"/>
                </a:lnTo>
                <a:lnTo>
                  <a:pt x="275475" y="18661"/>
                </a:lnTo>
                <a:lnTo>
                  <a:pt x="235042" y="4820"/>
                </a:lnTo>
                <a:lnTo>
                  <a:pt x="19050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2" name="object 82"/>
          <p:cNvSpPr/>
          <p:nvPr/>
        </p:nvSpPr>
        <p:spPr>
          <a:xfrm>
            <a:off x="1588769" y="4982209"/>
            <a:ext cx="381000" cy="379730"/>
          </a:xfrm>
          <a:custGeom>
            <a:avLst/>
            <a:gdLst/>
            <a:ahLst/>
            <a:cxnLst/>
            <a:rect l="l" t="t" r="r" b="b"/>
            <a:pathLst>
              <a:path w="381000" h="379729">
                <a:moveTo>
                  <a:pt x="190500" y="0"/>
                </a:moveTo>
                <a:lnTo>
                  <a:pt x="145957" y="4820"/>
                </a:lnTo>
                <a:lnTo>
                  <a:pt x="105524" y="18661"/>
                </a:lnTo>
                <a:lnTo>
                  <a:pt x="70201" y="40588"/>
                </a:lnTo>
                <a:lnTo>
                  <a:pt x="40988" y="69668"/>
                </a:lnTo>
                <a:lnTo>
                  <a:pt x="18883" y="104969"/>
                </a:lnTo>
                <a:lnTo>
                  <a:pt x="4887" y="145557"/>
                </a:lnTo>
                <a:lnTo>
                  <a:pt x="0" y="190500"/>
                </a:lnTo>
                <a:lnTo>
                  <a:pt x="4887" y="234972"/>
                </a:lnTo>
                <a:lnTo>
                  <a:pt x="18883" y="275223"/>
                </a:lnTo>
                <a:lnTo>
                  <a:pt x="40988" y="310298"/>
                </a:lnTo>
                <a:lnTo>
                  <a:pt x="70201" y="339241"/>
                </a:lnTo>
                <a:lnTo>
                  <a:pt x="105524" y="361098"/>
                </a:lnTo>
                <a:lnTo>
                  <a:pt x="145957" y="374912"/>
                </a:lnTo>
                <a:lnTo>
                  <a:pt x="190500" y="379729"/>
                </a:lnTo>
                <a:lnTo>
                  <a:pt x="235042" y="374912"/>
                </a:lnTo>
                <a:lnTo>
                  <a:pt x="275475" y="361098"/>
                </a:lnTo>
                <a:lnTo>
                  <a:pt x="310798" y="339241"/>
                </a:lnTo>
                <a:lnTo>
                  <a:pt x="340011" y="310298"/>
                </a:lnTo>
                <a:lnTo>
                  <a:pt x="362116" y="275223"/>
                </a:lnTo>
                <a:lnTo>
                  <a:pt x="376112" y="234972"/>
                </a:lnTo>
                <a:lnTo>
                  <a:pt x="381000" y="190500"/>
                </a:lnTo>
                <a:lnTo>
                  <a:pt x="376112" y="145557"/>
                </a:lnTo>
                <a:lnTo>
                  <a:pt x="362116" y="104969"/>
                </a:lnTo>
                <a:lnTo>
                  <a:pt x="340011" y="69668"/>
                </a:lnTo>
                <a:lnTo>
                  <a:pt x="310798" y="40588"/>
                </a:lnTo>
                <a:lnTo>
                  <a:pt x="275475" y="18661"/>
                </a:lnTo>
                <a:lnTo>
                  <a:pt x="235042" y="4820"/>
                </a:lnTo>
                <a:lnTo>
                  <a:pt x="190500" y="0"/>
                </a:lnTo>
                <a:close/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3" name="object 83"/>
          <p:cNvSpPr/>
          <p:nvPr/>
        </p:nvSpPr>
        <p:spPr>
          <a:xfrm>
            <a:off x="1969770" y="4982209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4" name="object 84"/>
          <p:cNvSpPr/>
          <p:nvPr/>
        </p:nvSpPr>
        <p:spPr>
          <a:xfrm>
            <a:off x="1588769" y="5363209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5" name="object 85"/>
          <p:cNvSpPr txBox="1"/>
          <p:nvPr/>
        </p:nvSpPr>
        <p:spPr>
          <a:xfrm>
            <a:off x="1699260" y="4989829"/>
            <a:ext cx="161290" cy="3771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i="1" dirty="0">
                <a:latin typeface="Times New Roman"/>
                <a:cs typeface="Times New Roman"/>
              </a:rPr>
              <a:t>x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86" name="object 86"/>
          <p:cNvSpPr/>
          <p:nvPr/>
        </p:nvSpPr>
        <p:spPr>
          <a:xfrm>
            <a:off x="1913889" y="5307329"/>
            <a:ext cx="151130" cy="588010"/>
          </a:xfrm>
          <a:custGeom>
            <a:avLst/>
            <a:gdLst/>
            <a:ahLst/>
            <a:cxnLst/>
            <a:rect l="l" t="t" r="r" b="b"/>
            <a:pathLst>
              <a:path w="151130" h="588010">
                <a:moveTo>
                  <a:pt x="0" y="0"/>
                </a:moveTo>
                <a:lnTo>
                  <a:pt x="151130" y="58801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7" name="object 87"/>
          <p:cNvSpPr/>
          <p:nvPr/>
        </p:nvSpPr>
        <p:spPr>
          <a:xfrm>
            <a:off x="1464310" y="6022340"/>
            <a:ext cx="171450" cy="1270"/>
          </a:xfrm>
          <a:custGeom>
            <a:avLst/>
            <a:gdLst/>
            <a:ahLst/>
            <a:cxnLst/>
            <a:rect l="l" t="t" r="r" b="b"/>
            <a:pathLst>
              <a:path w="171450" h="1270">
                <a:moveTo>
                  <a:pt x="171450" y="0"/>
                </a:moveTo>
                <a:lnTo>
                  <a:pt x="0" y="1270"/>
                </a:lnTo>
              </a:path>
            </a:pathLst>
          </a:custGeom>
          <a:ln w="3809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8" name="object 88"/>
          <p:cNvSpPr/>
          <p:nvPr/>
        </p:nvSpPr>
        <p:spPr>
          <a:xfrm>
            <a:off x="1436369" y="5951220"/>
            <a:ext cx="227329" cy="1270"/>
          </a:xfrm>
          <a:custGeom>
            <a:avLst/>
            <a:gdLst/>
            <a:ahLst/>
            <a:cxnLst/>
            <a:rect l="l" t="t" r="r" b="b"/>
            <a:pathLst>
              <a:path w="227330" h="1270">
                <a:moveTo>
                  <a:pt x="227330" y="0"/>
                </a:moveTo>
                <a:lnTo>
                  <a:pt x="0" y="1269"/>
                </a:lnTo>
              </a:path>
            </a:pathLst>
          </a:custGeom>
          <a:ln w="3809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9" name="object 89"/>
          <p:cNvSpPr/>
          <p:nvPr/>
        </p:nvSpPr>
        <p:spPr>
          <a:xfrm>
            <a:off x="1531619" y="5307329"/>
            <a:ext cx="113030" cy="567690"/>
          </a:xfrm>
          <a:custGeom>
            <a:avLst/>
            <a:gdLst/>
            <a:ahLst/>
            <a:cxnLst/>
            <a:rect l="l" t="t" r="r" b="b"/>
            <a:pathLst>
              <a:path w="113030" h="567689">
                <a:moveTo>
                  <a:pt x="113030" y="0"/>
                </a:moveTo>
                <a:lnTo>
                  <a:pt x="0" y="56769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0" name="object 90"/>
          <p:cNvSpPr/>
          <p:nvPr/>
        </p:nvSpPr>
        <p:spPr>
          <a:xfrm>
            <a:off x="1534160" y="4503420"/>
            <a:ext cx="245110" cy="478790"/>
          </a:xfrm>
          <a:custGeom>
            <a:avLst/>
            <a:gdLst/>
            <a:ahLst/>
            <a:cxnLst/>
            <a:rect l="l" t="t" r="r" b="b"/>
            <a:pathLst>
              <a:path w="245110" h="478789">
                <a:moveTo>
                  <a:pt x="0" y="0"/>
                </a:moveTo>
                <a:lnTo>
                  <a:pt x="245109" y="478789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1" name="object 91"/>
          <p:cNvSpPr/>
          <p:nvPr/>
        </p:nvSpPr>
        <p:spPr>
          <a:xfrm>
            <a:off x="854710" y="5129529"/>
            <a:ext cx="171450" cy="1270"/>
          </a:xfrm>
          <a:custGeom>
            <a:avLst/>
            <a:gdLst/>
            <a:ahLst/>
            <a:cxnLst/>
            <a:rect l="l" t="t" r="r" b="b"/>
            <a:pathLst>
              <a:path w="171450" h="1270">
                <a:moveTo>
                  <a:pt x="171450" y="0"/>
                </a:moveTo>
                <a:lnTo>
                  <a:pt x="0" y="1270"/>
                </a:lnTo>
              </a:path>
            </a:pathLst>
          </a:custGeom>
          <a:ln w="3809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2" name="object 92"/>
          <p:cNvSpPr/>
          <p:nvPr/>
        </p:nvSpPr>
        <p:spPr>
          <a:xfrm>
            <a:off x="826769" y="5057140"/>
            <a:ext cx="227329" cy="1270"/>
          </a:xfrm>
          <a:custGeom>
            <a:avLst/>
            <a:gdLst/>
            <a:ahLst/>
            <a:cxnLst/>
            <a:rect l="l" t="t" r="r" b="b"/>
            <a:pathLst>
              <a:path w="227330" h="1270">
                <a:moveTo>
                  <a:pt x="227330" y="0"/>
                </a:moveTo>
                <a:lnTo>
                  <a:pt x="0" y="1270"/>
                </a:lnTo>
              </a:path>
            </a:pathLst>
          </a:custGeom>
          <a:ln w="3809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3" name="object 93"/>
          <p:cNvSpPr/>
          <p:nvPr/>
        </p:nvSpPr>
        <p:spPr>
          <a:xfrm>
            <a:off x="4032250" y="4470400"/>
            <a:ext cx="201930" cy="515620"/>
          </a:xfrm>
          <a:custGeom>
            <a:avLst/>
            <a:gdLst/>
            <a:ahLst/>
            <a:cxnLst/>
            <a:rect l="l" t="t" r="r" b="b"/>
            <a:pathLst>
              <a:path w="201929" h="515620">
                <a:moveTo>
                  <a:pt x="0" y="0"/>
                </a:moveTo>
                <a:lnTo>
                  <a:pt x="201929" y="515619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4" name="object 94"/>
          <p:cNvSpPr txBox="1"/>
          <p:nvPr/>
        </p:nvSpPr>
        <p:spPr>
          <a:xfrm>
            <a:off x="2884170" y="6174740"/>
            <a:ext cx="2295525" cy="2266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spc="10" dirty="0">
                <a:latin typeface="Trebuchet MS"/>
                <a:cs typeface="Trebuchet MS"/>
              </a:rPr>
              <a:t>Rotação </a:t>
            </a:r>
            <a:r>
              <a:rPr sz="1400" spc="20" dirty="0">
                <a:latin typeface="Trebuchet MS"/>
                <a:cs typeface="Trebuchet MS"/>
              </a:rPr>
              <a:t>simples </a:t>
            </a:r>
            <a:r>
              <a:rPr sz="1400" spc="35" dirty="0">
                <a:latin typeface="Trebuchet MS"/>
                <a:cs typeface="Trebuchet MS"/>
              </a:rPr>
              <a:t>à</a:t>
            </a:r>
            <a:r>
              <a:rPr sz="1400" spc="-110" dirty="0">
                <a:latin typeface="Trebuchet MS"/>
                <a:cs typeface="Trebuchet MS"/>
              </a:rPr>
              <a:t> </a:t>
            </a:r>
            <a:r>
              <a:rPr sz="1400" spc="20" dirty="0">
                <a:latin typeface="Trebuchet MS"/>
                <a:cs typeface="Trebuchet MS"/>
              </a:rPr>
              <a:t>esquerda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95" name="object 95"/>
          <p:cNvSpPr txBox="1"/>
          <p:nvPr/>
        </p:nvSpPr>
        <p:spPr>
          <a:xfrm>
            <a:off x="6010909" y="5814059"/>
            <a:ext cx="1712595" cy="5702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5730" marR="112395" algn="ctr">
              <a:lnSpc>
                <a:spcPct val="100000"/>
              </a:lnSpc>
            </a:pPr>
            <a:r>
              <a:rPr sz="1400" spc="10" dirty="0">
                <a:latin typeface="Trebuchet MS"/>
                <a:cs typeface="Trebuchet MS"/>
              </a:rPr>
              <a:t>Rotação </a:t>
            </a:r>
            <a:r>
              <a:rPr sz="1400" spc="20" dirty="0">
                <a:latin typeface="Trebuchet MS"/>
                <a:cs typeface="Trebuchet MS"/>
              </a:rPr>
              <a:t>simples</a:t>
            </a:r>
            <a:r>
              <a:rPr sz="1400" spc="-114" dirty="0">
                <a:latin typeface="Trebuchet MS"/>
                <a:cs typeface="Trebuchet MS"/>
              </a:rPr>
              <a:t> </a:t>
            </a:r>
            <a:r>
              <a:rPr sz="1400" spc="35" dirty="0">
                <a:latin typeface="Trebuchet MS"/>
                <a:cs typeface="Trebuchet MS"/>
              </a:rPr>
              <a:t>à  </a:t>
            </a:r>
            <a:r>
              <a:rPr sz="1400" spc="-25" dirty="0">
                <a:latin typeface="Trebuchet MS"/>
                <a:cs typeface="Trebuchet MS"/>
              </a:rPr>
              <a:t>direita</a:t>
            </a:r>
            <a:endParaRPr sz="1400">
              <a:latin typeface="Trebuchet MS"/>
              <a:cs typeface="Trebuchet MS"/>
            </a:endParaRPr>
          </a:p>
          <a:p>
            <a:pPr algn="ctr">
              <a:lnSpc>
                <a:spcPts val="1040"/>
              </a:lnSpc>
            </a:pPr>
            <a:r>
              <a:rPr sz="1400" spc="-5" dirty="0">
                <a:latin typeface="Arial"/>
                <a:cs typeface="Arial"/>
              </a:rPr>
              <a:t>Recoloração de </a:t>
            </a:r>
            <a:r>
              <a:rPr sz="1400" dirty="0">
                <a:latin typeface="Arial"/>
                <a:cs typeface="Arial"/>
              </a:rPr>
              <a:t>x e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79120" rIns="0" bIns="0" rtlCol="0">
            <a:spAutoFit/>
          </a:bodyPr>
          <a:lstStyle/>
          <a:p>
            <a:pPr marL="2264410">
              <a:lnSpc>
                <a:spcPct val="100000"/>
              </a:lnSpc>
            </a:pPr>
            <a:r>
              <a:rPr spc="140" dirty="0"/>
              <a:t>E</a:t>
            </a:r>
            <a:r>
              <a:rPr spc="-10" dirty="0"/>
              <a:t>x</a:t>
            </a:r>
            <a:r>
              <a:rPr spc="105" dirty="0"/>
              <a:t>em</a:t>
            </a:r>
            <a:r>
              <a:rPr spc="80" dirty="0"/>
              <a:t>p</a:t>
            </a:r>
            <a:r>
              <a:rPr spc="-200" dirty="0"/>
              <a:t>l</a:t>
            </a:r>
            <a:r>
              <a:rPr spc="60" dirty="0"/>
              <a:t>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645920"/>
            <a:ext cx="4662805" cy="4876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Font typeface="Arial"/>
              <a:buChar char="•"/>
              <a:tabLst>
                <a:tab pos="355600" algn="l"/>
              </a:tabLst>
            </a:pPr>
            <a:r>
              <a:rPr sz="3200" spc="50" dirty="0">
                <a:latin typeface="Trebuchet MS"/>
                <a:cs typeface="Trebuchet MS"/>
              </a:rPr>
              <a:t>Estado </a:t>
            </a:r>
            <a:r>
              <a:rPr sz="3200" spc="-50" dirty="0">
                <a:latin typeface="Trebuchet MS"/>
                <a:cs typeface="Trebuchet MS"/>
              </a:rPr>
              <a:t>inicial </a:t>
            </a:r>
            <a:r>
              <a:rPr sz="3200" spc="60" dirty="0">
                <a:latin typeface="Trebuchet MS"/>
                <a:cs typeface="Trebuchet MS"/>
              </a:rPr>
              <a:t>da</a:t>
            </a:r>
            <a:r>
              <a:rPr sz="3200" spc="-204" dirty="0">
                <a:latin typeface="Trebuchet MS"/>
                <a:cs typeface="Trebuchet MS"/>
              </a:rPr>
              <a:t> </a:t>
            </a:r>
            <a:r>
              <a:rPr sz="3200" spc="15" dirty="0">
                <a:latin typeface="Trebuchet MS"/>
                <a:cs typeface="Trebuchet MS"/>
              </a:rPr>
              <a:t>árvore</a:t>
            </a:r>
            <a:endParaRPr sz="3200">
              <a:latin typeface="Trebuchet MS"/>
              <a:cs typeface="Trebuchet M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563620" y="285242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45957" y="4887"/>
                </a:lnTo>
                <a:lnTo>
                  <a:pt x="105524" y="18883"/>
                </a:lnTo>
                <a:lnTo>
                  <a:pt x="70201" y="40988"/>
                </a:lnTo>
                <a:lnTo>
                  <a:pt x="40988" y="70201"/>
                </a:lnTo>
                <a:lnTo>
                  <a:pt x="18883" y="105524"/>
                </a:lnTo>
                <a:lnTo>
                  <a:pt x="4887" y="145957"/>
                </a:lnTo>
                <a:lnTo>
                  <a:pt x="0" y="190500"/>
                </a:lnTo>
                <a:lnTo>
                  <a:pt x="4887" y="235042"/>
                </a:lnTo>
                <a:lnTo>
                  <a:pt x="18883" y="275475"/>
                </a:lnTo>
                <a:lnTo>
                  <a:pt x="40988" y="310798"/>
                </a:lnTo>
                <a:lnTo>
                  <a:pt x="70201" y="340011"/>
                </a:lnTo>
                <a:lnTo>
                  <a:pt x="105524" y="362116"/>
                </a:lnTo>
                <a:lnTo>
                  <a:pt x="145957" y="376112"/>
                </a:lnTo>
                <a:lnTo>
                  <a:pt x="190500" y="381000"/>
                </a:lnTo>
                <a:lnTo>
                  <a:pt x="235042" y="376112"/>
                </a:lnTo>
                <a:lnTo>
                  <a:pt x="275475" y="362116"/>
                </a:lnTo>
                <a:lnTo>
                  <a:pt x="310798" y="340011"/>
                </a:lnTo>
                <a:lnTo>
                  <a:pt x="340011" y="310798"/>
                </a:lnTo>
                <a:lnTo>
                  <a:pt x="362116" y="275475"/>
                </a:lnTo>
                <a:lnTo>
                  <a:pt x="376112" y="235042"/>
                </a:lnTo>
                <a:lnTo>
                  <a:pt x="381000" y="190500"/>
                </a:lnTo>
                <a:lnTo>
                  <a:pt x="376112" y="145957"/>
                </a:lnTo>
                <a:lnTo>
                  <a:pt x="362116" y="105524"/>
                </a:lnTo>
                <a:lnTo>
                  <a:pt x="340011" y="70201"/>
                </a:lnTo>
                <a:lnTo>
                  <a:pt x="310798" y="40988"/>
                </a:lnTo>
                <a:lnTo>
                  <a:pt x="275475" y="18883"/>
                </a:lnTo>
                <a:lnTo>
                  <a:pt x="235042" y="4887"/>
                </a:lnTo>
                <a:lnTo>
                  <a:pt x="1905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563620" y="285242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235042" y="4887"/>
                </a:lnTo>
                <a:lnTo>
                  <a:pt x="275475" y="18883"/>
                </a:lnTo>
                <a:lnTo>
                  <a:pt x="310798" y="40988"/>
                </a:lnTo>
                <a:lnTo>
                  <a:pt x="340011" y="70201"/>
                </a:lnTo>
                <a:lnTo>
                  <a:pt x="362116" y="105524"/>
                </a:lnTo>
                <a:lnTo>
                  <a:pt x="376112" y="145957"/>
                </a:lnTo>
                <a:lnTo>
                  <a:pt x="381000" y="190500"/>
                </a:lnTo>
                <a:lnTo>
                  <a:pt x="376112" y="235042"/>
                </a:lnTo>
                <a:lnTo>
                  <a:pt x="362116" y="275475"/>
                </a:lnTo>
                <a:lnTo>
                  <a:pt x="340011" y="310798"/>
                </a:lnTo>
                <a:lnTo>
                  <a:pt x="310798" y="340011"/>
                </a:lnTo>
                <a:lnTo>
                  <a:pt x="275475" y="362116"/>
                </a:lnTo>
                <a:lnTo>
                  <a:pt x="235042" y="376112"/>
                </a:lnTo>
                <a:lnTo>
                  <a:pt x="190500" y="381000"/>
                </a:lnTo>
                <a:lnTo>
                  <a:pt x="145957" y="376112"/>
                </a:lnTo>
                <a:lnTo>
                  <a:pt x="105524" y="362116"/>
                </a:lnTo>
                <a:lnTo>
                  <a:pt x="70201" y="340011"/>
                </a:lnTo>
                <a:lnTo>
                  <a:pt x="40988" y="310798"/>
                </a:lnTo>
                <a:lnTo>
                  <a:pt x="18883" y="275475"/>
                </a:lnTo>
                <a:lnTo>
                  <a:pt x="4887" y="235042"/>
                </a:lnTo>
                <a:lnTo>
                  <a:pt x="0" y="190500"/>
                </a:lnTo>
                <a:lnTo>
                  <a:pt x="4887" y="145957"/>
                </a:lnTo>
                <a:lnTo>
                  <a:pt x="18883" y="105524"/>
                </a:lnTo>
                <a:lnTo>
                  <a:pt x="40988" y="70201"/>
                </a:lnTo>
                <a:lnTo>
                  <a:pt x="70201" y="40988"/>
                </a:lnTo>
                <a:lnTo>
                  <a:pt x="105524" y="18883"/>
                </a:lnTo>
                <a:lnTo>
                  <a:pt x="145957" y="4887"/>
                </a:lnTo>
                <a:lnTo>
                  <a:pt x="190500" y="0"/>
                </a:lnTo>
                <a:close/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563620" y="2852420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944620" y="3233420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3665220" y="2860040"/>
            <a:ext cx="177800" cy="3771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i="1" dirty="0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888740" y="3177539"/>
            <a:ext cx="943610" cy="322580"/>
          </a:xfrm>
          <a:custGeom>
            <a:avLst/>
            <a:gdLst/>
            <a:ahLst/>
            <a:cxnLst/>
            <a:rect l="l" t="t" r="r" b="b"/>
            <a:pathLst>
              <a:path w="943610" h="322579">
                <a:moveTo>
                  <a:pt x="0" y="0"/>
                </a:moveTo>
                <a:lnTo>
                  <a:pt x="943610" y="32258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2556510" y="350012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45957" y="4887"/>
                </a:lnTo>
                <a:lnTo>
                  <a:pt x="105524" y="18883"/>
                </a:lnTo>
                <a:lnTo>
                  <a:pt x="70201" y="40988"/>
                </a:lnTo>
                <a:lnTo>
                  <a:pt x="40988" y="70201"/>
                </a:lnTo>
                <a:lnTo>
                  <a:pt x="18883" y="105524"/>
                </a:lnTo>
                <a:lnTo>
                  <a:pt x="4887" y="145957"/>
                </a:lnTo>
                <a:lnTo>
                  <a:pt x="0" y="190499"/>
                </a:lnTo>
                <a:lnTo>
                  <a:pt x="4887" y="235042"/>
                </a:lnTo>
                <a:lnTo>
                  <a:pt x="18883" y="275475"/>
                </a:lnTo>
                <a:lnTo>
                  <a:pt x="40988" y="310798"/>
                </a:lnTo>
                <a:lnTo>
                  <a:pt x="70201" y="340011"/>
                </a:lnTo>
                <a:lnTo>
                  <a:pt x="105524" y="362116"/>
                </a:lnTo>
                <a:lnTo>
                  <a:pt x="145957" y="376112"/>
                </a:lnTo>
                <a:lnTo>
                  <a:pt x="190500" y="380999"/>
                </a:lnTo>
                <a:lnTo>
                  <a:pt x="235042" y="376112"/>
                </a:lnTo>
                <a:lnTo>
                  <a:pt x="275475" y="362116"/>
                </a:lnTo>
                <a:lnTo>
                  <a:pt x="310798" y="340011"/>
                </a:lnTo>
                <a:lnTo>
                  <a:pt x="340011" y="310798"/>
                </a:lnTo>
                <a:lnTo>
                  <a:pt x="362116" y="275475"/>
                </a:lnTo>
                <a:lnTo>
                  <a:pt x="376112" y="235042"/>
                </a:lnTo>
                <a:lnTo>
                  <a:pt x="381000" y="190499"/>
                </a:lnTo>
                <a:lnTo>
                  <a:pt x="376112" y="145957"/>
                </a:lnTo>
                <a:lnTo>
                  <a:pt x="362116" y="105524"/>
                </a:lnTo>
                <a:lnTo>
                  <a:pt x="340011" y="70201"/>
                </a:lnTo>
                <a:lnTo>
                  <a:pt x="310798" y="40988"/>
                </a:lnTo>
                <a:lnTo>
                  <a:pt x="275475" y="18883"/>
                </a:lnTo>
                <a:lnTo>
                  <a:pt x="235042" y="4887"/>
                </a:lnTo>
                <a:lnTo>
                  <a:pt x="1905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2556510" y="350012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235042" y="4887"/>
                </a:lnTo>
                <a:lnTo>
                  <a:pt x="275475" y="18883"/>
                </a:lnTo>
                <a:lnTo>
                  <a:pt x="310798" y="40988"/>
                </a:lnTo>
                <a:lnTo>
                  <a:pt x="340011" y="70201"/>
                </a:lnTo>
                <a:lnTo>
                  <a:pt x="362116" y="105524"/>
                </a:lnTo>
                <a:lnTo>
                  <a:pt x="376112" y="145957"/>
                </a:lnTo>
                <a:lnTo>
                  <a:pt x="381000" y="190499"/>
                </a:lnTo>
                <a:lnTo>
                  <a:pt x="376112" y="235042"/>
                </a:lnTo>
                <a:lnTo>
                  <a:pt x="362116" y="275475"/>
                </a:lnTo>
                <a:lnTo>
                  <a:pt x="340011" y="310798"/>
                </a:lnTo>
                <a:lnTo>
                  <a:pt x="310798" y="340011"/>
                </a:lnTo>
                <a:lnTo>
                  <a:pt x="275475" y="362116"/>
                </a:lnTo>
                <a:lnTo>
                  <a:pt x="235042" y="376112"/>
                </a:lnTo>
                <a:lnTo>
                  <a:pt x="190500" y="380999"/>
                </a:lnTo>
                <a:lnTo>
                  <a:pt x="145957" y="376112"/>
                </a:lnTo>
                <a:lnTo>
                  <a:pt x="105524" y="362116"/>
                </a:lnTo>
                <a:lnTo>
                  <a:pt x="70201" y="340011"/>
                </a:lnTo>
                <a:lnTo>
                  <a:pt x="40988" y="310798"/>
                </a:lnTo>
                <a:lnTo>
                  <a:pt x="18883" y="275475"/>
                </a:lnTo>
                <a:lnTo>
                  <a:pt x="4887" y="235042"/>
                </a:lnTo>
                <a:lnTo>
                  <a:pt x="0" y="190499"/>
                </a:lnTo>
                <a:lnTo>
                  <a:pt x="4887" y="145957"/>
                </a:lnTo>
                <a:lnTo>
                  <a:pt x="18883" y="105524"/>
                </a:lnTo>
                <a:lnTo>
                  <a:pt x="40988" y="70201"/>
                </a:lnTo>
                <a:lnTo>
                  <a:pt x="70201" y="40988"/>
                </a:lnTo>
                <a:lnTo>
                  <a:pt x="105524" y="18883"/>
                </a:lnTo>
                <a:lnTo>
                  <a:pt x="145957" y="4887"/>
                </a:lnTo>
                <a:lnTo>
                  <a:pt x="190500" y="0"/>
                </a:lnTo>
                <a:close/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2556510" y="3500120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2937510" y="3881120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2656839" y="3507740"/>
            <a:ext cx="177800" cy="3771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i="1" dirty="0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2747010" y="3177539"/>
            <a:ext cx="872490" cy="322580"/>
          </a:xfrm>
          <a:custGeom>
            <a:avLst/>
            <a:gdLst/>
            <a:ahLst/>
            <a:cxnLst/>
            <a:rect l="l" t="t" r="r" b="b"/>
            <a:pathLst>
              <a:path w="872489" h="322579">
                <a:moveTo>
                  <a:pt x="872489" y="0"/>
                </a:moveTo>
                <a:lnTo>
                  <a:pt x="0" y="32258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4641850" y="350012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45957" y="4887"/>
                </a:lnTo>
                <a:lnTo>
                  <a:pt x="105524" y="18883"/>
                </a:lnTo>
                <a:lnTo>
                  <a:pt x="70201" y="40988"/>
                </a:lnTo>
                <a:lnTo>
                  <a:pt x="40988" y="70201"/>
                </a:lnTo>
                <a:lnTo>
                  <a:pt x="18883" y="105524"/>
                </a:lnTo>
                <a:lnTo>
                  <a:pt x="4887" y="145957"/>
                </a:lnTo>
                <a:lnTo>
                  <a:pt x="0" y="190499"/>
                </a:lnTo>
                <a:lnTo>
                  <a:pt x="4887" y="235042"/>
                </a:lnTo>
                <a:lnTo>
                  <a:pt x="18883" y="275475"/>
                </a:lnTo>
                <a:lnTo>
                  <a:pt x="40988" y="310798"/>
                </a:lnTo>
                <a:lnTo>
                  <a:pt x="70201" y="340011"/>
                </a:lnTo>
                <a:lnTo>
                  <a:pt x="105524" y="362116"/>
                </a:lnTo>
                <a:lnTo>
                  <a:pt x="145957" y="376112"/>
                </a:lnTo>
                <a:lnTo>
                  <a:pt x="190500" y="380999"/>
                </a:lnTo>
                <a:lnTo>
                  <a:pt x="235042" y="376112"/>
                </a:lnTo>
                <a:lnTo>
                  <a:pt x="275475" y="362116"/>
                </a:lnTo>
                <a:lnTo>
                  <a:pt x="310798" y="340011"/>
                </a:lnTo>
                <a:lnTo>
                  <a:pt x="340011" y="310798"/>
                </a:lnTo>
                <a:lnTo>
                  <a:pt x="362116" y="275475"/>
                </a:lnTo>
                <a:lnTo>
                  <a:pt x="376112" y="235042"/>
                </a:lnTo>
                <a:lnTo>
                  <a:pt x="381000" y="190499"/>
                </a:lnTo>
                <a:lnTo>
                  <a:pt x="376112" y="145957"/>
                </a:lnTo>
                <a:lnTo>
                  <a:pt x="362116" y="105524"/>
                </a:lnTo>
                <a:lnTo>
                  <a:pt x="340011" y="70201"/>
                </a:lnTo>
                <a:lnTo>
                  <a:pt x="310798" y="40988"/>
                </a:lnTo>
                <a:lnTo>
                  <a:pt x="275475" y="18883"/>
                </a:lnTo>
                <a:lnTo>
                  <a:pt x="235042" y="4887"/>
                </a:lnTo>
                <a:lnTo>
                  <a:pt x="19050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4641850" y="350012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45957" y="4887"/>
                </a:lnTo>
                <a:lnTo>
                  <a:pt x="105524" y="18883"/>
                </a:lnTo>
                <a:lnTo>
                  <a:pt x="70201" y="40988"/>
                </a:lnTo>
                <a:lnTo>
                  <a:pt x="40988" y="70201"/>
                </a:lnTo>
                <a:lnTo>
                  <a:pt x="18883" y="105524"/>
                </a:lnTo>
                <a:lnTo>
                  <a:pt x="4887" y="145957"/>
                </a:lnTo>
                <a:lnTo>
                  <a:pt x="0" y="190499"/>
                </a:lnTo>
                <a:lnTo>
                  <a:pt x="4887" y="235042"/>
                </a:lnTo>
                <a:lnTo>
                  <a:pt x="18883" y="275475"/>
                </a:lnTo>
                <a:lnTo>
                  <a:pt x="40988" y="310798"/>
                </a:lnTo>
                <a:lnTo>
                  <a:pt x="70201" y="340011"/>
                </a:lnTo>
                <a:lnTo>
                  <a:pt x="105524" y="362116"/>
                </a:lnTo>
                <a:lnTo>
                  <a:pt x="145957" y="376112"/>
                </a:lnTo>
                <a:lnTo>
                  <a:pt x="190500" y="380999"/>
                </a:lnTo>
                <a:lnTo>
                  <a:pt x="235042" y="376112"/>
                </a:lnTo>
                <a:lnTo>
                  <a:pt x="275475" y="362116"/>
                </a:lnTo>
                <a:lnTo>
                  <a:pt x="310798" y="340011"/>
                </a:lnTo>
                <a:lnTo>
                  <a:pt x="340011" y="310798"/>
                </a:lnTo>
                <a:lnTo>
                  <a:pt x="362116" y="275475"/>
                </a:lnTo>
                <a:lnTo>
                  <a:pt x="376112" y="235042"/>
                </a:lnTo>
                <a:lnTo>
                  <a:pt x="381000" y="190499"/>
                </a:lnTo>
                <a:lnTo>
                  <a:pt x="376112" y="145957"/>
                </a:lnTo>
                <a:lnTo>
                  <a:pt x="362116" y="105524"/>
                </a:lnTo>
                <a:lnTo>
                  <a:pt x="340011" y="70201"/>
                </a:lnTo>
                <a:lnTo>
                  <a:pt x="310798" y="40988"/>
                </a:lnTo>
                <a:lnTo>
                  <a:pt x="275475" y="18883"/>
                </a:lnTo>
                <a:lnTo>
                  <a:pt x="235042" y="4887"/>
                </a:lnTo>
                <a:lnTo>
                  <a:pt x="190500" y="0"/>
                </a:lnTo>
                <a:close/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5022850" y="3500120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4641850" y="3881120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4743450" y="3507740"/>
            <a:ext cx="177800" cy="3771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i="1" dirty="0">
                <a:latin typeface="Times New Roman"/>
                <a:cs typeface="Times New Roman"/>
              </a:rPr>
              <a:t>4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4966970" y="3825240"/>
            <a:ext cx="1026160" cy="541020"/>
          </a:xfrm>
          <a:custGeom>
            <a:avLst/>
            <a:gdLst/>
            <a:ahLst/>
            <a:cxnLst/>
            <a:rect l="l" t="t" r="r" b="b"/>
            <a:pathLst>
              <a:path w="1026160" h="541020">
                <a:moveTo>
                  <a:pt x="0" y="0"/>
                </a:moveTo>
                <a:lnTo>
                  <a:pt x="1026159" y="54102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3797300" y="3825240"/>
            <a:ext cx="900430" cy="541020"/>
          </a:xfrm>
          <a:custGeom>
            <a:avLst/>
            <a:gdLst/>
            <a:ahLst/>
            <a:cxnLst/>
            <a:rect l="l" t="t" r="r" b="b"/>
            <a:pathLst>
              <a:path w="900429" h="541020">
                <a:moveTo>
                  <a:pt x="900429" y="0"/>
                </a:moveTo>
                <a:lnTo>
                  <a:pt x="0" y="54102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3708400" y="42926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45957" y="4887"/>
                </a:lnTo>
                <a:lnTo>
                  <a:pt x="105524" y="18883"/>
                </a:lnTo>
                <a:lnTo>
                  <a:pt x="70201" y="40988"/>
                </a:lnTo>
                <a:lnTo>
                  <a:pt x="40988" y="70201"/>
                </a:lnTo>
                <a:lnTo>
                  <a:pt x="18883" y="105524"/>
                </a:lnTo>
                <a:lnTo>
                  <a:pt x="4887" y="145957"/>
                </a:lnTo>
                <a:lnTo>
                  <a:pt x="0" y="190500"/>
                </a:lnTo>
                <a:lnTo>
                  <a:pt x="4887" y="235042"/>
                </a:lnTo>
                <a:lnTo>
                  <a:pt x="18883" y="275475"/>
                </a:lnTo>
                <a:lnTo>
                  <a:pt x="40988" y="310798"/>
                </a:lnTo>
                <a:lnTo>
                  <a:pt x="70201" y="340011"/>
                </a:lnTo>
                <a:lnTo>
                  <a:pt x="105524" y="362116"/>
                </a:lnTo>
                <a:lnTo>
                  <a:pt x="145957" y="376112"/>
                </a:lnTo>
                <a:lnTo>
                  <a:pt x="190500" y="381000"/>
                </a:lnTo>
                <a:lnTo>
                  <a:pt x="235042" y="376112"/>
                </a:lnTo>
                <a:lnTo>
                  <a:pt x="275475" y="362116"/>
                </a:lnTo>
                <a:lnTo>
                  <a:pt x="310798" y="340011"/>
                </a:lnTo>
                <a:lnTo>
                  <a:pt x="340011" y="310798"/>
                </a:lnTo>
                <a:lnTo>
                  <a:pt x="362116" y="275475"/>
                </a:lnTo>
                <a:lnTo>
                  <a:pt x="376112" y="235042"/>
                </a:lnTo>
                <a:lnTo>
                  <a:pt x="381000" y="190500"/>
                </a:lnTo>
                <a:lnTo>
                  <a:pt x="376112" y="145957"/>
                </a:lnTo>
                <a:lnTo>
                  <a:pt x="362116" y="105524"/>
                </a:lnTo>
                <a:lnTo>
                  <a:pt x="340011" y="70201"/>
                </a:lnTo>
                <a:lnTo>
                  <a:pt x="310798" y="40988"/>
                </a:lnTo>
                <a:lnTo>
                  <a:pt x="275475" y="18883"/>
                </a:lnTo>
                <a:lnTo>
                  <a:pt x="235042" y="4887"/>
                </a:lnTo>
                <a:lnTo>
                  <a:pt x="1905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3708400" y="42926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235042" y="4887"/>
                </a:lnTo>
                <a:lnTo>
                  <a:pt x="275475" y="18883"/>
                </a:lnTo>
                <a:lnTo>
                  <a:pt x="310798" y="40988"/>
                </a:lnTo>
                <a:lnTo>
                  <a:pt x="340011" y="70201"/>
                </a:lnTo>
                <a:lnTo>
                  <a:pt x="362116" y="105524"/>
                </a:lnTo>
                <a:lnTo>
                  <a:pt x="376112" y="145957"/>
                </a:lnTo>
                <a:lnTo>
                  <a:pt x="381000" y="190500"/>
                </a:lnTo>
                <a:lnTo>
                  <a:pt x="376112" y="235042"/>
                </a:lnTo>
                <a:lnTo>
                  <a:pt x="362116" y="275475"/>
                </a:lnTo>
                <a:lnTo>
                  <a:pt x="340011" y="310798"/>
                </a:lnTo>
                <a:lnTo>
                  <a:pt x="310798" y="340011"/>
                </a:lnTo>
                <a:lnTo>
                  <a:pt x="275475" y="362116"/>
                </a:lnTo>
                <a:lnTo>
                  <a:pt x="235042" y="376112"/>
                </a:lnTo>
                <a:lnTo>
                  <a:pt x="190500" y="381000"/>
                </a:lnTo>
                <a:lnTo>
                  <a:pt x="145957" y="376112"/>
                </a:lnTo>
                <a:lnTo>
                  <a:pt x="105524" y="362116"/>
                </a:lnTo>
                <a:lnTo>
                  <a:pt x="70201" y="340011"/>
                </a:lnTo>
                <a:lnTo>
                  <a:pt x="40988" y="310798"/>
                </a:lnTo>
                <a:lnTo>
                  <a:pt x="18883" y="275475"/>
                </a:lnTo>
                <a:lnTo>
                  <a:pt x="4887" y="235042"/>
                </a:lnTo>
                <a:lnTo>
                  <a:pt x="0" y="190500"/>
                </a:lnTo>
                <a:lnTo>
                  <a:pt x="4887" y="145957"/>
                </a:lnTo>
                <a:lnTo>
                  <a:pt x="18883" y="105524"/>
                </a:lnTo>
                <a:lnTo>
                  <a:pt x="40988" y="70201"/>
                </a:lnTo>
                <a:lnTo>
                  <a:pt x="70201" y="40988"/>
                </a:lnTo>
                <a:lnTo>
                  <a:pt x="105524" y="18883"/>
                </a:lnTo>
                <a:lnTo>
                  <a:pt x="145957" y="4887"/>
                </a:lnTo>
                <a:lnTo>
                  <a:pt x="190500" y="0"/>
                </a:lnTo>
                <a:close/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3708400" y="4292600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4089400" y="4673600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3810000" y="4300220"/>
            <a:ext cx="177800" cy="3771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i="1" dirty="0">
                <a:solidFill>
                  <a:srgbClr val="FFFFFF"/>
                </a:solidFill>
                <a:latin typeface="Times New Roman"/>
                <a:cs typeface="Times New Roman"/>
              </a:rPr>
              <a:t>3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5796279" y="4366259"/>
            <a:ext cx="381000" cy="379730"/>
          </a:xfrm>
          <a:custGeom>
            <a:avLst/>
            <a:gdLst/>
            <a:ahLst/>
            <a:cxnLst/>
            <a:rect l="l" t="t" r="r" b="b"/>
            <a:pathLst>
              <a:path w="381000" h="379729">
                <a:moveTo>
                  <a:pt x="190500" y="0"/>
                </a:moveTo>
                <a:lnTo>
                  <a:pt x="145957" y="4820"/>
                </a:lnTo>
                <a:lnTo>
                  <a:pt x="105524" y="18661"/>
                </a:lnTo>
                <a:lnTo>
                  <a:pt x="70201" y="40588"/>
                </a:lnTo>
                <a:lnTo>
                  <a:pt x="40988" y="69668"/>
                </a:lnTo>
                <a:lnTo>
                  <a:pt x="18883" y="104969"/>
                </a:lnTo>
                <a:lnTo>
                  <a:pt x="4887" y="145557"/>
                </a:lnTo>
                <a:lnTo>
                  <a:pt x="0" y="190500"/>
                </a:lnTo>
                <a:lnTo>
                  <a:pt x="4887" y="234972"/>
                </a:lnTo>
                <a:lnTo>
                  <a:pt x="18883" y="275223"/>
                </a:lnTo>
                <a:lnTo>
                  <a:pt x="40988" y="310298"/>
                </a:lnTo>
                <a:lnTo>
                  <a:pt x="70201" y="339241"/>
                </a:lnTo>
                <a:lnTo>
                  <a:pt x="105524" y="361098"/>
                </a:lnTo>
                <a:lnTo>
                  <a:pt x="145957" y="374912"/>
                </a:lnTo>
                <a:lnTo>
                  <a:pt x="190500" y="379729"/>
                </a:lnTo>
                <a:lnTo>
                  <a:pt x="235042" y="374912"/>
                </a:lnTo>
                <a:lnTo>
                  <a:pt x="275475" y="361098"/>
                </a:lnTo>
                <a:lnTo>
                  <a:pt x="310798" y="339241"/>
                </a:lnTo>
                <a:lnTo>
                  <a:pt x="340011" y="310298"/>
                </a:lnTo>
                <a:lnTo>
                  <a:pt x="362116" y="275223"/>
                </a:lnTo>
                <a:lnTo>
                  <a:pt x="376112" y="234972"/>
                </a:lnTo>
                <a:lnTo>
                  <a:pt x="381000" y="190500"/>
                </a:lnTo>
                <a:lnTo>
                  <a:pt x="376112" y="145557"/>
                </a:lnTo>
                <a:lnTo>
                  <a:pt x="362116" y="104969"/>
                </a:lnTo>
                <a:lnTo>
                  <a:pt x="340011" y="69668"/>
                </a:lnTo>
                <a:lnTo>
                  <a:pt x="310798" y="40588"/>
                </a:lnTo>
                <a:lnTo>
                  <a:pt x="275475" y="18661"/>
                </a:lnTo>
                <a:lnTo>
                  <a:pt x="235042" y="4820"/>
                </a:lnTo>
                <a:lnTo>
                  <a:pt x="1905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5796279" y="4366259"/>
            <a:ext cx="381000" cy="379730"/>
          </a:xfrm>
          <a:custGeom>
            <a:avLst/>
            <a:gdLst/>
            <a:ahLst/>
            <a:cxnLst/>
            <a:rect l="l" t="t" r="r" b="b"/>
            <a:pathLst>
              <a:path w="381000" h="379729">
                <a:moveTo>
                  <a:pt x="190500" y="0"/>
                </a:moveTo>
                <a:lnTo>
                  <a:pt x="235042" y="4820"/>
                </a:lnTo>
                <a:lnTo>
                  <a:pt x="275475" y="18661"/>
                </a:lnTo>
                <a:lnTo>
                  <a:pt x="310798" y="40588"/>
                </a:lnTo>
                <a:lnTo>
                  <a:pt x="340011" y="69668"/>
                </a:lnTo>
                <a:lnTo>
                  <a:pt x="362116" y="104969"/>
                </a:lnTo>
                <a:lnTo>
                  <a:pt x="376112" y="145557"/>
                </a:lnTo>
                <a:lnTo>
                  <a:pt x="381000" y="190500"/>
                </a:lnTo>
                <a:lnTo>
                  <a:pt x="376112" y="234972"/>
                </a:lnTo>
                <a:lnTo>
                  <a:pt x="362116" y="275223"/>
                </a:lnTo>
                <a:lnTo>
                  <a:pt x="340011" y="310298"/>
                </a:lnTo>
                <a:lnTo>
                  <a:pt x="310798" y="339241"/>
                </a:lnTo>
                <a:lnTo>
                  <a:pt x="275475" y="361098"/>
                </a:lnTo>
                <a:lnTo>
                  <a:pt x="235042" y="374912"/>
                </a:lnTo>
                <a:lnTo>
                  <a:pt x="190500" y="379729"/>
                </a:lnTo>
                <a:lnTo>
                  <a:pt x="145957" y="374912"/>
                </a:lnTo>
                <a:lnTo>
                  <a:pt x="105524" y="361098"/>
                </a:lnTo>
                <a:lnTo>
                  <a:pt x="70201" y="339241"/>
                </a:lnTo>
                <a:lnTo>
                  <a:pt x="40988" y="310298"/>
                </a:lnTo>
                <a:lnTo>
                  <a:pt x="18883" y="275223"/>
                </a:lnTo>
                <a:lnTo>
                  <a:pt x="4887" y="234972"/>
                </a:lnTo>
                <a:lnTo>
                  <a:pt x="0" y="190500"/>
                </a:lnTo>
                <a:lnTo>
                  <a:pt x="4887" y="145557"/>
                </a:lnTo>
                <a:lnTo>
                  <a:pt x="18883" y="104969"/>
                </a:lnTo>
                <a:lnTo>
                  <a:pt x="40988" y="69668"/>
                </a:lnTo>
                <a:lnTo>
                  <a:pt x="70201" y="40588"/>
                </a:lnTo>
                <a:lnTo>
                  <a:pt x="105524" y="18661"/>
                </a:lnTo>
                <a:lnTo>
                  <a:pt x="145957" y="4820"/>
                </a:lnTo>
                <a:lnTo>
                  <a:pt x="190500" y="0"/>
                </a:lnTo>
                <a:close/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5796279" y="4366259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6177279" y="4747259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 txBox="1"/>
          <p:nvPr/>
        </p:nvSpPr>
        <p:spPr>
          <a:xfrm>
            <a:off x="5897879" y="4373879"/>
            <a:ext cx="177800" cy="3771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i="1" dirty="0">
                <a:solidFill>
                  <a:srgbClr val="FFFFFF"/>
                </a:solidFill>
                <a:latin typeface="Times New Roman"/>
                <a:cs typeface="Times New Roman"/>
              </a:rPr>
              <a:t>5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5986779" y="4745990"/>
            <a:ext cx="504190" cy="554990"/>
          </a:xfrm>
          <a:custGeom>
            <a:avLst/>
            <a:gdLst/>
            <a:ahLst/>
            <a:cxnLst/>
            <a:rect l="l" t="t" r="r" b="b"/>
            <a:pathLst>
              <a:path w="504189" h="554989">
                <a:moveTo>
                  <a:pt x="0" y="0"/>
                </a:moveTo>
                <a:lnTo>
                  <a:pt x="504190" y="55499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6294120" y="5300979"/>
            <a:ext cx="382270" cy="381000"/>
          </a:xfrm>
          <a:custGeom>
            <a:avLst/>
            <a:gdLst/>
            <a:ahLst/>
            <a:cxnLst/>
            <a:rect l="l" t="t" r="r" b="b"/>
            <a:pathLst>
              <a:path w="382270" h="381000">
                <a:moveTo>
                  <a:pt x="191769" y="0"/>
                </a:moveTo>
                <a:lnTo>
                  <a:pt x="147157" y="4887"/>
                </a:lnTo>
                <a:lnTo>
                  <a:pt x="106543" y="18883"/>
                </a:lnTo>
                <a:lnTo>
                  <a:pt x="70971" y="40988"/>
                </a:lnTo>
                <a:lnTo>
                  <a:pt x="41487" y="70201"/>
                </a:lnTo>
                <a:lnTo>
                  <a:pt x="19135" y="105524"/>
                </a:lnTo>
                <a:lnTo>
                  <a:pt x="4957" y="145957"/>
                </a:lnTo>
                <a:lnTo>
                  <a:pt x="0" y="190500"/>
                </a:lnTo>
                <a:lnTo>
                  <a:pt x="4957" y="235042"/>
                </a:lnTo>
                <a:lnTo>
                  <a:pt x="19135" y="275475"/>
                </a:lnTo>
                <a:lnTo>
                  <a:pt x="41487" y="310798"/>
                </a:lnTo>
                <a:lnTo>
                  <a:pt x="70971" y="340011"/>
                </a:lnTo>
                <a:lnTo>
                  <a:pt x="106543" y="362116"/>
                </a:lnTo>
                <a:lnTo>
                  <a:pt x="147157" y="376112"/>
                </a:lnTo>
                <a:lnTo>
                  <a:pt x="191769" y="381000"/>
                </a:lnTo>
                <a:lnTo>
                  <a:pt x="236312" y="376112"/>
                </a:lnTo>
                <a:lnTo>
                  <a:pt x="276745" y="362116"/>
                </a:lnTo>
                <a:lnTo>
                  <a:pt x="312068" y="340011"/>
                </a:lnTo>
                <a:lnTo>
                  <a:pt x="341281" y="310798"/>
                </a:lnTo>
                <a:lnTo>
                  <a:pt x="363386" y="275475"/>
                </a:lnTo>
                <a:lnTo>
                  <a:pt x="377382" y="235042"/>
                </a:lnTo>
                <a:lnTo>
                  <a:pt x="382270" y="190500"/>
                </a:lnTo>
                <a:lnTo>
                  <a:pt x="377382" y="145957"/>
                </a:lnTo>
                <a:lnTo>
                  <a:pt x="363386" y="105524"/>
                </a:lnTo>
                <a:lnTo>
                  <a:pt x="341281" y="70201"/>
                </a:lnTo>
                <a:lnTo>
                  <a:pt x="312068" y="40988"/>
                </a:lnTo>
                <a:lnTo>
                  <a:pt x="276745" y="18883"/>
                </a:lnTo>
                <a:lnTo>
                  <a:pt x="236312" y="4887"/>
                </a:lnTo>
                <a:lnTo>
                  <a:pt x="191769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6294120" y="5300979"/>
            <a:ext cx="382270" cy="381000"/>
          </a:xfrm>
          <a:custGeom>
            <a:avLst/>
            <a:gdLst/>
            <a:ahLst/>
            <a:cxnLst/>
            <a:rect l="l" t="t" r="r" b="b"/>
            <a:pathLst>
              <a:path w="382270" h="381000">
                <a:moveTo>
                  <a:pt x="191769" y="0"/>
                </a:moveTo>
                <a:lnTo>
                  <a:pt x="147157" y="4887"/>
                </a:lnTo>
                <a:lnTo>
                  <a:pt x="106543" y="18883"/>
                </a:lnTo>
                <a:lnTo>
                  <a:pt x="70971" y="40988"/>
                </a:lnTo>
                <a:lnTo>
                  <a:pt x="41487" y="70201"/>
                </a:lnTo>
                <a:lnTo>
                  <a:pt x="19135" y="105524"/>
                </a:lnTo>
                <a:lnTo>
                  <a:pt x="4957" y="145957"/>
                </a:lnTo>
                <a:lnTo>
                  <a:pt x="0" y="190500"/>
                </a:lnTo>
                <a:lnTo>
                  <a:pt x="4957" y="235042"/>
                </a:lnTo>
                <a:lnTo>
                  <a:pt x="19135" y="275475"/>
                </a:lnTo>
                <a:lnTo>
                  <a:pt x="41487" y="310798"/>
                </a:lnTo>
                <a:lnTo>
                  <a:pt x="70971" y="340011"/>
                </a:lnTo>
                <a:lnTo>
                  <a:pt x="106543" y="362116"/>
                </a:lnTo>
                <a:lnTo>
                  <a:pt x="147157" y="376112"/>
                </a:lnTo>
                <a:lnTo>
                  <a:pt x="191769" y="381000"/>
                </a:lnTo>
                <a:lnTo>
                  <a:pt x="236312" y="376112"/>
                </a:lnTo>
                <a:lnTo>
                  <a:pt x="276745" y="362116"/>
                </a:lnTo>
                <a:lnTo>
                  <a:pt x="312068" y="340011"/>
                </a:lnTo>
                <a:lnTo>
                  <a:pt x="341281" y="310798"/>
                </a:lnTo>
                <a:lnTo>
                  <a:pt x="363386" y="275475"/>
                </a:lnTo>
                <a:lnTo>
                  <a:pt x="377382" y="235042"/>
                </a:lnTo>
                <a:lnTo>
                  <a:pt x="382270" y="190500"/>
                </a:lnTo>
                <a:lnTo>
                  <a:pt x="377382" y="145957"/>
                </a:lnTo>
                <a:lnTo>
                  <a:pt x="363386" y="105524"/>
                </a:lnTo>
                <a:lnTo>
                  <a:pt x="341281" y="70201"/>
                </a:lnTo>
                <a:lnTo>
                  <a:pt x="312068" y="40988"/>
                </a:lnTo>
                <a:lnTo>
                  <a:pt x="276745" y="18883"/>
                </a:lnTo>
                <a:lnTo>
                  <a:pt x="236312" y="4887"/>
                </a:lnTo>
                <a:lnTo>
                  <a:pt x="191769" y="0"/>
                </a:lnTo>
                <a:close/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6676390" y="5300979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6294120" y="5681979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 txBox="1"/>
          <p:nvPr/>
        </p:nvSpPr>
        <p:spPr>
          <a:xfrm>
            <a:off x="6396990" y="5308600"/>
            <a:ext cx="177800" cy="3771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i="1" dirty="0">
                <a:latin typeface="Times New Roman"/>
                <a:cs typeface="Times New Roman"/>
              </a:rPr>
              <a:t>6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914400" rIns="0" bIns="0" rtlCol="0">
            <a:spAutoFit/>
          </a:bodyPr>
          <a:lstStyle/>
          <a:p>
            <a:pPr marL="2438400">
              <a:lnSpc>
                <a:spcPct val="100000"/>
              </a:lnSpc>
            </a:pPr>
            <a:r>
              <a:rPr sz="4000" spc="30" dirty="0"/>
              <a:t>Exemplo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535940" y="1645920"/>
            <a:ext cx="3862070" cy="4876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Font typeface="Arial"/>
              <a:buChar char="•"/>
              <a:tabLst>
                <a:tab pos="355600" algn="l"/>
              </a:tabLst>
            </a:pPr>
            <a:r>
              <a:rPr sz="3200" spc="30" dirty="0">
                <a:latin typeface="Trebuchet MS"/>
                <a:cs typeface="Trebuchet MS"/>
              </a:rPr>
              <a:t>Inserção </a:t>
            </a:r>
            <a:r>
              <a:rPr sz="3200" spc="45" dirty="0">
                <a:latin typeface="Trebuchet MS"/>
                <a:cs typeface="Trebuchet MS"/>
              </a:rPr>
              <a:t>do </a:t>
            </a:r>
            <a:r>
              <a:rPr sz="3200" spc="50" dirty="0">
                <a:latin typeface="Trebuchet MS"/>
                <a:cs typeface="Trebuchet MS"/>
              </a:rPr>
              <a:t>nodo</a:t>
            </a:r>
            <a:r>
              <a:rPr sz="3200" spc="-335" dirty="0">
                <a:latin typeface="Trebuchet MS"/>
                <a:cs typeface="Trebuchet MS"/>
              </a:rPr>
              <a:t> </a:t>
            </a:r>
            <a:r>
              <a:rPr sz="3200" spc="150" dirty="0">
                <a:latin typeface="Trebuchet MS"/>
                <a:cs typeface="Trebuchet MS"/>
              </a:rPr>
              <a:t>7</a:t>
            </a:r>
            <a:endParaRPr sz="32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113529" y="5707379"/>
            <a:ext cx="2135505" cy="2266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spc="5" dirty="0">
                <a:latin typeface="Trebuchet MS"/>
                <a:cs typeface="Trebuchet MS"/>
              </a:rPr>
              <a:t>Violação </a:t>
            </a:r>
            <a:r>
              <a:rPr sz="1400" spc="25" dirty="0">
                <a:latin typeface="Trebuchet MS"/>
                <a:cs typeface="Trebuchet MS"/>
              </a:rPr>
              <a:t>da </a:t>
            </a:r>
            <a:r>
              <a:rPr sz="1400" dirty="0">
                <a:latin typeface="Trebuchet MS"/>
                <a:cs typeface="Trebuchet MS"/>
              </a:rPr>
              <a:t>propriedade</a:t>
            </a:r>
            <a:r>
              <a:rPr sz="1400" spc="-170" dirty="0">
                <a:latin typeface="Trebuchet MS"/>
                <a:cs typeface="Trebuchet MS"/>
              </a:rPr>
              <a:t> </a:t>
            </a:r>
            <a:r>
              <a:rPr sz="1400" spc="65" dirty="0">
                <a:latin typeface="Trebuchet MS"/>
                <a:cs typeface="Trebuchet MS"/>
              </a:rPr>
              <a:t>4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492500" y="2708910"/>
            <a:ext cx="381000" cy="379730"/>
          </a:xfrm>
          <a:custGeom>
            <a:avLst/>
            <a:gdLst/>
            <a:ahLst/>
            <a:cxnLst/>
            <a:rect l="l" t="t" r="r" b="b"/>
            <a:pathLst>
              <a:path w="381000" h="379730">
                <a:moveTo>
                  <a:pt x="190500" y="0"/>
                </a:moveTo>
                <a:lnTo>
                  <a:pt x="145957" y="4817"/>
                </a:lnTo>
                <a:lnTo>
                  <a:pt x="105524" y="18631"/>
                </a:lnTo>
                <a:lnTo>
                  <a:pt x="70201" y="40488"/>
                </a:lnTo>
                <a:lnTo>
                  <a:pt x="40988" y="69431"/>
                </a:lnTo>
                <a:lnTo>
                  <a:pt x="18883" y="104506"/>
                </a:lnTo>
                <a:lnTo>
                  <a:pt x="4887" y="144757"/>
                </a:lnTo>
                <a:lnTo>
                  <a:pt x="0" y="189229"/>
                </a:lnTo>
                <a:lnTo>
                  <a:pt x="4887" y="233772"/>
                </a:lnTo>
                <a:lnTo>
                  <a:pt x="18883" y="274205"/>
                </a:lnTo>
                <a:lnTo>
                  <a:pt x="40988" y="309528"/>
                </a:lnTo>
                <a:lnTo>
                  <a:pt x="70201" y="338741"/>
                </a:lnTo>
                <a:lnTo>
                  <a:pt x="105524" y="360846"/>
                </a:lnTo>
                <a:lnTo>
                  <a:pt x="145957" y="374842"/>
                </a:lnTo>
                <a:lnTo>
                  <a:pt x="190500" y="379729"/>
                </a:lnTo>
                <a:lnTo>
                  <a:pt x="235042" y="374842"/>
                </a:lnTo>
                <a:lnTo>
                  <a:pt x="275475" y="360846"/>
                </a:lnTo>
                <a:lnTo>
                  <a:pt x="310798" y="338741"/>
                </a:lnTo>
                <a:lnTo>
                  <a:pt x="340011" y="309528"/>
                </a:lnTo>
                <a:lnTo>
                  <a:pt x="362116" y="274205"/>
                </a:lnTo>
                <a:lnTo>
                  <a:pt x="376112" y="233772"/>
                </a:lnTo>
                <a:lnTo>
                  <a:pt x="381000" y="189229"/>
                </a:lnTo>
                <a:lnTo>
                  <a:pt x="376112" y="144757"/>
                </a:lnTo>
                <a:lnTo>
                  <a:pt x="362116" y="104506"/>
                </a:lnTo>
                <a:lnTo>
                  <a:pt x="340011" y="69431"/>
                </a:lnTo>
                <a:lnTo>
                  <a:pt x="310798" y="40488"/>
                </a:lnTo>
                <a:lnTo>
                  <a:pt x="275475" y="18631"/>
                </a:lnTo>
                <a:lnTo>
                  <a:pt x="235042" y="4817"/>
                </a:lnTo>
                <a:lnTo>
                  <a:pt x="1905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492500" y="2708910"/>
            <a:ext cx="381000" cy="379730"/>
          </a:xfrm>
          <a:custGeom>
            <a:avLst/>
            <a:gdLst/>
            <a:ahLst/>
            <a:cxnLst/>
            <a:rect l="l" t="t" r="r" b="b"/>
            <a:pathLst>
              <a:path w="381000" h="379730">
                <a:moveTo>
                  <a:pt x="190500" y="0"/>
                </a:moveTo>
                <a:lnTo>
                  <a:pt x="235042" y="4817"/>
                </a:lnTo>
                <a:lnTo>
                  <a:pt x="275475" y="18631"/>
                </a:lnTo>
                <a:lnTo>
                  <a:pt x="310798" y="40488"/>
                </a:lnTo>
                <a:lnTo>
                  <a:pt x="340011" y="69431"/>
                </a:lnTo>
                <a:lnTo>
                  <a:pt x="362116" y="104506"/>
                </a:lnTo>
                <a:lnTo>
                  <a:pt x="376112" y="144757"/>
                </a:lnTo>
                <a:lnTo>
                  <a:pt x="381000" y="189229"/>
                </a:lnTo>
                <a:lnTo>
                  <a:pt x="376112" y="233772"/>
                </a:lnTo>
                <a:lnTo>
                  <a:pt x="362116" y="274205"/>
                </a:lnTo>
                <a:lnTo>
                  <a:pt x="340011" y="309528"/>
                </a:lnTo>
                <a:lnTo>
                  <a:pt x="310798" y="338741"/>
                </a:lnTo>
                <a:lnTo>
                  <a:pt x="275475" y="360846"/>
                </a:lnTo>
                <a:lnTo>
                  <a:pt x="235042" y="374842"/>
                </a:lnTo>
                <a:lnTo>
                  <a:pt x="190500" y="379729"/>
                </a:lnTo>
                <a:lnTo>
                  <a:pt x="145957" y="374842"/>
                </a:lnTo>
                <a:lnTo>
                  <a:pt x="105524" y="360846"/>
                </a:lnTo>
                <a:lnTo>
                  <a:pt x="70201" y="338741"/>
                </a:lnTo>
                <a:lnTo>
                  <a:pt x="40988" y="309528"/>
                </a:lnTo>
                <a:lnTo>
                  <a:pt x="18883" y="274205"/>
                </a:lnTo>
                <a:lnTo>
                  <a:pt x="4887" y="233772"/>
                </a:lnTo>
                <a:lnTo>
                  <a:pt x="0" y="189229"/>
                </a:lnTo>
                <a:lnTo>
                  <a:pt x="4887" y="144757"/>
                </a:lnTo>
                <a:lnTo>
                  <a:pt x="18883" y="104506"/>
                </a:lnTo>
                <a:lnTo>
                  <a:pt x="40988" y="69431"/>
                </a:lnTo>
                <a:lnTo>
                  <a:pt x="70201" y="40488"/>
                </a:lnTo>
                <a:lnTo>
                  <a:pt x="105524" y="18631"/>
                </a:lnTo>
                <a:lnTo>
                  <a:pt x="145957" y="4817"/>
                </a:lnTo>
                <a:lnTo>
                  <a:pt x="190500" y="0"/>
                </a:lnTo>
                <a:close/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492500" y="2708910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873500" y="3089910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3594100" y="2716529"/>
            <a:ext cx="177800" cy="3771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i="1" dirty="0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3817620" y="3032760"/>
            <a:ext cx="944880" cy="322580"/>
          </a:xfrm>
          <a:custGeom>
            <a:avLst/>
            <a:gdLst/>
            <a:ahLst/>
            <a:cxnLst/>
            <a:rect l="l" t="t" r="r" b="b"/>
            <a:pathLst>
              <a:path w="944879" h="322579">
                <a:moveTo>
                  <a:pt x="0" y="0"/>
                </a:moveTo>
                <a:lnTo>
                  <a:pt x="944879" y="322579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2674620" y="3032760"/>
            <a:ext cx="873760" cy="322580"/>
          </a:xfrm>
          <a:custGeom>
            <a:avLst/>
            <a:gdLst/>
            <a:ahLst/>
            <a:cxnLst/>
            <a:rect l="l" t="t" r="r" b="b"/>
            <a:pathLst>
              <a:path w="873760" h="322579">
                <a:moveTo>
                  <a:pt x="873759" y="0"/>
                </a:moveTo>
                <a:lnTo>
                  <a:pt x="0" y="322579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4572000" y="335534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45957" y="4887"/>
                </a:lnTo>
                <a:lnTo>
                  <a:pt x="105524" y="18883"/>
                </a:lnTo>
                <a:lnTo>
                  <a:pt x="70201" y="40988"/>
                </a:lnTo>
                <a:lnTo>
                  <a:pt x="40988" y="70201"/>
                </a:lnTo>
                <a:lnTo>
                  <a:pt x="18883" y="105524"/>
                </a:lnTo>
                <a:lnTo>
                  <a:pt x="4887" y="145957"/>
                </a:lnTo>
                <a:lnTo>
                  <a:pt x="0" y="190500"/>
                </a:lnTo>
                <a:lnTo>
                  <a:pt x="4887" y="235042"/>
                </a:lnTo>
                <a:lnTo>
                  <a:pt x="18883" y="275475"/>
                </a:lnTo>
                <a:lnTo>
                  <a:pt x="40988" y="310798"/>
                </a:lnTo>
                <a:lnTo>
                  <a:pt x="70201" y="340011"/>
                </a:lnTo>
                <a:lnTo>
                  <a:pt x="105524" y="362116"/>
                </a:lnTo>
                <a:lnTo>
                  <a:pt x="145957" y="376112"/>
                </a:lnTo>
                <a:lnTo>
                  <a:pt x="190500" y="381000"/>
                </a:lnTo>
                <a:lnTo>
                  <a:pt x="235042" y="376112"/>
                </a:lnTo>
                <a:lnTo>
                  <a:pt x="275475" y="362116"/>
                </a:lnTo>
                <a:lnTo>
                  <a:pt x="310798" y="340011"/>
                </a:lnTo>
                <a:lnTo>
                  <a:pt x="340011" y="310798"/>
                </a:lnTo>
                <a:lnTo>
                  <a:pt x="362116" y="275475"/>
                </a:lnTo>
                <a:lnTo>
                  <a:pt x="376112" y="235042"/>
                </a:lnTo>
                <a:lnTo>
                  <a:pt x="381000" y="190500"/>
                </a:lnTo>
                <a:lnTo>
                  <a:pt x="376112" y="145957"/>
                </a:lnTo>
                <a:lnTo>
                  <a:pt x="362116" y="105524"/>
                </a:lnTo>
                <a:lnTo>
                  <a:pt x="340011" y="70201"/>
                </a:lnTo>
                <a:lnTo>
                  <a:pt x="310798" y="40988"/>
                </a:lnTo>
                <a:lnTo>
                  <a:pt x="275475" y="18883"/>
                </a:lnTo>
                <a:lnTo>
                  <a:pt x="235042" y="4887"/>
                </a:lnTo>
                <a:lnTo>
                  <a:pt x="19050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4572000" y="335534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45957" y="4887"/>
                </a:lnTo>
                <a:lnTo>
                  <a:pt x="105524" y="18883"/>
                </a:lnTo>
                <a:lnTo>
                  <a:pt x="70201" y="40988"/>
                </a:lnTo>
                <a:lnTo>
                  <a:pt x="40988" y="70201"/>
                </a:lnTo>
                <a:lnTo>
                  <a:pt x="18883" y="105524"/>
                </a:lnTo>
                <a:lnTo>
                  <a:pt x="4887" y="145957"/>
                </a:lnTo>
                <a:lnTo>
                  <a:pt x="0" y="190500"/>
                </a:lnTo>
                <a:lnTo>
                  <a:pt x="4887" y="235042"/>
                </a:lnTo>
                <a:lnTo>
                  <a:pt x="18883" y="275475"/>
                </a:lnTo>
                <a:lnTo>
                  <a:pt x="40988" y="310798"/>
                </a:lnTo>
                <a:lnTo>
                  <a:pt x="70201" y="340011"/>
                </a:lnTo>
                <a:lnTo>
                  <a:pt x="105524" y="362116"/>
                </a:lnTo>
                <a:lnTo>
                  <a:pt x="145957" y="376112"/>
                </a:lnTo>
                <a:lnTo>
                  <a:pt x="190500" y="381000"/>
                </a:lnTo>
                <a:lnTo>
                  <a:pt x="235042" y="376112"/>
                </a:lnTo>
                <a:lnTo>
                  <a:pt x="275475" y="362116"/>
                </a:lnTo>
                <a:lnTo>
                  <a:pt x="310798" y="340011"/>
                </a:lnTo>
                <a:lnTo>
                  <a:pt x="340011" y="310798"/>
                </a:lnTo>
                <a:lnTo>
                  <a:pt x="362116" y="275475"/>
                </a:lnTo>
                <a:lnTo>
                  <a:pt x="376112" y="235042"/>
                </a:lnTo>
                <a:lnTo>
                  <a:pt x="381000" y="190500"/>
                </a:lnTo>
                <a:lnTo>
                  <a:pt x="376112" y="145957"/>
                </a:lnTo>
                <a:lnTo>
                  <a:pt x="362116" y="105524"/>
                </a:lnTo>
                <a:lnTo>
                  <a:pt x="340011" y="70201"/>
                </a:lnTo>
                <a:lnTo>
                  <a:pt x="310798" y="40988"/>
                </a:lnTo>
                <a:lnTo>
                  <a:pt x="275475" y="18883"/>
                </a:lnTo>
                <a:lnTo>
                  <a:pt x="235042" y="4887"/>
                </a:lnTo>
                <a:lnTo>
                  <a:pt x="190500" y="0"/>
                </a:lnTo>
                <a:close/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4953000" y="3355340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4572000" y="3737609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4673600" y="3364229"/>
            <a:ext cx="177800" cy="3771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i="1" dirty="0">
                <a:latin typeface="Times New Roman"/>
                <a:cs typeface="Times New Roman"/>
              </a:rPr>
              <a:t>4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4897120" y="3680459"/>
            <a:ext cx="1026160" cy="538480"/>
          </a:xfrm>
          <a:custGeom>
            <a:avLst/>
            <a:gdLst/>
            <a:ahLst/>
            <a:cxnLst/>
            <a:rect l="l" t="t" r="r" b="b"/>
            <a:pathLst>
              <a:path w="1026160" h="538479">
                <a:moveTo>
                  <a:pt x="0" y="0"/>
                </a:moveTo>
                <a:lnTo>
                  <a:pt x="1026159" y="538479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3726179" y="3680459"/>
            <a:ext cx="901700" cy="538480"/>
          </a:xfrm>
          <a:custGeom>
            <a:avLst/>
            <a:gdLst/>
            <a:ahLst/>
            <a:cxnLst/>
            <a:rect l="l" t="t" r="r" b="b"/>
            <a:pathLst>
              <a:path w="901700" h="538479">
                <a:moveTo>
                  <a:pt x="901700" y="0"/>
                </a:moveTo>
                <a:lnTo>
                  <a:pt x="0" y="538479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3563620" y="414909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45957" y="4887"/>
                </a:lnTo>
                <a:lnTo>
                  <a:pt x="105524" y="18883"/>
                </a:lnTo>
                <a:lnTo>
                  <a:pt x="70201" y="40988"/>
                </a:lnTo>
                <a:lnTo>
                  <a:pt x="40988" y="70201"/>
                </a:lnTo>
                <a:lnTo>
                  <a:pt x="18883" y="105524"/>
                </a:lnTo>
                <a:lnTo>
                  <a:pt x="4887" y="145957"/>
                </a:lnTo>
                <a:lnTo>
                  <a:pt x="0" y="190500"/>
                </a:lnTo>
                <a:lnTo>
                  <a:pt x="4887" y="235042"/>
                </a:lnTo>
                <a:lnTo>
                  <a:pt x="18883" y="275475"/>
                </a:lnTo>
                <a:lnTo>
                  <a:pt x="40988" y="310798"/>
                </a:lnTo>
                <a:lnTo>
                  <a:pt x="70201" y="340011"/>
                </a:lnTo>
                <a:lnTo>
                  <a:pt x="105524" y="362116"/>
                </a:lnTo>
                <a:lnTo>
                  <a:pt x="145957" y="376112"/>
                </a:lnTo>
                <a:lnTo>
                  <a:pt x="190500" y="381000"/>
                </a:lnTo>
                <a:lnTo>
                  <a:pt x="235042" y="376112"/>
                </a:lnTo>
                <a:lnTo>
                  <a:pt x="275475" y="362116"/>
                </a:lnTo>
                <a:lnTo>
                  <a:pt x="310798" y="340011"/>
                </a:lnTo>
                <a:lnTo>
                  <a:pt x="340011" y="310798"/>
                </a:lnTo>
                <a:lnTo>
                  <a:pt x="362116" y="275475"/>
                </a:lnTo>
                <a:lnTo>
                  <a:pt x="376112" y="235042"/>
                </a:lnTo>
                <a:lnTo>
                  <a:pt x="381000" y="190500"/>
                </a:lnTo>
                <a:lnTo>
                  <a:pt x="376112" y="145957"/>
                </a:lnTo>
                <a:lnTo>
                  <a:pt x="362116" y="105524"/>
                </a:lnTo>
                <a:lnTo>
                  <a:pt x="340011" y="70201"/>
                </a:lnTo>
                <a:lnTo>
                  <a:pt x="310798" y="40988"/>
                </a:lnTo>
                <a:lnTo>
                  <a:pt x="275475" y="18883"/>
                </a:lnTo>
                <a:lnTo>
                  <a:pt x="235042" y="4887"/>
                </a:lnTo>
                <a:lnTo>
                  <a:pt x="1905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3563620" y="414909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235042" y="4887"/>
                </a:lnTo>
                <a:lnTo>
                  <a:pt x="275475" y="18883"/>
                </a:lnTo>
                <a:lnTo>
                  <a:pt x="310798" y="40988"/>
                </a:lnTo>
                <a:lnTo>
                  <a:pt x="340011" y="70201"/>
                </a:lnTo>
                <a:lnTo>
                  <a:pt x="362116" y="105524"/>
                </a:lnTo>
                <a:lnTo>
                  <a:pt x="376112" y="145957"/>
                </a:lnTo>
                <a:lnTo>
                  <a:pt x="381000" y="190500"/>
                </a:lnTo>
                <a:lnTo>
                  <a:pt x="376112" y="235042"/>
                </a:lnTo>
                <a:lnTo>
                  <a:pt x="362116" y="275475"/>
                </a:lnTo>
                <a:lnTo>
                  <a:pt x="340011" y="310798"/>
                </a:lnTo>
                <a:lnTo>
                  <a:pt x="310798" y="340011"/>
                </a:lnTo>
                <a:lnTo>
                  <a:pt x="275475" y="362116"/>
                </a:lnTo>
                <a:lnTo>
                  <a:pt x="235042" y="376112"/>
                </a:lnTo>
                <a:lnTo>
                  <a:pt x="190500" y="381000"/>
                </a:lnTo>
                <a:lnTo>
                  <a:pt x="145957" y="376112"/>
                </a:lnTo>
                <a:lnTo>
                  <a:pt x="105524" y="362116"/>
                </a:lnTo>
                <a:lnTo>
                  <a:pt x="70201" y="340011"/>
                </a:lnTo>
                <a:lnTo>
                  <a:pt x="40988" y="310798"/>
                </a:lnTo>
                <a:lnTo>
                  <a:pt x="18883" y="275475"/>
                </a:lnTo>
                <a:lnTo>
                  <a:pt x="4887" y="235042"/>
                </a:lnTo>
                <a:lnTo>
                  <a:pt x="0" y="190500"/>
                </a:lnTo>
                <a:lnTo>
                  <a:pt x="4887" y="145957"/>
                </a:lnTo>
                <a:lnTo>
                  <a:pt x="18883" y="105524"/>
                </a:lnTo>
                <a:lnTo>
                  <a:pt x="40988" y="70201"/>
                </a:lnTo>
                <a:lnTo>
                  <a:pt x="70201" y="40988"/>
                </a:lnTo>
                <a:lnTo>
                  <a:pt x="105524" y="18883"/>
                </a:lnTo>
                <a:lnTo>
                  <a:pt x="145957" y="4887"/>
                </a:lnTo>
                <a:lnTo>
                  <a:pt x="190500" y="0"/>
                </a:lnTo>
                <a:close/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3563620" y="4149090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3944620" y="4531359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3665220" y="4157979"/>
            <a:ext cx="177800" cy="3771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i="1" dirty="0">
                <a:solidFill>
                  <a:srgbClr val="FFFFFF"/>
                </a:solidFill>
                <a:latin typeface="Times New Roman"/>
                <a:cs typeface="Times New Roman"/>
              </a:rPr>
              <a:t>3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5796279" y="4220209"/>
            <a:ext cx="381000" cy="382270"/>
          </a:xfrm>
          <a:custGeom>
            <a:avLst/>
            <a:gdLst/>
            <a:ahLst/>
            <a:cxnLst/>
            <a:rect l="l" t="t" r="r" b="b"/>
            <a:pathLst>
              <a:path w="381000" h="382270">
                <a:moveTo>
                  <a:pt x="190500" y="0"/>
                </a:moveTo>
                <a:lnTo>
                  <a:pt x="145957" y="4887"/>
                </a:lnTo>
                <a:lnTo>
                  <a:pt x="105524" y="18883"/>
                </a:lnTo>
                <a:lnTo>
                  <a:pt x="70201" y="40988"/>
                </a:lnTo>
                <a:lnTo>
                  <a:pt x="40988" y="70201"/>
                </a:lnTo>
                <a:lnTo>
                  <a:pt x="18883" y="105524"/>
                </a:lnTo>
                <a:lnTo>
                  <a:pt x="4887" y="145957"/>
                </a:lnTo>
                <a:lnTo>
                  <a:pt x="0" y="190500"/>
                </a:lnTo>
                <a:lnTo>
                  <a:pt x="4887" y="235112"/>
                </a:lnTo>
                <a:lnTo>
                  <a:pt x="18883" y="275726"/>
                </a:lnTo>
                <a:lnTo>
                  <a:pt x="40988" y="311298"/>
                </a:lnTo>
                <a:lnTo>
                  <a:pt x="70201" y="340782"/>
                </a:lnTo>
                <a:lnTo>
                  <a:pt x="105524" y="363134"/>
                </a:lnTo>
                <a:lnTo>
                  <a:pt x="145957" y="377312"/>
                </a:lnTo>
                <a:lnTo>
                  <a:pt x="190500" y="382269"/>
                </a:lnTo>
                <a:lnTo>
                  <a:pt x="235042" y="377312"/>
                </a:lnTo>
                <a:lnTo>
                  <a:pt x="275475" y="363134"/>
                </a:lnTo>
                <a:lnTo>
                  <a:pt x="310798" y="340782"/>
                </a:lnTo>
                <a:lnTo>
                  <a:pt x="340011" y="311298"/>
                </a:lnTo>
                <a:lnTo>
                  <a:pt x="362116" y="275726"/>
                </a:lnTo>
                <a:lnTo>
                  <a:pt x="376112" y="235112"/>
                </a:lnTo>
                <a:lnTo>
                  <a:pt x="381000" y="190500"/>
                </a:lnTo>
                <a:lnTo>
                  <a:pt x="376112" y="145957"/>
                </a:lnTo>
                <a:lnTo>
                  <a:pt x="362116" y="105524"/>
                </a:lnTo>
                <a:lnTo>
                  <a:pt x="340011" y="70201"/>
                </a:lnTo>
                <a:lnTo>
                  <a:pt x="310798" y="40988"/>
                </a:lnTo>
                <a:lnTo>
                  <a:pt x="275475" y="18883"/>
                </a:lnTo>
                <a:lnTo>
                  <a:pt x="235042" y="4887"/>
                </a:lnTo>
                <a:lnTo>
                  <a:pt x="1905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5796279" y="4220209"/>
            <a:ext cx="381000" cy="382270"/>
          </a:xfrm>
          <a:custGeom>
            <a:avLst/>
            <a:gdLst/>
            <a:ahLst/>
            <a:cxnLst/>
            <a:rect l="l" t="t" r="r" b="b"/>
            <a:pathLst>
              <a:path w="381000" h="382270">
                <a:moveTo>
                  <a:pt x="190500" y="0"/>
                </a:moveTo>
                <a:lnTo>
                  <a:pt x="235042" y="4887"/>
                </a:lnTo>
                <a:lnTo>
                  <a:pt x="275475" y="18883"/>
                </a:lnTo>
                <a:lnTo>
                  <a:pt x="310798" y="40988"/>
                </a:lnTo>
                <a:lnTo>
                  <a:pt x="340011" y="70201"/>
                </a:lnTo>
                <a:lnTo>
                  <a:pt x="362116" y="105524"/>
                </a:lnTo>
                <a:lnTo>
                  <a:pt x="376112" y="145957"/>
                </a:lnTo>
                <a:lnTo>
                  <a:pt x="381000" y="190500"/>
                </a:lnTo>
                <a:lnTo>
                  <a:pt x="376112" y="235112"/>
                </a:lnTo>
                <a:lnTo>
                  <a:pt x="362116" y="275726"/>
                </a:lnTo>
                <a:lnTo>
                  <a:pt x="340011" y="311298"/>
                </a:lnTo>
                <a:lnTo>
                  <a:pt x="310798" y="340782"/>
                </a:lnTo>
                <a:lnTo>
                  <a:pt x="275475" y="363134"/>
                </a:lnTo>
                <a:lnTo>
                  <a:pt x="235042" y="377312"/>
                </a:lnTo>
                <a:lnTo>
                  <a:pt x="190500" y="382269"/>
                </a:lnTo>
                <a:lnTo>
                  <a:pt x="145957" y="377312"/>
                </a:lnTo>
                <a:lnTo>
                  <a:pt x="105524" y="363134"/>
                </a:lnTo>
                <a:lnTo>
                  <a:pt x="70201" y="340782"/>
                </a:lnTo>
                <a:lnTo>
                  <a:pt x="40988" y="311298"/>
                </a:lnTo>
                <a:lnTo>
                  <a:pt x="18883" y="275726"/>
                </a:lnTo>
                <a:lnTo>
                  <a:pt x="4887" y="235112"/>
                </a:lnTo>
                <a:lnTo>
                  <a:pt x="0" y="190500"/>
                </a:lnTo>
                <a:lnTo>
                  <a:pt x="4887" y="145957"/>
                </a:lnTo>
                <a:lnTo>
                  <a:pt x="18883" y="105524"/>
                </a:lnTo>
                <a:lnTo>
                  <a:pt x="40988" y="70201"/>
                </a:lnTo>
                <a:lnTo>
                  <a:pt x="70201" y="40988"/>
                </a:lnTo>
                <a:lnTo>
                  <a:pt x="105524" y="18883"/>
                </a:lnTo>
                <a:lnTo>
                  <a:pt x="145957" y="4887"/>
                </a:lnTo>
                <a:lnTo>
                  <a:pt x="190500" y="0"/>
                </a:lnTo>
                <a:close/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5796279" y="4220209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6177279" y="4602479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5897879" y="4229100"/>
            <a:ext cx="177800" cy="3771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i="1" dirty="0">
                <a:solidFill>
                  <a:srgbClr val="FFFFFF"/>
                </a:solidFill>
                <a:latin typeface="Times New Roman"/>
                <a:cs typeface="Times New Roman"/>
              </a:rPr>
              <a:t>5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6121400" y="4546600"/>
            <a:ext cx="539750" cy="394970"/>
          </a:xfrm>
          <a:custGeom>
            <a:avLst/>
            <a:gdLst/>
            <a:ahLst/>
            <a:cxnLst/>
            <a:rect l="l" t="t" r="r" b="b"/>
            <a:pathLst>
              <a:path w="539750" h="394970">
                <a:moveTo>
                  <a:pt x="0" y="0"/>
                </a:moveTo>
                <a:lnTo>
                  <a:pt x="539750" y="394969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6443979" y="49403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45957" y="4887"/>
                </a:lnTo>
                <a:lnTo>
                  <a:pt x="105524" y="18883"/>
                </a:lnTo>
                <a:lnTo>
                  <a:pt x="70201" y="40988"/>
                </a:lnTo>
                <a:lnTo>
                  <a:pt x="40988" y="70201"/>
                </a:lnTo>
                <a:lnTo>
                  <a:pt x="18883" y="105524"/>
                </a:lnTo>
                <a:lnTo>
                  <a:pt x="4887" y="145957"/>
                </a:lnTo>
                <a:lnTo>
                  <a:pt x="0" y="190500"/>
                </a:lnTo>
                <a:lnTo>
                  <a:pt x="4887" y="235042"/>
                </a:lnTo>
                <a:lnTo>
                  <a:pt x="18883" y="275475"/>
                </a:lnTo>
                <a:lnTo>
                  <a:pt x="40988" y="310798"/>
                </a:lnTo>
                <a:lnTo>
                  <a:pt x="70201" y="340011"/>
                </a:lnTo>
                <a:lnTo>
                  <a:pt x="105524" y="362116"/>
                </a:lnTo>
                <a:lnTo>
                  <a:pt x="145957" y="376112"/>
                </a:lnTo>
                <a:lnTo>
                  <a:pt x="190500" y="381000"/>
                </a:lnTo>
                <a:lnTo>
                  <a:pt x="235042" y="376112"/>
                </a:lnTo>
                <a:lnTo>
                  <a:pt x="275475" y="362116"/>
                </a:lnTo>
                <a:lnTo>
                  <a:pt x="310798" y="340011"/>
                </a:lnTo>
                <a:lnTo>
                  <a:pt x="340011" y="310798"/>
                </a:lnTo>
                <a:lnTo>
                  <a:pt x="362116" y="275475"/>
                </a:lnTo>
                <a:lnTo>
                  <a:pt x="376112" y="235042"/>
                </a:lnTo>
                <a:lnTo>
                  <a:pt x="381000" y="190500"/>
                </a:lnTo>
                <a:lnTo>
                  <a:pt x="376112" y="145957"/>
                </a:lnTo>
                <a:lnTo>
                  <a:pt x="362116" y="105524"/>
                </a:lnTo>
                <a:lnTo>
                  <a:pt x="340011" y="70201"/>
                </a:lnTo>
                <a:lnTo>
                  <a:pt x="310798" y="40988"/>
                </a:lnTo>
                <a:lnTo>
                  <a:pt x="275475" y="18883"/>
                </a:lnTo>
                <a:lnTo>
                  <a:pt x="235042" y="4887"/>
                </a:lnTo>
                <a:lnTo>
                  <a:pt x="19050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6443979" y="49403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45957" y="4887"/>
                </a:lnTo>
                <a:lnTo>
                  <a:pt x="105524" y="18883"/>
                </a:lnTo>
                <a:lnTo>
                  <a:pt x="70201" y="40988"/>
                </a:lnTo>
                <a:lnTo>
                  <a:pt x="40988" y="70201"/>
                </a:lnTo>
                <a:lnTo>
                  <a:pt x="18883" y="105524"/>
                </a:lnTo>
                <a:lnTo>
                  <a:pt x="4887" y="145957"/>
                </a:lnTo>
                <a:lnTo>
                  <a:pt x="0" y="190500"/>
                </a:lnTo>
                <a:lnTo>
                  <a:pt x="4887" y="235042"/>
                </a:lnTo>
                <a:lnTo>
                  <a:pt x="18883" y="275475"/>
                </a:lnTo>
                <a:lnTo>
                  <a:pt x="40988" y="310798"/>
                </a:lnTo>
                <a:lnTo>
                  <a:pt x="70201" y="340011"/>
                </a:lnTo>
                <a:lnTo>
                  <a:pt x="105524" y="362116"/>
                </a:lnTo>
                <a:lnTo>
                  <a:pt x="145957" y="376112"/>
                </a:lnTo>
                <a:lnTo>
                  <a:pt x="190500" y="381000"/>
                </a:lnTo>
                <a:lnTo>
                  <a:pt x="235042" y="376112"/>
                </a:lnTo>
                <a:lnTo>
                  <a:pt x="275475" y="362116"/>
                </a:lnTo>
                <a:lnTo>
                  <a:pt x="310798" y="340011"/>
                </a:lnTo>
                <a:lnTo>
                  <a:pt x="340011" y="310798"/>
                </a:lnTo>
                <a:lnTo>
                  <a:pt x="362116" y="275475"/>
                </a:lnTo>
                <a:lnTo>
                  <a:pt x="376112" y="235042"/>
                </a:lnTo>
                <a:lnTo>
                  <a:pt x="381000" y="190500"/>
                </a:lnTo>
                <a:lnTo>
                  <a:pt x="376112" y="145957"/>
                </a:lnTo>
                <a:lnTo>
                  <a:pt x="362116" y="105524"/>
                </a:lnTo>
                <a:lnTo>
                  <a:pt x="340011" y="70201"/>
                </a:lnTo>
                <a:lnTo>
                  <a:pt x="310798" y="40988"/>
                </a:lnTo>
                <a:lnTo>
                  <a:pt x="275475" y="18883"/>
                </a:lnTo>
                <a:lnTo>
                  <a:pt x="235042" y="4887"/>
                </a:lnTo>
                <a:lnTo>
                  <a:pt x="190500" y="0"/>
                </a:lnTo>
                <a:close/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6824980" y="4940300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6442709" y="5321300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 txBox="1"/>
          <p:nvPr/>
        </p:nvSpPr>
        <p:spPr>
          <a:xfrm>
            <a:off x="6545580" y="4947920"/>
            <a:ext cx="177800" cy="3771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i="1" dirty="0">
                <a:latin typeface="Times New Roman"/>
                <a:cs typeface="Times New Roman"/>
              </a:rPr>
              <a:t>6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6732269" y="5300979"/>
            <a:ext cx="431800" cy="502920"/>
          </a:xfrm>
          <a:custGeom>
            <a:avLst/>
            <a:gdLst/>
            <a:ahLst/>
            <a:cxnLst/>
            <a:rect l="l" t="t" r="r" b="b"/>
            <a:pathLst>
              <a:path w="431800" h="502920">
                <a:moveTo>
                  <a:pt x="0" y="0"/>
                </a:moveTo>
                <a:lnTo>
                  <a:pt x="431800" y="50292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7020559" y="5805170"/>
            <a:ext cx="379730" cy="381000"/>
          </a:xfrm>
          <a:custGeom>
            <a:avLst/>
            <a:gdLst/>
            <a:ahLst/>
            <a:cxnLst/>
            <a:rect l="l" t="t" r="r" b="b"/>
            <a:pathLst>
              <a:path w="379729" h="381000">
                <a:moveTo>
                  <a:pt x="190500" y="0"/>
                </a:moveTo>
                <a:lnTo>
                  <a:pt x="145557" y="4887"/>
                </a:lnTo>
                <a:lnTo>
                  <a:pt x="104969" y="18883"/>
                </a:lnTo>
                <a:lnTo>
                  <a:pt x="69668" y="40988"/>
                </a:lnTo>
                <a:lnTo>
                  <a:pt x="40588" y="70201"/>
                </a:lnTo>
                <a:lnTo>
                  <a:pt x="18661" y="105524"/>
                </a:lnTo>
                <a:lnTo>
                  <a:pt x="4820" y="145957"/>
                </a:lnTo>
                <a:lnTo>
                  <a:pt x="0" y="190499"/>
                </a:lnTo>
                <a:lnTo>
                  <a:pt x="4820" y="235042"/>
                </a:lnTo>
                <a:lnTo>
                  <a:pt x="18661" y="275475"/>
                </a:lnTo>
                <a:lnTo>
                  <a:pt x="40588" y="310798"/>
                </a:lnTo>
                <a:lnTo>
                  <a:pt x="69668" y="340011"/>
                </a:lnTo>
                <a:lnTo>
                  <a:pt x="104969" y="362116"/>
                </a:lnTo>
                <a:lnTo>
                  <a:pt x="145557" y="376112"/>
                </a:lnTo>
                <a:lnTo>
                  <a:pt x="190500" y="380999"/>
                </a:lnTo>
                <a:lnTo>
                  <a:pt x="234972" y="376112"/>
                </a:lnTo>
                <a:lnTo>
                  <a:pt x="275223" y="362116"/>
                </a:lnTo>
                <a:lnTo>
                  <a:pt x="310298" y="340011"/>
                </a:lnTo>
                <a:lnTo>
                  <a:pt x="339241" y="310798"/>
                </a:lnTo>
                <a:lnTo>
                  <a:pt x="361098" y="275475"/>
                </a:lnTo>
                <a:lnTo>
                  <a:pt x="374912" y="235042"/>
                </a:lnTo>
                <a:lnTo>
                  <a:pt x="379730" y="190499"/>
                </a:lnTo>
                <a:lnTo>
                  <a:pt x="374912" y="145957"/>
                </a:lnTo>
                <a:lnTo>
                  <a:pt x="361098" y="105524"/>
                </a:lnTo>
                <a:lnTo>
                  <a:pt x="339241" y="70201"/>
                </a:lnTo>
                <a:lnTo>
                  <a:pt x="310298" y="40988"/>
                </a:lnTo>
                <a:lnTo>
                  <a:pt x="275223" y="18883"/>
                </a:lnTo>
                <a:lnTo>
                  <a:pt x="234972" y="4887"/>
                </a:lnTo>
                <a:lnTo>
                  <a:pt x="19050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7020559" y="5805170"/>
            <a:ext cx="379730" cy="381000"/>
          </a:xfrm>
          <a:custGeom>
            <a:avLst/>
            <a:gdLst/>
            <a:ahLst/>
            <a:cxnLst/>
            <a:rect l="l" t="t" r="r" b="b"/>
            <a:pathLst>
              <a:path w="379729" h="381000">
                <a:moveTo>
                  <a:pt x="190500" y="0"/>
                </a:moveTo>
                <a:lnTo>
                  <a:pt x="145557" y="4887"/>
                </a:lnTo>
                <a:lnTo>
                  <a:pt x="104969" y="18883"/>
                </a:lnTo>
                <a:lnTo>
                  <a:pt x="69668" y="40988"/>
                </a:lnTo>
                <a:lnTo>
                  <a:pt x="40588" y="70201"/>
                </a:lnTo>
                <a:lnTo>
                  <a:pt x="18661" y="105524"/>
                </a:lnTo>
                <a:lnTo>
                  <a:pt x="4820" y="145957"/>
                </a:lnTo>
                <a:lnTo>
                  <a:pt x="0" y="190499"/>
                </a:lnTo>
                <a:lnTo>
                  <a:pt x="4820" y="235042"/>
                </a:lnTo>
                <a:lnTo>
                  <a:pt x="18661" y="275475"/>
                </a:lnTo>
                <a:lnTo>
                  <a:pt x="40588" y="310798"/>
                </a:lnTo>
                <a:lnTo>
                  <a:pt x="69668" y="340011"/>
                </a:lnTo>
                <a:lnTo>
                  <a:pt x="104969" y="362116"/>
                </a:lnTo>
                <a:lnTo>
                  <a:pt x="145557" y="376112"/>
                </a:lnTo>
                <a:lnTo>
                  <a:pt x="190500" y="380999"/>
                </a:lnTo>
                <a:lnTo>
                  <a:pt x="234972" y="376112"/>
                </a:lnTo>
                <a:lnTo>
                  <a:pt x="275223" y="362116"/>
                </a:lnTo>
                <a:lnTo>
                  <a:pt x="310298" y="340011"/>
                </a:lnTo>
                <a:lnTo>
                  <a:pt x="339241" y="310798"/>
                </a:lnTo>
                <a:lnTo>
                  <a:pt x="361098" y="275475"/>
                </a:lnTo>
                <a:lnTo>
                  <a:pt x="374912" y="235042"/>
                </a:lnTo>
                <a:lnTo>
                  <a:pt x="379730" y="190499"/>
                </a:lnTo>
                <a:lnTo>
                  <a:pt x="374912" y="145957"/>
                </a:lnTo>
                <a:lnTo>
                  <a:pt x="361098" y="105524"/>
                </a:lnTo>
                <a:lnTo>
                  <a:pt x="339241" y="70201"/>
                </a:lnTo>
                <a:lnTo>
                  <a:pt x="310298" y="40988"/>
                </a:lnTo>
                <a:lnTo>
                  <a:pt x="275223" y="18883"/>
                </a:lnTo>
                <a:lnTo>
                  <a:pt x="234972" y="4887"/>
                </a:lnTo>
                <a:lnTo>
                  <a:pt x="190500" y="0"/>
                </a:lnTo>
                <a:close/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7400290" y="5805170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7019290" y="6186170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 txBox="1"/>
          <p:nvPr/>
        </p:nvSpPr>
        <p:spPr>
          <a:xfrm>
            <a:off x="7122159" y="5812790"/>
            <a:ext cx="177800" cy="3771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i="1" dirty="0">
                <a:latin typeface="Times New Roman"/>
                <a:cs typeface="Times New Roman"/>
              </a:rPr>
              <a:t>7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1" name="object 41"/>
          <p:cNvSpPr/>
          <p:nvPr/>
        </p:nvSpPr>
        <p:spPr>
          <a:xfrm>
            <a:off x="2484120" y="335534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45957" y="4887"/>
                </a:lnTo>
                <a:lnTo>
                  <a:pt x="105524" y="18883"/>
                </a:lnTo>
                <a:lnTo>
                  <a:pt x="70201" y="40988"/>
                </a:lnTo>
                <a:lnTo>
                  <a:pt x="40988" y="70201"/>
                </a:lnTo>
                <a:lnTo>
                  <a:pt x="18883" y="105524"/>
                </a:lnTo>
                <a:lnTo>
                  <a:pt x="4887" y="145957"/>
                </a:lnTo>
                <a:lnTo>
                  <a:pt x="0" y="190500"/>
                </a:lnTo>
                <a:lnTo>
                  <a:pt x="4887" y="235042"/>
                </a:lnTo>
                <a:lnTo>
                  <a:pt x="18883" y="275475"/>
                </a:lnTo>
                <a:lnTo>
                  <a:pt x="40988" y="310798"/>
                </a:lnTo>
                <a:lnTo>
                  <a:pt x="70201" y="340011"/>
                </a:lnTo>
                <a:lnTo>
                  <a:pt x="105524" y="362116"/>
                </a:lnTo>
                <a:lnTo>
                  <a:pt x="145957" y="376112"/>
                </a:lnTo>
                <a:lnTo>
                  <a:pt x="190500" y="381000"/>
                </a:lnTo>
                <a:lnTo>
                  <a:pt x="235042" y="376112"/>
                </a:lnTo>
                <a:lnTo>
                  <a:pt x="275475" y="362116"/>
                </a:lnTo>
                <a:lnTo>
                  <a:pt x="310798" y="340011"/>
                </a:lnTo>
                <a:lnTo>
                  <a:pt x="340011" y="310798"/>
                </a:lnTo>
                <a:lnTo>
                  <a:pt x="362116" y="275475"/>
                </a:lnTo>
                <a:lnTo>
                  <a:pt x="376112" y="235042"/>
                </a:lnTo>
                <a:lnTo>
                  <a:pt x="381000" y="190500"/>
                </a:lnTo>
                <a:lnTo>
                  <a:pt x="376112" y="145957"/>
                </a:lnTo>
                <a:lnTo>
                  <a:pt x="362116" y="105524"/>
                </a:lnTo>
                <a:lnTo>
                  <a:pt x="340011" y="70201"/>
                </a:lnTo>
                <a:lnTo>
                  <a:pt x="310798" y="40988"/>
                </a:lnTo>
                <a:lnTo>
                  <a:pt x="275475" y="18883"/>
                </a:lnTo>
                <a:lnTo>
                  <a:pt x="235042" y="4887"/>
                </a:lnTo>
                <a:lnTo>
                  <a:pt x="1905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2484120" y="335534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235042" y="4887"/>
                </a:lnTo>
                <a:lnTo>
                  <a:pt x="275475" y="18883"/>
                </a:lnTo>
                <a:lnTo>
                  <a:pt x="310798" y="40988"/>
                </a:lnTo>
                <a:lnTo>
                  <a:pt x="340011" y="70201"/>
                </a:lnTo>
                <a:lnTo>
                  <a:pt x="362116" y="105524"/>
                </a:lnTo>
                <a:lnTo>
                  <a:pt x="376112" y="145957"/>
                </a:lnTo>
                <a:lnTo>
                  <a:pt x="381000" y="190500"/>
                </a:lnTo>
                <a:lnTo>
                  <a:pt x="376112" y="235042"/>
                </a:lnTo>
                <a:lnTo>
                  <a:pt x="362116" y="275475"/>
                </a:lnTo>
                <a:lnTo>
                  <a:pt x="340011" y="310798"/>
                </a:lnTo>
                <a:lnTo>
                  <a:pt x="310798" y="340011"/>
                </a:lnTo>
                <a:lnTo>
                  <a:pt x="275475" y="362116"/>
                </a:lnTo>
                <a:lnTo>
                  <a:pt x="235042" y="376112"/>
                </a:lnTo>
                <a:lnTo>
                  <a:pt x="190500" y="381000"/>
                </a:lnTo>
                <a:lnTo>
                  <a:pt x="145957" y="376112"/>
                </a:lnTo>
                <a:lnTo>
                  <a:pt x="105524" y="362116"/>
                </a:lnTo>
                <a:lnTo>
                  <a:pt x="70201" y="340011"/>
                </a:lnTo>
                <a:lnTo>
                  <a:pt x="40988" y="310798"/>
                </a:lnTo>
                <a:lnTo>
                  <a:pt x="18883" y="275475"/>
                </a:lnTo>
                <a:lnTo>
                  <a:pt x="4887" y="235042"/>
                </a:lnTo>
                <a:lnTo>
                  <a:pt x="0" y="190500"/>
                </a:lnTo>
                <a:lnTo>
                  <a:pt x="4887" y="145957"/>
                </a:lnTo>
                <a:lnTo>
                  <a:pt x="18883" y="105524"/>
                </a:lnTo>
                <a:lnTo>
                  <a:pt x="40988" y="70201"/>
                </a:lnTo>
                <a:lnTo>
                  <a:pt x="70201" y="40988"/>
                </a:lnTo>
                <a:lnTo>
                  <a:pt x="105524" y="18883"/>
                </a:lnTo>
                <a:lnTo>
                  <a:pt x="145957" y="4887"/>
                </a:lnTo>
                <a:lnTo>
                  <a:pt x="190500" y="0"/>
                </a:lnTo>
                <a:close/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2484120" y="3355340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2865120" y="3737609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 txBox="1"/>
          <p:nvPr/>
        </p:nvSpPr>
        <p:spPr>
          <a:xfrm>
            <a:off x="2585720" y="3364229"/>
            <a:ext cx="177800" cy="3771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i="1" dirty="0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914400" rIns="0" bIns="0" rtlCol="0">
            <a:spAutoFit/>
          </a:bodyPr>
          <a:lstStyle/>
          <a:p>
            <a:pPr marL="2438400">
              <a:lnSpc>
                <a:spcPct val="100000"/>
              </a:lnSpc>
            </a:pPr>
            <a:r>
              <a:rPr sz="4000" spc="30" dirty="0"/>
              <a:t>Exemplo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535940" y="1645920"/>
            <a:ext cx="7370445" cy="4876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Font typeface="Arial"/>
              <a:buChar char="•"/>
              <a:tabLst>
                <a:tab pos="355600" algn="l"/>
              </a:tabLst>
            </a:pPr>
            <a:r>
              <a:rPr sz="3200" spc="10" dirty="0">
                <a:latin typeface="Trebuchet MS"/>
                <a:cs typeface="Trebuchet MS"/>
              </a:rPr>
              <a:t>Rotação</a:t>
            </a:r>
            <a:r>
              <a:rPr sz="3200" spc="-55" dirty="0">
                <a:latin typeface="Trebuchet MS"/>
                <a:cs typeface="Trebuchet MS"/>
              </a:rPr>
              <a:t> </a:t>
            </a:r>
            <a:r>
              <a:rPr sz="3200" spc="80" dirty="0">
                <a:latin typeface="Trebuchet MS"/>
                <a:cs typeface="Trebuchet MS"/>
              </a:rPr>
              <a:t>à</a:t>
            </a:r>
            <a:r>
              <a:rPr sz="3200" spc="-65" dirty="0">
                <a:latin typeface="Trebuchet MS"/>
                <a:cs typeface="Trebuchet MS"/>
              </a:rPr>
              <a:t> </a:t>
            </a:r>
            <a:r>
              <a:rPr sz="3200" spc="45" dirty="0">
                <a:latin typeface="Trebuchet MS"/>
                <a:cs typeface="Trebuchet MS"/>
              </a:rPr>
              <a:t>esquerda</a:t>
            </a:r>
            <a:r>
              <a:rPr sz="3200" spc="-55" dirty="0">
                <a:latin typeface="Trebuchet MS"/>
                <a:cs typeface="Trebuchet MS"/>
              </a:rPr>
              <a:t> </a:t>
            </a:r>
            <a:r>
              <a:rPr sz="3200" spc="95" dirty="0">
                <a:latin typeface="Trebuchet MS"/>
                <a:cs typeface="Trebuchet MS"/>
              </a:rPr>
              <a:t>dos</a:t>
            </a:r>
            <a:r>
              <a:rPr sz="3200" spc="-65" dirty="0">
                <a:latin typeface="Trebuchet MS"/>
                <a:cs typeface="Trebuchet MS"/>
              </a:rPr>
              <a:t> </a:t>
            </a:r>
            <a:r>
              <a:rPr sz="3200" spc="80" dirty="0">
                <a:latin typeface="Trebuchet MS"/>
                <a:cs typeface="Trebuchet MS"/>
              </a:rPr>
              <a:t>nodos</a:t>
            </a:r>
            <a:r>
              <a:rPr sz="3200" spc="-65" dirty="0">
                <a:latin typeface="Trebuchet MS"/>
                <a:cs typeface="Trebuchet MS"/>
              </a:rPr>
              <a:t> </a:t>
            </a:r>
            <a:r>
              <a:rPr sz="3200" spc="10" dirty="0">
                <a:latin typeface="Trebuchet MS"/>
                <a:cs typeface="Trebuchet MS"/>
              </a:rPr>
              <a:t>5,6</a:t>
            </a:r>
            <a:r>
              <a:rPr sz="3200" spc="-65" dirty="0">
                <a:latin typeface="Trebuchet MS"/>
                <a:cs typeface="Trebuchet MS"/>
              </a:rPr>
              <a:t> </a:t>
            </a:r>
            <a:r>
              <a:rPr sz="3200" spc="25" dirty="0">
                <a:latin typeface="Trebuchet MS"/>
                <a:cs typeface="Trebuchet MS"/>
              </a:rPr>
              <a:t>e</a:t>
            </a:r>
            <a:r>
              <a:rPr sz="3200" spc="-60" dirty="0">
                <a:latin typeface="Trebuchet MS"/>
                <a:cs typeface="Trebuchet MS"/>
              </a:rPr>
              <a:t> </a:t>
            </a:r>
            <a:r>
              <a:rPr sz="3200" spc="150" dirty="0">
                <a:latin typeface="Trebuchet MS"/>
                <a:cs typeface="Trebuchet MS"/>
              </a:rPr>
              <a:t>7</a:t>
            </a:r>
            <a:endParaRPr sz="3200">
              <a:latin typeface="Trebuchet MS"/>
              <a:cs typeface="Trebuchet M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420109" y="29972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45957" y="4887"/>
                </a:lnTo>
                <a:lnTo>
                  <a:pt x="105524" y="18883"/>
                </a:lnTo>
                <a:lnTo>
                  <a:pt x="70201" y="40988"/>
                </a:lnTo>
                <a:lnTo>
                  <a:pt x="40988" y="70201"/>
                </a:lnTo>
                <a:lnTo>
                  <a:pt x="18883" y="105524"/>
                </a:lnTo>
                <a:lnTo>
                  <a:pt x="4887" y="145957"/>
                </a:lnTo>
                <a:lnTo>
                  <a:pt x="0" y="190500"/>
                </a:lnTo>
                <a:lnTo>
                  <a:pt x="4887" y="235042"/>
                </a:lnTo>
                <a:lnTo>
                  <a:pt x="18883" y="275475"/>
                </a:lnTo>
                <a:lnTo>
                  <a:pt x="40988" y="310798"/>
                </a:lnTo>
                <a:lnTo>
                  <a:pt x="70201" y="340011"/>
                </a:lnTo>
                <a:lnTo>
                  <a:pt x="105524" y="362116"/>
                </a:lnTo>
                <a:lnTo>
                  <a:pt x="145957" y="376112"/>
                </a:lnTo>
                <a:lnTo>
                  <a:pt x="190500" y="381000"/>
                </a:lnTo>
                <a:lnTo>
                  <a:pt x="235042" y="376112"/>
                </a:lnTo>
                <a:lnTo>
                  <a:pt x="275475" y="362116"/>
                </a:lnTo>
                <a:lnTo>
                  <a:pt x="310798" y="340011"/>
                </a:lnTo>
                <a:lnTo>
                  <a:pt x="340011" y="310798"/>
                </a:lnTo>
                <a:lnTo>
                  <a:pt x="362116" y="275475"/>
                </a:lnTo>
                <a:lnTo>
                  <a:pt x="376112" y="235042"/>
                </a:lnTo>
                <a:lnTo>
                  <a:pt x="381000" y="190500"/>
                </a:lnTo>
                <a:lnTo>
                  <a:pt x="376112" y="145957"/>
                </a:lnTo>
                <a:lnTo>
                  <a:pt x="362116" y="105524"/>
                </a:lnTo>
                <a:lnTo>
                  <a:pt x="340011" y="70201"/>
                </a:lnTo>
                <a:lnTo>
                  <a:pt x="310798" y="40988"/>
                </a:lnTo>
                <a:lnTo>
                  <a:pt x="275475" y="18883"/>
                </a:lnTo>
                <a:lnTo>
                  <a:pt x="235042" y="4887"/>
                </a:lnTo>
                <a:lnTo>
                  <a:pt x="1905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420109" y="29972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235042" y="4887"/>
                </a:lnTo>
                <a:lnTo>
                  <a:pt x="275475" y="18883"/>
                </a:lnTo>
                <a:lnTo>
                  <a:pt x="310798" y="40988"/>
                </a:lnTo>
                <a:lnTo>
                  <a:pt x="340011" y="70201"/>
                </a:lnTo>
                <a:lnTo>
                  <a:pt x="362116" y="105524"/>
                </a:lnTo>
                <a:lnTo>
                  <a:pt x="376112" y="145957"/>
                </a:lnTo>
                <a:lnTo>
                  <a:pt x="381000" y="190500"/>
                </a:lnTo>
                <a:lnTo>
                  <a:pt x="376112" y="235042"/>
                </a:lnTo>
                <a:lnTo>
                  <a:pt x="362116" y="275475"/>
                </a:lnTo>
                <a:lnTo>
                  <a:pt x="340011" y="310798"/>
                </a:lnTo>
                <a:lnTo>
                  <a:pt x="310798" y="340011"/>
                </a:lnTo>
                <a:lnTo>
                  <a:pt x="275475" y="362116"/>
                </a:lnTo>
                <a:lnTo>
                  <a:pt x="235042" y="376112"/>
                </a:lnTo>
                <a:lnTo>
                  <a:pt x="190500" y="381000"/>
                </a:lnTo>
                <a:lnTo>
                  <a:pt x="145957" y="376112"/>
                </a:lnTo>
                <a:lnTo>
                  <a:pt x="105524" y="362116"/>
                </a:lnTo>
                <a:lnTo>
                  <a:pt x="70201" y="340011"/>
                </a:lnTo>
                <a:lnTo>
                  <a:pt x="40988" y="310798"/>
                </a:lnTo>
                <a:lnTo>
                  <a:pt x="18883" y="275475"/>
                </a:lnTo>
                <a:lnTo>
                  <a:pt x="4887" y="235042"/>
                </a:lnTo>
                <a:lnTo>
                  <a:pt x="0" y="190500"/>
                </a:lnTo>
                <a:lnTo>
                  <a:pt x="4887" y="145957"/>
                </a:lnTo>
                <a:lnTo>
                  <a:pt x="18883" y="105524"/>
                </a:lnTo>
                <a:lnTo>
                  <a:pt x="40988" y="70201"/>
                </a:lnTo>
                <a:lnTo>
                  <a:pt x="70201" y="40988"/>
                </a:lnTo>
                <a:lnTo>
                  <a:pt x="105524" y="18883"/>
                </a:lnTo>
                <a:lnTo>
                  <a:pt x="145957" y="4887"/>
                </a:lnTo>
                <a:lnTo>
                  <a:pt x="190500" y="0"/>
                </a:lnTo>
                <a:close/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420109" y="2997200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801109" y="3378200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3520440" y="3004820"/>
            <a:ext cx="177800" cy="3771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i="1" dirty="0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745229" y="3322320"/>
            <a:ext cx="943610" cy="322580"/>
          </a:xfrm>
          <a:custGeom>
            <a:avLst/>
            <a:gdLst/>
            <a:ahLst/>
            <a:cxnLst/>
            <a:rect l="l" t="t" r="r" b="b"/>
            <a:pathLst>
              <a:path w="943610" h="322579">
                <a:moveTo>
                  <a:pt x="0" y="0"/>
                </a:moveTo>
                <a:lnTo>
                  <a:pt x="943610" y="322579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2410460" y="3644900"/>
            <a:ext cx="382270" cy="381000"/>
          </a:xfrm>
          <a:custGeom>
            <a:avLst/>
            <a:gdLst/>
            <a:ahLst/>
            <a:cxnLst/>
            <a:rect l="l" t="t" r="r" b="b"/>
            <a:pathLst>
              <a:path w="382269" h="381000">
                <a:moveTo>
                  <a:pt x="190500" y="0"/>
                </a:moveTo>
                <a:lnTo>
                  <a:pt x="145957" y="4887"/>
                </a:lnTo>
                <a:lnTo>
                  <a:pt x="105524" y="18883"/>
                </a:lnTo>
                <a:lnTo>
                  <a:pt x="70201" y="40988"/>
                </a:lnTo>
                <a:lnTo>
                  <a:pt x="40988" y="70201"/>
                </a:lnTo>
                <a:lnTo>
                  <a:pt x="18883" y="105524"/>
                </a:lnTo>
                <a:lnTo>
                  <a:pt x="4887" y="145957"/>
                </a:lnTo>
                <a:lnTo>
                  <a:pt x="0" y="190500"/>
                </a:lnTo>
                <a:lnTo>
                  <a:pt x="4887" y="235042"/>
                </a:lnTo>
                <a:lnTo>
                  <a:pt x="18883" y="275475"/>
                </a:lnTo>
                <a:lnTo>
                  <a:pt x="40988" y="310798"/>
                </a:lnTo>
                <a:lnTo>
                  <a:pt x="70201" y="340011"/>
                </a:lnTo>
                <a:lnTo>
                  <a:pt x="105524" y="362116"/>
                </a:lnTo>
                <a:lnTo>
                  <a:pt x="145957" y="376112"/>
                </a:lnTo>
                <a:lnTo>
                  <a:pt x="190500" y="381000"/>
                </a:lnTo>
                <a:lnTo>
                  <a:pt x="235112" y="376112"/>
                </a:lnTo>
                <a:lnTo>
                  <a:pt x="275726" y="362116"/>
                </a:lnTo>
                <a:lnTo>
                  <a:pt x="311298" y="340011"/>
                </a:lnTo>
                <a:lnTo>
                  <a:pt x="340782" y="310798"/>
                </a:lnTo>
                <a:lnTo>
                  <a:pt x="363134" y="275475"/>
                </a:lnTo>
                <a:lnTo>
                  <a:pt x="377312" y="235042"/>
                </a:lnTo>
                <a:lnTo>
                  <a:pt x="382269" y="190500"/>
                </a:lnTo>
                <a:lnTo>
                  <a:pt x="377312" y="145957"/>
                </a:lnTo>
                <a:lnTo>
                  <a:pt x="363134" y="105524"/>
                </a:lnTo>
                <a:lnTo>
                  <a:pt x="340782" y="70201"/>
                </a:lnTo>
                <a:lnTo>
                  <a:pt x="311298" y="40988"/>
                </a:lnTo>
                <a:lnTo>
                  <a:pt x="275726" y="18883"/>
                </a:lnTo>
                <a:lnTo>
                  <a:pt x="235112" y="4887"/>
                </a:lnTo>
                <a:lnTo>
                  <a:pt x="1905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2410460" y="3644900"/>
            <a:ext cx="382270" cy="381000"/>
          </a:xfrm>
          <a:custGeom>
            <a:avLst/>
            <a:gdLst/>
            <a:ahLst/>
            <a:cxnLst/>
            <a:rect l="l" t="t" r="r" b="b"/>
            <a:pathLst>
              <a:path w="382269" h="381000">
                <a:moveTo>
                  <a:pt x="190500" y="0"/>
                </a:moveTo>
                <a:lnTo>
                  <a:pt x="235112" y="4887"/>
                </a:lnTo>
                <a:lnTo>
                  <a:pt x="275726" y="18883"/>
                </a:lnTo>
                <a:lnTo>
                  <a:pt x="311298" y="40988"/>
                </a:lnTo>
                <a:lnTo>
                  <a:pt x="340782" y="70201"/>
                </a:lnTo>
                <a:lnTo>
                  <a:pt x="363134" y="105524"/>
                </a:lnTo>
                <a:lnTo>
                  <a:pt x="377312" y="145957"/>
                </a:lnTo>
                <a:lnTo>
                  <a:pt x="382269" y="190500"/>
                </a:lnTo>
                <a:lnTo>
                  <a:pt x="377312" y="235042"/>
                </a:lnTo>
                <a:lnTo>
                  <a:pt x="363134" y="275475"/>
                </a:lnTo>
                <a:lnTo>
                  <a:pt x="340782" y="310798"/>
                </a:lnTo>
                <a:lnTo>
                  <a:pt x="311298" y="340011"/>
                </a:lnTo>
                <a:lnTo>
                  <a:pt x="275726" y="362116"/>
                </a:lnTo>
                <a:lnTo>
                  <a:pt x="235112" y="376112"/>
                </a:lnTo>
                <a:lnTo>
                  <a:pt x="190500" y="381000"/>
                </a:lnTo>
                <a:lnTo>
                  <a:pt x="145957" y="376112"/>
                </a:lnTo>
                <a:lnTo>
                  <a:pt x="105524" y="362116"/>
                </a:lnTo>
                <a:lnTo>
                  <a:pt x="70201" y="340011"/>
                </a:lnTo>
                <a:lnTo>
                  <a:pt x="40988" y="310798"/>
                </a:lnTo>
                <a:lnTo>
                  <a:pt x="18883" y="275475"/>
                </a:lnTo>
                <a:lnTo>
                  <a:pt x="4887" y="235042"/>
                </a:lnTo>
                <a:lnTo>
                  <a:pt x="0" y="190500"/>
                </a:lnTo>
                <a:lnTo>
                  <a:pt x="4887" y="145957"/>
                </a:lnTo>
                <a:lnTo>
                  <a:pt x="18883" y="105524"/>
                </a:lnTo>
                <a:lnTo>
                  <a:pt x="40988" y="70201"/>
                </a:lnTo>
                <a:lnTo>
                  <a:pt x="70201" y="40988"/>
                </a:lnTo>
                <a:lnTo>
                  <a:pt x="105524" y="18883"/>
                </a:lnTo>
                <a:lnTo>
                  <a:pt x="145957" y="4887"/>
                </a:lnTo>
                <a:lnTo>
                  <a:pt x="190500" y="0"/>
                </a:lnTo>
                <a:close/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2410460" y="3644900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2792729" y="4025900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2513329" y="3652520"/>
            <a:ext cx="177800" cy="3771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i="1" dirty="0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2602229" y="3322320"/>
            <a:ext cx="873760" cy="322580"/>
          </a:xfrm>
          <a:custGeom>
            <a:avLst/>
            <a:gdLst/>
            <a:ahLst/>
            <a:cxnLst/>
            <a:rect l="l" t="t" r="r" b="b"/>
            <a:pathLst>
              <a:path w="873760" h="322579">
                <a:moveTo>
                  <a:pt x="873759" y="0"/>
                </a:moveTo>
                <a:lnTo>
                  <a:pt x="0" y="322579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4498340" y="36449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45957" y="4887"/>
                </a:lnTo>
                <a:lnTo>
                  <a:pt x="105524" y="18883"/>
                </a:lnTo>
                <a:lnTo>
                  <a:pt x="70201" y="40988"/>
                </a:lnTo>
                <a:lnTo>
                  <a:pt x="40988" y="70201"/>
                </a:lnTo>
                <a:lnTo>
                  <a:pt x="18883" y="105524"/>
                </a:lnTo>
                <a:lnTo>
                  <a:pt x="4887" y="145957"/>
                </a:lnTo>
                <a:lnTo>
                  <a:pt x="0" y="190500"/>
                </a:lnTo>
                <a:lnTo>
                  <a:pt x="4887" y="235042"/>
                </a:lnTo>
                <a:lnTo>
                  <a:pt x="18883" y="275475"/>
                </a:lnTo>
                <a:lnTo>
                  <a:pt x="40988" y="310798"/>
                </a:lnTo>
                <a:lnTo>
                  <a:pt x="70201" y="340011"/>
                </a:lnTo>
                <a:lnTo>
                  <a:pt x="105524" y="362116"/>
                </a:lnTo>
                <a:lnTo>
                  <a:pt x="145957" y="376112"/>
                </a:lnTo>
                <a:lnTo>
                  <a:pt x="190500" y="381000"/>
                </a:lnTo>
                <a:lnTo>
                  <a:pt x="235042" y="376112"/>
                </a:lnTo>
                <a:lnTo>
                  <a:pt x="275475" y="362116"/>
                </a:lnTo>
                <a:lnTo>
                  <a:pt x="310798" y="340011"/>
                </a:lnTo>
                <a:lnTo>
                  <a:pt x="340011" y="310798"/>
                </a:lnTo>
                <a:lnTo>
                  <a:pt x="362116" y="275475"/>
                </a:lnTo>
                <a:lnTo>
                  <a:pt x="376112" y="235042"/>
                </a:lnTo>
                <a:lnTo>
                  <a:pt x="381000" y="190500"/>
                </a:lnTo>
                <a:lnTo>
                  <a:pt x="376112" y="145957"/>
                </a:lnTo>
                <a:lnTo>
                  <a:pt x="362116" y="105524"/>
                </a:lnTo>
                <a:lnTo>
                  <a:pt x="340011" y="70201"/>
                </a:lnTo>
                <a:lnTo>
                  <a:pt x="310798" y="40988"/>
                </a:lnTo>
                <a:lnTo>
                  <a:pt x="275475" y="18883"/>
                </a:lnTo>
                <a:lnTo>
                  <a:pt x="235042" y="4887"/>
                </a:lnTo>
                <a:lnTo>
                  <a:pt x="19050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4498340" y="36449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45957" y="4887"/>
                </a:lnTo>
                <a:lnTo>
                  <a:pt x="105524" y="18883"/>
                </a:lnTo>
                <a:lnTo>
                  <a:pt x="70201" y="40988"/>
                </a:lnTo>
                <a:lnTo>
                  <a:pt x="40988" y="70201"/>
                </a:lnTo>
                <a:lnTo>
                  <a:pt x="18883" y="105524"/>
                </a:lnTo>
                <a:lnTo>
                  <a:pt x="4887" y="145957"/>
                </a:lnTo>
                <a:lnTo>
                  <a:pt x="0" y="190500"/>
                </a:lnTo>
                <a:lnTo>
                  <a:pt x="4887" y="235042"/>
                </a:lnTo>
                <a:lnTo>
                  <a:pt x="18883" y="275475"/>
                </a:lnTo>
                <a:lnTo>
                  <a:pt x="40988" y="310798"/>
                </a:lnTo>
                <a:lnTo>
                  <a:pt x="70201" y="340011"/>
                </a:lnTo>
                <a:lnTo>
                  <a:pt x="105524" y="362116"/>
                </a:lnTo>
                <a:lnTo>
                  <a:pt x="145957" y="376112"/>
                </a:lnTo>
                <a:lnTo>
                  <a:pt x="190500" y="381000"/>
                </a:lnTo>
                <a:lnTo>
                  <a:pt x="235042" y="376112"/>
                </a:lnTo>
                <a:lnTo>
                  <a:pt x="275475" y="362116"/>
                </a:lnTo>
                <a:lnTo>
                  <a:pt x="310798" y="340011"/>
                </a:lnTo>
                <a:lnTo>
                  <a:pt x="340011" y="310798"/>
                </a:lnTo>
                <a:lnTo>
                  <a:pt x="362116" y="275475"/>
                </a:lnTo>
                <a:lnTo>
                  <a:pt x="376112" y="235042"/>
                </a:lnTo>
                <a:lnTo>
                  <a:pt x="381000" y="190500"/>
                </a:lnTo>
                <a:lnTo>
                  <a:pt x="376112" y="145957"/>
                </a:lnTo>
                <a:lnTo>
                  <a:pt x="362116" y="105524"/>
                </a:lnTo>
                <a:lnTo>
                  <a:pt x="340011" y="70201"/>
                </a:lnTo>
                <a:lnTo>
                  <a:pt x="310798" y="40988"/>
                </a:lnTo>
                <a:lnTo>
                  <a:pt x="275475" y="18883"/>
                </a:lnTo>
                <a:lnTo>
                  <a:pt x="235042" y="4887"/>
                </a:lnTo>
                <a:lnTo>
                  <a:pt x="190500" y="0"/>
                </a:lnTo>
                <a:close/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4879340" y="3644900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4498340" y="4025900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4601209" y="3652520"/>
            <a:ext cx="177800" cy="3771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i="1" dirty="0">
                <a:latin typeface="Times New Roman"/>
                <a:cs typeface="Times New Roman"/>
              </a:rPr>
              <a:t>4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4824729" y="3970020"/>
            <a:ext cx="1024890" cy="538480"/>
          </a:xfrm>
          <a:custGeom>
            <a:avLst/>
            <a:gdLst/>
            <a:ahLst/>
            <a:cxnLst/>
            <a:rect l="l" t="t" r="r" b="b"/>
            <a:pathLst>
              <a:path w="1024889" h="538479">
                <a:moveTo>
                  <a:pt x="0" y="0"/>
                </a:moveTo>
                <a:lnTo>
                  <a:pt x="1024890" y="538479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3652520" y="3970020"/>
            <a:ext cx="902969" cy="538480"/>
          </a:xfrm>
          <a:custGeom>
            <a:avLst/>
            <a:gdLst/>
            <a:ahLst/>
            <a:cxnLst/>
            <a:rect l="l" t="t" r="r" b="b"/>
            <a:pathLst>
              <a:path w="902970" h="538479">
                <a:moveTo>
                  <a:pt x="902969" y="0"/>
                </a:moveTo>
                <a:lnTo>
                  <a:pt x="0" y="538479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3420109" y="4436109"/>
            <a:ext cx="381000" cy="382270"/>
          </a:xfrm>
          <a:custGeom>
            <a:avLst/>
            <a:gdLst/>
            <a:ahLst/>
            <a:cxnLst/>
            <a:rect l="l" t="t" r="r" b="b"/>
            <a:pathLst>
              <a:path w="381000" h="382270">
                <a:moveTo>
                  <a:pt x="190500" y="0"/>
                </a:moveTo>
                <a:lnTo>
                  <a:pt x="145957" y="4887"/>
                </a:lnTo>
                <a:lnTo>
                  <a:pt x="105524" y="18883"/>
                </a:lnTo>
                <a:lnTo>
                  <a:pt x="70201" y="40988"/>
                </a:lnTo>
                <a:lnTo>
                  <a:pt x="40988" y="70201"/>
                </a:lnTo>
                <a:lnTo>
                  <a:pt x="18883" y="105524"/>
                </a:lnTo>
                <a:lnTo>
                  <a:pt x="4887" y="145957"/>
                </a:lnTo>
                <a:lnTo>
                  <a:pt x="0" y="190500"/>
                </a:lnTo>
                <a:lnTo>
                  <a:pt x="4887" y="235112"/>
                </a:lnTo>
                <a:lnTo>
                  <a:pt x="18883" y="275726"/>
                </a:lnTo>
                <a:lnTo>
                  <a:pt x="40988" y="311298"/>
                </a:lnTo>
                <a:lnTo>
                  <a:pt x="70201" y="340782"/>
                </a:lnTo>
                <a:lnTo>
                  <a:pt x="105524" y="363134"/>
                </a:lnTo>
                <a:lnTo>
                  <a:pt x="145957" y="377312"/>
                </a:lnTo>
                <a:lnTo>
                  <a:pt x="190500" y="382269"/>
                </a:lnTo>
                <a:lnTo>
                  <a:pt x="235042" y="377312"/>
                </a:lnTo>
                <a:lnTo>
                  <a:pt x="275475" y="363134"/>
                </a:lnTo>
                <a:lnTo>
                  <a:pt x="310798" y="340782"/>
                </a:lnTo>
                <a:lnTo>
                  <a:pt x="340011" y="311298"/>
                </a:lnTo>
                <a:lnTo>
                  <a:pt x="362116" y="275726"/>
                </a:lnTo>
                <a:lnTo>
                  <a:pt x="376112" y="235112"/>
                </a:lnTo>
                <a:lnTo>
                  <a:pt x="381000" y="190500"/>
                </a:lnTo>
                <a:lnTo>
                  <a:pt x="376112" y="145957"/>
                </a:lnTo>
                <a:lnTo>
                  <a:pt x="362116" y="105524"/>
                </a:lnTo>
                <a:lnTo>
                  <a:pt x="340011" y="70201"/>
                </a:lnTo>
                <a:lnTo>
                  <a:pt x="310798" y="40988"/>
                </a:lnTo>
                <a:lnTo>
                  <a:pt x="275475" y="18883"/>
                </a:lnTo>
                <a:lnTo>
                  <a:pt x="235042" y="4887"/>
                </a:lnTo>
                <a:lnTo>
                  <a:pt x="1905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3420109" y="4436109"/>
            <a:ext cx="381000" cy="382270"/>
          </a:xfrm>
          <a:custGeom>
            <a:avLst/>
            <a:gdLst/>
            <a:ahLst/>
            <a:cxnLst/>
            <a:rect l="l" t="t" r="r" b="b"/>
            <a:pathLst>
              <a:path w="381000" h="382270">
                <a:moveTo>
                  <a:pt x="190500" y="0"/>
                </a:moveTo>
                <a:lnTo>
                  <a:pt x="235042" y="4887"/>
                </a:lnTo>
                <a:lnTo>
                  <a:pt x="275475" y="18883"/>
                </a:lnTo>
                <a:lnTo>
                  <a:pt x="310798" y="40988"/>
                </a:lnTo>
                <a:lnTo>
                  <a:pt x="340011" y="70201"/>
                </a:lnTo>
                <a:lnTo>
                  <a:pt x="362116" y="105524"/>
                </a:lnTo>
                <a:lnTo>
                  <a:pt x="376112" y="145957"/>
                </a:lnTo>
                <a:lnTo>
                  <a:pt x="381000" y="190500"/>
                </a:lnTo>
                <a:lnTo>
                  <a:pt x="376112" y="235112"/>
                </a:lnTo>
                <a:lnTo>
                  <a:pt x="362116" y="275726"/>
                </a:lnTo>
                <a:lnTo>
                  <a:pt x="340011" y="311298"/>
                </a:lnTo>
                <a:lnTo>
                  <a:pt x="310798" y="340782"/>
                </a:lnTo>
                <a:lnTo>
                  <a:pt x="275475" y="363134"/>
                </a:lnTo>
                <a:lnTo>
                  <a:pt x="235042" y="377312"/>
                </a:lnTo>
                <a:lnTo>
                  <a:pt x="190500" y="382269"/>
                </a:lnTo>
                <a:lnTo>
                  <a:pt x="145957" y="377312"/>
                </a:lnTo>
                <a:lnTo>
                  <a:pt x="105524" y="363134"/>
                </a:lnTo>
                <a:lnTo>
                  <a:pt x="70201" y="340782"/>
                </a:lnTo>
                <a:lnTo>
                  <a:pt x="40988" y="311298"/>
                </a:lnTo>
                <a:lnTo>
                  <a:pt x="18883" y="275726"/>
                </a:lnTo>
                <a:lnTo>
                  <a:pt x="4887" y="235112"/>
                </a:lnTo>
                <a:lnTo>
                  <a:pt x="0" y="190500"/>
                </a:lnTo>
                <a:lnTo>
                  <a:pt x="4887" y="145957"/>
                </a:lnTo>
                <a:lnTo>
                  <a:pt x="18883" y="105524"/>
                </a:lnTo>
                <a:lnTo>
                  <a:pt x="40988" y="70201"/>
                </a:lnTo>
                <a:lnTo>
                  <a:pt x="70201" y="40988"/>
                </a:lnTo>
                <a:lnTo>
                  <a:pt x="105524" y="18883"/>
                </a:lnTo>
                <a:lnTo>
                  <a:pt x="145957" y="4887"/>
                </a:lnTo>
                <a:lnTo>
                  <a:pt x="190500" y="0"/>
                </a:lnTo>
                <a:close/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3420109" y="4436109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3801109" y="4818379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3520440" y="4445000"/>
            <a:ext cx="177800" cy="3771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i="1" dirty="0">
                <a:solidFill>
                  <a:srgbClr val="FFFFFF"/>
                </a:solidFill>
                <a:latin typeface="Times New Roman"/>
                <a:cs typeface="Times New Roman"/>
              </a:rPr>
              <a:t>3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6009640" y="4795520"/>
            <a:ext cx="576580" cy="647700"/>
          </a:xfrm>
          <a:custGeom>
            <a:avLst/>
            <a:gdLst/>
            <a:ahLst/>
            <a:cxnLst/>
            <a:rect l="l" t="t" r="r" b="b"/>
            <a:pathLst>
              <a:path w="576579" h="647700">
                <a:moveTo>
                  <a:pt x="0" y="0"/>
                </a:moveTo>
                <a:lnTo>
                  <a:pt x="576580" y="647699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6369050" y="544322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45957" y="4887"/>
                </a:lnTo>
                <a:lnTo>
                  <a:pt x="105524" y="18883"/>
                </a:lnTo>
                <a:lnTo>
                  <a:pt x="70201" y="40988"/>
                </a:lnTo>
                <a:lnTo>
                  <a:pt x="40988" y="70201"/>
                </a:lnTo>
                <a:lnTo>
                  <a:pt x="18883" y="105524"/>
                </a:lnTo>
                <a:lnTo>
                  <a:pt x="4887" y="145957"/>
                </a:lnTo>
                <a:lnTo>
                  <a:pt x="0" y="190499"/>
                </a:lnTo>
                <a:lnTo>
                  <a:pt x="4887" y="235042"/>
                </a:lnTo>
                <a:lnTo>
                  <a:pt x="18883" y="275475"/>
                </a:lnTo>
                <a:lnTo>
                  <a:pt x="40988" y="310798"/>
                </a:lnTo>
                <a:lnTo>
                  <a:pt x="70201" y="340011"/>
                </a:lnTo>
                <a:lnTo>
                  <a:pt x="105524" y="362116"/>
                </a:lnTo>
                <a:lnTo>
                  <a:pt x="145957" y="376112"/>
                </a:lnTo>
                <a:lnTo>
                  <a:pt x="190500" y="380999"/>
                </a:lnTo>
                <a:lnTo>
                  <a:pt x="235042" y="376112"/>
                </a:lnTo>
                <a:lnTo>
                  <a:pt x="275475" y="362116"/>
                </a:lnTo>
                <a:lnTo>
                  <a:pt x="310798" y="340011"/>
                </a:lnTo>
                <a:lnTo>
                  <a:pt x="340011" y="310798"/>
                </a:lnTo>
                <a:lnTo>
                  <a:pt x="362116" y="275475"/>
                </a:lnTo>
                <a:lnTo>
                  <a:pt x="376112" y="235042"/>
                </a:lnTo>
                <a:lnTo>
                  <a:pt x="381000" y="190499"/>
                </a:lnTo>
                <a:lnTo>
                  <a:pt x="376112" y="145957"/>
                </a:lnTo>
                <a:lnTo>
                  <a:pt x="362116" y="105524"/>
                </a:lnTo>
                <a:lnTo>
                  <a:pt x="340011" y="70201"/>
                </a:lnTo>
                <a:lnTo>
                  <a:pt x="310798" y="40988"/>
                </a:lnTo>
                <a:lnTo>
                  <a:pt x="275475" y="18883"/>
                </a:lnTo>
                <a:lnTo>
                  <a:pt x="235042" y="4887"/>
                </a:lnTo>
                <a:lnTo>
                  <a:pt x="19050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6369050" y="544322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45957" y="4887"/>
                </a:lnTo>
                <a:lnTo>
                  <a:pt x="105524" y="18883"/>
                </a:lnTo>
                <a:lnTo>
                  <a:pt x="70201" y="40988"/>
                </a:lnTo>
                <a:lnTo>
                  <a:pt x="40988" y="70201"/>
                </a:lnTo>
                <a:lnTo>
                  <a:pt x="18883" y="105524"/>
                </a:lnTo>
                <a:lnTo>
                  <a:pt x="4887" y="145957"/>
                </a:lnTo>
                <a:lnTo>
                  <a:pt x="0" y="190499"/>
                </a:lnTo>
                <a:lnTo>
                  <a:pt x="4887" y="235042"/>
                </a:lnTo>
                <a:lnTo>
                  <a:pt x="18883" y="275475"/>
                </a:lnTo>
                <a:lnTo>
                  <a:pt x="40988" y="310798"/>
                </a:lnTo>
                <a:lnTo>
                  <a:pt x="70201" y="340011"/>
                </a:lnTo>
                <a:lnTo>
                  <a:pt x="105524" y="362116"/>
                </a:lnTo>
                <a:lnTo>
                  <a:pt x="145957" y="376112"/>
                </a:lnTo>
                <a:lnTo>
                  <a:pt x="190500" y="380999"/>
                </a:lnTo>
                <a:lnTo>
                  <a:pt x="235042" y="376112"/>
                </a:lnTo>
                <a:lnTo>
                  <a:pt x="275475" y="362116"/>
                </a:lnTo>
                <a:lnTo>
                  <a:pt x="310798" y="340011"/>
                </a:lnTo>
                <a:lnTo>
                  <a:pt x="340011" y="310798"/>
                </a:lnTo>
                <a:lnTo>
                  <a:pt x="362116" y="275475"/>
                </a:lnTo>
                <a:lnTo>
                  <a:pt x="376112" y="235042"/>
                </a:lnTo>
                <a:lnTo>
                  <a:pt x="381000" y="190499"/>
                </a:lnTo>
                <a:lnTo>
                  <a:pt x="376112" y="145957"/>
                </a:lnTo>
                <a:lnTo>
                  <a:pt x="362116" y="105524"/>
                </a:lnTo>
                <a:lnTo>
                  <a:pt x="340011" y="70201"/>
                </a:lnTo>
                <a:lnTo>
                  <a:pt x="310798" y="40988"/>
                </a:lnTo>
                <a:lnTo>
                  <a:pt x="275475" y="18883"/>
                </a:lnTo>
                <a:lnTo>
                  <a:pt x="235042" y="4887"/>
                </a:lnTo>
                <a:lnTo>
                  <a:pt x="190500" y="0"/>
                </a:lnTo>
                <a:close/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6750050" y="5443220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6369050" y="5824220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5074920" y="4758690"/>
            <a:ext cx="631190" cy="542290"/>
          </a:xfrm>
          <a:custGeom>
            <a:avLst/>
            <a:gdLst/>
            <a:ahLst/>
            <a:cxnLst/>
            <a:rect l="l" t="t" r="r" b="b"/>
            <a:pathLst>
              <a:path w="631189" h="542289">
                <a:moveTo>
                  <a:pt x="631189" y="0"/>
                </a:moveTo>
                <a:lnTo>
                  <a:pt x="0" y="54229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4859020" y="5300979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45957" y="4887"/>
                </a:lnTo>
                <a:lnTo>
                  <a:pt x="105524" y="18883"/>
                </a:lnTo>
                <a:lnTo>
                  <a:pt x="70201" y="40988"/>
                </a:lnTo>
                <a:lnTo>
                  <a:pt x="40988" y="70201"/>
                </a:lnTo>
                <a:lnTo>
                  <a:pt x="18883" y="105524"/>
                </a:lnTo>
                <a:lnTo>
                  <a:pt x="4887" y="145957"/>
                </a:lnTo>
                <a:lnTo>
                  <a:pt x="0" y="190500"/>
                </a:lnTo>
                <a:lnTo>
                  <a:pt x="4887" y="235042"/>
                </a:lnTo>
                <a:lnTo>
                  <a:pt x="18883" y="275475"/>
                </a:lnTo>
                <a:lnTo>
                  <a:pt x="40988" y="310798"/>
                </a:lnTo>
                <a:lnTo>
                  <a:pt x="70201" y="340011"/>
                </a:lnTo>
                <a:lnTo>
                  <a:pt x="105524" y="362116"/>
                </a:lnTo>
                <a:lnTo>
                  <a:pt x="145957" y="376112"/>
                </a:lnTo>
                <a:lnTo>
                  <a:pt x="190500" y="381000"/>
                </a:lnTo>
                <a:lnTo>
                  <a:pt x="235042" y="376112"/>
                </a:lnTo>
                <a:lnTo>
                  <a:pt x="275475" y="362116"/>
                </a:lnTo>
                <a:lnTo>
                  <a:pt x="310798" y="340011"/>
                </a:lnTo>
                <a:lnTo>
                  <a:pt x="340011" y="310798"/>
                </a:lnTo>
                <a:lnTo>
                  <a:pt x="362116" y="275475"/>
                </a:lnTo>
                <a:lnTo>
                  <a:pt x="376112" y="235042"/>
                </a:lnTo>
                <a:lnTo>
                  <a:pt x="381000" y="190500"/>
                </a:lnTo>
                <a:lnTo>
                  <a:pt x="376112" y="145957"/>
                </a:lnTo>
                <a:lnTo>
                  <a:pt x="362116" y="105524"/>
                </a:lnTo>
                <a:lnTo>
                  <a:pt x="340011" y="70201"/>
                </a:lnTo>
                <a:lnTo>
                  <a:pt x="310798" y="40988"/>
                </a:lnTo>
                <a:lnTo>
                  <a:pt x="275475" y="18883"/>
                </a:lnTo>
                <a:lnTo>
                  <a:pt x="235042" y="4887"/>
                </a:lnTo>
                <a:lnTo>
                  <a:pt x="1905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4859020" y="5300979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235042" y="4887"/>
                </a:lnTo>
                <a:lnTo>
                  <a:pt x="275475" y="18883"/>
                </a:lnTo>
                <a:lnTo>
                  <a:pt x="310798" y="40988"/>
                </a:lnTo>
                <a:lnTo>
                  <a:pt x="340011" y="70201"/>
                </a:lnTo>
                <a:lnTo>
                  <a:pt x="362116" y="105524"/>
                </a:lnTo>
                <a:lnTo>
                  <a:pt x="376112" y="145957"/>
                </a:lnTo>
                <a:lnTo>
                  <a:pt x="381000" y="190500"/>
                </a:lnTo>
                <a:lnTo>
                  <a:pt x="376112" y="235042"/>
                </a:lnTo>
                <a:lnTo>
                  <a:pt x="362116" y="275475"/>
                </a:lnTo>
                <a:lnTo>
                  <a:pt x="340011" y="310798"/>
                </a:lnTo>
                <a:lnTo>
                  <a:pt x="310798" y="340011"/>
                </a:lnTo>
                <a:lnTo>
                  <a:pt x="275475" y="362116"/>
                </a:lnTo>
                <a:lnTo>
                  <a:pt x="235042" y="376112"/>
                </a:lnTo>
                <a:lnTo>
                  <a:pt x="190500" y="381000"/>
                </a:lnTo>
                <a:lnTo>
                  <a:pt x="145957" y="376112"/>
                </a:lnTo>
                <a:lnTo>
                  <a:pt x="105524" y="362116"/>
                </a:lnTo>
                <a:lnTo>
                  <a:pt x="70201" y="340011"/>
                </a:lnTo>
                <a:lnTo>
                  <a:pt x="40988" y="310798"/>
                </a:lnTo>
                <a:lnTo>
                  <a:pt x="18883" y="275475"/>
                </a:lnTo>
                <a:lnTo>
                  <a:pt x="4887" y="235042"/>
                </a:lnTo>
                <a:lnTo>
                  <a:pt x="0" y="190500"/>
                </a:lnTo>
                <a:lnTo>
                  <a:pt x="4887" y="145957"/>
                </a:lnTo>
                <a:lnTo>
                  <a:pt x="18883" y="105524"/>
                </a:lnTo>
                <a:lnTo>
                  <a:pt x="40988" y="70201"/>
                </a:lnTo>
                <a:lnTo>
                  <a:pt x="70201" y="40988"/>
                </a:lnTo>
                <a:lnTo>
                  <a:pt x="105524" y="18883"/>
                </a:lnTo>
                <a:lnTo>
                  <a:pt x="145957" y="4887"/>
                </a:lnTo>
                <a:lnTo>
                  <a:pt x="190500" y="0"/>
                </a:lnTo>
                <a:close/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4859020" y="5300979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5240020" y="5681979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5651500" y="45085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45957" y="4887"/>
                </a:lnTo>
                <a:lnTo>
                  <a:pt x="105524" y="18883"/>
                </a:lnTo>
                <a:lnTo>
                  <a:pt x="70201" y="40988"/>
                </a:lnTo>
                <a:lnTo>
                  <a:pt x="40988" y="70201"/>
                </a:lnTo>
                <a:lnTo>
                  <a:pt x="18883" y="105524"/>
                </a:lnTo>
                <a:lnTo>
                  <a:pt x="4887" y="145957"/>
                </a:lnTo>
                <a:lnTo>
                  <a:pt x="0" y="190500"/>
                </a:lnTo>
                <a:lnTo>
                  <a:pt x="4887" y="235042"/>
                </a:lnTo>
                <a:lnTo>
                  <a:pt x="18883" y="275475"/>
                </a:lnTo>
                <a:lnTo>
                  <a:pt x="40988" y="310798"/>
                </a:lnTo>
                <a:lnTo>
                  <a:pt x="70201" y="340011"/>
                </a:lnTo>
                <a:lnTo>
                  <a:pt x="105524" y="362116"/>
                </a:lnTo>
                <a:lnTo>
                  <a:pt x="145957" y="376112"/>
                </a:lnTo>
                <a:lnTo>
                  <a:pt x="190500" y="381000"/>
                </a:lnTo>
                <a:lnTo>
                  <a:pt x="235042" y="376112"/>
                </a:lnTo>
                <a:lnTo>
                  <a:pt x="275475" y="362116"/>
                </a:lnTo>
                <a:lnTo>
                  <a:pt x="310798" y="340011"/>
                </a:lnTo>
                <a:lnTo>
                  <a:pt x="340011" y="310798"/>
                </a:lnTo>
                <a:lnTo>
                  <a:pt x="362116" y="275475"/>
                </a:lnTo>
                <a:lnTo>
                  <a:pt x="376112" y="235042"/>
                </a:lnTo>
                <a:lnTo>
                  <a:pt x="381000" y="190500"/>
                </a:lnTo>
                <a:lnTo>
                  <a:pt x="376112" y="145957"/>
                </a:lnTo>
                <a:lnTo>
                  <a:pt x="362116" y="105524"/>
                </a:lnTo>
                <a:lnTo>
                  <a:pt x="340011" y="70201"/>
                </a:lnTo>
                <a:lnTo>
                  <a:pt x="310798" y="40988"/>
                </a:lnTo>
                <a:lnTo>
                  <a:pt x="275475" y="18883"/>
                </a:lnTo>
                <a:lnTo>
                  <a:pt x="235042" y="4887"/>
                </a:lnTo>
                <a:lnTo>
                  <a:pt x="19050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5651500" y="45085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45957" y="4887"/>
                </a:lnTo>
                <a:lnTo>
                  <a:pt x="105524" y="18883"/>
                </a:lnTo>
                <a:lnTo>
                  <a:pt x="70201" y="40988"/>
                </a:lnTo>
                <a:lnTo>
                  <a:pt x="40988" y="70201"/>
                </a:lnTo>
                <a:lnTo>
                  <a:pt x="18883" y="105524"/>
                </a:lnTo>
                <a:lnTo>
                  <a:pt x="4887" y="145957"/>
                </a:lnTo>
                <a:lnTo>
                  <a:pt x="0" y="190500"/>
                </a:lnTo>
                <a:lnTo>
                  <a:pt x="4887" y="235042"/>
                </a:lnTo>
                <a:lnTo>
                  <a:pt x="18883" y="275475"/>
                </a:lnTo>
                <a:lnTo>
                  <a:pt x="40988" y="310798"/>
                </a:lnTo>
                <a:lnTo>
                  <a:pt x="70201" y="340011"/>
                </a:lnTo>
                <a:lnTo>
                  <a:pt x="105524" y="362116"/>
                </a:lnTo>
                <a:lnTo>
                  <a:pt x="145957" y="376112"/>
                </a:lnTo>
                <a:lnTo>
                  <a:pt x="190500" y="381000"/>
                </a:lnTo>
                <a:lnTo>
                  <a:pt x="235042" y="376112"/>
                </a:lnTo>
                <a:lnTo>
                  <a:pt x="275475" y="362116"/>
                </a:lnTo>
                <a:lnTo>
                  <a:pt x="310798" y="340011"/>
                </a:lnTo>
                <a:lnTo>
                  <a:pt x="340011" y="310798"/>
                </a:lnTo>
                <a:lnTo>
                  <a:pt x="362116" y="275475"/>
                </a:lnTo>
                <a:lnTo>
                  <a:pt x="376112" y="235042"/>
                </a:lnTo>
                <a:lnTo>
                  <a:pt x="381000" y="190500"/>
                </a:lnTo>
                <a:lnTo>
                  <a:pt x="376112" y="145957"/>
                </a:lnTo>
                <a:lnTo>
                  <a:pt x="362116" y="105524"/>
                </a:lnTo>
                <a:lnTo>
                  <a:pt x="340011" y="70201"/>
                </a:lnTo>
                <a:lnTo>
                  <a:pt x="310798" y="40988"/>
                </a:lnTo>
                <a:lnTo>
                  <a:pt x="275475" y="18883"/>
                </a:lnTo>
                <a:lnTo>
                  <a:pt x="235042" y="4887"/>
                </a:lnTo>
                <a:lnTo>
                  <a:pt x="190500" y="0"/>
                </a:lnTo>
                <a:close/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6032500" y="4508500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5651500" y="4889500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 txBox="1"/>
          <p:nvPr/>
        </p:nvSpPr>
        <p:spPr>
          <a:xfrm>
            <a:off x="5753100" y="4516120"/>
            <a:ext cx="177800" cy="3771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i="1" dirty="0">
                <a:latin typeface="Times New Roman"/>
                <a:cs typeface="Times New Roman"/>
              </a:rPr>
              <a:t>6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4886959" y="5426555"/>
            <a:ext cx="177800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510"/>
              </a:lnSpc>
            </a:pPr>
            <a:r>
              <a:rPr sz="2400" i="1" dirty="0">
                <a:latin typeface="Times New Roman"/>
                <a:cs typeface="Times New Roman"/>
              </a:rPr>
              <a:t>5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6470650" y="5571335"/>
            <a:ext cx="177800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510"/>
              </a:lnSpc>
            </a:pPr>
            <a:r>
              <a:rPr sz="2400" i="1" dirty="0">
                <a:latin typeface="Times New Roman"/>
                <a:cs typeface="Times New Roman"/>
              </a:rPr>
              <a:t>7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914400" rIns="0" bIns="0" rtlCol="0">
            <a:spAutoFit/>
          </a:bodyPr>
          <a:lstStyle/>
          <a:p>
            <a:pPr marL="2438400">
              <a:lnSpc>
                <a:spcPct val="100000"/>
              </a:lnSpc>
            </a:pPr>
            <a:r>
              <a:rPr sz="4000" spc="30" dirty="0"/>
              <a:t>Exemplo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535940" y="1645920"/>
            <a:ext cx="6395085" cy="4876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Font typeface="Arial"/>
              <a:buChar char="•"/>
              <a:tabLst>
                <a:tab pos="355600" algn="l"/>
              </a:tabLst>
            </a:pPr>
            <a:r>
              <a:rPr sz="3200" spc="-10" dirty="0">
                <a:latin typeface="Trebuchet MS"/>
                <a:cs typeface="Trebuchet MS"/>
              </a:rPr>
              <a:t>Alteração </a:t>
            </a:r>
            <a:r>
              <a:rPr sz="3200" spc="35" dirty="0">
                <a:latin typeface="Trebuchet MS"/>
                <a:cs typeface="Trebuchet MS"/>
              </a:rPr>
              <a:t>de </a:t>
            </a:r>
            <a:r>
              <a:rPr sz="3200" spc="-10" dirty="0">
                <a:latin typeface="Trebuchet MS"/>
                <a:cs typeface="Trebuchet MS"/>
              </a:rPr>
              <a:t>cor </a:t>
            </a:r>
            <a:r>
              <a:rPr sz="3200" spc="95" dirty="0">
                <a:latin typeface="Trebuchet MS"/>
                <a:cs typeface="Trebuchet MS"/>
              </a:rPr>
              <a:t>dos </a:t>
            </a:r>
            <a:r>
              <a:rPr sz="3200" spc="80" dirty="0">
                <a:latin typeface="Trebuchet MS"/>
                <a:cs typeface="Trebuchet MS"/>
              </a:rPr>
              <a:t>nodos </a:t>
            </a:r>
            <a:r>
              <a:rPr sz="3200" spc="150" dirty="0">
                <a:latin typeface="Trebuchet MS"/>
                <a:cs typeface="Trebuchet MS"/>
              </a:rPr>
              <a:t>5</a:t>
            </a:r>
            <a:r>
              <a:rPr sz="3200" spc="-635" dirty="0">
                <a:latin typeface="Trebuchet MS"/>
                <a:cs typeface="Trebuchet MS"/>
              </a:rPr>
              <a:t> </a:t>
            </a:r>
            <a:r>
              <a:rPr sz="3200" spc="25" dirty="0">
                <a:latin typeface="Trebuchet MS"/>
                <a:cs typeface="Trebuchet MS"/>
              </a:rPr>
              <a:t>e </a:t>
            </a:r>
            <a:r>
              <a:rPr sz="3200" spc="150" dirty="0">
                <a:latin typeface="Trebuchet MS"/>
                <a:cs typeface="Trebuchet MS"/>
              </a:rPr>
              <a:t>6</a:t>
            </a:r>
            <a:endParaRPr sz="3200">
              <a:latin typeface="Trebuchet MS"/>
              <a:cs typeface="Trebuchet M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420109" y="306832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45957" y="4887"/>
                </a:lnTo>
                <a:lnTo>
                  <a:pt x="105524" y="18883"/>
                </a:lnTo>
                <a:lnTo>
                  <a:pt x="70201" y="40988"/>
                </a:lnTo>
                <a:lnTo>
                  <a:pt x="40988" y="70201"/>
                </a:lnTo>
                <a:lnTo>
                  <a:pt x="18883" y="105524"/>
                </a:lnTo>
                <a:lnTo>
                  <a:pt x="4887" y="145957"/>
                </a:lnTo>
                <a:lnTo>
                  <a:pt x="0" y="190500"/>
                </a:lnTo>
                <a:lnTo>
                  <a:pt x="4887" y="235042"/>
                </a:lnTo>
                <a:lnTo>
                  <a:pt x="18883" y="275475"/>
                </a:lnTo>
                <a:lnTo>
                  <a:pt x="40988" y="310798"/>
                </a:lnTo>
                <a:lnTo>
                  <a:pt x="70201" y="340011"/>
                </a:lnTo>
                <a:lnTo>
                  <a:pt x="105524" y="362116"/>
                </a:lnTo>
                <a:lnTo>
                  <a:pt x="145957" y="376112"/>
                </a:lnTo>
                <a:lnTo>
                  <a:pt x="190500" y="381000"/>
                </a:lnTo>
                <a:lnTo>
                  <a:pt x="235042" y="376112"/>
                </a:lnTo>
                <a:lnTo>
                  <a:pt x="275475" y="362116"/>
                </a:lnTo>
                <a:lnTo>
                  <a:pt x="310798" y="340011"/>
                </a:lnTo>
                <a:lnTo>
                  <a:pt x="340011" y="310798"/>
                </a:lnTo>
                <a:lnTo>
                  <a:pt x="362116" y="275475"/>
                </a:lnTo>
                <a:lnTo>
                  <a:pt x="376112" y="235042"/>
                </a:lnTo>
                <a:lnTo>
                  <a:pt x="381000" y="190500"/>
                </a:lnTo>
                <a:lnTo>
                  <a:pt x="376112" y="145957"/>
                </a:lnTo>
                <a:lnTo>
                  <a:pt x="362116" y="105524"/>
                </a:lnTo>
                <a:lnTo>
                  <a:pt x="340011" y="70201"/>
                </a:lnTo>
                <a:lnTo>
                  <a:pt x="310798" y="40988"/>
                </a:lnTo>
                <a:lnTo>
                  <a:pt x="275475" y="18883"/>
                </a:lnTo>
                <a:lnTo>
                  <a:pt x="235042" y="4887"/>
                </a:lnTo>
                <a:lnTo>
                  <a:pt x="1905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420109" y="306832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235042" y="4887"/>
                </a:lnTo>
                <a:lnTo>
                  <a:pt x="275475" y="18883"/>
                </a:lnTo>
                <a:lnTo>
                  <a:pt x="310798" y="40988"/>
                </a:lnTo>
                <a:lnTo>
                  <a:pt x="340011" y="70201"/>
                </a:lnTo>
                <a:lnTo>
                  <a:pt x="362116" y="105524"/>
                </a:lnTo>
                <a:lnTo>
                  <a:pt x="376112" y="145957"/>
                </a:lnTo>
                <a:lnTo>
                  <a:pt x="381000" y="190500"/>
                </a:lnTo>
                <a:lnTo>
                  <a:pt x="376112" y="235042"/>
                </a:lnTo>
                <a:lnTo>
                  <a:pt x="362116" y="275475"/>
                </a:lnTo>
                <a:lnTo>
                  <a:pt x="340011" y="310798"/>
                </a:lnTo>
                <a:lnTo>
                  <a:pt x="310798" y="340011"/>
                </a:lnTo>
                <a:lnTo>
                  <a:pt x="275475" y="362116"/>
                </a:lnTo>
                <a:lnTo>
                  <a:pt x="235042" y="376112"/>
                </a:lnTo>
                <a:lnTo>
                  <a:pt x="190500" y="381000"/>
                </a:lnTo>
                <a:lnTo>
                  <a:pt x="145957" y="376112"/>
                </a:lnTo>
                <a:lnTo>
                  <a:pt x="105524" y="362116"/>
                </a:lnTo>
                <a:lnTo>
                  <a:pt x="70201" y="340011"/>
                </a:lnTo>
                <a:lnTo>
                  <a:pt x="40988" y="310798"/>
                </a:lnTo>
                <a:lnTo>
                  <a:pt x="18883" y="275475"/>
                </a:lnTo>
                <a:lnTo>
                  <a:pt x="4887" y="235042"/>
                </a:lnTo>
                <a:lnTo>
                  <a:pt x="0" y="190500"/>
                </a:lnTo>
                <a:lnTo>
                  <a:pt x="4887" y="145957"/>
                </a:lnTo>
                <a:lnTo>
                  <a:pt x="18883" y="105524"/>
                </a:lnTo>
                <a:lnTo>
                  <a:pt x="40988" y="70201"/>
                </a:lnTo>
                <a:lnTo>
                  <a:pt x="70201" y="40988"/>
                </a:lnTo>
                <a:lnTo>
                  <a:pt x="105524" y="18883"/>
                </a:lnTo>
                <a:lnTo>
                  <a:pt x="145957" y="4887"/>
                </a:lnTo>
                <a:lnTo>
                  <a:pt x="190500" y="0"/>
                </a:lnTo>
                <a:close/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420109" y="3068320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801109" y="3449320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3520440" y="3075940"/>
            <a:ext cx="177800" cy="3771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i="1" dirty="0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745229" y="3393440"/>
            <a:ext cx="943610" cy="322580"/>
          </a:xfrm>
          <a:custGeom>
            <a:avLst/>
            <a:gdLst/>
            <a:ahLst/>
            <a:cxnLst/>
            <a:rect l="l" t="t" r="r" b="b"/>
            <a:pathLst>
              <a:path w="943610" h="322579">
                <a:moveTo>
                  <a:pt x="0" y="0"/>
                </a:moveTo>
                <a:lnTo>
                  <a:pt x="943610" y="32258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2410460" y="3716020"/>
            <a:ext cx="382270" cy="381000"/>
          </a:xfrm>
          <a:custGeom>
            <a:avLst/>
            <a:gdLst/>
            <a:ahLst/>
            <a:cxnLst/>
            <a:rect l="l" t="t" r="r" b="b"/>
            <a:pathLst>
              <a:path w="382269" h="381000">
                <a:moveTo>
                  <a:pt x="190500" y="0"/>
                </a:moveTo>
                <a:lnTo>
                  <a:pt x="145957" y="4887"/>
                </a:lnTo>
                <a:lnTo>
                  <a:pt x="105524" y="18883"/>
                </a:lnTo>
                <a:lnTo>
                  <a:pt x="70201" y="40988"/>
                </a:lnTo>
                <a:lnTo>
                  <a:pt x="40988" y="70201"/>
                </a:lnTo>
                <a:lnTo>
                  <a:pt x="18883" y="105524"/>
                </a:lnTo>
                <a:lnTo>
                  <a:pt x="4887" y="145957"/>
                </a:lnTo>
                <a:lnTo>
                  <a:pt x="0" y="190499"/>
                </a:lnTo>
                <a:lnTo>
                  <a:pt x="4887" y="235042"/>
                </a:lnTo>
                <a:lnTo>
                  <a:pt x="18883" y="275475"/>
                </a:lnTo>
                <a:lnTo>
                  <a:pt x="40988" y="310798"/>
                </a:lnTo>
                <a:lnTo>
                  <a:pt x="70201" y="340011"/>
                </a:lnTo>
                <a:lnTo>
                  <a:pt x="105524" y="362116"/>
                </a:lnTo>
                <a:lnTo>
                  <a:pt x="145957" y="376112"/>
                </a:lnTo>
                <a:lnTo>
                  <a:pt x="190500" y="380999"/>
                </a:lnTo>
                <a:lnTo>
                  <a:pt x="235112" y="376112"/>
                </a:lnTo>
                <a:lnTo>
                  <a:pt x="275726" y="362116"/>
                </a:lnTo>
                <a:lnTo>
                  <a:pt x="311298" y="340011"/>
                </a:lnTo>
                <a:lnTo>
                  <a:pt x="340782" y="310798"/>
                </a:lnTo>
                <a:lnTo>
                  <a:pt x="363134" y="275475"/>
                </a:lnTo>
                <a:lnTo>
                  <a:pt x="377312" y="235042"/>
                </a:lnTo>
                <a:lnTo>
                  <a:pt x="382269" y="190499"/>
                </a:lnTo>
                <a:lnTo>
                  <a:pt x="377312" y="145957"/>
                </a:lnTo>
                <a:lnTo>
                  <a:pt x="363134" y="105524"/>
                </a:lnTo>
                <a:lnTo>
                  <a:pt x="340782" y="70201"/>
                </a:lnTo>
                <a:lnTo>
                  <a:pt x="311298" y="40988"/>
                </a:lnTo>
                <a:lnTo>
                  <a:pt x="275726" y="18883"/>
                </a:lnTo>
                <a:lnTo>
                  <a:pt x="235112" y="4887"/>
                </a:lnTo>
                <a:lnTo>
                  <a:pt x="1905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2410460" y="3716020"/>
            <a:ext cx="382270" cy="381000"/>
          </a:xfrm>
          <a:custGeom>
            <a:avLst/>
            <a:gdLst/>
            <a:ahLst/>
            <a:cxnLst/>
            <a:rect l="l" t="t" r="r" b="b"/>
            <a:pathLst>
              <a:path w="382269" h="381000">
                <a:moveTo>
                  <a:pt x="190500" y="0"/>
                </a:moveTo>
                <a:lnTo>
                  <a:pt x="235112" y="4887"/>
                </a:lnTo>
                <a:lnTo>
                  <a:pt x="275726" y="18883"/>
                </a:lnTo>
                <a:lnTo>
                  <a:pt x="311298" y="40988"/>
                </a:lnTo>
                <a:lnTo>
                  <a:pt x="340782" y="70201"/>
                </a:lnTo>
                <a:lnTo>
                  <a:pt x="363134" y="105524"/>
                </a:lnTo>
                <a:lnTo>
                  <a:pt x="377312" y="145957"/>
                </a:lnTo>
                <a:lnTo>
                  <a:pt x="382269" y="190499"/>
                </a:lnTo>
                <a:lnTo>
                  <a:pt x="377312" y="235042"/>
                </a:lnTo>
                <a:lnTo>
                  <a:pt x="363134" y="275475"/>
                </a:lnTo>
                <a:lnTo>
                  <a:pt x="340782" y="310798"/>
                </a:lnTo>
                <a:lnTo>
                  <a:pt x="311298" y="340011"/>
                </a:lnTo>
                <a:lnTo>
                  <a:pt x="275726" y="362116"/>
                </a:lnTo>
                <a:lnTo>
                  <a:pt x="235112" y="376112"/>
                </a:lnTo>
                <a:lnTo>
                  <a:pt x="190500" y="380999"/>
                </a:lnTo>
                <a:lnTo>
                  <a:pt x="145957" y="376112"/>
                </a:lnTo>
                <a:lnTo>
                  <a:pt x="105524" y="362116"/>
                </a:lnTo>
                <a:lnTo>
                  <a:pt x="70201" y="340011"/>
                </a:lnTo>
                <a:lnTo>
                  <a:pt x="40988" y="310798"/>
                </a:lnTo>
                <a:lnTo>
                  <a:pt x="18883" y="275475"/>
                </a:lnTo>
                <a:lnTo>
                  <a:pt x="4887" y="235042"/>
                </a:lnTo>
                <a:lnTo>
                  <a:pt x="0" y="190499"/>
                </a:lnTo>
                <a:lnTo>
                  <a:pt x="4887" y="145957"/>
                </a:lnTo>
                <a:lnTo>
                  <a:pt x="18883" y="105524"/>
                </a:lnTo>
                <a:lnTo>
                  <a:pt x="40988" y="70201"/>
                </a:lnTo>
                <a:lnTo>
                  <a:pt x="70201" y="40988"/>
                </a:lnTo>
                <a:lnTo>
                  <a:pt x="105524" y="18883"/>
                </a:lnTo>
                <a:lnTo>
                  <a:pt x="145957" y="4887"/>
                </a:lnTo>
                <a:lnTo>
                  <a:pt x="190500" y="0"/>
                </a:lnTo>
                <a:close/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2410460" y="3716020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2792729" y="4097020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2513329" y="3723640"/>
            <a:ext cx="177800" cy="3771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i="1" dirty="0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2602229" y="3393440"/>
            <a:ext cx="873760" cy="322580"/>
          </a:xfrm>
          <a:custGeom>
            <a:avLst/>
            <a:gdLst/>
            <a:ahLst/>
            <a:cxnLst/>
            <a:rect l="l" t="t" r="r" b="b"/>
            <a:pathLst>
              <a:path w="873760" h="322579">
                <a:moveTo>
                  <a:pt x="873759" y="0"/>
                </a:moveTo>
                <a:lnTo>
                  <a:pt x="0" y="32258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4498340" y="371602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45957" y="4887"/>
                </a:lnTo>
                <a:lnTo>
                  <a:pt x="105524" y="18883"/>
                </a:lnTo>
                <a:lnTo>
                  <a:pt x="70201" y="40988"/>
                </a:lnTo>
                <a:lnTo>
                  <a:pt x="40988" y="70201"/>
                </a:lnTo>
                <a:lnTo>
                  <a:pt x="18883" y="105524"/>
                </a:lnTo>
                <a:lnTo>
                  <a:pt x="4887" y="145957"/>
                </a:lnTo>
                <a:lnTo>
                  <a:pt x="0" y="190499"/>
                </a:lnTo>
                <a:lnTo>
                  <a:pt x="4887" y="235042"/>
                </a:lnTo>
                <a:lnTo>
                  <a:pt x="18883" y="275475"/>
                </a:lnTo>
                <a:lnTo>
                  <a:pt x="40988" y="310798"/>
                </a:lnTo>
                <a:lnTo>
                  <a:pt x="70201" y="340011"/>
                </a:lnTo>
                <a:lnTo>
                  <a:pt x="105524" y="362116"/>
                </a:lnTo>
                <a:lnTo>
                  <a:pt x="145957" y="376112"/>
                </a:lnTo>
                <a:lnTo>
                  <a:pt x="190500" y="380999"/>
                </a:lnTo>
                <a:lnTo>
                  <a:pt x="235042" y="376112"/>
                </a:lnTo>
                <a:lnTo>
                  <a:pt x="275475" y="362116"/>
                </a:lnTo>
                <a:lnTo>
                  <a:pt x="310798" y="340011"/>
                </a:lnTo>
                <a:lnTo>
                  <a:pt x="340011" y="310798"/>
                </a:lnTo>
                <a:lnTo>
                  <a:pt x="362116" y="275475"/>
                </a:lnTo>
                <a:lnTo>
                  <a:pt x="376112" y="235042"/>
                </a:lnTo>
                <a:lnTo>
                  <a:pt x="381000" y="190499"/>
                </a:lnTo>
                <a:lnTo>
                  <a:pt x="376112" y="145957"/>
                </a:lnTo>
                <a:lnTo>
                  <a:pt x="362116" y="105524"/>
                </a:lnTo>
                <a:lnTo>
                  <a:pt x="340011" y="70201"/>
                </a:lnTo>
                <a:lnTo>
                  <a:pt x="310798" y="40988"/>
                </a:lnTo>
                <a:lnTo>
                  <a:pt x="275475" y="18883"/>
                </a:lnTo>
                <a:lnTo>
                  <a:pt x="235042" y="4887"/>
                </a:lnTo>
                <a:lnTo>
                  <a:pt x="19050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4498340" y="371602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45957" y="4887"/>
                </a:lnTo>
                <a:lnTo>
                  <a:pt x="105524" y="18883"/>
                </a:lnTo>
                <a:lnTo>
                  <a:pt x="70201" y="40988"/>
                </a:lnTo>
                <a:lnTo>
                  <a:pt x="40988" y="70201"/>
                </a:lnTo>
                <a:lnTo>
                  <a:pt x="18883" y="105524"/>
                </a:lnTo>
                <a:lnTo>
                  <a:pt x="4887" y="145957"/>
                </a:lnTo>
                <a:lnTo>
                  <a:pt x="0" y="190499"/>
                </a:lnTo>
                <a:lnTo>
                  <a:pt x="4887" y="235042"/>
                </a:lnTo>
                <a:lnTo>
                  <a:pt x="18883" y="275475"/>
                </a:lnTo>
                <a:lnTo>
                  <a:pt x="40988" y="310798"/>
                </a:lnTo>
                <a:lnTo>
                  <a:pt x="70201" y="340011"/>
                </a:lnTo>
                <a:lnTo>
                  <a:pt x="105524" y="362116"/>
                </a:lnTo>
                <a:lnTo>
                  <a:pt x="145957" y="376112"/>
                </a:lnTo>
                <a:lnTo>
                  <a:pt x="190500" y="380999"/>
                </a:lnTo>
                <a:lnTo>
                  <a:pt x="235042" y="376112"/>
                </a:lnTo>
                <a:lnTo>
                  <a:pt x="275475" y="362116"/>
                </a:lnTo>
                <a:lnTo>
                  <a:pt x="310798" y="340011"/>
                </a:lnTo>
                <a:lnTo>
                  <a:pt x="340011" y="310798"/>
                </a:lnTo>
                <a:lnTo>
                  <a:pt x="362116" y="275475"/>
                </a:lnTo>
                <a:lnTo>
                  <a:pt x="376112" y="235042"/>
                </a:lnTo>
                <a:lnTo>
                  <a:pt x="381000" y="190499"/>
                </a:lnTo>
                <a:lnTo>
                  <a:pt x="376112" y="145957"/>
                </a:lnTo>
                <a:lnTo>
                  <a:pt x="362116" y="105524"/>
                </a:lnTo>
                <a:lnTo>
                  <a:pt x="340011" y="70201"/>
                </a:lnTo>
                <a:lnTo>
                  <a:pt x="310798" y="40988"/>
                </a:lnTo>
                <a:lnTo>
                  <a:pt x="275475" y="18883"/>
                </a:lnTo>
                <a:lnTo>
                  <a:pt x="235042" y="4887"/>
                </a:lnTo>
                <a:lnTo>
                  <a:pt x="190500" y="0"/>
                </a:lnTo>
                <a:close/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4879340" y="3716020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4498340" y="4097020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4601209" y="3723640"/>
            <a:ext cx="177800" cy="3771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i="1" dirty="0">
                <a:latin typeface="Times New Roman"/>
                <a:cs typeface="Times New Roman"/>
              </a:rPr>
              <a:t>4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4824729" y="4041140"/>
            <a:ext cx="1024890" cy="538480"/>
          </a:xfrm>
          <a:custGeom>
            <a:avLst/>
            <a:gdLst/>
            <a:ahLst/>
            <a:cxnLst/>
            <a:rect l="l" t="t" r="r" b="b"/>
            <a:pathLst>
              <a:path w="1024889" h="538479">
                <a:moveTo>
                  <a:pt x="0" y="0"/>
                </a:moveTo>
                <a:lnTo>
                  <a:pt x="1024890" y="53848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3652520" y="4041140"/>
            <a:ext cx="902969" cy="538480"/>
          </a:xfrm>
          <a:custGeom>
            <a:avLst/>
            <a:gdLst/>
            <a:ahLst/>
            <a:cxnLst/>
            <a:rect l="l" t="t" r="r" b="b"/>
            <a:pathLst>
              <a:path w="902970" h="538479">
                <a:moveTo>
                  <a:pt x="902969" y="0"/>
                </a:moveTo>
                <a:lnTo>
                  <a:pt x="0" y="53848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3420109" y="458089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45957" y="4887"/>
                </a:lnTo>
                <a:lnTo>
                  <a:pt x="105524" y="18883"/>
                </a:lnTo>
                <a:lnTo>
                  <a:pt x="70201" y="40988"/>
                </a:lnTo>
                <a:lnTo>
                  <a:pt x="40988" y="70201"/>
                </a:lnTo>
                <a:lnTo>
                  <a:pt x="18883" y="105524"/>
                </a:lnTo>
                <a:lnTo>
                  <a:pt x="4887" y="145957"/>
                </a:lnTo>
                <a:lnTo>
                  <a:pt x="0" y="190500"/>
                </a:lnTo>
                <a:lnTo>
                  <a:pt x="4887" y="235042"/>
                </a:lnTo>
                <a:lnTo>
                  <a:pt x="18883" y="275475"/>
                </a:lnTo>
                <a:lnTo>
                  <a:pt x="40988" y="310798"/>
                </a:lnTo>
                <a:lnTo>
                  <a:pt x="70201" y="340011"/>
                </a:lnTo>
                <a:lnTo>
                  <a:pt x="105524" y="362116"/>
                </a:lnTo>
                <a:lnTo>
                  <a:pt x="145957" y="376112"/>
                </a:lnTo>
                <a:lnTo>
                  <a:pt x="190500" y="381000"/>
                </a:lnTo>
                <a:lnTo>
                  <a:pt x="235042" y="376112"/>
                </a:lnTo>
                <a:lnTo>
                  <a:pt x="275475" y="362116"/>
                </a:lnTo>
                <a:lnTo>
                  <a:pt x="310798" y="340011"/>
                </a:lnTo>
                <a:lnTo>
                  <a:pt x="340011" y="310798"/>
                </a:lnTo>
                <a:lnTo>
                  <a:pt x="362116" y="275475"/>
                </a:lnTo>
                <a:lnTo>
                  <a:pt x="376112" y="235042"/>
                </a:lnTo>
                <a:lnTo>
                  <a:pt x="381000" y="190500"/>
                </a:lnTo>
                <a:lnTo>
                  <a:pt x="376112" y="145957"/>
                </a:lnTo>
                <a:lnTo>
                  <a:pt x="362116" y="105524"/>
                </a:lnTo>
                <a:lnTo>
                  <a:pt x="340011" y="70201"/>
                </a:lnTo>
                <a:lnTo>
                  <a:pt x="310798" y="40988"/>
                </a:lnTo>
                <a:lnTo>
                  <a:pt x="275475" y="18883"/>
                </a:lnTo>
                <a:lnTo>
                  <a:pt x="235042" y="4887"/>
                </a:lnTo>
                <a:lnTo>
                  <a:pt x="1905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3420109" y="458089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235042" y="4887"/>
                </a:lnTo>
                <a:lnTo>
                  <a:pt x="275475" y="18883"/>
                </a:lnTo>
                <a:lnTo>
                  <a:pt x="310798" y="40988"/>
                </a:lnTo>
                <a:lnTo>
                  <a:pt x="340011" y="70201"/>
                </a:lnTo>
                <a:lnTo>
                  <a:pt x="362116" y="105524"/>
                </a:lnTo>
                <a:lnTo>
                  <a:pt x="376112" y="145957"/>
                </a:lnTo>
                <a:lnTo>
                  <a:pt x="381000" y="190500"/>
                </a:lnTo>
                <a:lnTo>
                  <a:pt x="376112" y="235042"/>
                </a:lnTo>
                <a:lnTo>
                  <a:pt x="362116" y="275475"/>
                </a:lnTo>
                <a:lnTo>
                  <a:pt x="340011" y="310798"/>
                </a:lnTo>
                <a:lnTo>
                  <a:pt x="310798" y="340011"/>
                </a:lnTo>
                <a:lnTo>
                  <a:pt x="275475" y="362116"/>
                </a:lnTo>
                <a:lnTo>
                  <a:pt x="235042" y="376112"/>
                </a:lnTo>
                <a:lnTo>
                  <a:pt x="190500" y="381000"/>
                </a:lnTo>
                <a:lnTo>
                  <a:pt x="145957" y="376112"/>
                </a:lnTo>
                <a:lnTo>
                  <a:pt x="105524" y="362116"/>
                </a:lnTo>
                <a:lnTo>
                  <a:pt x="70201" y="340011"/>
                </a:lnTo>
                <a:lnTo>
                  <a:pt x="40988" y="310798"/>
                </a:lnTo>
                <a:lnTo>
                  <a:pt x="18883" y="275475"/>
                </a:lnTo>
                <a:lnTo>
                  <a:pt x="4887" y="235042"/>
                </a:lnTo>
                <a:lnTo>
                  <a:pt x="0" y="190500"/>
                </a:lnTo>
                <a:lnTo>
                  <a:pt x="4887" y="145957"/>
                </a:lnTo>
                <a:lnTo>
                  <a:pt x="18883" y="105524"/>
                </a:lnTo>
                <a:lnTo>
                  <a:pt x="40988" y="70201"/>
                </a:lnTo>
                <a:lnTo>
                  <a:pt x="70201" y="40988"/>
                </a:lnTo>
                <a:lnTo>
                  <a:pt x="105524" y="18883"/>
                </a:lnTo>
                <a:lnTo>
                  <a:pt x="145957" y="4887"/>
                </a:lnTo>
                <a:lnTo>
                  <a:pt x="190500" y="0"/>
                </a:lnTo>
                <a:close/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3420109" y="4580890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3801109" y="4963159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3520440" y="4588509"/>
            <a:ext cx="177800" cy="3771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i="1" dirty="0">
                <a:solidFill>
                  <a:srgbClr val="FFFFFF"/>
                </a:solidFill>
                <a:latin typeface="Times New Roman"/>
                <a:cs typeface="Times New Roman"/>
              </a:rPr>
              <a:t>3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5976620" y="4833620"/>
            <a:ext cx="609600" cy="683260"/>
          </a:xfrm>
          <a:custGeom>
            <a:avLst/>
            <a:gdLst/>
            <a:ahLst/>
            <a:cxnLst/>
            <a:rect l="l" t="t" r="r" b="b"/>
            <a:pathLst>
              <a:path w="609600" h="683260">
                <a:moveTo>
                  <a:pt x="0" y="0"/>
                </a:moveTo>
                <a:lnTo>
                  <a:pt x="609600" y="683259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6369050" y="5516879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45957" y="4887"/>
                </a:lnTo>
                <a:lnTo>
                  <a:pt x="105524" y="18883"/>
                </a:lnTo>
                <a:lnTo>
                  <a:pt x="70201" y="40988"/>
                </a:lnTo>
                <a:lnTo>
                  <a:pt x="40988" y="70201"/>
                </a:lnTo>
                <a:lnTo>
                  <a:pt x="18883" y="105524"/>
                </a:lnTo>
                <a:lnTo>
                  <a:pt x="4887" y="145957"/>
                </a:lnTo>
                <a:lnTo>
                  <a:pt x="0" y="190500"/>
                </a:lnTo>
                <a:lnTo>
                  <a:pt x="4887" y="235042"/>
                </a:lnTo>
                <a:lnTo>
                  <a:pt x="18883" y="275475"/>
                </a:lnTo>
                <a:lnTo>
                  <a:pt x="40988" y="310798"/>
                </a:lnTo>
                <a:lnTo>
                  <a:pt x="70201" y="340011"/>
                </a:lnTo>
                <a:lnTo>
                  <a:pt x="105524" y="362116"/>
                </a:lnTo>
                <a:lnTo>
                  <a:pt x="145957" y="376112"/>
                </a:lnTo>
                <a:lnTo>
                  <a:pt x="190500" y="381000"/>
                </a:lnTo>
                <a:lnTo>
                  <a:pt x="235042" y="376112"/>
                </a:lnTo>
                <a:lnTo>
                  <a:pt x="275475" y="362116"/>
                </a:lnTo>
                <a:lnTo>
                  <a:pt x="310798" y="340011"/>
                </a:lnTo>
                <a:lnTo>
                  <a:pt x="340011" y="310798"/>
                </a:lnTo>
                <a:lnTo>
                  <a:pt x="362116" y="275475"/>
                </a:lnTo>
                <a:lnTo>
                  <a:pt x="376112" y="235042"/>
                </a:lnTo>
                <a:lnTo>
                  <a:pt x="381000" y="190500"/>
                </a:lnTo>
                <a:lnTo>
                  <a:pt x="376112" y="145957"/>
                </a:lnTo>
                <a:lnTo>
                  <a:pt x="362116" y="105524"/>
                </a:lnTo>
                <a:lnTo>
                  <a:pt x="340011" y="70201"/>
                </a:lnTo>
                <a:lnTo>
                  <a:pt x="310798" y="40988"/>
                </a:lnTo>
                <a:lnTo>
                  <a:pt x="275475" y="18883"/>
                </a:lnTo>
                <a:lnTo>
                  <a:pt x="235042" y="4887"/>
                </a:lnTo>
                <a:lnTo>
                  <a:pt x="19050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6369050" y="5516879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45957" y="4887"/>
                </a:lnTo>
                <a:lnTo>
                  <a:pt x="105524" y="18883"/>
                </a:lnTo>
                <a:lnTo>
                  <a:pt x="70201" y="40988"/>
                </a:lnTo>
                <a:lnTo>
                  <a:pt x="40988" y="70201"/>
                </a:lnTo>
                <a:lnTo>
                  <a:pt x="18883" y="105524"/>
                </a:lnTo>
                <a:lnTo>
                  <a:pt x="4887" y="145957"/>
                </a:lnTo>
                <a:lnTo>
                  <a:pt x="0" y="190500"/>
                </a:lnTo>
                <a:lnTo>
                  <a:pt x="4887" y="235042"/>
                </a:lnTo>
                <a:lnTo>
                  <a:pt x="18883" y="275475"/>
                </a:lnTo>
                <a:lnTo>
                  <a:pt x="40988" y="310798"/>
                </a:lnTo>
                <a:lnTo>
                  <a:pt x="70201" y="340011"/>
                </a:lnTo>
                <a:lnTo>
                  <a:pt x="105524" y="362116"/>
                </a:lnTo>
                <a:lnTo>
                  <a:pt x="145957" y="376112"/>
                </a:lnTo>
                <a:lnTo>
                  <a:pt x="190500" y="381000"/>
                </a:lnTo>
                <a:lnTo>
                  <a:pt x="235042" y="376112"/>
                </a:lnTo>
                <a:lnTo>
                  <a:pt x="275475" y="362116"/>
                </a:lnTo>
                <a:lnTo>
                  <a:pt x="310798" y="340011"/>
                </a:lnTo>
                <a:lnTo>
                  <a:pt x="340011" y="310798"/>
                </a:lnTo>
                <a:lnTo>
                  <a:pt x="362116" y="275475"/>
                </a:lnTo>
                <a:lnTo>
                  <a:pt x="376112" y="235042"/>
                </a:lnTo>
                <a:lnTo>
                  <a:pt x="381000" y="190500"/>
                </a:lnTo>
                <a:lnTo>
                  <a:pt x="376112" y="145957"/>
                </a:lnTo>
                <a:lnTo>
                  <a:pt x="362116" y="105524"/>
                </a:lnTo>
                <a:lnTo>
                  <a:pt x="340011" y="70201"/>
                </a:lnTo>
                <a:lnTo>
                  <a:pt x="310798" y="40988"/>
                </a:lnTo>
                <a:lnTo>
                  <a:pt x="275475" y="18883"/>
                </a:lnTo>
                <a:lnTo>
                  <a:pt x="235042" y="4887"/>
                </a:lnTo>
                <a:lnTo>
                  <a:pt x="190500" y="0"/>
                </a:lnTo>
                <a:close/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6750050" y="5516879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6369050" y="5897879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5074920" y="4832350"/>
            <a:ext cx="631190" cy="542290"/>
          </a:xfrm>
          <a:custGeom>
            <a:avLst/>
            <a:gdLst/>
            <a:ahLst/>
            <a:cxnLst/>
            <a:rect l="l" t="t" r="r" b="b"/>
            <a:pathLst>
              <a:path w="631189" h="542289">
                <a:moveTo>
                  <a:pt x="631189" y="0"/>
                </a:moveTo>
                <a:lnTo>
                  <a:pt x="0" y="54229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5651500" y="45085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45957" y="4887"/>
                </a:lnTo>
                <a:lnTo>
                  <a:pt x="105524" y="18883"/>
                </a:lnTo>
                <a:lnTo>
                  <a:pt x="70201" y="40988"/>
                </a:lnTo>
                <a:lnTo>
                  <a:pt x="40988" y="70201"/>
                </a:lnTo>
                <a:lnTo>
                  <a:pt x="18883" y="105524"/>
                </a:lnTo>
                <a:lnTo>
                  <a:pt x="4887" y="145957"/>
                </a:lnTo>
                <a:lnTo>
                  <a:pt x="0" y="190500"/>
                </a:lnTo>
                <a:lnTo>
                  <a:pt x="4887" y="235042"/>
                </a:lnTo>
                <a:lnTo>
                  <a:pt x="18883" y="275475"/>
                </a:lnTo>
                <a:lnTo>
                  <a:pt x="40988" y="310798"/>
                </a:lnTo>
                <a:lnTo>
                  <a:pt x="70201" y="340011"/>
                </a:lnTo>
                <a:lnTo>
                  <a:pt x="105524" y="362116"/>
                </a:lnTo>
                <a:lnTo>
                  <a:pt x="145957" y="376112"/>
                </a:lnTo>
                <a:lnTo>
                  <a:pt x="190500" y="381000"/>
                </a:lnTo>
                <a:lnTo>
                  <a:pt x="235042" y="376112"/>
                </a:lnTo>
                <a:lnTo>
                  <a:pt x="275475" y="362116"/>
                </a:lnTo>
                <a:lnTo>
                  <a:pt x="310798" y="340011"/>
                </a:lnTo>
                <a:lnTo>
                  <a:pt x="340011" y="310798"/>
                </a:lnTo>
                <a:lnTo>
                  <a:pt x="362116" y="275475"/>
                </a:lnTo>
                <a:lnTo>
                  <a:pt x="376112" y="235042"/>
                </a:lnTo>
                <a:lnTo>
                  <a:pt x="381000" y="190500"/>
                </a:lnTo>
                <a:lnTo>
                  <a:pt x="376112" y="145957"/>
                </a:lnTo>
                <a:lnTo>
                  <a:pt x="362116" y="105524"/>
                </a:lnTo>
                <a:lnTo>
                  <a:pt x="340011" y="70201"/>
                </a:lnTo>
                <a:lnTo>
                  <a:pt x="310798" y="40988"/>
                </a:lnTo>
                <a:lnTo>
                  <a:pt x="275475" y="18883"/>
                </a:lnTo>
                <a:lnTo>
                  <a:pt x="235042" y="4887"/>
                </a:lnTo>
                <a:lnTo>
                  <a:pt x="1905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5651500" y="45085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235042" y="4887"/>
                </a:lnTo>
                <a:lnTo>
                  <a:pt x="275475" y="18883"/>
                </a:lnTo>
                <a:lnTo>
                  <a:pt x="310798" y="40988"/>
                </a:lnTo>
                <a:lnTo>
                  <a:pt x="340011" y="70201"/>
                </a:lnTo>
                <a:lnTo>
                  <a:pt x="362116" y="105524"/>
                </a:lnTo>
                <a:lnTo>
                  <a:pt x="376112" y="145957"/>
                </a:lnTo>
                <a:lnTo>
                  <a:pt x="381000" y="190500"/>
                </a:lnTo>
                <a:lnTo>
                  <a:pt x="376112" y="235042"/>
                </a:lnTo>
                <a:lnTo>
                  <a:pt x="362116" y="275475"/>
                </a:lnTo>
                <a:lnTo>
                  <a:pt x="340011" y="310798"/>
                </a:lnTo>
                <a:lnTo>
                  <a:pt x="310798" y="340011"/>
                </a:lnTo>
                <a:lnTo>
                  <a:pt x="275475" y="362116"/>
                </a:lnTo>
                <a:lnTo>
                  <a:pt x="235042" y="376112"/>
                </a:lnTo>
                <a:lnTo>
                  <a:pt x="190500" y="381000"/>
                </a:lnTo>
                <a:lnTo>
                  <a:pt x="145957" y="376112"/>
                </a:lnTo>
                <a:lnTo>
                  <a:pt x="105524" y="362116"/>
                </a:lnTo>
                <a:lnTo>
                  <a:pt x="70201" y="340011"/>
                </a:lnTo>
                <a:lnTo>
                  <a:pt x="40988" y="310798"/>
                </a:lnTo>
                <a:lnTo>
                  <a:pt x="18883" y="275475"/>
                </a:lnTo>
                <a:lnTo>
                  <a:pt x="4887" y="235042"/>
                </a:lnTo>
                <a:lnTo>
                  <a:pt x="0" y="190500"/>
                </a:lnTo>
                <a:lnTo>
                  <a:pt x="4887" y="145957"/>
                </a:lnTo>
                <a:lnTo>
                  <a:pt x="18883" y="105524"/>
                </a:lnTo>
                <a:lnTo>
                  <a:pt x="40988" y="70201"/>
                </a:lnTo>
                <a:lnTo>
                  <a:pt x="70201" y="40988"/>
                </a:lnTo>
                <a:lnTo>
                  <a:pt x="105524" y="18883"/>
                </a:lnTo>
                <a:lnTo>
                  <a:pt x="145957" y="4887"/>
                </a:lnTo>
                <a:lnTo>
                  <a:pt x="190500" y="0"/>
                </a:lnTo>
                <a:close/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5651500" y="4508500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6032500" y="4889500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 txBox="1"/>
          <p:nvPr/>
        </p:nvSpPr>
        <p:spPr>
          <a:xfrm>
            <a:off x="5753100" y="4516120"/>
            <a:ext cx="177800" cy="3771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i="1" dirty="0">
                <a:solidFill>
                  <a:srgbClr val="FFFFFF"/>
                </a:solidFill>
                <a:latin typeface="Times New Roman"/>
                <a:cs typeface="Times New Roman"/>
              </a:rPr>
              <a:t>6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4785359" y="5372100"/>
            <a:ext cx="379730" cy="381000"/>
          </a:xfrm>
          <a:custGeom>
            <a:avLst/>
            <a:gdLst/>
            <a:ahLst/>
            <a:cxnLst/>
            <a:rect l="l" t="t" r="r" b="b"/>
            <a:pathLst>
              <a:path w="379729" h="381000">
                <a:moveTo>
                  <a:pt x="189229" y="0"/>
                </a:moveTo>
                <a:lnTo>
                  <a:pt x="144757" y="4887"/>
                </a:lnTo>
                <a:lnTo>
                  <a:pt x="104506" y="18883"/>
                </a:lnTo>
                <a:lnTo>
                  <a:pt x="69431" y="40988"/>
                </a:lnTo>
                <a:lnTo>
                  <a:pt x="40488" y="70201"/>
                </a:lnTo>
                <a:lnTo>
                  <a:pt x="18631" y="105524"/>
                </a:lnTo>
                <a:lnTo>
                  <a:pt x="4817" y="145957"/>
                </a:lnTo>
                <a:lnTo>
                  <a:pt x="0" y="190500"/>
                </a:lnTo>
                <a:lnTo>
                  <a:pt x="4817" y="235042"/>
                </a:lnTo>
                <a:lnTo>
                  <a:pt x="18631" y="275475"/>
                </a:lnTo>
                <a:lnTo>
                  <a:pt x="40488" y="310798"/>
                </a:lnTo>
                <a:lnTo>
                  <a:pt x="69431" y="340011"/>
                </a:lnTo>
                <a:lnTo>
                  <a:pt x="104506" y="362116"/>
                </a:lnTo>
                <a:lnTo>
                  <a:pt x="144757" y="376112"/>
                </a:lnTo>
                <a:lnTo>
                  <a:pt x="189229" y="381000"/>
                </a:lnTo>
                <a:lnTo>
                  <a:pt x="234172" y="376112"/>
                </a:lnTo>
                <a:lnTo>
                  <a:pt x="274760" y="362116"/>
                </a:lnTo>
                <a:lnTo>
                  <a:pt x="310061" y="340011"/>
                </a:lnTo>
                <a:lnTo>
                  <a:pt x="339141" y="310798"/>
                </a:lnTo>
                <a:lnTo>
                  <a:pt x="361068" y="275475"/>
                </a:lnTo>
                <a:lnTo>
                  <a:pt x="374909" y="235042"/>
                </a:lnTo>
                <a:lnTo>
                  <a:pt x="379729" y="190500"/>
                </a:lnTo>
                <a:lnTo>
                  <a:pt x="374909" y="145957"/>
                </a:lnTo>
                <a:lnTo>
                  <a:pt x="361068" y="105524"/>
                </a:lnTo>
                <a:lnTo>
                  <a:pt x="339141" y="70201"/>
                </a:lnTo>
                <a:lnTo>
                  <a:pt x="310061" y="40988"/>
                </a:lnTo>
                <a:lnTo>
                  <a:pt x="274760" y="18883"/>
                </a:lnTo>
                <a:lnTo>
                  <a:pt x="234172" y="4887"/>
                </a:lnTo>
                <a:lnTo>
                  <a:pt x="189229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4785359" y="5372100"/>
            <a:ext cx="379730" cy="381000"/>
          </a:xfrm>
          <a:custGeom>
            <a:avLst/>
            <a:gdLst/>
            <a:ahLst/>
            <a:cxnLst/>
            <a:rect l="l" t="t" r="r" b="b"/>
            <a:pathLst>
              <a:path w="379729" h="381000">
                <a:moveTo>
                  <a:pt x="189229" y="0"/>
                </a:moveTo>
                <a:lnTo>
                  <a:pt x="144757" y="4887"/>
                </a:lnTo>
                <a:lnTo>
                  <a:pt x="104506" y="18883"/>
                </a:lnTo>
                <a:lnTo>
                  <a:pt x="69431" y="40988"/>
                </a:lnTo>
                <a:lnTo>
                  <a:pt x="40488" y="70201"/>
                </a:lnTo>
                <a:lnTo>
                  <a:pt x="18631" y="105524"/>
                </a:lnTo>
                <a:lnTo>
                  <a:pt x="4817" y="145957"/>
                </a:lnTo>
                <a:lnTo>
                  <a:pt x="0" y="190500"/>
                </a:lnTo>
                <a:lnTo>
                  <a:pt x="4817" y="235042"/>
                </a:lnTo>
                <a:lnTo>
                  <a:pt x="18631" y="275475"/>
                </a:lnTo>
                <a:lnTo>
                  <a:pt x="40488" y="310798"/>
                </a:lnTo>
                <a:lnTo>
                  <a:pt x="69431" y="340011"/>
                </a:lnTo>
                <a:lnTo>
                  <a:pt x="104506" y="362116"/>
                </a:lnTo>
                <a:lnTo>
                  <a:pt x="144757" y="376112"/>
                </a:lnTo>
                <a:lnTo>
                  <a:pt x="189229" y="381000"/>
                </a:lnTo>
                <a:lnTo>
                  <a:pt x="234172" y="376112"/>
                </a:lnTo>
                <a:lnTo>
                  <a:pt x="274760" y="362116"/>
                </a:lnTo>
                <a:lnTo>
                  <a:pt x="310061" y="340011"/>
                </a:lnTo>
                <a:lnTo>
                  <a:pt x="339141" y="310798"/>
                </a:lnTo>
                <a:lnTo>
                  <a:pt x="361068" y="275475"/>
                </a:lnTo>
                <a:lnTo>
                  <a:pt x="374909" y="235042"/>
                </a:lnTo>
                <a:lnTo>
                  <a:pt x="379729" y="190500"/>
                </a:lnTo>
                <a:lnTo>
                  <a:pt x="374909" y="145957"/>
                </a:lnTo>
                <a:lnTo>
                  <a:pt x="361068" y="105524"/>
                </a:lnTo>
                <a:lnTo>
                  <a:pt x="339141" y="70201"/>
                </a:lnTo>
                <a:lnTo>
                  <a:pt x="310061" y="40988"/>
                </a:lnTo>
                <a:lnTo>
                  <a:pt x="274760" y="18883"/>
                </a:lnTo>
                <a:lnTo>
                  <a:pt x="234172" y="4887"/>
                </a:lnTo>
                <a:lnTo>
                  <a:pt x="189229" y="0"/>
                </a:lnTo>
                <a:close/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5165090" y="5372100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4784090" y="5753100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 txBox="1"/>
          <p:nvPr/>
        </p:nvSpPr>
        <p:spPr>
          <a:xfrm>
            <a:off x="4886959" y="5426555"/>
            <a:ext cx="177800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510"/>
              </a:lnSpc>
            </a:pPr>
            <a:r>
              <a:rPr sz="2400" i="1" dirty="0">
                <a:latin typeface="Times New Roman"/>
                <a:cs typeface="Times New Roman"/>
              </a:rPr>
              <a:t>5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6470650" y="5571335"/>
            <a:ext cx="177800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510"/>
              </a:lnSpc>
            </a:pPr>
            <a:r>
              <a:rPr sz="2400" i="1" dirty="0">
                <a:latin typeface="Times New Roman"/>
                <a:cs typeface="Times New Roman"/>
              </a:rPr>
              <a:t>7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432809" y="845820"/>
            <a:ext cx="2422525" cy="609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000" spc="30" dirty="0">
                <a:latin typeface="Trebuchet MS"/>
                <a:cs typeface="Trebuchet MS"/>
              </a:rPr>
              <a:t>Exemplo</a:t>
            </a:r>
            <a:r>
              <a:rPr sz="4000" spc="-155" dirty="0">
                <a:latin typeface="Trebuchet MS"/>
                <a:cs typeface="Trebuchet MS"/>
              </a:rPr>
              <a:t> </a:t>
            </a:r>
            <a:r>
              <a:rPr sz="4000" spc="190" dirty="0">
                <a:latin typeface="Trebuchet MS"/>
                <a:cs typeface="Trebuchet MS"/>
              </a:rPr>
              <a:t>2</a:t>
            </a:r>
            <a:endParaRPr sz="40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5940" y="1645920"/>
            <a:ext cx="4662805" cy="4876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Font typeface="Arial"/>
              <a:buChar char="•"/>
              <a:tabLst>
                <a:tab pos="355600" algn="l"/>
              </a:tabLst>
            </a:pPr>
            <a:r>
              <a:rPr sz="3200" spc="50" dirty="0">
                <a:latin typeface="Trebuchet MS"/>
                <a:cs typeface="Trebuchet MS"/>
              </a:rPr>
              <a:t>Estado </a:t>
            </a:r>
            <a:r>
              <a:rPr sz="3200" spc="-50" dirty="0">
                <a:latin typeface="Trebuchet MS"/>
                <a:cs typeface="Trebuchet MS"/>
              </a:rPr>
              <a:t>inicial </a:t>
            </a:r>
            <a:r>
              <a:rPr sz="3200" spc="60" dirty="0">
                <a:latin typeface="Trebuchet MS"/>
                <a:cs typeface="Trebuchet MS"/>
              </a:rPr>
              <a:t>da</a:t>
            </a:r>
            <a:r>
              <a:rPr sz="3200" spc="-204" dirty="0">
                <a:latin typeface="Trebuchet MS"/>
                <a:cs typeface="Trebuchet MS"/>
              </a:rPr>
              <a:t> </a:t>
            </a:r>
            <a:r>
              <a:rPr sz="3200" spc="15" dirty="0">
                <a:latin typeface="Trebuchet MS"/>
                <a:cs typeface="Trebuchet MS"/>
              </a:rPr>
              <a:t>árvore</a:t>
            </a:r>
            <a:endParaRPr sz="3200">
              <a:latin typeface="Trebuchet MS"/>
              <a:cs typeface="Trebuchet M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403350" y="2636520"/>
            <a:ext cx="6229350" cy="396112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00709" y="236220"/>
            <a:ext cx="7938770" cy="12338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80310" marR="5080" indent="-2467610">
              <a:lnSpc>
                <a:spcPct val="100000"/>
              </a:lnSpc>
            </a:pPr>
            <a:r>
              <a:rPr sz="4000" spc="125" dirty="0"/>
              <a:t>Caso </a:t>
            </a:r>
            <a:r>
              <a:rPr sz="4000" spc="-30" dirty="0"/>
              <a:t>2: </a:t>
            </a:r>
            <a:r>
              <a:rPr sz="4000" spc="135" dirty="0"/>
              <a:t>O </a:t>
            </a:r>
            <a:r>
              <a:rPr sz="4000" spc="-95" dirty="0"/>
              <a:t>tio </a:t>
            </a:r>
            <a:r>
              <a:rPr sz="4000" spc="50" dirty="0"/>
              <a:t>do </a:t>
            </a:r>
            <a:r>
              <a:rPr sz="4000" dirty="0"/>
              <a:t>elemento</a:t>
            </a:r>
            <a:r>
              <a:rPr sz="4000" spc="-645" dirty="0"/>
              <a:t> </a:t>
            </a:r>
            <a:r>
              <a:rPr sz="4000" spc="5" dirty="0"/>
              <a:t>inserido  </a:t>
            </a:r>
            <a:r>
              <a:rPr sz="4000" spc="30" dirty="0"/>
              <a:t>é</a:t>
            </a:r>
            <a:r>
              <a:rPr sz="4000" spc="-160" dirty="0"/>
              <a:t> </a:t>
            </a:r>
            <a:r>
              <a:rPr sz="4000" spc="120" dirty="0"/>
              <a:t>VERMELHO</a:t>
            </a:r>
            <a:endParaRPr sz="4000"/>
          </a:p>
        </p:txBody>
      </p:sp>
      <p:sp>
        <p:nvSpPr>
          <p:cNvPr id="3" name="object 3"/>
          <p:cNvSpPr/>
          <p:nvPr/>
        </p:nvSpPr>
        <p:spPr>
          <a:xfrm>
            <a:off x="1187450" y="2204720"/>
            <a:ext cx="6070600" cy="41300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2322829" y="5923279"/>
            <a:ext cx="2179320" cy="4400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indent="309880">
              <a:lnSpc>
                <a:spcPct val="100000"/>
              </a:lnSpc>
            </a:pPr>
            <a:r>
              <a:rPr sz="1400" spc="15" dirty="0">
                <a:latin typeface="Trebuchet MS"/>
                <a:cs typeface="Trebuchet MS"/>
              </a:rPr>
              <a:t>Inserção do nodo </a:t>
            </a:r>
            <a:r>
              <a:rPr sz="1400" spc="65" dirty="0">
                <a:latin typeface="Trebuchet MS"/>
                <a:cs typeface="Trebuchet MS"/>
              </a:rPr>
              <a:t>4  </a:t>
            </a:r>
            <a:r>
              <a:rPr sz="1400" spc="-5" dirty="0">
                <a:latin typeface="Trebuchet MS"/>
                <a:cs typeface="Trebuchet MS"/>
              </a:rPr>
              <a:t>Vilolação </a:t>
            </a:r>
            <a:r>
              <a:rPr sz="1400" spc="30" dirty="0">
                <a:latin typeface="Trebuchet MS"/>
                <a:cs typeface="Trebuchet MS"/>
              </a:rPr>
              <a:t>da </a:t>
            </a:r>
            <a:r>
              <a:rPr sz="1400" dirty="0">
                <a:latin typeface="Trebuchet MS"/>
                <a:cs typeface="Trebuchet MS"/>
              </a:rPr>
              <a:t>propriedade</a:t>
            </a:r>
            <a:r>
              <a:rPr sz="1400" spc="-170" dirty="0">
                <a:latin typeface="Trebuchet MS"/>
                <a:cs typeface="Trebuchet MS"/>
              </a:rPr>
              <a:t> </a:t>
            </a:r>
            <a:r>
              <a:rPr sz="1400" spc="65" dirty="0">
                <a:latin typeface="Trebuchet MS"/>
                <a:cs typeface="Trebuchet MS"/>
              </a:rPr>
              <a:t>4</a:t>
            </a:r>
            <a:endParaRPr sz="14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890" marR="5080" algn="ctr">
              <a:lnSpc>
                <a:spcPct val="100000"/>
              </a:lnSpc>
            </a:pPr>
            <a:r>
              <a:rPr sz="4000" spc="125" dirty="0"/>
              <a:t>Caso </a:t>
            </a:r>
            <a:r>
              <a:rPr sz="4000" spc="-5" dirty="0"/>
              <a:t>3b: </a:t>
            </a:r>
            <a:r>
              <a:rPr sz="4000" spc="135" dirty="0"/>
              <a:t>O </a:t>
            </a:r>
            <a:r>
              <a:rPr sz="4000" spc="-95" dirty="0"/>
              <a:t>tio </a:t>
            </a:r>
            <a:r>
              <a:rPr sz="4000" spc="55" dirty="0"/>
              <a:t>do </a:t>
            </a:r>
            <a:r>
              <a:rPr sz="4000" dirty="0"/>
              <a:t>elemento</a:t>
            </a:r>
            <a:r>
              <a:rPr sz="4000" spc="-720" dirty="0"/>
              <a:t> </a:t>
            </a:r>
            <a:r>
              <a:rPr sz="4000" spc="30" dirty="0"/>
              <a:t>é  </a:t>
            </a:r>
            <a:r>
              <a:rPr sz="4000" spc="45" dirty="0"/>
              <a:t>PRETO </a:t>
            </a:r>
            <a:r>
              <a:rPr sz="4000" spc="30" dirty="0"/>
              <a:t>e </a:t>
            </a:r>
            <a:r>
              <a:rPr sz="4000" spc="50" dirty="0"/>
              <a:t>o </a:t>
            </a:r>
            <a:r>
              <a:rPr sz="4000" dirty="0"/>
              <a:t>elemento </a:t>
            </a:r>
            <a:r>
              <a:rPr sz="4000" spc="30" dirty="0"/>
              <a:t>é </a:t>
            </a:r>
            <a:r>
              <a:rPr sz="4000" spc="-85" dirty="0"/>
              <a:t>filho</a:t>
            </a:r>
            <a:r>
              <a:rPr sz="4000" spc="-640" dirty="0"/>
              <a:t> </a:t>
            </a:r>
            <a:r>
              <a:rPr sz="4000" spc="100" dirty="0"/>
              <a:t>à  </a:t>
            </a:r>
            <a:r>
              <a:rPr sz="4000" spc="-70" dirty="0"/>
              <a:t>direita</a:t>
            </a:r>
            <a:endParaRPr sz="4000"/>
          </a:p>
        </p:txBody>
      </p:sp>
      <p:sp>
        <p:nvSpPr>
          <p:cNvPr id="3" name="object 3"/>
          <p:cNvSpPr/>
          <p:nvPr/>
        </p:nvSpPr>
        <p:spPr>
          <a:xfrm>
            <a:off x="1619250" y="2134870"/>
            <a:ext cx="5749290" cy="410972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2928620" y="5916929"/>
            <a:ext cx="4320540" cy="6534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35" algn="ctr">
              <a:lnSpc>
                <a:spcPct val="100000"/>
              </a:lnSpc>
            </a:pPr>
            <a:r>
              <a:rPr sz="1400" spc="35" dirty="0">
                <a:latin typeface="Trebuchet MS"/>
                <a:cs typeface="Trebuchet MS"/>
              </a:rPr>
              <a:t>Nodos</a:t>
            </a:r>
            <a:r>
              <a:rPr sz="1400" spc="-35" dirty="0">
                <a:latin typeface="Trebuchet MS"/>
                <a:cs typeface="Trebuchet MS"/>
              </a:rPr>
              <a:t> </a:t>
            </a:r>
            <a:r>
              <a:rPr sz="1400" spc="65" dirty="0">
                <a:latin typeface="Trebuchet MS"/>
                <a:cs typeface="Trebuchet MS"/>
              </a:rPr>
              <a:t>5</a:t>
            </a:r>
            <a:r>
              <a:rPr sz="1400" spc="-35" dirty="0">
                <a:latin typeface="Trebuchet MS"/>
                <a:cs typeface="Trebuchet MS"/>
              </a:rPr>
              <a:t> </a:t>
            </a:r>
            <a:r>
              <a:rPr sz="1400" spc="10" dirty="0">
                <a:latin typeface="Trebuchet MS"/>
                <a:cs typeface="Trebuchet MS"/>
              </a:rPr>
              <a:t>e</a:t>
            </a:r>
            <a:r>
              <a:rPr sz="1400" spc="-30" dirty="0">
                <a:latin typeface="Trebuchet MS"/>
                <a:cs typeface="Trebuchet MS"/>
              </a:rPr>
              <a:t> </a:t>
            </a:r>
            <a:r>
              <a:rPr sz="1400" spc="65" dirty="0">
                <a:latin typeface="Trebuchet MS"/>
                <a:cs typeface="Trebuchet MS"/>
              </a:rPr>
              <a:t>8</a:t>
            </a:r>
            <a:r>
              <a:rPr sz="1400" spc="-35" dirty="0">
                <a:latin typeface="Trebuchet MS"/>
                <a:cs typeface="Trebuchet MS"/>
              </a:rPr>
              <a:t> </a:t>
            </a:r>
            <a:r>
              <a:rPr sz="1400" spc="55" dirty="0">
                <a:latin typeface="Trebuchet MS"/>
                <a:cs typeface="Trebuchet MS"/>
              </a:rPr>
              <a:t>passam</a:t>
            </a:r>
            <a:r>
              <a:rPr sz="1400" spc="-30" dirty="0">
                <a:latin typeface="Trebuchet MS"/>
                <a:cs typeface="Trebuchet MS"/>
              </a:rPr>
              <a:t> </a:t>
            </a:r>
            <a:r>
              <a:rPr sz="1400" spc="35" dirty="0">
                <a:latin typeface="Trebuchet MS"/>
                <a:cs typeface="Trebuchet MS"/>
              </a:rPr>
              <a:t>a</a:t>
            </a:r>
            <a:r>
              <a:rPr sz="1400" spc="-30" dirty="0">
                <a:latin typeface="Trebuchet MS"/>
                <a:cs typeface="Trebuchet MS"/>
              </a:rPr>
              <a:t> </a:t>
            </a:r>
            <a:r>
              <a:rPr sz="1400" spc="20" dirty="0">
                <a:latin typeface="Trebuchet MS"/>
                <a:cs typeface="Trebuchet MS"/>
              </a:rPr>
              <a:t>ser</a:t>
            </a:r>
            <a:r>
              <a:rPr sz="1400" spc="-45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pretos</a:t>
            </a:r>
            <a:endParaRPr sz="1400">
              <a:latin typeface="Trebuchet MS"/>
              <a:cs typeface="Trebuchet MS"/>
            </a:endParaRPr>
          </a:p>
          <a:p>
            <a:pPr marL="12700" marR="5080" algn="ctr">
              <a:lnSpc>
                <a:spcPct val="100000"/>
              </a:lnSpc>
            </a:pPr>
            <a:r>
              <a:rPr sz="1400" spc="5" dirty="0">
                <a:latin typeface="Trebuchet MS"/>
                <a:cs typeface="Trebuchet MS"/>
              </a:rPr>
              <a:t>Outra</a:t>
            </a:r>
            <a:r>
              <a:rPr sz="1400" spc="-30" dirty="0">
                <a:latin typeface="Trebuchet MS"/>
                <a:cs typeface="Trebuchet MS"/>
              </a:rPr>
              <a:t> </a:t>
            </a:r>
            <a:r>
              <a:rPr sz="1400" spc="5" dirty="0">
                <a:latin typeface="Trebuchet MS"/>
                <a:cs typeface="Trebuchet MS"/>
              </a:rPr>
              <a:t>violação</a:t>
            </a:r>
            <a:r>
              <a:rPr sz="1400" spc="-30" dirty="0">
                <a:latin typeface="Trebuchet MS"/>
                <a:cs typeface="Trebuchet MS"/>
              </a:rPr>
              <a:t> </a:t>
            </a:r>
            <a:r>
              <a:rPr sz="1400" spc="25" dirty="0">
                <a:latin typeface="Trebuchet MS"/>
                <a:cs typeface="Trebuchet MS"/>
              </a:rPr>
              <a:t>da</a:t>
            </a:r>
            <a:r>
              <a:rPr sz="1400" spc="-25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propriedade</a:t>
            </a:r>
            <a:r>
              <a:rPr sz="1400" spc="-25" dirty="0">
                <a:latin typeface="Trebuchet MS"/>
                <a:cs typeface="Trebuchet MS"/>
              </a:rPr>
              <a:t> </a:t>
            </a:r>
            <a:r>
              <a:rPr sz="1400" spc="65" dirty="0">
                <a:latin typeface="Trebuchet MS"/>
                <a:cs typeface="Trebuchet MS"/>
              </a:rPr>
              <a:t>4</a:t>
            </a:r>
            <a:r>
              <a:rPr sz="1400" spc="-30" dirty="0">
                <a:latin typeface="Trebuchet MS"/>
                <a:cs typeface="Trebuchet MS"/>
              </a:rPr>
              <a:t> </a:t>
            </a:r>
            <a:r>
              <a:rPr sz="1400" spc="-10" dirty="0">
                <a:latin typeface="Trebuchet MS"/>
                <a:cs typeface="Trebuchet MS"/>
              </a:rPr>
              <a:t>entre</a:t>
            </a:r>
            <a:r>
              <a:rPr sz="1400" spc="-25" dirty="0">
                <a:latin typeface="Trebuchet MS"/>
                <a:cs typeface="Trebuchet MS"/>
              </a:rPr>
              <a:t> </a:t>
            </a:r>
            <a:r>
              <a:rPr sz="1400" spc="45" dirty="0">
                <a:latin typeface="Trebuchet MS"/>
                <a:cs typeface="Trebuchet MS"/>
              </a:rPr>
              <a:t>os</a:t>
            </a:r>
            <a:r>
              <a:rPr sz="1400" spc="-30" dirty="0">
                <a:latin typeface="Trebuchet MS"/>
                <a:cs typeface="Trebuchet MS"/>
              </a:rPr>
              <a:t> </a:t>
            </a:r>
            <a:r>
              <a:rPr sz="1400" spc="30" dirty="0">
                <a:latin typeface="Trebuchet MS"/>
                <a:cs typeface="Trebuchet MS"/>
              </a:rPr>
              <a:t>nodos</a:t>
            </a:r>
            <a:r>
              <a:rPr sz="1400" spc="-30" dirty="0">
                <a:latin typeface="Trebuchet MS"/>
                <a:cs typeface="Trebuchet MS"/>
              </a:rPr>
              <a:t> </a:t>
            </a:r>
            <a:r>
              <a:rPr sz="1400" spc="65" dirty="0">
                <a:latin typeface="Trebuchet MS"/>
                <a:cs typeface="Trebuchet MS"/>
              </a:rPr>
              <a:t>2</a:t>
            </a:r>
            <a:r>
              <a:rPr sz="1400" spc="-30" dirty="0">
                <a:latin typeface="Trebuchet MS"/>
                <a:cs typeface="Trebuchet MS"/>
              </a:rPr>
              <a:t> </a:t>
            </a:r>
            <a:r>
              <a:rPr sz="1400" spc="10" dirty="0">
                <a:latin typeface="Trebuchet MS"/>
                <a:cs typeface="Trebuchet MS"/>
              </a:rPr>
              <a:t>e</a:t>
            </a:r>
            <a:r>
              <a:rPr sz="1400" spc="-25" dirty="0">
                <a:latin typeface="Trebuchet MS"/>
                <a:cs typeface="Trebuchet MS"/>
              </a:rPr>
              <a:t> </a:t>
            </a:r>
            <a:r>
              <a:rPr sz="1400" spc="65" dirty="0">
                <a:latin typeface="Trebuchet MS"/>
                <a:cs typeface="Trebuchet MS"/>
              </a:rPr>
              <a:t>7  </a:t>
            </a:r>
            <a:r>
              <a:rPr sz="1400" spc="25" dirty="0">
                <a:latin typeface="Trebuchet MS"/>
                <a:cs typeface="Trebuchet MS"/>
              </a:rPr>
              <a:t>Necessária </a:t>
            </a:r>
            <a:r>
              <a:rPr sz="1400" spc="45" dirty="0">
                <a:latin typeface="Trebuchet MS"/>
                <a:cs typeface="Trebuchet MS"/>
              </a:rPr>
              <a:t>uma </a:t>
            </a:r>
            <a:r>
              <a:rPr sz="1400" dirty="0">
                <a:latin typeface="Trebuchet MS"/>
                <a:cs typeface="Trebuchet MS"/>
              </a:rPr>
              <a:t>rotação </a:t>
            </a:r>
            <a:r>
              <a:rPr sz="1400" spc="35" dirty="0">
                <a:latin typeface="Trebuchet MS"/>
                <a:cs typeface="Trebuchet MS"/>
              </a:rPr>
              <a:t>à</a:t>
            </a:r>
            <a:r>
              <a:rPr sz="1400" spc="-235" dirty="0">
                <a:latin typeface="Trebuchet MS"/>
                <a:cs typeface="Trebuchet MS"/>
              </a:rPr>
              <a:t> </a:t>
            </a:r>
            <a:r>
              <a:rPr sz="1400" spc="25" dirty="0">
                <a:latin typeface="Trebuchet MS"/>
                <a:cs typeface="Trebuchet MS"/>
              </a:rPr>
              <a:t>esquerda</a:t>
            </a:r>
            <a:endParaRPr sz="14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160" marR="5080" algn="ctr">
              <a:lnSpc>
                <a:spcPct val="100000"/>
              </a:lnSpc>
            </a:pPr>
            <a:r>
              <a:rPr sz="4000" spc="125" dirty="0"/>
              <a:t>Caso </a:t>
            </a:r>
            <a:r>
              <a:rPr sz="4000" spc="10" dirty="0"/>
              <a:t>3a: </a:t>
            </a:r>
            <a:r>
              <a:rPr sz="4000" spc="135" dirty="0"/>
              <a:t>O </a:t>
            </a:r>
            <a:r>
              <a:rPr sz="4000" spc="-95" dirty="0"/>
              <a:t>tio </a:t>
            </a:r>
            <a:r>
              <a:rPr sz="4000" spc="50" dirty="0"/>
              <a:t>do </a:t>
            </a:r>
            <a:r>
              <a:rPr sz="4000" dirty="0"/>
              <a:t>elemento</a:t>
            </a:r>
            <a:r>
              <a:rPr sz="4000" spc="-705" dirty="0"/>
              <a:t> </a:t>
            </a:r>
            <a:r>
              <a:rPr sz="4000" spc="30" dirty="0"/>
              <a:t>é  </a:t>
            </a:r>
            <a:r>
              <a:rPr sz="4000" spc="45" dirty="0"/>
              <a:t>PRETO </a:t>
            </a:r>
            <a:r>
              <a:rPr sz="4000" spc="30" dirty="0"/>
              <a:t>e </a:t>
            </a:r>
            <a:r>
              <a:rPr sz="4000" spc="50" dirty="0"/>
              <a:t>o </a:t>
            </a:r>
            <a:r>
              <a:rPr sz="4000" dirty="0"/>
              <a:t>elemento </a:t>
            </a:r>
            <a:r>
              <a:rPr sz="4000" spc="30" dirty="0"/>
              <a:t>é </a:t>
            </a:r>
            <a:r>
              <a:rPr sz="4000" spc="-85" dirty="0"/>
              <a:t>filho</a:t>
            </a:r>
            <a:r>
              <a:rPr sz="4000" spc="-615" dirty="0"/>
              <a:t> </a:t>
            </a:r>
            <a:r>
              <a:rPr sz="4000" spc="100" dirty="0"/>
              <a:t>à  </a:t>
            </a:r>
            <a:r>
              <a:rPr sz="4000" spc="50" dirty="0"/>
              <a:t>esquerda</a:t>
            </a:r>
            <a:endParaRPr sz="4000"/>
          </a:p>
        </p:txBody>
      </p:sp>
      <p:sp>
        <p:nvSpPr>
          <p:cNvPr id="3" name="object 3"/>
          <p:cNvSpPr/>
          <p:nvPr/>
        </p:nvSpPr>
        <p:spPr>
          <a:xfrm>
            <a:off x="1332230" y="2420620"/>
            <a:ext cx="6389370" cy="370077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672840" y="5491479"/>
            <a:ext cx="4008754" cy="6534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algn="ctr">
              <a:lnSpc>
                <a:spcPct val="100000"/>
              </a:lnSpc>
            </a:pPr>
            <a:r>
              <a:rPr sz="1400" spc="5" dirty="0">
                <a:latin typeface="Trebuchet MS"/>
                <a:cs typeface="Trebuchet MS"/>
              </a:rPr>
              <a:t>Realizada </a:t>
            </a:r>
            <a:r>
              <a:rPr sz="1400" spc="35" dirty="0">
                <a:latin typeface="Trebuchet MS"/>
                <a:cs typeface="Trebuchet MS"/>
              </a:rPr>
              <a:t>a </a:t>
            </a:r>
            <a:r>
              <a:rPr sz="1400" spc="-15" dirty="0">
                <a:latin typeface="Trebuchet MS"/>
                <a:cs typeface="Trebuchet MS"/>
              </a:rPr>
              <a:t>rotação, </a:t>
            </a:r>
            <a:r>
              <a:rPr sz="1400" spc="15" dirty="0">
                <a:latin typeface="Trebuchet MS"/>
                <a:cs typeface="Trebuchet MS"/>
              </a:rPr>
              <a:t>o </a:t>
            </a:r>
            <a:r>
              <a:rPr sz="1400" spc="-30" dirty="0">
                <a:latin typeface="Trebuchet MS"/>
                <a:cs typeface="Trebuchet MS"/>
              </a:rPr>
              <a:t>filho </a:t>
            </a:r>
            <a:r>
              <a:rPr sz="1400" spc="35" dirty="0">
                <a:latin typeface="Trebuchet MS"/>
                <a:cs typeface="Trebuchet MS"/>
              </a:rPr>
              <a:t>à</a:t>
            </a:r>
            <a:r>
              <a:rPr sz="1400" spc="-285" dirty="0">
                <a:latin typeface="Trebuchet MS"/>
                <a:cs typeface="Trebuchet MS"/>
              </a:rPr>
              <a:t> </a:t>
            </a:r>
            <a:r>
              <a:rPr sz="1400" spc="20" dirty="0">
                <a:latin typeface="Trebuchet MS"/>
                <a:cs typeface="Trebuchet MS"/>
              </a:rPr>
              <a:t>esquerda do </a:t>
            </a:r>
            <a:r>
              <a:rPr sz="1400" spc="15" dirty="0">
                <a:latin typeface="Trebuchet MS"/>
                <a:cs typeface="Trebuchet MS"/>
              </a:rPr>
              <a:t>nodo </a:t>
            </a:r>
            <a:r>
              <a:rPr sz="1400" spc="65" dirty="0">
                <a:latin typeface="Trebuchet MS"/>
                <a:cs typeface="Trebuchet MS"/>
              </a:rPr>
              <a:t>7  </a:t>
            </a:r>
            <a:r>
              <a:rPr sz="1400" spc="50" dirty="0">
                <a:latin typeface="Trebuchet MS"/>
                <a:cs typeface="Trebuchet MS"/>
              </a:rPr>
              <a:t>passa</a:t>
            </a:r>
            <a:r>
              <a:rPr sz="1400" spc="-25" dirty="0">
                <a:latin typeface="Trebuchet MS"/>
                <a:cs typeface="Trebuchet MS"/>
              </a:rPr>
              <a:t> </a:t>
            </a:r>
            <a:r>
              <a:rPr sz="1400" spc="35" dirty="0">
                <a:latin typeface="Trebuchet MS"/>
                <a:cs typeface="Trebuchet MS"/>
              </a:rPr>
              <a:t>a</a:t>
            </a:r>
            <a:r>
              <a:rPr sz="1400" spc="-30" dirty="0">
                <a:latin typeface="Trebuchet MS"/>
                <a:cs typeface="Trebuchet MS"/>
              </a:rPr>
              <a:t> </a:t>
            </a:r>
            <a:r>
              <a:rPr sz="1400" spc="20" dirty="0">
                <a:latin typeface="Trebuchet MS"/>
                <a:cs typeface="Trebuchet MS"/>
              </a:rPr>
              <a:t>ser</a:t>
            </a:r>
            <a:r>
              <a:rPr sz="1400" spc="-30" dirty="0">
                <a:latin typeface="Trebuchet MS"/>
                <a:cs typeface="Trebuchet MS"/>
              </a:rPr>
              <a:t> filho</a:t>
            </a:r>
            <a:r>
              <a:rPr sz="1400" spc="-40" dirty="0">
                <a:latin typeface="Trebuchet MS"/>
                <a:cs typeface="Trebuchet MS"/>
              </a:rPr>
              <a:t> </a:t>
            </a:r>
            <a:r>
              <a:rPr sz="1400" spc="35" dirty="0">
                <a:latin typeface="Trebuchet MS"/>
                <a:cs typeface="Trebuchet MS"/>
              </a:rPr>
              <a:t>à</a:t>
            </a:r>
            <a:r>
              <a:rPr sz="1400" spc="-20" dirty="0">
                <a:latin typeface="Trebuchet MS"/>
                <a:cs typeface="Trebuchet MS"/>
              </a:rPr>
              <a:t> direita</a:t>
            </a:r>
            <a:r>
              <a:rPr sz="1400" spc="-25" dirty="0">
                <a:latin typeface="Trebuchet MS"/>
                <a:cs typeface="Trebuchet MS"/>
              </a:rPr>
              <a:t> </a:t>
            </a:r>
            <a:r>
              <a:rPr sz="1400" spc="15" dirty="0">
                <a:latin typeface="Trebuchet MS"/>
                <a:cs typeface="Trebuchet MS"/>
              </a:rPr>
              <a:t>do</a:t>
            </a:r>
            <a:r>
              <a:rPr sz="1400" spc="-40" dirty="0">
                <a:latin typeface="Trebuchet MS"/>
                <a:cs typeface="Trebuchet MS"/>
              </a:rPr>
              <a:t> </a:t>
            </a:r>
            <a:r>
              <a:rPr sz="1400" spc="20" dirty="0">
                <a:latin typeface="Trebuchet MS"/>
                <a:cs typeface="Trebuchet MS"/>
              </a:rPr>
              <a:t>nodo</a:t>
            </a:r>
            <a:r>
              <a:rPr sz="1400" spc="-40" dirty="0">
                <a:latin typeface="Trebuchet MS"/>
                <a:cs typeface="Trebuchet MS"/>
              </a:rPr>
              <a:t> </a:t>
            </a:r>
            <a:r>
              <a:rPr sz="1400" spc="65" dirty="0">
                <a:latin typeface="Trebuchet MS"/>
                <a:cs typeface="Trebuchet MS"/>
              </a:rPr>
              <a:t>2</a:t>
            </a:r>
            <a:endParaRPr sz="1400">
              <a:latin typeface="Trebuchet MS"/>
              <a:cs typeface="Trebuchet MS"/>
            </a:endParaRPr>
          </a:p>
          <a:p>
            <a:pPr marL="2540" algn="ctr">
              <a:lnSpc>
                <a:spcPct val="100000"/>
              </a:lnSpc>
            </a:pPr>
            <a:r>
              <a:rPr sz="1400" spc="25" dirty="0">
                <a:latin typeface="Trebuchet MS"/>
                <a:cs typeface="Trebuchet MS"/>
              </a:rPr>
              <a:t>Necessária </a:t>
            </a:r>
            <a:r>
              <a:rPr sz="1400" dirty="0">
                <a:latin typeface="Trebuchet MS"/>
                <a:cs typeface="Trebuchet MS"/>
              </a:rPr>
              <a:t>rotação </a:t>
            </a:r>
            <a:r>
              <a:rPr sz="1400" spc="35" dirty="0">
                <a:latin typeface="Trebuchet MS"/>
                <a:cs typeface="Trebuchet MS"/>
              </a:rPr>
              <a:t>à</a:t>
            </a:r>
            <a:r>
              <a:rPr sz="1400" spc="-150" dirty="0">
                <a:latin typeface="Trebuchet MS"/>
                <a:cs typeface="Trebuchet MS"/>
              </a:rPr>
              <a:t> </a:t>
            </a:r>
            <a:r>
              <a:rPr sz="1400" spc="-35" dirty="0">
                <a:latin typeface="Trebuchet MS"/>
                <a:cs typeface="Trebuchet MS"/>
              </a:rPr>
              <a:t>direita.</a:t>
            </a:r>
            <a:endParaRPr sz="14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914400" rIns="0" bIns="0" rtlCol="0">
            <a:spAutoFit/>
          </a:bodyPr>
          <a:lstStyle/>
          <a:p>
            <a:pPr marL="2438400">
              <a:lnSpc>
                <a:spcPct val="100000"/>
              </a:lnSpc>
            </a:pPr>
            <a:r>
              <a:rPr sz="4000" spc="30" dirty="0"/>
              <a:t>Exemplo</a:t>
            </a:r>
            <a:endParaRPr sz="4000"/>
          </a:p>
        </p:txBody>
      </p:sp>
      <p:sp>
        <p:nvSpPr>
          <p:cNvPr id="3" name="object 3"/>
          <p:cNvSpPr/>
          <p:nvPr/>
        </p:nvSpPr>
        <p:spPr>
          <a:xfrm>
            <a:off x="684530" y="2566670"/>
            <a:ext cx="7787639" cy="316991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143000" y="5420359"/>
            <a:ext cx="4771390" cy="8655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 marR="15875" algn="ctr">
              <a:lnSpc>
                <a:spcPct val="100000"/>
              </a:lnSpc>
            </a:pPr>
            <a:r>
              <a:rPr sz="1400" spc="5" dirty="0">
                <a:latin typeface="Trebuchet MS"/>
                <a:cs typeface="Trebuchet MS"/>
              </a:rPr>
              <a:t>Realizada</a:t>
            </a:r>
            <a:r>
              <a:rPr sz="1400" spc="-20" dirty="0">
                <a:latin typeface="Trebuchet MS"/>
                <a:cs typeface="Trebuchet MS"/>
              </a:rPr>
              <a:t> </a:t>
            </a:r>
            <a:r>
              <a:rPr sz="1400" spc="45" dirty="0">
                <a:latin typeface="Trebuchet MS"/>
                <a:cs typeface="Trebuchet MS"/>
              </a:rPr>
              <a:t>uma</a:t>
            </a:r>
            <a:r>
              <a:rPr sz="1400" spc="-25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rotação</a:t>
            </a:r>
            <a:r>
              <a:rPr sz="1400" spc="-25" dirty="0">
                <a:latin typeface="Trebuchet MS"/>
                <a:cs typeface="Trebuchet MS"/>
              </a:rPr>
              <a:t> </a:t>
            </a:r>
            <a:r>
              <a:rPr sz="1400" spc="35" dirty="0">
                <a:latin typeface="Trebuchet MS"/>
                <a:cs typeface="Trebuchet MS"/>
              </a:rPr>
              <a:t>à</a:t>
            </a:r>
            <a:r>
              <a:rPr sz="1400" spc="-20" dirty="0">
                <a:latin typeface="Trebuchet MS"/>
                <a:cs typeface="Trebuchet MS"/>
              </a:rPr>
              <a:t> </a:t>
            </a:r>
            <a:r>
              <a:rPr sz="1400" spc="-35" dirty="0">
                <a:latin typeface="Trebuchet MS"/>
                <a:cs typeface="Trebuchet MS"/>
              </a:rPr>
              <a:t>direita, </a:t>
            </a:r>
            <a:r>
              <a:rPr sz="1400" spc="15" dirty="0">
                <a:latin typeface="Trebuchet MS"/>
                <a:cs typeface="Trebuchet MS"/>
              </a:rPr>
              <a:t>o</a:t>
            </a:r>
            <a:r>
              <a:rPr sz="1400" spc="-25" dirty="0">
                <a:latin typeface="Trebuchet MS"/>
                <a:cs typeface="Trebuchet MS"/>
              </a:rPr>
              <a:t> </a:t>
            </a:r>
            <a:r>
              <a:rPr sz="1400" spc="-30" dirty="0">
                <a:latin typeface="Trebuchet MS"/>
                <a:cs typeface="Trebuchet MS"/>
              </a:rPr>
              <a:t>filho</a:t>
            </a:r>
            <a:r>
              <a:rPr sz="1400" spc="-25" dirty="0">
                <a:latin typeface="Trebuchet MS"/>
                <a:cs typeface="Trebuchet MS"/>
              </a:rPr>
              <a:t> </a:t>
            </a:r>
            <a:r>
              <a:rPr sz="1400" spc="35" dirty="0">
                <a:latin typeface="Trebuchet MS"/>
                <a:cs typeface="Trebuchet MS"/>
              </a:rPr>
              <a:t>à</a:t>
            </a:r>
            <a:r>
              <a:rPr sz="1400" spc="-25" dirty="0">
                <a:latin typeface="Trebuchet MS"/>
                <a:cs typeface="Trebuchet MS"/>
              </a:rPr>
              <a:t> </a:t>
            </a:r>
            <a:r>
              <a:rPr sz="1400" spc="-20" dirty="0">
                <a:latin typeface="Trebuchet MS"/>
                <a:cs typeface="Trebuchet MS"/>
              </a:rPr>
              <a:t>direita </a:t>
            </a:r>
            <a:r>
              <a:rPr sz="1400" spc="15" dirty="0">
                <a:latin typeface="Trebuchet MS"/>
                <a:cs typeface="Trebuchet MS"/>
              </a:rPr>
              <a:t>do</a:t>
            </a:r>
            <a:r>
              <a:rPr sz="1400" spc="-35" dirty="0">
                <a:latin typeface="Trebuchet MS"/>
                <a:cs typeface="Trebuchet MS"/>
              </a:rPr>
              <a:t> </a:t>
            </a:r>
            <a:r>
              <a:rPr sz="1400" spc="20" dirty="0">
                <a:latin typeface="Trebuchet MS"/>
                <a:cs typeface="Trebuchet MS"/>
              </a:rPr>
              <a:t>nodo</a:t>
            </a:r>
            <a:r>
              <a:rPr sz="1400" spc="-25" dirty="0">
                <a:latin typeface="Trebuchet MS"/>
                <a:cs typeface="Trebuchet MS"/>
              </a:rPr>
              <a:t> </a:t>
            </a:r>
            <a:r>
              <a:rPr sz="1400" spc="65" dirty="0">
                <a:latin typeface="Trebuchet MS"/>
                <a:cs typeface="Trebuchet MS"/>
              </a:rPr>
              <a:t>7  </a:t>
            </a:r>
            <a:r>
              <a:rPr sz="1400" spc="55" dirty="0">
                <a:latin typeface="Trebuchet MS"/>
                <a:cs typeface="Trebuchet MS"/>
              </a:rPr>
              <a:t>passa</a:t>
            </a:r>
            <a:r>
              <a:rPr sz="1400" spc="-25" dirty="0">
                <a:latin typeface="Trebuchet MS"/>
                <a:cs typeface="Trebuchet MS"/>
              </a:rPr>
              <a:t> </a:t>
            </a:r>
            <a:r>
              <a:rPr sz="1400" spc="35" dirty="0">
                <a:latin typeface="Trebuchet MS"/>
                <a:cs typeface="Trebuchet MS"/>
              </a:rPr>
              <a:t>a</a:t>
            </a:r>
            <a:r>
              <a:rPr sz="1400" spc="-20" dirty="0">
                <a:latin typeface="Trebuchet MS"/>
                <a:cs typeface="Trebuchet MS"/>
              </a:rPr>
              <a:t> </a:t>
            </a:r>
            <a:r>
              <a:rPr sz="1400" spc="20" dirty="0">
                <a:latin typeface="Trebuchet MS"/>
                <a:cs typeface="Trebuchet MS"/>
              </a:rPr>
              <a:t>ser</a:t>
            </a:r>
            <a:r>
              <a:rPr sz="1400" spc="-35" dirty="0">
                <a:latin typeface="Trebuchet MS"/>
                <a:cs typeface="Trebuchet MS"/>
              </a:rPr>
              <a:t> </a:t>
            </a:r>
            <a:r>
              <a:rPr sz="1400" spc="-30" dirty="0">
                <a:latin typeface="Trebuchet MS"/>
                <a:cs typeface="Trebuchet MS"/>
              </a:rPr>
              <a:t>filho</a:t>
            </a:r>
            <a:r>
              <a:rPr sz="1400" spc="-35" dirty="0">
                <a:latin typeface="Trebuchet MS"/>
                <a:cs typeface="Trebuchet MS"/>
              </a:rPr>
              <a:t> </a:t>
            </a:r>
            <a:r>
              <a:rPr sz="1400" spc="35" dirty="0">
                <a:latin typeface="Trebuchet MS"/>
                <a:cs typeface="Trebuchet MS"/>
              </a:rPr>
              <a:t>à</a:t>
            </a:r>
            <a:r>
              <a:rPr sz="1400" spc="-25" dirty="0">
                <a:latin typeface="Trebuchet MS"/>
                <a:cs typeface="Trebuchet MS"/>
              </a:rPr>
              <a:t> </a:t>
            </a:r>
            <a:r>
              <a:rPr sz="1400" spc="20" dirty="0">
                <a:latin typeface="Trebuchet MS"/>
                <a:cs typeface="Trebuchet MS"/>
              </a:rPr>
              <a:t>esquerda</a:t>
            </a:r>
            <a:r>
              <a:rPr sz="1400" spc="-20" dirty="0">
                <a:latin typeface="Trebuchet MS"/>
                <a:cs typeface="Trebuchet MS"/>
              </a:rPr>
              <a:t> </a:t>
            </a:r>
            <a:r>
              <a:rPr sz="1400" spc="15" dirty="0">
                <a:latin typeface="Trebuchet MS"/>
                <a:cs typeface="Trebuchet MS"/>
              </a:rPr>
              <a:t>do</a:t>
            </a:r>
            <a:r>
              <a:rPr sz="1400" spc="-25" dirty="0">
                <a:latin typeface="Trebuchet MS"/>
                <a:cs typeface="Trebuchet MS"/>
              </a:rPr>
              <a:t> </a:t>
            </a:r>
            <a:r>
              <a:rPr sz="1400" spc="15" dirty="0">
                <a:latin typeface="Trebuchet MS"/>
                <a:cs typeface="Trebuchet MS"/>
              </a:rPr>
              <a:t>nodo</a:t>
            </a:r>
            <a:r>
              <a:rPr sz="1400" spc="-25" dirty="0">
                <a:latin typeface="Trebuchet MS"/>
                <a:cs typeface="Trebuchet MS"/>
              </a:rPr>
              <a:t> </a:t>
            </a:r>
            <a:r>
              <a:rPr sz="1400" spc="60" dirty="0">
                <a:latin typeface="Trebuchet MS"/>
                <a:cs typeface="Trebuchet MS"/>
              </a:rPr>
              <a:t>11</a:t>
            </a:r>
            <a:endParaRPr sz="1400">
              <a:latin typeface="Trebuchet MS"/>
              <a:cs typeface="Trebuchet MS"/>
            </a:endParaRPr>
          </a:p>
          <a:p>
            <a:pPr marL="12700" marR="5080" algn="ctr">
              <a:lnSpc>
                <a:spcPts val="1680"/>
              </a:lnSpc>
              <a:spcBef>
                <a:spcPts val="45"/>
              </a:spcBef>
            </a:pPr>
            <a:r>
              <a:rPr sz="1400" spc="45" dirty="0">
                <a:latin typeface="Trebuchet MS"/>
                <a:cs typeface="Trebuchet MS"/>
              </a:rPr>
              <a:t>O</a:t>
            </a:r>
            <a:r>
              <a:rPr sz="1400" spc="-25" dirty="0">
                <a:latin typeface="Trebuchet MS"/>
                <a:cs typeface="Trebuchet MS"/>
              </a:rPr>
              <a:t> </a:t>
            </a:r>
            <a:r>
              <a:rPr sz="1400" spc="20" dirty="0">
                <a:latin typeface="Trebuchet MS"/>
                <a:cs typeface="Trebuchet MS"/>
              </a:rPr>
              <a:t>nodo</a:t>
            </a:r>
            <a:r>
              <a:rPr sz="1400" spc="-35" dirty="0">
                <a:latin typeface="Trebuchet MS"/>
                <a:cs typeface="Trebuchet MS"/>
              </a:rPr>
              <a:t> </a:t>
            </a:r>
            <a:r>
              <a:rPr sz="1400" spc="65" dirty="0">
                <a:latin typeface="Trebuchet MS"/>
                <a:cs typeface="Trebuchet MS"/>
              </a:rPr>
              <a:t>7</a:t>
            </a:r>
            <a:r>
              <a:rPr sz="1400" spc="-25" dirty="0">
                <a:latin typeface="Trebuchet MS"/>
                <a:cs typeface="Trebuchet MS"/>
              </a:rPr>
              <a:t> </a:t>
            </a:r>
            <a:r>
              <a:rPr sz="1400" spc="10" dirty="0">
                <a:latin typeface="Trebuchet MS"/>
                <a:cs typeface="Trebuchet MS"/>
              </a:rPr>
              <a:t>é</a:t>
            </a:r>
            <a:r>
              <a:rPr sz="1400" spc="-20" dirty="0">
                <a:latin typeface="Trebuchet MS"/>
                <a:cs typeface="Trebuchet MS"/>
              </a:rPr>
              <a:t> </a:t>
            </a:r>
            <a:r>
              <a:rPr sz="1400" spc="-15" dirty="0">
                <a:latin typeface="Trebuchet MS"/>
                <a:cs typeface="Trebuchet MS"/>
              </a:rPr>
              <a:t>colorido</a:t>
            </a:r>
            <a:r>
              <a:rPr sz="1400" spc="-35" dirty="0">
                <a:latin typeface="Trebuchet MS"/>
                <a:cs typeface="Trebuchet MS"/>
              </a:rPr>
              <a:t> </a:t>
            </a:r>
            <a:r>
              <a:rPr sz="1400" spc="10" dirty="0">
                <a:latin typeface="Trebuchet MS"/>
                <a:cs typeface="Trebuchet MS"/>
              </a:rPr>
              <a:t>de</a:t>
            </a:r>
            <a:r>
              <a:rPr sz="1400" spc="-20" dirty="0">
                <a:latin typeface="Trebuchet MS"/>
                <a:cs typeface="Trebuchet MS"/>
              </a:rPr>
              <a:t> </a:t>
            </a:r>
            <a:r>
              <a:rPr sz="1400" spc="-30" dirty="0">
                <a:latin typeface="Trebuchet MS"/>
                <a:cs typeface="Trebuchet MS"/>
              </a:rPr>
              <a:t>preto,</a:t>
            </a:r>
            <a:r>
              <a:rPr sz="1400" spc="-35" dirty="0">
                <a:latin typeface="Trebuchet MS"/>
                <a:cs typeface="Trebuchet MS"/>
              </a:rPr>
              <a:t> </a:t>
            </a:r>
            <a:r>
              <a:rPr sz="1400" spc="10" dirty="0">
                <a:latin typeface="Trebuchet MS"/>
                <a:cs typeface="Trebuchet MS"/>
              </a:rPr>
              <a:t>é</a:t>
            </a:r>
            <a:r>
              <a:rPr sz="1400" spc="-20" dirty="0">
                <a:latin typeface="Trebuchet MS"/>
                <a:cs typeface="Trebuchet MS"/>
              </a:rPr>
              <a:t> </a:t>
            </a:r>
            <a:r>
              <a:rPr sz="1400" spc="10" dirty="0">
                <a:latin typeface="Trebuchet MS"/>
                <a:cs typeface="Trebuchet MS"/>
              </a:rPr>
              <a:t>restaurada</a:t>
            </a:r>
            <a:r>
              <a:rPr sz="1400" spc="-20" dirty="0">
                <a:latin typeface="Trebuchet MS"/>
                <a:cs typeface="Trebuchet MS"/>
              </a:rPr>
              <a:t> </a:t>
            </a:r>
            <a:r>
              <a:rPr sz="1400" spc="35" dirty="0">
                <a:latin typeface="Trebuchet MS"/>
                <a:cs typeface="Trebuchet MS"/>
              </a:rPr>
              <a:t>a</a:t>
            </a:r>
            <a:r>
              <a:rPr sz="1400" spc="-25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propriedade</a:t>
            </a:r>
            <a:r>
              <a:rPr sz="1400" spc="-30" dirty="0">
                <a:latin typeface="Trebuchet MS"/>
                <a:cs typeface="Trebuchet MS"/>
              </a:rPr>
              <a:t> </a:t>
            </a:r>
            <a:r>
              <a:rPr sz="1400" spc="65" dirty="0">
                <a:latin typeface="Trebuchet MS"/>
                <a:cs typeface="Trebuchet MS"/>
              </a:rPr>
              <a:t>4  </a:t>
            </a:r>
            <a:r>
              <a:rPr sz="1400" spc="10" dirty="0">
                <a:latin typeface="Trebuchet MS"/>
                <a:cs typeface="Trebuchet MS"/>
              </a:rPr>
              <a:t>e </a:t>
            </a:r>
            <a:r>
              <a:rPr sz="1400" spc="35" dirty="0">
                <a:latin typeface="Trebuchet MS"/>
                <a:cs typeface="Trebuchet MS"/>
              </a:rPr>
              <a:t>nenhuma </a:t>
            </a:r>
            <a:r>
              <a:rPr sz="1400" spc="-5" dirty="0">
                <a:latin typeface="Trebuchet MS"/>
                <a:cs typeface="Trebuchet MS"/>
              </a:rPr>
              <a:t>outra </a:t>
            </a:r>
            <a:r>
              <a:rPr sz="1400" spc="10" dirty="0">
                <a:latin typeface="Trebuchet MS"/>
                <a:cs typeface="Trebuchet MS"/>
              </a:rPr>
              <a:t>é</a:t>
            </a:r>
            <a:r>
              <a:rPr sz="1400" spc="-185" dirty="0">
                <a:latin typeface="Trebuchet MS"/>
                <a:cs typeface="Trebuchet MS"/>
              </a:rPr>
              <a:t> </a:t>
            </a:r>
            <a:r>
              <a:rPr sz="1400" spc="5" dirty="0">
                <a:latin typeface="Trebuchet MS"/>
                <a:cs typeface="Trebuchet MS"/>
              </a:rPr>
              <a:t>violada</a:t>
            </a:r>
            <a:endParaRPr sz="14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79120" rIns="0" bIns="0" rtlCol="0">
            <a:spAutoFit/>
          </a:bodyPr>
          <a:lstStyle/>
          <a:p>
            <a:pPr marL="2004060">
              <a:lnSpc>
                <a:spcPct val="100000"/>
              </a:lnSpc>
            </a:pPr>
            <a:r>
              <a:rPr spc="114" dirty="0"/>
              <a:t>A</a:t>
            </a:r>
            <a:r>
              <a:rPr spc="60" dirty="0"/>
              <a:t>p</a:t>
            </a:r>
            <a:r>
              <a:rPr spc="-100" dirty="0"/>
              <a:t>li</a:t>
            </a:r>
            <a:r>
              <a:rPr spc="-155" dirty="0"/>
              <a:t>c</a:t>
            </a:r>
            <a:r>
              <a:rPr spc="100" dirty="0"/>
              <a:t>a</a:t>
            </a:r>
            <a:r>
              <a:rPr spc="0" dirty="0"/>
              <a:t>ç</a:t>
            </a:r>
            <a:r>
              <a:rPr spc="120" dirty="0"/>
              <a:t>ões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644619"/>
            <a:ext cx="8044815" cy="31146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08279" marR="458470" indent="-195580">
              <a:lnSpc>
                <a:spcPct val="101400"/>
              </a:lnSpc>
              <a:buFont typeface="Arial"/>
              <a:buChar char="•"/>
              <a:tabLst>
                <a:tab pos="208279" algn="l"/>
              </a:tabLst>
            </a:pPr>
            <a:r>
              <a:rPr sz="1800" spc="55" dirty="0">
                <a:latin typeface="Trebuchet MS"/>
                <a:cs typeface="Trebuchet MS"/>
              </a:rPr>
              <a:t>A</a:t>
            </a:r>
            <a:r>
              <a:rPr sz="1800" spc="-25" dirty="0">
                <a:latin typeface="Trebuchet MS"/>
                <a:cs typeface="Trebuchet MS"/>
              </a:rPr>
              <a:t> </a:t>
            </a:r>
            <a:r>
              <a:rPr sz="1800" spc="15" dirty="0">
                <a:latin typeface="Trebuchet MS"/>
                <a:cs typeface="Trebuchet MS"/>
              </a:rPr>
              <a:t>árvore</a:t>
            </a:r>
            <a:r>
              <a:rPr sz="1800" spc="-35" dirty="0">
                <a:latin typeface="Trebuchet MS"/>
                <a:cs typeface="Trebuchet MS"/>
              </a:rPr>
              <a:t> VP, </a:t>
            </a:r>
            <a:r>
              <a:rPr sz="1800" spc="65" dirty="0">
                <a:latin typeface="Trebuchet MS"/>
                <a:cs typeface="Trebuchet MS"/>
              </a:rPr>
              <a:t>assim</a:t>
            </a:r>
            <a:r>
              <a:rPr sz="1800" spc="-30" dirty="0">
                <a:latin typeface="Trebuchet MS"/>
                <a:cs typeface="Trebuchet MS"/>
              </a:rPr>
              <a:t> </a:t>
            </a:r>
            <a:r>
              <a:rPr sz="1800" spc="45" dirty="0">
                <a:latin typeface="Trebuchet MS"/>
                <a:cs typeface="Trebuchet MS"/>
              </a:rPr>
              <a:t>com</a:t>
            </a:r>
            <a:r>
              <a:rPr sz="1800" spc="-30" dirty="0">
                <a:latin typeface="Trebuchet MS"/>
                <a:cs typeface="Trebuchet MS"/>
              </a:rPr>
              <a:t> </a:t>
            </a:r>
            <a:r>
              <a:rPr sz="1800" spc="55" dirty="0">
                <a:latin typeface="Trebuchet MS"/>
                <a:cs typeface="Trebuchet MS"/>
              </a:rPr>
              <a:t>a</a:t>
            </a:r>
            <a:r>
              <a:rPr sz="1800" spc="-20" dirty="0">
                <a:latin typeface="Trebuchet MS"/>
                <a:cs typeface="Trebuchet MS"/>
              </a:rPr>
              <a:t> </a:t>
            </a:r>
            <a:r>
              <a:rPr sz="1800" spc="-35" dirty="0">
                <a:latin typeface="Trebuchet MS"/>
                <a:cs typeface="Trebuchet MS"/>
              </a:rPr>
              <a:t>AVL, </a:t>
            </a:r>
            <a:r>
              <a:rPr sz="1800" spc="30" dirty="0">
                <a:latin typeface="Trebuchet MS"/>
                <a:cs typeface="Trebuchet MS"/>
              </a:rPr>
              <a:t>necessita</a:t>
            </a:r>
            <a:r>
              <a:rPr sz="1800" spc="-30" dirty="0">
                <a:latin typeface="Trebuchet MS"/>
                <a:cs typeface="Trebuchet MS"/>
              </a:rPr>
              <a:t> </a:t>
            </a:r>
            <a:r>
              <a:rPr sz="1800" spc="30" dirty="0">
                <a:latin typeface="Trebuchet MS"/>
                <a:cs typeface="Trebuchet MS"/>
              </a:rPr>
              <a:t>de</a:t>
            </a:r>
            <a:r>
              <a:rPr sz="1800" spc="-35" dirty="0">
                <a:latin typeface="Trebuchet MS"/>
                <a:cs typeface="Trebuchet MS"/>
              </a:rPr>
              <a:t> </a:t>
            </a:r>
            <a:r>
              <a:rPr sz="1800" spc="40" dirty="0">
                <a:latin typeface="Trebuchet MS"/>
                <a:cs typeface="Trebuchet MS"/>
              </a:rPr>
              <a:t>no</a:t>
            </a:r>
            <a:r>
              <a:rPr sz="1800" spc="-20" dirty="0">
                <a:latin typeface="Trebuchet MS"/>
                <a:cs typeface="Trebuchet MS"/>
              </a:rPr>
              <a:t> </a:t>
            </a:r>
            <a:r>
              <a:rPr sz="1800" spc="45" dirty="0">
                <a:latin typeface="Trebuchet MS"/>
                <a:cs typeface="Trebuchet MS"/>
              </a:rPr>
              <a:t>máximo</a:t>
            </a:r>
            <a:r>
              <a:rPr sz="1800" spc="-30" dirty="0">
                <a:latin typeface="Trebuchet MS"/>
                <a:cs typeface="Trebuchet MS"/>
              </a:rPr>
              <a:t> </a:t>
            </a:r>
            <a:r>
              <a:rPr sz="1800" spc="95" dirty="0">
                <a:latin typeface="Trebuchet MS"/>
                <a:cs typeface="Trebuchet MS"/>
              </a:rPr>
              <a:t>1</a:t>
            </a:r>
            <a:r>
              <a:rPr sz="1800" spc="-30" dirty="0">
                <a:latin typeface="Trebuchet MS"/>
                <a:cs typeface="Trebuchet MS"/>
              </a:rPr>
              <a:t> </a:t>
            </a:r>
            <a:r>
              <a:rPr sz="1800" spc="5" dirty="0">
                <a:latin typeface="Trebuchet MS"/>
                <a:cs typeface="Trebuchet MS"/>
              </a:rPr>
              <a:t>rotação</a:t>
            </a:r>
            <a:r>
              <a:rPr sz="1800" spc="-30" dirty="0">
                <a:latin typeface="Trebuchet MS"/>
                <a:cs typeface="Trebuchet MS"/>
              </a:rPr>
              <a:t> </a:t>
            </a:r>
            <a:r>
              <a:rPr sz="1800" spc="30" dirty="0">
                <a:latin typeface="Trebuchet MS"/>
                <a:cs typeface="Trebuchet MS"/>
              </a:rPr>
              <a:t>para  </a:t>
            </a:r>
            <a:r>
              <a:rPr sz="1800" spc="20" dirty="0">
                <a:latin typeface="Trebuchet MS"/>
                <a:cs typeface="Trebuchet MS"/>
              </a:rPr>
              <a:t>balancear </a:t>
            </a:r>
            <a:r>
              <a:rPr sz="1800" spc="60" dirty="0">
                <a:latin typeface="Trebuchet MS"/>
                <a:cs typeface="Trebuchet MS"/>
              </a:rPr>
              <a:t>na </a:t>
            </a:r>
            <a:r>
              <a:rPr sz="1800" spc="-5" dirty="0">
                <a:latin typeface="Trebuchet MS"/>
                <a:cs typeface="Trebuchet MS"/>
              </a:rPr>
              <a:t>inserção. </a:t>
            </a:r>
            <a:r>
              <a:rPr sz="1800" dirty="0">
                <a:latin typeface="Trebuchet MS"/>
                <a:cs typeface="Trebuchet MS"/>
              </a:rPr>
              <a:t>Pode </a:t>
            </a:r>
            <a:r>
              <a:rPr sz="1800" spc="-30" dirty="0">
                <a:latin typeface="Trebuchet MS"/>
                <a:cs typeface="Trebuchet MS"/>
              </a:rPr>
              <a:t>ter </a:t>
            </a:r>
            <a:r>
              <a:rPr sz="1800" spc="15" dirty="0">
                <a:latin typeface="Trebuchet MS"/>
                <a:cs typeface="Trebuchet MS"/>
              </a:rPr>
              <a:t>log(n) trocas </a:t>
            </a:r>
            <a:r>
              <a:rPr sz="1800" spc="25" dirty="0">
                <a:latin typeface="Trebuchet MS"/>
                <a:cs typeface="Trebuchet MS"/>
              </a:rPr>
              <a:t>de</a:t>
            </a:r>
            <a:r>
              <a:rPr sz="1800" spc="-295" dirty="0">
                <a:latin typeface="Trebuchet MS"/>
                <a:cs typeface="Trebuchet MS"/>
              </a:rPr>
              <a:t> </a:t>
            </a:r>
            <a:r>
              <a:rPr sz="1800" spc="-5" dirty="0">
                <a:latin typeface="Trebuchet MS"/>
                <a:cs typeface="Trebuchet MS"/>
              </a:rPr>
              <a:t>cores.</a:t>
            </a:r>
            <a:endParaRPr sz="1800">
              <a:latin typeface="Trebuchet MS"/>
              <a:cs typeface="Trebuchet MS"/>
            </a:endParaRPr>
          </a:p>
          <a:p>
            <a:pPr marL="208279" marR="5080" indent="-195580">
              <a:lnSpc>
                <a:spcPct val="100899"/>
              </a:lnSpc>
              <a:spcBef>
                <a:spcPts val="459"/>
              </a:spcBef>
              <a:buFont typeface="Arial"/>
              <a:buChar char="•"/>
              <a:tabLst>
                <a:tab pos="208279" algn="l"/>
              </a:tabLst>
            </a:pPr>
            <a:r>
              <a:rPr sz="1800" spc="60" dirty="0">
                <a:latin typeface="Trebuchet MS"/>
                <a:cs typeface="Trebuchet MS"/>
              </a:rPr>
              <a:t>Na</a:t>
            </a:r>
            <a:r>
              <a:rPr sz="1800" spc="-25" dirty="0">
                <a:latin typeface="Trebuchet MS"/>
                <a:cs typeface="Trebuchet MS"/>
              </a:rPr>
              <a:t> </a:t>
            </a:r>
            <a:r>
              <a:rPr sz="1800" spc="5" dirty="0">
                <a:latin typeface="Trebuchet MS"/>
                <a:cs typeface="Trebuchet MS"/>
              </a:rPr>
              <a:t>remoção,</a:t>
            </a:r>
            <a:r>
              <a:rPr sz="1800" spc="-30" dirty="0">
                <a:latin typeface="Trebuchet MS"/>
                <a:cs typeface="Trebuchet MS"/>
              </a:rPr>
              <a:t> </a:t>
            </a:r>
            <a:r>
              <a:rPr sz="1800" spc="55" dirty="0">
                <a:latin typeface="Trebuchet MS"/>
                <a:cs typeface="Trebuchet MS"/>
              </a:rPr>
              <a:t>a</a:t>
            </a:r>
            <a:r>
              <a:rPr sz="1800" spc="-25" dirty="0">
                <a:latin typeface="Trebuchet MS"/>
                <a:cs typeface="Trebuchet MS"/>
              </a:rPr>
              <a:t> </a:t>
            </a:r>
            <a:r>
              <a:rPr sz="1800" spc="25" dirty="0">
                <a:latin typeface="Trebuchet MS"/>
                <a:cs typeface="Trebuchet MS"/>
              </a:rPr>
              <a:t>VP</a:t>
            </a:r>
            <a:r>
              <a:rPr sz="1800" spc="-30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faz</a:t>
            </a:r>
            <a:r>
              <a:rPr sz="1800" spc="-20" dirty="0">
                <a:latin typeface="Trebuchet MS"/>
                <a:cs typeface="Trebuchet MS"/>
              </a:rPr>
              <a:t> </a:t>
            </a:r>
            <a:r>
              <a:rPr sz="1800" spc="40" dirty="0">
                <a:latin typeface="Trebuchet MS"/>
                <a:cs typeface="Trebuchet MS"/>
              </a:rPr>
              <a:t>no</a:t>
            </a:r>
            <a:r>
              <a:rPr sz="1800" spc="-25" dirty="0">
                <a:latin typeface="Trebuchet MS"/>
                <a:cs typeface="Trebuchet MS"/>
              </a:rPr>
              <a:t> </a:t>
            </a:r>
            <a:r>
              <a:rPr sz="1800" spc="45" dirty="0">
                <a:latin typeface="Trebuchet MS"/>
                <a:cs typeface="Trebuchet MS"/>
              </a:rPr>
              <a:t>máximo</a:t>
            </a:r>
            <a:r>
              <a:rPr sz="1800" spc="-15" dirty="0">
                <a:latin typeface="Trebuchet MS"/>
                <a:cs typeface="Trebuchet MS"/>
              </a:rPr>
              <a:t> </a:t>
            </a:r>
            <a:r>
              <a:rPr sz="1800" spc="95" dirty="0">
                <a:latin typeface="Trebuchet MS"/>
                <a:cs typeface="Trebuchet MS"/>
              </a:rPr>
              <a:t>1</a:t>
            </a:r>
            <a:r>
              <a:rPr sz="1800" spc="-25" dirty="0">
                <a:latin typeface="Trebuchet MS"/>
                <a:cs typeface="Trebuchet MS"/>
              </a:rPr>
              <a:t> </a:t>
            </a:r>
            <a:r>
              <a:rPr sz="1800" spc="5" dirty="0">
                <a:latin typeface="Trebuchet MS"/>
                <a:cs typeface="Trebuchet MS"/>
              </a:rPr>
              <a:t>rotação</a:t>
            </a:r>
            <a:r>
              <a:rPr sz="1800" spc="-25" dirty="0">
                <a:latin typeface="Trebuchet MS"/>
                <a:cs typeface="Trebuchet MS"/>
              </a:rPr>
              <a:t> </a:t>
            </a:r>
            <a:r>
              <a:rPr sz="1800" spc="25" dirty="0">
                <a:latin typeface="Trebuchet MS"/>
                <a:cs typeface="Trebuchet MS"/>
              </a:rPr>
              <a:t>(simples</a:t>
            </a:r>
            <a:r>
              <a:rPr sz="1800" spc="-25" dirty="0">
                <a:latin typeface="Trebuchet MS"/>
                <a:cs typeface="Trebuchet MS"/>
              </a:rPr>
              <a:t> </a:t>
            </a:r>
            <a:r>
              <a:rPr sz="1800" spc="40" dirty="0">
                <a:latin typeface="Trebuchet MS"/>
                <a:cs typeface="Trebuchet MS"/>
              </a:rPr>
              <a:t>ou</a:t>
            </a:r>
            <a:r>
              <a:rPr sz="1800" spc="-20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dupla),</a:t>
            </a:r>
            <a:r>
              <a:rPr sz="1800" spc="-20" dirty="0">
                <a:latin typeface="Trebuchet MS"/>
                <a:cs typeface="Trebuchet MS"/>
              </a:rPr>
              <a:t> </a:t>
            </a:r>
            <a:r>
              <a:rPr sz="1800" spc="30" dirty="0">
                <a:latin typeface="Trebuchet MS"/>
                <a:cs typeface="Trebuchet MS"/>
              </a:rPr>
              <a:t>enquanto</a:t>
            </a:r>
            <a:r>
              <a:rPr sz="1800" spc="-25" dirty="0">
                <a:latin typeface="Trebuchet MS"/>
                <a:cs typeface="Trebuchet MS"/>
              </a:rPr>
              <a:t> </a:t>
            </a:r>
            <a:r>
              <a:rPr sz="1800" spc="55" dirty="0">
                <a:latin typeface="Trebuchet MS"/>
                <a:cs typeface="Trebuchet MS"/>
              </a:rPr>
              <a:t>a  </a:t>
            </a:r>
            <a:r>
              <a:rPr sz="1800" dirty="0">
                <a:latin typeface="Trebuchet MS"/>
                <a:cs typeface="Trebuchet MS"/>
              </a:rPr>
              <a:t>AVL </a:t>
            </a:r>
            <a:r>
              <a:rPr sz="1800" spc="35" dirty="0">
                <a:latin typeface="Trebuchet MS"/>
                <a:cs typeface="Trebuchet MS"/>
              </a:rPr>
              <a:t>pode </a:t>
            </a:r>
            <a:r>
              <a:rPr sz="1800" spc="-10" dirty="0">
                <a:latin typeface="Trebuchet MS"/>
                <a:cs typeface="Trebuchet MS"/>
              </a:rPr>
              <a:t>fazer </a:t>
            </a:r>
            <a:r>
              <a:rPr sz="1800" spc="15" dirty="0">
                <a:latin typeface="Trebuchet MS"/>
                <a:cs typeface="Trebuchet MS"/>
              </a:rPr>
              <a:t>log(n)</a:t>
            </a:r>
            <a:r>
              <a:rPr sz="1800" spc="-22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rotações.</a:t>
            </a:r>
            <a:endParaRPr sz="1800">
              <a:latin typeface="Trebuchet MS"/>
              <a:cs typeface="Trebuchet MS"/>
            </a:endParaRPr>
          </a:p>
          <a:p>
            <a:pPr marL="208279" indent="-195580">
              <a:lnSpc>
                <a:spcPct val="100000"/>
              </a:lnSpc>
              <a:spcBef>
                <a:spcPts val="480"/>
              </a:spcBef>
              <a:buFont typeface="Arial"/>
              <a:buChar char="•"/>
              <a:tabLst>
                <a:tab pos="208279" algn="l"/>
              </a:tabLst>
            </a:pPr>
            <a:r>
              <a:rPr sz="1800" spc="55" dirty="0">
                <a:latin typeface="Trebuchet MS"/>
                <a:cs typeface="Trebuchet MS"/>
              </a:rPr>
              <a:t>A</a:t>
            </a:r>
            <a:r>
              <a:rPr sz="1800" spc="-25" dirty="0">
                <a:latin typeface="Trebuchet MS"/>
                <a:cs typeface="Trebuchet MS"/>
              </a:rPr>
              <a:t> </a:t>
            </a:r>
            <a:r>
              <a:rPr sz="1800" spc="15" dirty="0">
                <a:latin typeface="Trebuchet MS"/>
                <a:cs typeface="Trebuchet MS"/>
              </a:rPr>
              <a:t>árvore</a:t>
            </a:r>
            <a:r>
              <a:rPr sz="1800" spc="-35" dirty="0">
                <a:latin typeface="Trebuchet MS"/>
                <a:cs typeface="Trebuchet MS"/>
              </a:rPr>
              <a:t> </a:t>
            </a:r>
            <a:r>
              <a:rPr sz="1800" spc="25" dirty="0">
                <a:latin typeface="Trebuchet MS"/>
                <a:cs typeface="Trebuchet MS"/>
              </a:rPr>
              <a:t>VP</a:t>
            </a:r>
            <a:r>
              <a:rPr sz="1800" spc="-35" dirty="0">
                <a:latin typeface="Trebuchet MS"/>
                <a:cs typeface="Trebuchet MS"/>
              </a:rPr>
              <a:t> </a:t>
            </a:r>
            <a:r>
              <a:rPr sz="1800" spc="15" dirty="0">
                <a:latin typeface="Trebuchet MS"/>
                <a:cs typeface="Trebuchet MS"/>
              </a:rPr>
              <a:t>tem</a:t>
            </a:r>
            <a:r>
              <a:rPr sz="1800" spc="-25" dirty="0">
                <a:latin typeface="Trebuchet MS"/>
                <a:cs typeface="Trebuchet MS"/>
              </a:rPr>
              <a:t> </a:t>
            </a:r>
            <a:r>
              <a:rPr sz="1800" spc="15" dirty="0">
                <a:latin typeface="Trebuchet MS"/>
                <a:cs typeface="Trebuchet MS"/>
              </a:rPr>
              <a:t>melhor</a:t>
            </a:r>
            <a:r>
              <a:rPr sz="1800" spc="-30" dirty="0">
                <a:latin typeface="Trebuchet MS"/>
                <a:cs typeface="Trebuchet MS"/>
              </a:rPr>
              <a:t> </a:t>
            </a:r>
            <a:r>
              <a:rPr sz="1800" spc="-5" dirty="0">
                <a:latin typeface="Trebuchet MS"/>
                <a:cs typeface="Trebuchet MS"/>
              </a:rPr>
              <a:t>pior</a:t>
            </a:r>
            <a:r>
              <a:rPr sz="1800" spc="-40" dirty="0">
                <a:latin typeface="Trebuchet MS"/>
                <a:cs typeface="Trebuchet MS"/>
              </a:rPr>
              <a:t> </a:t>
            </a:r>
            <a:r>
              <a:rPr sz="1800" spc="55" dirty="0">
                <a:latin typeface="Trebuchet MS"/>
                <a:cs typeface="Trebuchet MS"/>
              </a:rPr>
              <a:t>caso</a:t>
            </a:r>
            <a:r>
              <a:rPr sz="1800" spc="-20" dirty="0">
                <a:latin typeface="Trebuchet MS"/>
                <a:cs typeface="Trebuchet MS"/>
              </a:rPr>
              <a:t> </a:t>
            </a:r>
            <a:r>
              <a:rPr sz="1800" spc="40" dirty="0">
                <a:latin typeface="Trebuchet MS"/>
                <a:cs typeface="Trebuchet MS"/>
              </a:rPr>
              <a:t>que</a:t>
            </a:r>
            <a:r>
              <a:rPr sz="1800" spc="-35" dirty="0">
                <a:latin typeface="Trebuchet MS"/>
                <a:cs typeface="Trebuchet MS"/>
              </a:rPr>
              <a:t> </a:t>
            </a:r>
            <a:r>
              <a:rPr sz="1800" spc="55" dirty="0">
                <a:latin typeface="Trebuchet MS"/>
                <a:cs typeface="Trebuchet MS"/>
              </a:rPr>
              <a:t>a</a:t>
            </a:r>
            <a:r>
              <a:rPr sz="1800" spc="-30" dirty="0">
                <a:latin typeface="Trebuchet MS"/>
                <a:cs typeface="Trebuchet MS"/>
              </a:rPr>
              <a:t> </a:t>
            </a:r>
            <a:r>
              <a:rPr sz="1800" spc="15" dirty="0">
                <a:latin typeface="Trebuchet MS"/>
                <a:cs typeface="Trebuchet MS"/>
              </a:rPr>
              <a:t>árvore</a:t>
            </a:r>
            <a:r>
              <a:rPr sz="1800" spc="-35" dirty="0">
                <a:latin typeface="Trebuchet MS"/>
                <a:cs typeface="Trebuchet MS"/>
              </a:rPr>
              <a:t> AVL.</a:t>
            </a:r>
            <a:endParaRPr sz="1800">
              <a:latin typeface="Trebuchet MS"/>
              <a:cs typeface="Trebuchet MS"/>
            </a:endParaRPr>
          </a:p>
          <a:p>
            <a:pPr marL="435609" lvl="1" indent="-162560">
              <a:lnSpc>
                <a:spcPct val="100000"/>
              </a:lnSpc>
              <a:spcBef>
                <a:spcPts val="400"/>
              </a:spcBef>
              <a:buFont typeface="Arial"/>
              <a:buChar char="–"/>
              <a:tabLst>
                <a:tab pos="435609" algn="l"/>
              </a:tabLst>
            </a:pPr>
            <a:r>
              <a:rPr sz="1600" spc="45" dirty="0">
                <a:latin typeface="Trebuchet MS"/>
                <a:cs typeface="Trebuchet MS"/>
              </a:rPr>
              <a:t>Isso</a:t>
            </a:r>
            <a:r>
              <a:rPr sz="1600" spc="-30" dirty="0">
                <a:latin typeface="Trebuchet MS"/>
                <a:cs typeface="Trebuchet MS"/>
              </a:rPr>
              <a:t> </a:t>
            </a:r>
            <a:r>
              <a:rPr sz="1600" spc="-25" dirty="0">
                <a:latin typeface="Trebuchet MS"/>
                <a:cs typeface="Trebuchet MS"/>
              </a:rPr>
              <a:t>faz </a:t>
            </a:r>
            <a:r>
              <a:rPr sz="1600" spc="30" dirty="0">
                <a:latin typeface="Trebuchet MS"/>
                <a:cs typeface="Trebuchet MS"/>
              </a:rPr>
              <a:t>com</a:t>
            </a:r>
            <a:r>
              <a:rPr sz="1600" spc="-25" dirty="0">
                <a:latin typeface="Trebuchet MS"/>
                <a:cs typeface="Trebuchet MS"/>
              </a:rPr>
              <a:t> </a:t>
            </a:r>
            <a:r>
              <a:rPr sz="1600" spc="20" dirty="0">
                <a:latin typeface="Trebuchet MS"/>
                <a:cs typeface="Trebuchet MS"/>
              </a:rPr>
              <a:t>que</a:t>
            </a:r>
            <a:r>
              <a:rPr sz="1600" spc="-20" dirty="0">
                <a:latin typeface="Trebuchet MS"/>
                <a:cs typeface="Trebuchet MS"/>
              </a:rPr>
              <a:t> </a:t>
            </a:r>
            <a:r>
              <a:rPr sz="1600" spc="40" dirty="0">
                <a:latin typeface="Trebuchet MS"/>
                <a:cs typeface="Trebuchet MS"/>
              </a:rPr>
              <a:t>a</a:t>
            </a:r>
            <a:r>
              <a:rPr sz="1600" spc="-30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árvore</a:t>
            </a:r>
            <a:r>
              <a:rPr sz="1600" spc="-20" dirty="0">
                <a:latin typeface="Trebuchet MS"/>
                <a:cs typeface="Trebuchet MS"/>
              </a:rPr>
              <a:t> </a:t>
            </a:r>
            <a:r>
              <a:rPr sz="1600" spc="-15" dirty="0">
                <a:latin typeface="Trebuchet MS"/>
                <a:cs typeface="Trebuchet MS"/>
              </a:rPr>
              <a:t>seja</a:t>
            </a:r>
            <a:r>
              <a:rPr sz="1600" spc="-30" dirty="0">
                <a:latin typeface="Trebuchet MS"/>
                <a:cs typeface="Trebuchet MS"/>
              </a:rPr>
              <a:t> </a:t>
            </a:r>
            <a:r>
              <a:rPr sz="1600" spc="-20" dirty="0">
                <a:latin typeface="Trebuchet MS"/>
                <a:cs typeface="Trebuchet MS"/>
              </a:rPr>
              <a:t>utilizada</a:t>
            </a:r>
            <a:r>
              <a:rPr sz="1600" spc="-30" dirty="0">
                <a:latin typeface="Trebuchet MS"/>
                <a:cs typeface="Trebuchet MS"/>
              </a:rPr>
              <a:t> </a:t>
            </a:r>
            <a:r>
              <a:rPr sz="1600" spc="40" dirty="0">
                <a:latin typeface="Trebuchet MS"/>
                <a:cs typeface="Trebuchet MS"/>
              </a:rPr>
              <a:t>em</a:t>
            </a:r>
            <a:r>
              <a:rPr sz="1600" spc="-25" dirty="0">
                <a:latin typeface="Trebuchet MS"/>
                <a:cs typeface="Trebuchet MS"/>
              </a:rPr>
              <a:t> </a:t>
            </a:r>
            <a:r>
              <a:rPr sz="1600" spc="5" dirty="0">
                <a:latin typeface="Trebuchet MS"/>
                <a:cs typeface="Trebuchet MS"/>
              </a:rPr>
              <a:t>aplicações</a:t>
            </a:r>
            <a:r>
              <a:rPr sz="1600" spc="-30" dirty="0">
                <a:latin typeface="Trebuchet MS"/>
                <a:cs typeface="Trebuchet MS"/>
              </a:rPr>
              <a:t> </a:t>
            </a:r>
            <a:r>
              <a:rPr sz="1600" spc="15" dirty="0">
                <a:latin typeface="Trebuchet MS"/>
                <a:cs typeface="Trebuchet MS"/>
              </a:rPr>
              <a:t>de</a:t>
            </a:r>
            <a:r>
              <a:rPr sz="1600" spc="-20" dirty="0">
                <a:latin typeface="Trebuchet MS"/>
                <a:cs typeface="Trebuchet MS"/>
              </a:rPr>
              <a:t> </a:t>
            </a:r>
            <a:r>
              <a:rPr sz="1600" spc="5" dirty="0">
                <a:latin typeface="Trebuchet MS"/>
                <a:cs typeface="Trebuchet MS"/>
              </a:rPr>
              <a:t>tempo</a:t>
            </a:r>
            <a:r>
              <a:rPr sz="1600" spc="-20" dirty="0">
                <a:latin typeface="Trebuchet MS"/>
                <a:cs typeface="Trebuchet MS"/>
              </a:rPr>
              <a:t> </a:t>
            </a:r>
            <a:r>
              <a:rPr sz="1600" spc="-30" dirty="0">
                <a:latin typeface="Trebuchet MS"/>
                <a:cs typeface="Trebuchet MS"/>
              </a:rPr>
              <a:t>real</a:t>
            </a:r>
            <a:r>
              <a:rPr sz="1600" spc="-20" dirty="0">
                <a:latin typeface="Trebuchet MS"/>
                <a:cs typeface="Trebuchet MS"/>
              </a:rPr>
              <a:t> (críticas)</a:t>
            </a:r>
            <a:endParaRPr sz="1600">
              <a:latin typeface="Trebuchet MS"/>
              <a:cs typeface="Trebuchet MS"/>
            </a:endParaRPr>
          </a:p>
          <a:p>
            <a:pPr marL="435609" marR="101600" lvl="1" indent="-162560">
              <a:lnSpc>
                <a:spcPct val="100000"/>
              </a:lnSpc>
              <a:spcBef>
                <a:spcPts val="390"/>
              </a:spcBef>
              <a:buFont typeface="Arial"/>
              <a:buChar char="–"/>
              <a:tabLst>
                <a:tab pos="435609" algn="l"/>
              </a:tabLst>
            </a:pPr>
            <a:r>
              <a:rPr sz="1600" spc="-10" dirty="0">
                <a:latin typeface="Trebuchet MS"/>
                <a:cs typeface="Trebuchet MS"/>
              </a:rPr>
              <a:t>AVL</a:t>
            </a:r>
            <a:r>
              <a:rPr sz="1600" spc="-30" dirty="0">
                <a:latin typeface="Trebuchet MS"/>
                <a:cs typeface="Trebuchet MS"/>
              </a:rPr>
              <a:t> </a:t>
            </a:r>
            <a:r>
              <a:rPr sz="1600" spc="10" dirty="0">
                <a:latin typeface="Trebuchet MS"/>
                <a:cs typeface="Trebuchet MS"/>
              </a:rPr>
              <a:t>é</a:t>
            </a:r>
            <a:r>
              <a:rPr sz="1600" spc="-25" dirty="0">
                <a:latin typeface="Trebuchet MS"/>
                <a:cs typeface="Trebuchet MS"/>
              </a:rPr>
              <a:t> </a:t>
            </a:r>
            <a:r>
              <a:rPr sz="1600" spc="45" dirty="0">
                <a:latin typeface="Trebuchet MS"/>
                <a:cs typeface="Trebuchet MS"/>
              </a:rPr>
              <a:t>uma</a:t>
            </a:r>
            <a:r>
              <a:rPr sz="1600" spc="-35" dirty="0">
                <a:latin typeface="Trebuchet MS"/>
                <a:cs typeface="Trebuchet MS"/>
              </a:rPr>
              <a:t> </a:t>
            </a:r>
            <a:r>
              <a:rPr sz="1600" spc="-5" dirty="0">
                <a:latin typeface="Trebuchet MS"/>
                <a:cs typeface="Trebuchet MS"/>
              </a:rPr>
              <a:t>estrutura</a:t>
            </a:r>
            <a:r>
              <a:rPr sz="1600" spc="-25" dirty="0">
                <a:latin typeface="Trebuchet MS"/>
                <a:cs typeface="Trebuchet MS"/>
              </a:rPr>
              <a:t> </a:t>
            </a:r>
            <a:r>
              <a:rPr sz="1600" spc="35" dirty="0">
                <a:latin typeface="Trebuchet MS"/>
                <a:cs typeface="Trebuchet MS"/>
              </a:rPr>
              <a:t>mais</a:t>
            </a:r>
            <a:r>
              <a:rPr sz="1600" spc="-35" dirty="0">
                <a:latin typeface="Trebuchet MS"/>
                <a:cs typeface="Trebuchet MS"/>
              </a:rPr>
              <a:t> </a:t>
            </a:r>
            <a:r>
              <a:rPr sz="1600" spc="10" dirty="0">
                <a:latin typeface="Trebuchet MS"/>
                <a:cs typeface="Trebuchet MS"/>
              </a:rPr>
              <a:t>balanceada</a:t>
            </a:r>
            <a:r>
              <a:rPr sz="1600" spc="-25" dirty="0">
                <a:latin typeface="Trebuchet MS"/>
                <a:cs typeface="Trebuchet MS"/>
              </a:rPr>
              <a:t> </a:t>
            </a:r>
            <a:r>
              <a:rPr sz="1600" spc="20" dirty="0">
                <a:latin typeface="Trebuchet MS"/>
                <a:cs typeface="Trebuchet MS"/>
              </a:rPr>
              <a:t>que</a:t>
            </a:r>
            <a:r>
              <a:rPr sz="1600" spc="-35" dirty="0">
                <a:latin typeface="Trebuchet MS"/>
                <a:cs typeface="Trebuchet MS"/>
              </a:rPr>
              <a:t> </a:t>
            </a:r>
            <a:r>
              <a:rPr sz="1600" spc="40" dirty="0">
                <a:latin typeface="Trebuchet MS"/>
                <a:cs typeface="Trebuchet MS"/>
              </a:rPr>
              <a:t>a</a:t>
            </a:r>
            <a:r>
              <a:rPr sz="1600" spc="-35" dirty="0">
                <a:latin typeface="Trebuchet MS"/>
                <a:cs typeface="Trebuchet MS"/>
              </a:rPr>
              <a:t> </a:t>
            </a:r>
            <a:r>
              <a:rPr sz="1600" spc="-40" dirty="0">
                <a:latin typeface="Trebuchet MS"/>
                <a:cs typeface="Trebuchet MS"/>
              </a:rPr>
              <a:t>VP,</a:t>
            </a:r>
            <a:r>
              <a:rPr sz="1600" spc="-35" dirty="0">
                <a:latin typeface="Trebuchet MS"/>
                <a:cs typeface="Trebuchet MS"/>
              </a:rPr>
              <a:t> </a:t>
            </a:r>
            <a:r>
              <a:rPr sz="1600" spc="20" dirty="0">
                <a:latin typeface="Trebuchet MS"/>
                <a:cs typeface="Trebuchet MS"/>
              </a:rPr>
              <a:t>o</a:t>
            </a:r>
            <a:r>
              <a:rPr sz="1600" spc="-25" dirty="0">
                <a:latin typeface="Trebuchet MS"/>
                <a:cs typeface="Trebuchet MS"/>
              </a:rPr>
              <a:t> </a:t>
            </a:r>
            <a:r>
              <a:rPr sz="1600" spc="20" dirty="0">
                <a:latin typeface="Trebuchet MS"/>
                <a:cs typeface="Trebuchet MS"/>
              </a:rPr>
              <a:t>que</a:t>
            </a:r>
            <a:r>
              <a:rPr sz="1600" spc="-35" dirty="0">
                <a:latin typeface="Trebuchet MS"/>
                <a:cs typeface="Trebuchet MS"/>
              </a:rPr>
              <a:t> </a:t>
            </a:r>
            <a:r>
              <a:rPr sz="1600" spc="10" dirty="0">
                <a:latin typeface="Trebuchet MS"/>
                <a:cs typeface="Trebuchet MS"/>
              </a:rPr>
              <a:t>leva</a:t>
            </a:r>
            <a:r>
              <a:rPr sz="1600" spc="-35" dirty="0">
                <a:latin typeface="Trebuchet MS"/>
                <a:cs typeface="Trebuchet MS"/>
              </a:rPr>
              <a:t> </a:t>
            </a:r>
            <a:r>
              <a:rPr sz="1600" spc="40" dirty="0">
                <a:latin typeface="Trebuchet MS"/>
                <a:cs typeface="Trebuchet MS"/>
              </a:rPr>
              <a:t>a</a:t>
            </a:r>
            <a:r>
              <a:rPr sz="1600" spc="-25" dirty="0">
                <a:latin typeface="Trebuchet MS"/>
                <a:cs typeface="Trebuchet MS"/>
              </a:rPr>
              <a:t> </a:t>
            </a:r>
            <a:r>
              <a:rPr sz="1600" spc="-10" dirty="0">
                <a:latin typeface="Trebuchet MS"/>
                <a:cs typeface="Trebuchet MS"/>
              </a:rPr>
              <a:t>AVL</a:t>
            </a:r>
            <a:r>
              <a:rPr sz="1600" spc="-25" dirty="0">
                <a:latin typeface="Trebuchet MS"/>
                <a:cs typeface="Trebuchet MS"/>
              </a:rPr>
              <a:t> </a:t>
            </a:r>
            <a:r>
              <a:rPr sz="1600" spc="40" dirty="0">
                <a:latin typeface="Trebuchet MS"/>
                <a:cs typeface="Trebuchet MS"/>
              </a:rPr>
              <a:t>a</a:t>
            </a:r>
            <a:r>
              <a:rPr sz="1600" spc="-35" dirty="0">
                <a:latin typeface="Trebuchet MS"/>
                <a:cs typeface="Trebuchet MS"/>
              </a:rPr>
              <a:t> </a:t>
            </a:r>
            <a:r>
              <a:rPr sz="1600" spc="20" dirty="0">
                <a:latin typeface="Trebuchet MS"/>
                <a:cs typeface="Trebuchet MS"/>
              </a:rPr>
              <a:t>ser</a:t>
            </a:r>
            <a:r>
              <a:rPr sz="1600" spc="-25" dirty="0">
                <a:latin typeface="Trebuchet MS"/>
                <a:cs typeface="Trebuchet MS"/>
              </a:rPr>
              <a:t> </a:t>
            </a:r>
            <a:r>
              <a:rPr sz="1600" spc="35" dirty="0">
                <a:latin typeface="Trebuchet MS"/>
                <a:cs typeface="Trebuchet MS"/>
              </a:rPr>
              <a:t>mais</a:t>
            </a:r>
            <a:r>
              <a:rPr sz="1600" spc="-35" dirty="0">
                <a:latin typeface="Trebuchet MS"/>
                <a:cs typeface="Trebuchet MS"/>
              </a:rPr>
              <a:t> </a:t>
            </a:r>
            <a:r>
              <a:rPr sz="1600" spc="-15" dirty="0">
                <a:latin typeface="Trebuchet MS"/>
                <a:cs typeface="Trebuchet MS"/>
              </a:rPr>
              <a:t>lenta  </a:t>
            </a:r>
            <a:r>
              <a:rPr sz="1600" spc="35" dirty="0">
                <a:latin typeface="Trebuchet MS"/>
                <a:cs typeface="Trebuchet MS"/>
              </a:rPr>
              <a:t>na</a:t>
            </a:r>
            <a:r>
              <a:rPr sz="1600" spc="-30" dirty="0">
                <a:latin typeface="Trebuchet MS"/>
                <a:cs typeface="Trebuchet MS"/>
              </a:rPr>
              <a:t> </a:t>
            </a:r>
            <a:r>
              <a:rPr sz="1600" spc="5" dirty="0">
                <a:latin typeface="Trebuchet MS"/>
                <a:cs typeface="Trebuchet MS"/>
              </a:rPr>
              <a:t>inserção</a:t>
            </a:r>
            <a:r>
              <a:rPr sz="1600" spc="-30" dirty="0">
                <a:latin typeface="Trebuchet MS"/>
                <a:cs typeface="Trebuchet MS"/>
              </a:rPr>
              <a:t> </a:t>
            </a:r>
            <a:r>
              <a:rPr sz="1600" spc="10" dirty="0">
                <a:latin typeface="Trebuchet MS"/>
                <a:cs typeface="Trebuchet MS"/>
              </a:rPr>
              <a:t>e</a:t>
            </a:r>
            <a:r>
              <a:rPr sz="1600" spc="-35" dirty="0">
                <a:latin typeface="Trebuchet MS"/>
                <a:cs typeface="Trebuchet MS"/>
              </a:rPr>
              <a:t> </a:t>
            </a:r>
            <a:r>
              <a:rPr sz="1600" spc="-10" dirty="0">
                <a:latin typeface="Trebuchet MS"/>
                <a:cs typeface="Trebuchet MS"/>
              </a:rPr>
              <a:t>remoção,</a:t>
            </a:r>
            <a:r>
              <a:rPr sz="1600" spc="-40" dirty="0">
                <a:latin typeface="Trebuchet MS"/>
                <a:cs typeface="Trebuchet MS"/>
              </a:rPr>
              <a:t> </a:t>
            </a:r>
            <a:r>
              <a:rPr sz="1600" spc="65" dirty="0">
                <a:latin typeface="Trebuchet MS"/>
                <a:cs typeface="Trebuchet MS"/>
              </a:rPr>
              <a:t>mas</a:t>
            </a:r>
            <a:r>
              <a:rPr sz="1600" spc="-40" dirty="0">
                <a:latin typeface="Trebuchet MS"/>
                <a:cs typeface="Trebuchet MS"/>
              </a:rPr>
              <a:t> </a:t>
            </a:r>
            <a:r>
              <a:rPr sz="1600" spc="35" dirty="0">
                <a:latin typeface="Trebuchet MS"/>
                <a:cs typeface="Trebuchet MS"/>
              </a:rPr>
              <a:t>mais</a:t>
            </a:r>
            <a:r>
              <a:rPr sz="1600" spc="-40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rápida</a:t>
            </a:r>
            <a:r>
              <a:rPr sz="1600" spc="-40" dirty="0">
                <a:latin typeface="Trebuchet MS"/>
                <a:cs typeface="Trebuchet MS"/>
              </a:rPr>
              <a:t> </a:t>
            </a:r>
            <a:r>
              <a:rPr sz="1600" spc="35" dirty="0">
                <a:latin typeface="Trebuchet MS"/>
                <a:cs typeface="Trebuchet MS"/>
              </a:rPr>
              <a:t>na</a:t>
            </a:r>
            <a:r>
              <a:rPr sz="1600" spc="-40" dirty="0">
                <a:latin typeface="Trebuchet MS"/>
                <a:cs typeface="Trebuchet MS"/>
              </a:rPr>
              <a:t> </a:t>
            </a:r>
            <a:r>
              <a:rPr sz="1600" spc="5" dirty="0">
                <a:latin typeface="Trebuchet MS"/>
                <a:cs typeface="Trebuchet MS"/>
              </a:rPr>
              <a:t>busca.</a:t>
            </a:r>
            <a:endParaRPr sz="1600">
              <a:latin typeface="Trebuchet MS"/>
              <a:cs typeface="Trebuchet MS"/>
            </a:endParaRPr>
          </a:p>
          <a:p>
            <a:pPr marL="435609" marR="67310" lvl="1" indent="-162560">
              <a:lnSpc>
                <a:spcPct val="100000"/>
              </a:lnSpc>
              <a:spcBef>
                <a:spcPts val="390"/>
              </a:spcBef>
              <a:buFont typeface="Arial"/>
              <a:buChar char="–"/>
              <a:tabLst>
                <a:tab pos="435609" algn="l"/>
              </a:tabLst>
            </a:pPr>
            <a:r>
              <a:rPr sz="1600" spc="-15" dirty="0">
                <a:latin typeface="Trebuchet MS"/>
                <a:cs typeface="Trebuchet MS"/>
              </a:rPr>
              <a:t>Pode</a:t>
            </a:r>
            <a:r>
              <a:rPr sz="1600" spc="-25" dirty="0">
                <a:latin typeface="Trebuchet MS"/>
                <a:cs typeface="Trebuchet MS"/>
              </a:rPr>
              <a:t> </a:t>
            </a:r>
            <a:r>
              <a:rPr sz="1600" spc="20" dirty="0">
                <a:latin typeface="Trebuchet MS"/>
                <a:cs typeface="Trebuchet MS"/>
              </a:rPr>
              <a:t>ser</a:t>
            </a:r>
            <a:r>
              <a:rPr sz="1600" spc="-35" dirty="0">
                <a:latin typeface="Trebuchet MS"/>
                <a:cs typeface="Trebuchet MS"/>
              </a:rPr>
              <a:t> </a:t>
            </a:r>
            <a:r>
              <a:rPr sz="1600" spc="45" dirty="0">
                <a:latin typeface="Trebuchet MS"/>
                <a:cs typeface="Trebuchet MS"/>
              </a:rPr>
              <a:t>usada</a:t>
            </a:r>
            <a:r>
              <a:rPr sz="1600" spc="-35" dirty="0">
                <a:latin typeface="Trebuchet MS"/>
                <a:cs typeface="Trebuchet MS"/>
              </a:rPr>
              <a:t> </a:t>
            </a:r>
            <a:r>
              <a:rPr sz="1600" spc="15" dirty="0">
                <a:latin typeface="Trebuchet MS"/>
                <a:cs typeface="Trebuchet MS"/>
              </a:rPr>
              <a:t>para</a:t>
            </a:r>
            <a:r>
              <a:rPr sz="1600" spc="-35" dirty="0">
                <a:latin typeface="Trebuchet MS"/>
                <a:cs typeface="Trebuchet MS"/>
              </a:rPr>
              <a:t> </a:t>
            </a:r>
            <a:r>
              <a:rPr sz="1600" spc="-5" dirty="0">
                <a:latin typeface="Trebuchet MS"/>
                <a:cs typeface="Trebuchet MS"/>
              </a:rPr>
              <a:t>construir</a:t>
            </a:r>
            <a:r>
              <a:rPr sz="1600" spc="-35" dirty="0">
                <a:latin typeface="Trebuchet MS"/>
                <a:cs typeface="Trebuchet MS"/>
              </a:rPr>
              <a:t> </a:t>
            </a:r>
            <a:r>
              <a:rPr sz="1600" spc="10" dirty="0">
                <a:latin typeface="Trebuchet MS"/>
                <a:cs typeface="Trebuchet MS"/>
              </a:rPr>
              <a:t>blocos</a:t>
            </a:r>
            <a:r>
              <a:rPr sz="1600" spc="-35" dirty="0">
                <a:latin typeface="Trebuchet MS"/>
                <a:cs typeface="Trebuchet MS"/>
              </a:rPr>
              <a:t> </a:t>
            </a:r>
            <a:r>
              <a:rPr sz="1600" spc="40" dirty="0">
                <a:latin typeface="Trebuchet MS"/>
                <a:cs typeface="Trebuchet MS"/>
              </a:rPr>
              <a:t>em</a:t>
            </a:r>
            <a:r>
              <a:rPr sz="1600" spc="-35" dirty="0">
                <a:latin typeface="Trebuchet MS"/>
                <a:cs typeface="Trebuchet MS"/>
              </a:rPr>
              <a:t> </a:t>
            </a:r>
            <a:r>
              <a:rPr sz="1600" spc="10" dirty="0">
                <a:latin typeface="Trebuchet MS"/>
                <a:cs typeface="Trebuchet MS"/>
              </a:rPr>
              <a:t>outras</a:t>
            </a:r>
            <a:r>
              <a:rPr sz="1600" spc="-35" dirty="0">
                <a:latin typeface="Trebuchet MS"/>
                <a:cs typeface="Trebuchet MS"/>
              </a:rPr>
              <a:t> </a:t>
            </a:r>
            <a:r>
              <a:rPr sz="1600" spc="5" dirty="0">
                <a:latin typeface="Trebuchet MS"/>
                <a:cs typeface="Trebuchet MS"/>
              </a:rPr>
              <a:t>estruturas</a:t>
            </a:r>
            <a:r>
              <a:rPr sz="1600" spc="-35" dirty="0">
                <a:latin typeface="Trebuchet MS"/>
                <a:cs typeface="Trebuchet MS"/>
              </a:rPr>
              <a:t> </a:t>
            </a:r>
            <a:r>
              <a:rPr sz="1600" spc="15" dirty="0">
                <a:latin typeface="Trebuchet MS"/>
                <a:cs typeface="Trebuchet MS"/>
              </a:rPr>
              <a:t>de</a:t>
            </a:r>
            <a:r>
              <a:rPr sz="1600" spc="-35" dirty="0">
                <a:latin typeface="Trebuchet MS"/>
                <a:cs typeface="Trebuchet MS"/>
              </a:rPr>
              <a:t> </a:t>
            </a:r>
            <a:r>
              <a:rPr sz="1600" spc="35" dirty="0">
                <a:latin typeface="Trebuchet MS"/>
                <a:cs typeface="Trebuchet MS"/>
              </a:rPr>
              <a:t>dados</a:t>
            </a:r>
            <a:r>
              <a:rPr sz="1600" spc="-35" dirty="0">
                <a:latin typeface="Trebuchet MS"/>
                <a:cs typeface="Trebuchet MS"/>
              </a:rPr>
              <a:t> </a:t>
            </a:r>
            <a:r>
              <a:rPr sz="1600" spc="20" dirty="0">
                <a:latin typeface="Trebuchet MS"/>
                <a:cs typeface="Trebuchet MS"/>
              </a:rPr>
              <a:t>que</a:t>
            </a:r>
            <a:r>
              <a:rPr sz="1600" spc="-25" dirty="0">
                <a:latin typeface="Trebuchet MS"/>
                <a:cs typeface="Trebuchet MS"/>
              </a:rPr>
              <a:t> </a:t>
            </a:r>
            <a:r>
              <a:rPr sz="1600" spc="10" dirty="0">
                <a:latin typeface="Trebuchet MS"/>
                <a:cs typeface="Trebuchet MS"/>
              </a:rPr>
              <a:t>precisam  </a:t>
            </a:r>
            <a:r>
              <a:rPr sz="1600" spc="15" dirty="0">
                <a:latin typeface="Trebuchet MS"/>
                <a:cs typeface="Trebuchet MS"/>
              </a:rPr>
              <a:t>de garantias </a:t>
            </a:r>
            <a:r>
              <a:rPr sz="1600" spc="25" dirty="0">
                <a:latin typeface="Trebuchet MS"/>
                <a:cs typeface="Trebuchet MS"/>
              </a:rPr>
              <a:t>no </a:t>
            </a:r>
            <a:r>
              <a:rPr sz="1600" spc="-15" dirty="0">
                <a:latin typeface="Trebuchet MS"/>
                <a:cs typeface="Trebuchet MS"/>
              </a:rPr>
              <a:t>pior </a:t>
            </a:r>
            <a:r>
              <a:rPr sz="1600" spc="-10" dirty="0">
                <a:latin typeface="Trebuchet MS"/>
                <a:cs typeface="Trebuchet MS"/>
              </a:rPr>
              <a:t>caso. </a:t>
            </a:r>
            <a:r>
              <a:rPr sz="1600" spc="-35" dirty="0">
                <a:latin typeface="Trebuchet MS"/>
                <a:cs typeface="Trebuchet MS"/>
              </a:rPr>
              <a:t>Por </a:t>
            </a:r>
            <a:r>
              <a:rPr sz="1600" spc="-10" dirty="0">
                <a:latin typeface="Trebuchet MS"/>
                <a:cs typeface="Trebuchet MS"/>
              </a:rPr>
              <a:t>exemplo: </a:t>
            </a:r>
            <a:r>
              <a:rPr sz="1600" spc="5" dirty="0">
                <a:latin typeface="Trebuchet MS"/>
                <a:cs typeface="Trebuchet MS"/>
              </a:rPr>
              <a:t>estruturas </a:t>
            </a:r>
            <a:r>
              <a:rPr sz="1600" spc="15" dirty="0">
                <a:latin typeface="Trebuchet MS"/>
                <a:cs typeface="Trebuchet MS"/>
              </a:rPr>
              <a:t>de </a:t>
            </a:r>
            <a:r>
              <a:rPr sz="1600" spc="35" dirty="0">
                <a:latin typeface="Trebuchet MS"/>
                <a:cs typeface="Trebuchet MS"/>
              </a:rPr>
              <a:t>dados em </a:t>
            </a:r>
            <a:r>
              <a:rPr sz="1600" spc="5" dirty="0">
                <a:latin typeface="Trebuchet MS"/>
                <a:cs typeface="Trebuchet MS"/>
              </a:rPr>
              <a:t>geometria  </a:t>
            </a:r>
            <a:r>
              <a:rPr sz="1600" dirty="0">
                <a:latin typeface="Trebuchet MS"/>
                <a:cs typeface="Trebuchet MS"/>
              </a:rPr>
              <a:t>computacional </a:t>
            </a:r>
            <a:r>
              <a:rPr sz="1600" spc="25" dirty="0">
                <a:latin typeface="Trebuchet MS"/>
                <a:cs typeface="Trebuchet MS"/>
              </a:rPr>
              <a:t>podem </a:t>
            </a:r>
            <a:r>
              <a:rPr sz="1600" spc="20" dirty="0">
                <a:latin typeface="Trebuchet MS"/>
                <a:cs typeface="Trebuchet MS"/>
              </a:rPr>
              <a:t>ser </a:t>
            </a:r>
            <a:r>
              <a:rPr sz="1600" spc="40" dirty="0">
                <a:latin typeface="Trebuchet MS"/>
                <a:cs typeface="Trebuchet MS"/>
              </a:rPr>
              <a:t>baseadas em </a:t>
            </a:r>
            <a:r>
              <a:rPr sz="1600" spc="15" dirty="0">
                <a:latin typeface="Trebuchet MS"/>
                <a:cs typeface="Trebuchet MS"/>
              </a:rPr>
              <a:t>árvores</a:t>
            </a:r>
            <a:r>
              <a:rPr sz="1600" spc="-305" dirty="0">
                <a:latin typeface="Trebuchet MS"/>
                <a:cs typeface="Trebuchet MS"/>
              </a:rPr>
              <a:t> </a:t>
            </a:r>
            <a:r>
              <a:rPr sz="1600" spc="-130" dirty="0">
                <a:latin typeface="Trebuchet MS"/>
                <a:cs typeface="Trebuchet MS"/>
              </a:rPr>
              <a:t>VP.</a:t>
            </a:r>
            <a:endParaRPr sz="16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79120" rIns="0" bIns="0" rtlCol="0">
            <a:spAutoFit/>
          </a:bodyPr>
          <a:lstStyle/>
          <a:p>
            <a:pPr marL="2225040">
              <a:lnSpc>
                <a:spcPct val="100000"/>
              </a:lnSpc>
            </a:pPr>
            <a:r>
              <a:rPr spc="135" dirty="0"/>
              <a:t>E</a:t>
            </a:r>
            <a:r>
              <a:rPr dirty="0"/>
              <a:t>x</a:t>
            </a:r>
            <a:r>
              <a:rPr spc="-30" dirty="0"/>
              <a:t>e</a:t>
            </a:r>
            <a:r>
              <a:rPr spc="-120" dirty="0"/>
              <a:t>r</a:t>
            </a:r>
            <a:r>
              <a:rPr spc="0" dirty="0"/>
              <a:t>c</a:t>
            </a:r>
            <a:r>
              <a:rPr spc="-60" dirty="0"/>
              <a:t>í</a:t>
            </a:r>
            <a:r>
              <a:rPr spc="-105" dirty="0"/>
              <a:t>c</a:t>
            </a:r>
            <a:r>
              <a:rPr spc="-155" dirty="0"/>
              <a:t>i</a:t>
            </a:r>
            <a:r>
              <a:rPr spc="60" dirty="0"/>
              <a:t>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645920"/>
            <a:ext cx="4814570" cy="10172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Font typeface="Arial"/>
              <a:buChar char="•"/>
              <a:tabLst>
                <a:tab pos="355600" algn="l"/>
              </a:tabLst>
            </a:pPr>
            <a:r>
              <a:rPr sz="3200" spc="-35" dirty="0">
                <a:latin typeface="Trebuchet MS"/>
                <a:cs typeface="Trebuchet MS"/>
              </a:rPr>
              <a:t>Inserir:</a:t>
            </a:r>
            <a:endParaRPr sz="3200">
              <a:latin typeface="Trebuchet MS"/>
              <a:cs typeface="Trebuchet MS"/>
            </a:endParaRPr>
          </a:p>
          <a:p>
            <a:pPr marL="469900">
              <a:lnSpc>
                <a:spcPct val="100000"/>
              </a:lnSpc>
              <a:spcBef>
                <a:spcPts val="700"/>
              </a:spcBef>
            </a:pPr>
            <a:r>
              <a:rPr sz="4200" baseline="2976" dirty="0">
                <a:latin typeface="Arial"/>
                <a:cs typeface="Arial"/>
              </a:rPr>
              <a:t>–</a:t>
            </a:r>
            <a:r>
              <a:rPr sz="4200" spc="-150" baseline="2976" dirty="0">
                <a:latin typeface="Arial"/>
                <a:cs typeface="Arial"/>
              </a:rPr>
              <a:t> </a:t>
            </a:r>
            <a:r>
              <a:rPr sz="2800" spc="125" dirty="0">
                <a:latin typeface="Trebuchet MS"/>
                <a:cs typeface="Trebuchet MS"/>
              </a:rPr>
              <a:t>41</a:t>
            </a:r>
            <a:r>
              <a:rPr sz="2800" spc="-60" dirty="0">
                <a:latin typeface="Trebuchet MS"/>
                <a:cs typeface="Trebuchet MS"/>
              </a:rPr>
              <a:t> </a:t>
            </a:r>
            <a:r>
              <a:rPr sz="2800" spc="229" dirty="0">
                <a:latin typeface="Trebuchet MS"/>
                <a:cs typeface="Trebuchet MS"/>
              </a:rPr>
              <a:t>–</a:t>
            </a:r>
            <a:r>
              <a:rPr sz="2800" spc="-50" dirty="0">
                <a:latin typeface="Trebuchet MS"/>
                <a:cs typeface="Trebuchet MS"/>
              </a:rPr>
              <a:t> </a:t>
            </a:r>
            <a:r>
              <a:rPr sz="2800" spc="125" dirty="0">
                <a:latin typeface="Trebuchet MS"/>
                <a:cs typeface="Trebuchet MS"/>
              </a:rPr>
              <a:t>38</a:t>
            </a:r>
            <a:r>
              <a:rPr sz="2800" spc="-55" dirty="0">
                <a:latin typeface="Trebuchet MS"/>
                <a:cs typeface="Trebuchet MS"/>
              </a:rPr>
              <a:t> </a:t>
            </a:r>
            <a:r>
              <a:rPr sz="2800" spc="229" dirty="0">
                <a:latin typeface="Trebuchet MS"/>
                <a:cs typeface="Trebuchet MS"/>
              </a:rPr>
              <a:t>–</a:t>
            </a:r>
            <a:r>
              <a:rPr sz="2800" spc="-60" dirty="0">
                <a:latin typeface="Trebuchet MS"/>
                <a:cs typeface="Trebuchet MS"/>
              </a:rPr>
              <a:t> </a:t>
            </a:r>
            <a:r>
              <a:rPr sz="2800" spc="125" dirty="0">
                <a:latin typeface="Trebuchet MS"/>
                <a:cs typeface="Trebuchet MS"/>
              </a:rPr>
              <a:t>31</a:t>
            </a:r>
            <a:r>
              <a:rPr sz="2800" spc="-60" dirty="0">
                <a:latin typeface="Trebuchet MS"/>
                <a:cs typeface="Trebuchet MS"/>
              </a:rPr>
              <a:t> </a:t>
            </a:r>
            <a:r>
              <a:rPr sz="2800" spc="229" dirty="0">
                <a:latin typeface="Trebuchet MS"/>
                <a:cs typeface="Trebuchet MS"/>
              </a:rPr>
              <a:t>–</a:t>
            </a:r>
            <a:r>
              <a:rPr sz="2800" spc="-50" dirty="0">
                <a:latin typeface="Trebuchet MS"/>
                <a:cs typeface="Trebuchet MS"/>
              </a:rPr>
              <a:t> </a:t>
            </a:r>
            <a:r>
              <a:rPr sz="2800" spc="130" dirty="0">
                <a:latin typeface="Trebuchet MS"/>
                <a:cs typeface="Trebuchet MS"/>
              </a:rPr>
              <a:t>12</a:t>
            </a:r>
            <a:r>
              <a:rPr sz="2800" spc="-70" dirty="0">
                <a:latin typeface="Trebuchet MS"/>
                <a:cs typeface="Trebuchet MS"/>
              </a:rPr>
              <a:t> </a:t>
            </a:r>
            <a:r>
              <a:rPr sz="2800" spc="229" dirty="0">
                <a:latin typeface="Trebuchet MS"/>
                <a:cs typeface="Trebuchet MS"/>
              </a:rPr>
              <a:t>–</a:t>
            </a:r>
            <a:r>
              <a:rPr sz="2800" spc="-50" dirty="0">
                <a:latin typeface="Trebuchet MS"/>
                <a:cs typeface="Trebuchet MS"/>
              </a:rPr>
              <a:t> </a:t>
            </a:r>
            <a:r>
              <a:rPr sz="2800" spc="125" dirty="0">
                <a:latin typeface="Trebuchet MS"/>
                <a:cs typeface="Trebuchet MS"/>
              </a:rPr>
              <a:t>19</a:t>
            </a:r>
            <a:r>
              <a:rPr sz="2800" spc="-60" dirty="0">
                <a:latin typeface="Trebuchet MS"/>
                <a:cs typeface="Trebuchet MS"/>
              </a:rPr>
              <a:t> </a:t>
            </a:r>
            <a:r>
              <a:rPr sz="2800" spc="229" dirty="0">
                <a:latin typeface="Trebuchet MS"/>
                <a:cs typeface="Trebuchet MS"/>
              </a:rPr>
              <a:t>–</a:t>
            </a:r>
            <a:r>
              <a:rPr sz="2800" spc="-50" dirty="0">
                <a:latin typeface="Trebuchet MS"/>
                <a:cs typeface="Trebuchet MS"/>
              </a:rPr>
              <a:t> </a:t>
            </a:r>
            <a:r>
              <a:rPr sz="2800" spc="130" dirty="0">
                <a:latin typeface="Trebuchet MS"/>
                <a:cs typeface="Trebuchet MS"/>
              </a:rPr>
              <a:t>8</a:t>
            </a:r>
            <a:endParaRPr sz="2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Words>1170</Words>
  <Application>Microsoft Office PowerPoint</Application>
  <PresentationFormat>Apresentação na tela (4:3)</PresentationFormat>
  <Paragraphs>218</Paragraphs>
  <Slides>32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32</vt:i4>
      </vt:variant>
    </vt:vector>
  </HeadingPairs>
  <TitlesOfParts>
    <vt:vector size="33" baseType="lpstr">
      <vt:lpstr>Office Theme</vt:lpstr>
      <vt:lpstr>Apresentação do PowerPoint</vt:lpstr>
      <vt:lpstr>Introdução</vt:lpstr>
      <vt:lpstr>Introdução</vt:lpstr>
      <vt:lpstr>Introdução</vt:lpstr>
      <vt:lpstr>Introdução</vt:lpstr>
      <vt:lpstr>Propriedades</vt:lpstr>
      <vt:lpstr>Propriedades</vt:lpstr>
      <vt:lpstr>Propriedades</vt:lpstr>
      <vt:lpstr>Propriedades</vt:lpstr>
      <vt:lpstr>Propriedades</vt:lpstr>
      <vt:lpstr>Propriedades</vt:lpstr>
      <vt:lpstr>Inserção</vt:lpstr>
      <vt:lpstr>Inserção</vt:lpstr>
      <vt:lpstr>Inserção</vt:lpstr>
      <vt:lpstr>Inserção</vt:lpstr>
      <vt:lpstr>Exemplo</vt:lpstr>
      <vt:lpstr>Exemplo</vt:lpstr>
      <vt:lpstr>Exemplo</vt:lpstr>
      <vt:lpstr>Exemplo</vt:lpstr>
      <vt:lpstr>Exemplo</vt:lpstr>
      <vt:lpstr>Exemplo</vt:lpstr>
      <vt:lpstr>Exemplo</vt:lpstr>
      <vt:lpstr>Exemplo</vt:lpstr>
      <vt:lpstr>Exemplo</vt:lpstr>
      <vt:lpstr>Exemplo</vt:lpstr>
      <vt:lpstr>Apresentação do PowerPoint</vt:lpstr>
      <vt:lpstr>Caso 2: O tio do elemento inserido  é VERMELHO</vt:lpstr>
      <vt:lpstr>Caso 3b: O tio do elemento é  PRETO e o elemento é filho à  direita</vt:lpstr>
      <vt:lpstr>Caso 3a: O tio do elemento é  PRETO e o elemento é filho à  esquerda</vt:lpstr>
      <vt:lpstr>Exemplo</vt:lpstr>
      <vt:lpstr>Aplicações</vt:lpstr>
      <vt:lpstr>Exercício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Samuel Basilio</dc:creator>
  <cp:lastModifiedBy>Samuel Basilio</cp:lastModifiedBy>
  <cp:revision>2</cp:revision>
  <dcterms:created xsi:type="dcterms:W3CDTF">2015-11-06T19:20:52Z</dcterms:created>
  <dcterms:modified xsi:type="dcterms:W3CDTF">2018-11-22T12:30:31Z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LastSaved">
    <vt:filetime>2015-11-06T00:00:00Z</vt:filetime>
  </property>
</Properties>
</file>