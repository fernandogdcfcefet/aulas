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Default Extension="png" ContentType="image/png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</p:sldIdLst>
  <p:sldSz cx="10693400" cy="7556500"/>
  <p:notesSz cx="10693400" cy="75565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4400" y="2061063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0" y="0"/>
                </a:moveTo>
                <a:lnTo>
                  <a:pt x="0" y="114414"/>
                </a:lnTo>
                <a:lnTo>
                  <a:pt x="8863050" y="114414"/>
                </a:lnTo>
                <a:lnTo>
                  <a:pt x="88630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10485" y="2283269"/>
            <a:ext cx="5472429" cy="1320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5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0485" y="2283269"/>
            <a:ext cx="5460365" cy="132016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449705" marR="5080" indent="-1437640">
              <a:lnSpc>
                <a:spcPct val="101299"/>
              </a:lnSpc>
            </a:pPr>
            <a:r>
              <a:rPr dirty="0" spc="15"/>
              <a:t>P</a:t>
            </a:r>
            <a:r>
              <a:rPr dirty="0" spc="10"/>
              <a:t>rojeto</a:t>
            </a:r>
            <a:r>
              <a:rPr dirty="0" spc="5"/>
              <a:t> </a:t>
            </a:r>
            <a:r>
              <a:rPr dirty="0" spc="15"/>
              <a:t>de</a:t>
            </a:r>
            <a:r>
              <a:rPr dirty="0" spc="5"/>
              <a:t> </a:t>
            </a:r>
            <a:r>
              <a:rPr dirty="0" spc="15"/>
              <a:t>A</a:t>
            </a:r>
            <a:r>
              <a:rPr dirty="0" spc="10"/>
              <a:t>lgo</a:t>
            </a:r>
            <a:r>
              <a:rPr dirty="0" spc="70"/>
              <a:t>r</a:t>
            </a:r>
            <a:r>
              <a:rPr dirty="0" spc="5"/>
              <a:t>it</a:t>
            </a:r>
            <a:r>
              <a:rPr dirty="0" spc="20"/>
              <a:t>m</a:t>
            </a:r>
            <a:r>
              <a:rPr dirty="0" spc="15"/>
              <a:t>os</a:t>
            </a:r>
            <a:r>
              <a:rPr dirty="0" baseline="24256" sz="5325" spc="-1087">
                <a:solidFill>
                  <a:srgbClr val="000000"/>
                </a:solidFill>
                <a:latin typeface="Lucida Sans Unicode"/>
                <a:cs typeface="Lucida Sans Unicode"/>
              </a:rPr>
              <a:t>∗ </a:t>
            </a:r>
            <a:r>
              <a:rPr dirty="0" sz="4250" spc="15"/>
              <a:t>Introdução</a:t>
            </a:r>
            <a:endParaRPr sz="425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3858653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0" y="0"/>
                </a:moveTo>
                <a:lnTo>
                  <a:pt x="0" y="284607"/>
                </a:lnTo>
                <a:lnTo>
                  <a:pt x="8863050" y="284607"/>
                </a:lnTo>
                <a:lnTo>
                  <a:pt x="88630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06927" y="5560136"/>
            <a:ext cx="3878579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Últi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alte</a:t>
            </a:r>
            <a:r>
              <a:rPr dirty="0" sz="1700" spc="-15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ç</a:t>
            </a:r>
            <a:r>
              <a:rPr dirty="0" sz="1700" spc="10">
                <a:latin typeface="Arial"/>
                <a:cs typeface="Arial"/>
              </a:rPr>
              <a:t>ão:</a:t>
            </a:r>
            <a:r>
              <a:rPr dirty="0" sz="1700" spc="11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30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Ago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to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2010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6438811"/>
            <a:ext cx="3545840" cy="0"/>
          </a:xfrm>
          <a:custGeom>
            <a:avLst/>
            <a:gdLst/>
            <a:ahLst/>
            <a:cxnLst/>
            <a:rect l="l" t="t" r="r" b="b"/>
            <a:pathLst>
              <a:path w="3545840" h="0">
                <a:moveTo>
                  <a:pt x="0" y="0"/>
                </a:moveTo>
                <a:lnTo>
                  <a:pt x="354524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21841" y="6474066"/>
            <a:ext cx="616204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aseline="27777" sz="1500" spc="-82">
                <a:latin typeface="Lucida Sans Unicode"/>
                <a:cs typeface="Lucida Sans Unicode"/>
              </a:rPr>
              <a:t>∗</a:t>
            </a:r>
            <a:r>
              <a:rPr dirty="0" sz="1350" spc="-35">
                <a:latin typeface="Times New Roman"/>
                <a:cs typeface="Times New Roman"/>
              </a:rPr>
              <a:t>T</a:t>
            </a:r>
            <a:r>
              <a:rPr dirty="0" sz="1350" spc="5">
                <a:latin typeface="Times New Roman"/>
                <a:cs typeface="Times New Roman"/>
              </a:rPr>
              <a:t>r</a:t>
            </a:r>
            <a:r>
              <a:rPr dirty="0" sz="1350" spc="5">
                <a:latin typeface="Times New Roman"/>
                <a:cs typeface="Times New Roman"/>
              </a:rPr>
              <a:t>anspa</a:t>
            </a:r>
            <a:r>
              <a:rPr dirty="0" sz="1350" spc="5">
                <a:latin typeface="Times New Roman"/>
                <a:cs typeface="Times New Roman"/>
              </a:rPr>
              <a:t>r</a:t>
            </a:r>
            <a:r>
              <a:rPr dirty="0" sz="1350" spc="5">
                <a:latin typeface="Times New Roman"/>
                <a:cs typeface="Times New Roman"/>
              </a:rPr>
              <a:t>ência</a:t>
            </a:r>
            <a:r>
              <a:rPr dirty="0" sz="1350" spc="10">
                <a:latin typeface="Times New Roman"/>
                <a:cs typeface="Times New Roman"/>
              </a:rPr>
              <a:t>s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5">
                <a:latin typeface="Times New Roman"/>
                <a:cs typeface="Times New Roman"/>
              </a:rPr>
              <a:t>elabo</a:t>
            </a:r>
            <a:r>
              <a:rPr dirty="0" sz="1350" spc="5">
                <a:latin typeface="Times New Roman"/>
                <a:cs typeface="Times New Roman"/>
              </a:rPr>
              <a:t>r</a:t>
            </a:r>
            <a:r>
              <a:rPr dirty="0" sz="1350" spc="5">
                <a:latin typeface="Times New Roman"/>
                <a:cs typeface="Times New Roman"/>
              </a:rPr>
              <a:t>ada</a:t>
            </a:r>
            <a:r>
              <a:rPr dirty="0" sz="1350" spc="10">
                <a:latin typeface="Times New Roman"/>
                <a:cs typeface="Times New Roman"/>
              </a:rPr>
              <a:t>s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5">
                <a:latin typeface="Times New Roman"/>
                <a:cs typeface="Times New Roman"/>
              </a:rPr>
              <a:t>po</a:t>
            </a:r>
            <a:r>
              <a:rPr dirty="0" sz="1350" spc="5">
                <a:latin typeface="Times New Roman"/>
                <a:cs typeface="Times New Roman"/>
              </a:rPr>
              <a:t>r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C</a:t>
            </a:r>
            <a:r>
              <a:rPr dirty="0" sz="1350" spc="5">
                <a:latin typeface="Times New Roman"/>
                <a:cs typeface="Times New Roman"/>
              </a:rPr>
              <a:t>ha</a:t>
            </a:r>
            <a:r>
              <a:rPr dirty="0" sz="1350" spc="5">
                <a:latin typeface="Times New Roman"/>
                <a:cs typeface="Times New Roman"/>
              </a:rPr>
              <a:t>r</a:t>
            </a:r>
            <a:r>
              <a:rPr dirty="0" sz="1350">
                <a:latin typeface="Times New Roman"/>
                <a:cs typeface="Times New Roman"/>
              </a:rPr>
              <a:t>le</a:t>
            </a:r>
            <a:r>
              <a:rPr dirty="0" sz="1350" spc="10">
                <a:latin typeface="Times New Roman"/>
                <a:cs typeface="Times New Roman"/>
              </a:rPr>
              <a:t>s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Or</a:t>
            </a:r>
            <a:r>
              <a:rPr dirty="0" sz="1350" spc="5">
                <a:latin typeface="Times New Roman"/>
                <a:cs typeface="Times New Roman"/>
              </a:rPr>
              <a:t>nela</a:t>
            </a:r>
            <a:r>
              <a:rPr dirty="0" sz="1350" spc="10">
                <a:latin typeface="Times New Roman"/>
                <a:cs typeface="Times New Roman"/>
              </a:rPr>
              <a:t>s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A</a:t>
            </a:r>
            <a:r>
              <a:rPr dirty="0" sz="1350">
                <a:latin typeface="Times New Roman"/>
                <a:cs typeface="Times New Roman"/>
              </a:rPr>
              <a:t>l</a:t>
            </a:r>
            <a:r>
              <a:rPr dirty="0" sz="1350" spc="20">
                <a:latin typeface="Times New Roman"/>
                <a:cs typeface="Times New Roman"/>
              </a:rPr>
              <a:t>m</a:t>
            </a:r>
            <a:r>
              <a:rPr dirty="0" sz="1350" spc="5">
                <a:latin typeface="Times New Roman"/>
                <a:cs typeface="Times New Roman"/>
              </a:rPr>
              <a:t>eida</a:t>
            </a:r>
            <a:r>
              <a:rPr dirty="0" sz="1350" spc="5">
                <a:latin typeface="Times New Roman"/>
                <a:cs typeface="Times New Roman"/>
              </a:rPr>
              <a:t>,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5">
                <a:latin typeface="Times New Roman"/>
                <a:cs typeface="Times New Roman"/>
              </a:rPr>
              <a:t>Isr</a:t>
            </a:r>
            <a:r>
              <a:rPr dirty="0" sz="1350" spc="5">
                <a:latin typeface="Times New Roman"/>
                <a:cs typeface="Times New Roman"/>
              </a:rPr>
              <a:t>ae</a:t>
            </a:r>
            <a:r>
              <a:rPr dirty="0" sz="1350" spc="5">
                <a:latin typeface="Times New Roman"/>
                <a:cs typeface="Times New Roman"/>
              </a:rPr>
              <a:t>l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G</a:t>
            </a:r>
            <a:r>
              <a:rPr dirty="0" sz="1350" spc="5">
                <a:latin typeface="Times New Roman"/>
                <a:cs typeface="Times New Roman"/>
              </a:rPr>
              <a:t>ue</a:t>
            </a:r>
            <a:r>
              <a:rPr dirty="0" sz="1350" spc="10">
                <a:latin typeface="Times New Roman"/>
                <a:cs typeface="Times New Roman"/>
              </a:rPr>
              <a:t>rra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e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N</a:t>
            </a:r>
            <a:r>
              <a:rPr dirty="0" sz="1350" spc="-30">
                <a:latin typeface="Times New Roman"/>
                <a:cs typeface="Times New Roman"/>
              </a:rPr>
              <a:t>i</a:t>
            </a:r>
            <a:r>
              <a:rPr dirty="0" sz="1350" spc="5">
                <a:latin typeface="Times New Roman"/>
                <a:cs typeface="Times New Roman"/>
              </a:rPr>
              <a:t>vi</a:t>
            </a:r>
            <a:r>
              <a:rPr dirty="0" sz="1350" spc="10">
                <a:latin typeface="Times New Roman"/>
                <a:cs typeface="Times New Roman"/>
              </a:rPr>
              <a:t>o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Z</a:t>
            </a:r>
            <a:r>
              <a:rPr dirty="0" sz="1350" spc="-30">
                <a:latin typeface="Times New Roman"/>
                <a:cs typeface="Times New Roman"/>
              </a:rPr>
              <a:t>i</a:t>
            </a:r>
            <a:r>
              <a:rPr dirty="0" sz="1350" spc="5">
                <a:latin typeface="Times New Roman"/>
                <a:cs typeface="Times New Roman"/>
              </a:rPr>
              <a:t>vian</a:t>
            </a:r>
            <a:r>
              <a:rPr dirty="0" sz="1350" spc="5">
                <a:latin typeface="Times New Roman"/>
                <a:cs typeface="Times New Roman"/>
              </a:rPr>
              <a:t>i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26041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86397" y="866482"/>
            <a:ext cx="6151880" cy="41890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6195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pí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lvl="1" marL="508634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lvl="1" marL="508634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9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lvl="1" marL="508634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endParaRPr sz="2050">
              <a:latin typeface="Arial"/>
              <a:cs typeface="Arial"/>
            </a:endParaRPr>
          </a:p>
          <a:p>
            <a:pPr lvl="2" marL="875665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Assi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 marL="875665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Assi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ico</a:t>
            </a:r>
            <a:endParaRPr sz="20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49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lvl="1" marL="508634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lise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lvl="1" marL="508634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589645" cy="59048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,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34544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917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ijks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720725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46780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marR="879475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lvl="1" marL="852169" marR="949325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91245" cy="4865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olha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rese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27940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marR="381635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endParaRPr sz="2050">
              <a:latin typeface="Arial"/>
              <a:cs typeface="Arial"/>
            </a:endParaRPr>
          </a:p>
          <a:p>
            <a:pPr lvl="1" marL="852169" marR="60960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Já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cil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709660" cy="6026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9405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603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495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4767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cili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vir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mico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461375" cy="44913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iza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774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ivis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sic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g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spc="-100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,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o</a:t>
            </a:r>
            <a:r>
              <a:rPr dirty="0" sz="2050" i="1">
                <a:latin typeface="Arial"/>
                <a:cs typeface="Arial"/>
              </a:rPr>
              <a:t>o</a:t>
            </a:r>
            <a:r>
              <a:rPr dirty="0" sz="2050" i="1">
                <a:latin typeface="Arial"/>
                <a:cs typeface="Arial"/>
              </a:rPr>
              <a:t>l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,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l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79120" indent="-262890">
              <a:lnSpc>
                <a:spcPct val="119700"/>
              </a:lnSpc>
              <a:spcBef>
                <a:spcPts val="700"/>
              </a:spcBef>
              <a:tabLst>
                <a:tab pos="852169" algn="l"/>
              </a:tabLst>
            </a:pPr>
            <a:r>
              <a:rPr dirty="0" sz="2050" spc="5" b="1">
                <a:latin typeface="Times New Roman"/>
                <a:cs typeface="Times New Roman"/>
              </a:rPr>
              <a:t>–</a:t>
            </a:r>
            <a:r>
              <a:rPr dirty="0" sz="2050" spc="5" b="1">
                <a:latin typeface="Times New Roman"/>
                <a:cs typeface="Times New Roman"/>
              </a:rPr>
              <a:t>	</a:t>
            </a: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o</a:t>
            </a:r>
            <a:r>
              <a:rPr dirty="0" sz="2050" i="1">
                <a:latin typeface="Arial"/>
                <a:cs typeface="Arial"/>
              </a:rPr>
              <a:t>o</a:t>
            </a:r>
            <a:r>
              <a:rPr dirty="0" sz="2050" i="1">
                <a:latin typeface="Arial"/>
                <a:cs typeface="Arial"/>
              </a:rPr>
              <a:t>l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mir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397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557260" cy="6457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strat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(</a:t>
            </a:r>
            <a:r>
              <a:rPr dirty="0" sz="2450" spc="-21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AD)</a:t>
            </a:r>
            <a:endParaRPr sz="2450">
              <a:latin typeface="Arial"/>
              <a:cs typeface="Arial"/>
            </a:endParaRPr>
          </a:p>
          <a:p>
            <a:pPr marL="484505" marR="11493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indent="-262890">
              <a:lnSpc>
                <a:spcPct val="116300"/>
              </a:lnSpc>
              <a:spcBef>
                <a:spcPts val="540"/>
              </a:spcBef>
              <a:tabLst>
                <a:tab pos="852169" algn="l"/>
              </a:tabLst>
            </a:pPr>
            <a:r>
              <a:rPr dirty="0" sz="2050" spc="5" b="1">
                <a:latin typeface="Times New Roman"/>
                <a:cs typeface="Times New Roman"/>
              </a:rPr>
              <a:t>–</a:t>
            </a:r>
            <a:r>
              <a:rPr dirty="0" sz="2050" spc="5" b="1">
                <a:latin typeface="Times New Roman"/>
                <a:cs typeface="Times New Roman"/>
              </a:rPr>
              <a:t>	</a:t>
            </a: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484505" marR="23558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0701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937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445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AD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3977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21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(1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45770" indent="-262255">
              <a:lnSpc>
                <a:spcPct val="1123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indent="-330835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852805" algn="l"/>
              </a:tabLst>
            </a:pPr>
            <a:r>
              <a:rPr dirty="0" sz="1850" spc="-55">
                <a:latin typeface="Arial"/>
                <a:cs typeface="Arial"/>
              </a:rPr>
              <a:t>f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li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z</a:t>
            </a:r>
            <a:r>
              <a:rPr dirty="0" sz="1850" spc="10">
                <a:latin typeface="Arial"/>
                <a:cs typeface="Arial"/>
              </a:rPr>
              <a:t>ia;</a:t>
            </a:r>
            <a:endParaRPr sz="1850">
              <a:latin typeface="Arial"/>
              <a:cs typeface="Arial"/>
            </a:endParaRPr>
          </a:p>
          <a:p>
            <a:pPr lvl="1" marL="852169" marR="5080" indent="-330835">
              <a:lnSpc>
                <a:spcPct val="1245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dirty="0" sz="1850" spc="15">
                <a:latin typeface="Arial"/>
                <a:cs typeface="Arial"/>
              </a:rPr>
              <a:t>ob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enha</a:t>
            </a:r>
            <a:r>
              <a:rPr dirty="0" sz="1850" spc="-1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imei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1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elemen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1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da</a:t>
            </a:r>
            <a:r>
              <a:rPr dirty="0" sz="1850" spc="-1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li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0">
                <a:latin typeface="Arial"/>
                <a:cs typeface="Arial"/>
              </a:rPr>
              <a:t>a;</a:t>
            </a:r>
            <a:r>
              <a:rPr dirty="0" sz="1850" spc="-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-1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li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 spc="-15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z</a:t>
            </a:r>
            <a:r>
              <a:rPr dirty="0" sz="1850" spc="10">
                <a:latin typeface="Arial"/>
                <a:cs typeface="Arial"/>
              </a:rPr>
              <a:t>ia,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-1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ne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5">
                <a:latin typeface="Arial"/>
                <a:cs typeface="Arial"/>
              </a:rPr>
              <a:t>n</a:t>
            </a:r>
            <a:r>
              <a:rPr dirty="0" sz="1850" spc="10">
                <a:latin typeface="Arial"/>
                <a:cs typeface="Arial"/>
              </a:rPr>
              <a:t>ulo;</a:t>
            </a:r>
            <a:endParaRPr sz="1850">
              <a:latin typeface="Arial"/>
              <a:cs typeface="Arial"/>
            </a:endParaRPr>
          </a:p>
          <a:p>
            <a:pPr lvl="1" marL="852169" indent="-33083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852805" algn="l"/>
              </a:tabLst>
            </a:pPr>
            <a:r>
              <a:rPr dirty="0" sz="1850" spc="10">
                <a:latin typeface="Arial"/>
                <a:cs typeface="Arial"/>
              </a:rPr>
              <a:t>in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elemen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li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0">
                <a:latin typeface="Arial"/>
                <a:cs typeface="Arial"/>
              </a:rPr>
              <a:t>a.</a:t>
            </a:r>
            <a:endParaRPr sz="18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4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3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3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09330" cy="4206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21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(2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20256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8005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AD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7321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AD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70925" cy="4401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mpo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fl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510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cis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0033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379459" cy="6279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149733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mos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á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g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10" b="1">
                <a:latin typeface="Arial"/>
                <a:cs typeface="Arial"/>
              </a:rPr>
              <a:t>mo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4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98170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fic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?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n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2" marL="1114425" marR="5080" indent="-262255">
              <a:lnSpc>
                <a:spcPct val="116300"/>
              </a:lnSpc>
              <a:spcBef>
                <a:spcPts val="21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lise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lvl="2" marL="1114425" indent="-262255">
              <a:lnSpc>
                <a:spcPct val="100000"/>
              </a:lnSpc>
              <a:spcBef>
                <a:spcPts val="400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á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10" b="1">
                <a:latin typeface="Arial"/>
                <a:cs typeface="Arial"/>
              </a:rPr>
              <a:t>ma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-40" b="1">
                <a:latin typeface="Arial"/>
                <a:cs typeface="Arial"/>
              </a:rPr>
              <a:t>c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g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429895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?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lia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n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 lvl="1" marL="852169" marR="676275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4206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cl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867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ó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10" b="1">
                <a:latin typeface="Arial"/>
                <a:cs typeface="Arial"/>
              </a:rPr>
              <a:t>mo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sma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737600" cy="61836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endParaRPr sz="2450">
              <a:latin typeface="Arial"/>
              <a:cs typeface="Arial"/>
            </a:endParaRPr>
          </a:p>
          <a:p>
            <a:pPr marL="484505" marR="67881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marR="196850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s;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d</a:t>
            </a:r>
            <a:r>
              <a:rPr dirty="0" sz="2050" spc="-25" i="1">
                <a:latin typeface="Arial"/>
                <a:cs typeface="Arial"/>
              </a:rPr>
              <a:t>w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lvl="1" marL="852169" marR="941069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205740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Ex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Assim,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12505" cy="4206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Mate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át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6769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7810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Ex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735695" cy="6026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Compl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endParaRPr sz="2450">
              <a:latin typeface="Arial"/>
              <a:cs typeface="Arial"/>
            </a:endParaRPr>
          </a:p>
          <a:p>
            <a:pPr marL="484505" marR="3175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-3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x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7843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-3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x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619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-3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x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5560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71374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7867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1793"/>
            <a:ext cx="8737600" cy="59010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(1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8200"/>
              </a:lnSpc>
              <a:spcBef>
                <a:spcPts val="21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29">
                <a:latin typeface="Tahoma"/>
                <a:cs typeface="Tahoma"/>
              </a:rPr>
              <a:t>[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..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29">
                <a:latin typeface="Tahoma"/>
                <a:cs typeface="Tahoma"/>
              </a:rPr>
              <a:t>]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98475">
              <a:lnSpc>
                <a:spcPct val="100000"/>
              </a:lnSpc>
              <a:spcBef>
                <a:spcPts val="2320"/>
              </a:spcBef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80" b="1">
                <a:latin typeface="Arial"/>
                <a:cs typeface="Arial"/>
              </a:rPr>
              <a:t> </a:t>
            </a:r>
            <a:r>
              <a:rPr dirty="0" sz="1700" spc="-170">
                <a:latin typeface="Arial"/>
                <a:cs typeface="Arial"/>
              </a:rPr>
              <a:t>M</a:t>
            </a:r>
            <a:r>
              <a:rPr dirty="0" sz="1700" spc="-170">
                <a:latin typeface="Arial"/>
                <a:cs typeface="Arial"/>
              </a:rPr>
              <a:t>a</a:t>
            </a:r>
            <a:r>
              <a:rPr dirty="0" sz="1700" spc="-4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TipoVeto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73100" marR="6767195" indent="-161925">
              <a:lnSpc>
                <a:spcPct val="131600"/>
              </a:lnSpc>
              <a:tabLst>
                <a:tab pos="712470" algn="l"/>
                <a:tab pos="114681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Te</a:t>
            </a:r>
            <a:r>
              <a:rPr dirty="0" sz="1700" spc="-195">
                <a:latin typeface="Arial"/>
                <a:cs typeface="Arial"/>
              </a:rPr>
              <a:t>m</a:t>
            </a:r>
            <a:r>
              <a:rPr dirty="0" sz="1700" spc="-1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Te</a:t>
            </a:r>
            <a:r>
              <a:rPr dirty="0" sz="1700" spc="-195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706120">
              <a:lnSpc>
                <a:spcPct val="100000"/>
              </a:lnSpc>
              <a:spcBef>
                <a:spcPts val="645"/>
              </a:spcBef>
              <a:tabLst>
                <a:tab pos="1445260" algn="l"/>
                <a:tab pos="2013585" algn="l"/>
                <a:tab pos="2195830" algn="l"/>
                <a:tab pos="2763520" algn="l"/>
                <a:tab pos="3599179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(</a:t>
            </a:r>
            <a:r>
              <a:rPr dirty="0" sz="1700" spc="-195">
                <a:latin typeface="Arial"/>
                <a:cs typeface="Arial"/>
              </a:rPr>
              <a:t>Te</a:t>
            </a:r>
            <a:r>
              <a:rPr dirty="0" sz="1700" spc="-195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1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Te</a:t>
            </a:r>
            <a:r>
              <a:rPr dirty="0" sz="1700" spc="-195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700405">
              <a:lnSpc>
                <a:spcPct val="100000"/>
              </a:lnSpc>
              <a:spcBef>
                <a:spcPts val="645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175" b="1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Te</a:t>
            </a:r>
            <a:r>
              <a:rPr dirty="0" sz="1700" spc="-195">
                <a:latin typeface="Arial"/>
                <a:cs typeface="Arial"/>
              </a:rPr>
              <a:t>m</a:t>
            </a:r>
            <a:r>
              <a:rPr dirty="0" sz="1700" spc="-1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4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marR="487045" indent="-262255">
              <a:lnSpc>
                <a:spcPct val="1182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20" i="1">
                <a:latin typeface="Arial"/>
                <a:cs typeface="Arial"/>
              </a:rPr>
              <a:t> </a:t>
            </a:r>
            <a:r>
              <a:rPr dirty="0" sz="2050" spc="-15">
                <a:latin typeface="Tahoma"/>
                <a:cs typeface="Tahoma"/>
              </a:rPr>
              <a:t>p</a:t>
            </a:r>
            <a:r>
              <a:rPr dirty="0" sz="2050" spc="-70">
                <a:latin typeface="Tahoma"/>
                <a:cs typeface="Tahoma"/>
              </a:rPr>
              <a:t>a</a:t>
            </a:r>
            <a:r>
              <a:rPr dirty="0" sz="2050" spc="45">
                <a:latin typeface="Tahoma"/>
                <a:cs typeface="Tahoma"/>
              </a:rPr>
              <a:t>r</a:t>
            </a:r>
            <a:r>
              <a:rPr dirty="0" sz="2050" spc="-70">
                <a:latin typeface="Tahoma"/>
                <a:cs typeface="Tahoma"/>
              </a:rPr>
              <a:t>a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&gt;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ó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49335" cy="38322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(2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12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282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 b="1">
                <a:latin typeface="Arial"/>
                <a:cs typeface="Arial"/>
              </a:rPr>
              <a:t>P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spc="-40" b="1">
                <a:latin typeface="Arial"/>
                <a:cs typeface="Arial"/>
              </a:rPr>
              <a:t>o</a:t>
            </a:r>
            <a:r>
              <a:rPr dirty="0" sz="2050" spc="-4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280">
                <a:latin typeface="Segoe UI Symbol"/>
                <a:cs typeface="Segoe UI Symbol"/>
              </a:rPr>
              <a:t>✷</a:t>
            </a:r>
            <a:endParaRPr sz="2050">
              <a:latin typeface="Segoe UI Symbol"/>
              <a:cs typeface="Segoe UI Symbol"/>
            </a:endParaRPr>
          </a:p>
          <a:p>
            <a:pPr marL="484505" marR="26733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5506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nho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47510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2860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me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778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Já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já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69655" cy="4222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lhor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o,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Mé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(1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4287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h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797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 b="1">
                <a:latin typeface="Arial"/>
                <a:cs typeface="Arial"/>
              </a:rPr>
              <a:t>P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lise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428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é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13470" cy="43033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lhor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o,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Mé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(2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lise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-40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b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5179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lise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cil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4828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689340" cy="6110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gi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g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191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h</a:t>
            </a:r>
            <a:r>
              <a:rPr dirty="0" sz="2050" spc="-3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v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6520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0894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lvl="1" marL="852169" marR="391160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7238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59740"/>
            <a:ext cx="8573135" cy="4498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gi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marR="691515" indent="-262255">
              <a:lnSpc>
                <a:spcPct val="117600"/>
              </a:lnSpc>
              <a:spcBef>
                <a:spcPts val="20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8910" indent="-262255">
              <a:lnSpc>
                <a:spcPct val="117600"/>
              </a:lnSpc>
              <a:spcBef>
                <a:spcPts val="11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baseline="-12345" sz="2025" spc="120" i="1">
                <a:latin typeface="Trebuchet MS"/>
                <a:cs typeface="Trebuchet MS"/>
              </a:rPr>
              <a:t>i</a:t>
            </a:r>
            <a:r>
              <a:rPr dirty="0" baseline="-12345" sz="2025" spc="120" i="1">
                <a:latin typeface="Trebuchet MS"/>
                <a:cs typeface="Trebuchet MS"/>
              </a:rPr>
              <a:t> </a:t>
            </a:r>
            <a:r>
              <a:rPr dirty="0" baseline="-12345" sz="2025" spc="-232" i="1">
                <a:latin typeface="Trebuchet MS"/>
                <a:cs typeface="Trebuchet MS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0"/>
              </a:spcBef>
            </a:pP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×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baseline="-12345" sz="2025" spc="142">
                <a:latin typeface="PMingLiU"/>
                <a:cs typeface="PMingLiU"/>
              </a:rPr>
              <a:t>1</a:t>
            </a:r>
            <a:r>
              <a:rPr dirty="0" baseline="-12345" sz="2025">
                <a:latin typeface="PMingLiU"/>
                <a:cs typeface="PMingLiU"/>
              </a:rPr>
              <a:t> </a:t>
            </a:r>
            <a:r>
              <a:rPr dirty="0" baseline="-12345" sz="2025" spc="-240">
                <a:latin typeface="PMingLiU"/>
                <a:cs typeface="PMingLiU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×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baseline="-12345" sz="2025" spc="142">
                <a:latin typeface="PMingLiU"/>
                <a:cs typeface="PMingLiU"/>
              </a:rPr>
              <a:t>2</a:t>
            </a:r>
            <a:r>
              <a:rPr dirty="0" baseline="-12345" sz="2025">
                <a:latin typeface="PMingLiU"/>
                <a:cs typeface="PMingLiU"/>
              </a:rPr>
              <a:t> </a:t>
            </a:r>
            <a:r>
              <a:rPr dirty="0" baseline="-12345" sz="2025" spc="-240">
                <a:latin typeface="PMingLiU"/>
                <a:cs typeface="PMingLiU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×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baseline="-12345" sz="2025" spc="142">
                <a:latin typeface="PMingLiU"/>
                <a:cs typeface="PMingLiU"/>
              </a:rPr>
              <a:t>3</a:t>
            </a:r>
            <a:r>
              <a:rPr dirty="0" baseline="-12345" sz="2025">
                <a:latin typeface="PMingLiU"/>
                <a:cs typeface="PMingLiU"/>
              </a:rPr>
              <a:t> </a:t>
            </a:r>
            <a:r>
              <a:rPr dirty="0" baseline="-12345" sz="2025" spc="-240">
                <a:latin typeface="PMingLiU"/>
                <a:cs typeface="PMingLiU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×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baseline="-12345" sz="2025" spc="337" i="1">
                <a:latin typeface="Trebuchet MS"/>
                <a:cs typeface="Trebuchet MS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baseline="-12345" sz="2025" spc="247" i="1">
                <a:latin typeface="Trebuchet MS"/>
                <a:cs typeface="Trebuchet MS"/>
              </a:rPr>
              <a:t>i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9720" indent="-262255">
              <a:lnSpc>
                <a:spcPct val="117600"/>
              </a:lnSpc>
              <a:spcBef>
                <a:spcPts val="11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baseline="-12345" sz="2025" spc="120" i="1">
                <a:latin typeface="Trebuchet MS"/>
                <a:cs typeface="Trebuchet MS"/>
              </a:rPr>
              <a:t>i</a:t>
            </a:r>
            <a:r>
              <a:rPr dirty="0" baseline="-12345" sz="2025" i="1">
                <a:latin typeface="Trebuchet MS"/>
                <a:cs typeface="Trebuchet MS"/>
              </a:rPr>
              <a:t> </a:t>
            </a:r>
            <a:r>
              <a:rPr dirty="0" baseline="-12345" sz="2025" spc="-232" i="1">
                <a:latin typeface="Trebuchet MS"/>
                <a:cs typeface="Trebuchet MS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5334" y="5443308"/>
            <a:ext cx="118745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95" u="sng">
                <a:latin typeface="PMingLiU"/>
                <a:cs typeface="PMingLiU"/>
              </a:rPr>
              <a:t>1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0033" y="5457735"/>
            <a:ext cx="5332730" cy="420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74955" algn="l"/>
                <a:tab pos="2736850" algn="l"/>
              </a:tabLst>
            </a:pPr>
            <a:r>
              <a:rPr dirty="0" sz="2050" spc="-265">
                <a:latin typeface="Lucida Sans Unicode"/>
                <a:cs typeface="Lucida Sans Unicode"/>
              </a:rPr>
              <a:t>•</a:t>
            </a:r>
            <a:r>
              <a:rPr dirty="0" sz="2050" spc="-265">
                <a:latin typeface="Lucida Sans Unicode"/>
                <a:cs typeface="Lucida Sans Unicode"/>
              </a:rPr>
              <a:t>	</a:t>
            </a:r>
            <a:r>
              <a:rPr dirty="0" sz="2050" spc="5">
                <a:latin typeface="Arial"/>
                <a:cs typeface="Arial"/>
              </a:rPr>
              <a:t>Ne</a:t>
            </a:r>
            <a:r>
              <a:rPr dirty="0" sz="2050" spc="5">
                <a:latin typeface="Arial"/>
                <a:cs typeface="Arial"/>
              </a:rPr>
              <a:t>sse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>
                <a:latin typeface="Tahoma"/>
                <a:cs typeface="Tahoma"/>
              </a:rPr>
              <a:t>	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05491" y="5637047"/>
            <a:ext cx="3536315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833370" algn="l"/>
                <a:tab pos="3430270" algn="l"/>
              </a:tabLst>
            </a:pPr>
            <a:r>
              <a:rPr dirty="0" sz="1350" spc="145" i="1">
                <a:latin typeface="Trebuchet MS"/>
                <a:cs typeface="Trebuchet MS"/>
              </a:rPr>
              <a:t>n</a:t>
            </a:r>
            <a:r>
              <a:rPr dirty="0" sz="1350" spc="145" i="1">
                <a:latin typeface="Trebuchet MS"/>
                <a:cs typeface="Trebuchet MS"/>
              </a:rPr>
              <a:t>	</a:t>
            </a:r>
            <a:r>
              <a:rPr dirty="0" sz="1350" spc="145" i="1">
                <a:latin typeface="Trebuchet MS"/>
                <a:cs typeface="Trebuchet MS"/>
              </a:rPr>
              <a:t>n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5">
                <a:latin typeface="Times New Roman"/>
                <a:cs typeface="Times New Roman"/>
              </a:rPr>
              <a:t>	</a:t>
            </a: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36359" y="5335320"/>
            <a:ext cx="1392555" cy="461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aseline="-6172" sz="2025" spc="142" u="sng">
                <a:latin typeface="PMingLiU"/>
                <a:cs typeface="PMingLiU"/>
              </a:rPr>
              <a:t>1</a:t>
            </a:r>
            <a:r>
              <a:rPr dirty="0" baseline="-6172" sz="2025" spc="142">
                <a:latin typeface="PMingLiU"/>
                <a:cs typeface="PMingLiU"/>
              </a:rPr>
              <a:t> </a:t>
            </a:r>
            <a:r>
              <a:rPr dirty="0" baseline="-6172" sz="2025" spc="-112">
                <a:latin typeface="PMingLiU"/>
                <a:cs typeface="PMingLiU"/>
              </a:rPr>
              <a:t> </a:t>
            </a:r>
            <a:r>
              <a:rPr dirty="0" baseline="34313" sz="2550" spc="832">
                <a:latin typeface="Arial"/>
                <a:cs typeface="Arial"/>
              </a:rPr>
              <a:t>.</a:t>
            </a:r>
            <a:r>
              <a:rPr dirty="0" baseline="34313" sz="2550" spc="-405">
                <a:latin typeface="Arial"/>
                <a:cs typeface="Arial"/>
              </a:rPr>
              <a:t> </a:t>
            </a: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spc="145" u="sng">
                <a:latin typeface="PMingLiU"/>
                <a:cs typeface="PMingLiU"/>
              </a:rPr>
              <a:t>(</a:t>
            </a: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spc="420" u="sng">
                <a:latin typeface="PMingLiU"/>
                <a:cs typeface="PMingLiU"/>
              </a:rPr>
              <a:t>+</a:t>
            </a:r>
            <a:r>
              <a:rPr dirty="0" sz="1350" spc="95" u="sng">
                <a:latin typeface="PMingLiU"/>
                <a:cs typeface="PMingLiU"/>
              </a:rPr>
              <a:t>1</a:t>
            </a:r>
            <a:r>
              <a:rPr dirty="0" sz="1350" spc="145" u="sng">
                <a:latin typeface="PMingLiU"/>
                <a:cs typeface="PMingLiU"/>
              </a:rPr>
              <a:t>)</a:t>
            </a:r>
            <a:r>
              <a:rPr dirty="0" sz="1350" spc="-145">
                <a:latin typeface="PMingLiU"/>
                <a:cs typeface="PMingLiU"/>
              </a:rPr>
              <a:t> </a:t>
            </a:r>
            <a:r>
              <a:rPr dirty="0" baseline="34313" sz="2550" spc="832">
                <a:latin typeface="Arial"/>
                <a:cs typeface="Arial"/>
              </a:rPr>
              <a:t>.</a:t>
            </a:r>
            <a:r>
              <a:rPr dirty="0" baseline="34313" sz="2550" spc="150">
                <a:latin typeface="Arial"/>
                <a:cs typeface="Arial"/>
              </a:rPr>
              <a:t> </a:t>
            </a:r>
            <a:r>
              <a:rPr dirty="0" baseline="-25745" sz="3075" spc="112">
                <a:latin typeface="Tahoma"/>
                <a:cs typeface="Tahoma"/>
              </a:rPr>
              <a:t>=</a:t>
            </a:r>
            <a:endParaRPr baseline="-25745" sz="3075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02142" y="5459310"/>
            <a:ext cx="375920" cy="4057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40970" marR="5080" indent="-128905">
              <a:lnSpc>
                <a:spcPts val="1530"/>
              </a:lnSpc>
            </a:pP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spc="420" u="sng">
                <a:latin typeface="PMingLiU"/>
                <a:cs typeface="PMingLiU"/>
              </a:rPr>
              <a:t>+</a:t>
            </a:r>
            <a:r>
              <a:rPr dirty="0" sz="1350" spc="95" u="sng">
                <a:latin typeface="PMingLiU"/>
                <a:cs typeface="PMingLiU"/>
              </a:rPr>
              <a:t>1</a:t>
            </a:r>
            <a:r>
              <a:rPr dirty="0" sz="1350" spc="75">
                <a:latin typeface="PMingLiU"/>
                <a:cs typeface="PMingLiU"/>
              </a:rPr>
              <a:t> 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78646" y="5457735"/>
            <a:ext cx="98425" cy="420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725">
                <a:latin typeface="Lucida Sans Unicode"/>
                <a:cs typeface="Lucida Sans Unicode"/>
              </a:rPr>
              <a:t>·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0026" y="5922357"/>
            <a:ext cx="8116570" cy="7454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5080" indent="-262255">
              <a:lnSpc>
                <a:spcPct val="1176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lise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xim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81531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2712"/>
            <a:ext cx="8257540" cy="1931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(1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</a:pPr>
            <a:endParaRPr sz="22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29">
                <a:latin typeface="Tahoma"/>
                <a:cs typeface="Tahoma"/>
              </a:rPr>
              <a:t>[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..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29">
                <a:latin typeface="Tahoma"/>
                <a:cs typeface="Tahoma"/>
              </a:rPr>
              <a:t>]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8500"/>
              </a:lnSpc>
              <a:spcBef>
                <a:spcPts val="12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8114" y="3071024"/>
            <a:ext cx="269303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spc="200" b="1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M</a:t>
            </a:r>
            <a:r>
              <a:rPr dirty="0" sz="1700" spc="-125">
                <a:latin typeface="Arial"/>
                <a:cs typeface="Arial"/>
              </a:rPr>
              <a:t>a</a:t>
            </a:r>
            <a:r>
              <a:rPr dirty="0" sz="1700" spc="-130">
                <a:latin typeface="Arial"/>
                <a:cs typeface="Arial"/>
              </a:rPr>
              <a:t>xM</a:t>
            </a:r>
            <a:r>
              <a:rPr dirty="0" sz="1700" spc="-130">
                <a:latin typeface="Arial"/>
                <a:cs typeface="Arial"/>
              </a:rPr>
              <a:t>in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150">
                <a:latin typeface="Arial"/>
                <a:cs typeface="Arial"/>
              </a:rPr>
              <a:t>(</a:t>
            </a:r>
            <a:r>
              <a:rPr dirty="0" sz="1700" spc="20">
                <a:latin typeface="Arial"/>
                <a:cs typeface="Arial"/>
              </a:rPr>
              <a:t>TipoVeto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81335" y="3071024"/>
            <a:ext cx="2030730" cy="351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083945" algn="l"/>
              </a:tabLst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30" b="1">
                <a:latin typeface="Arial"/>
                <a:cs typeface="Arial"/>
              </a:rPr>
              <a:t> </a:t>
            </a:r>
            <a:r>
              <a:rPr dirty="0" sz="1700" spc="-30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Ma</a:t>
            </a:r>
            <a:r>
              <a:rPr dirty="0" sz="1700" spc="-4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30" b="1">
                <a:latin typeface="Arial"/>
                <a:cs typeface="Arial"/>
              </a:rPr>
              <a:t> 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0036" y="5122595"/>
            <a:ext cx="8294370" cy="16313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91465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74955" indent="-262255">
              <a:lnSpc>
                <a:spcPct val="100000"/>
              </a:lnSpc>
              <a:spcBef>
                <a:spcPts val="133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74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20" i="1">
                <a:latin typeface="Arial"/>
                <a:cs typeface="Arial"/>
              </a:rPr>
              <a:t> </a:t>
            </a:r>
            <a:r>
              <a:rPr dirty="0" sz="2050" spc="-15">
                <a:latin typeface="Tahoma"/>
                <a:cs typeface="Tahoma"/>
              </a:rPr>
              <a:t>p</a:t>
            </a:r>
            <a:r>
              <a:rPr dirty="0" sz="2050" spc="-70">
                <a:latin typeface="Tahoma"/>
                <a:cs typeface="Tahoma"/>
              </a:rPr>
              <a:t>a</a:t>
            </a:r>
            <a:r>
              <a:rPr dirty="0" sz="2050" spc="45">
                <a:latin typeface="Tahoma"/>
                <a:cs typeface="Tahoma"/>
              </a:rPr>
              <a:t>r</a:t>
            </a:r>
            <a:r>
              <a:rPr dirty="0" sz="2050" spc="-70">
                <a:latin typeface="Tahoma"/>
                <a:cs typeface="Tahoma"/>
              </a:rPr>
              <a:t>a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&gt;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499692" y="3435068"/>
          <a:ext cx="3736340" cy="1666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4688"/>
                <a:gridCol w="297052"/>
                <a:gridCol w="2854591"/>
              </a:tblGrid>
              <a:tr h="638859">
                <a:tc>
                  <a:txBody>
                    <a:bodyPr/>
                    <a:lstStyle/>
                    <a:p>
                      <a:pPr marL="216535" indent="-194945">
                        <a:lnSpc>
                          <a:spcPts val="1864"/>
                        </a:lnSpc>
                        <a:tabLst>
                          <a:tab pos="222885" algn="l"/>
                        </a:tabLst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{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700" spc="105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700" b="1">
                          <a:latin typeface="Arial"/>
                          <a:cs typeface="Arial"/>
                        </a:rPr>
                        <a:t>t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21653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700" spc="55" b="1">
                          <a:latin typeface="Arial"/>
                          <a:cs typeface="Arial"/>
                        </a:rPr>
                        <a:t>fo</a:t>
                      </a:r>
                      <a:r>
                        <a:rPr dirty="0" sz="1700" b="1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1864"/>
                        </a:lnSpc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700" spc="-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;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6032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(</a:t>
                      </a:r>
                      <a:r>
                        <a:rPr dirty="0" sz="17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i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864"/>
                        </a:lnSpc>
                      </a:pPr>
                      <a:r>
                        <a:rPr dirty="0" sz="1700" spc="-5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dirty="0" sz="1700" spc="-185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1700" spc="-18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1700" spc="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1700" spc="1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3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[</a:t>
                      </a:r>
                      <a:r>
                        <a:rPr dirty="0" sz="1700" spc="-2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700" spc="-2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]</a:t>
                      </a:r>
                      <a:r>
                        <a:rPr dirty="0" sz="1700" spc="-2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;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125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dirty="0" sz="1700" spc="-65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1700" spc="-6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700" spc="2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1700" spc="1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4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[</a:t>
                      </a:r>
                      <a:r>
                        <a:rPr dirty="0" sz="1700" spc="-2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700" spc="-2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]</a:t>
                      </a:r>
                      <a:r>
                        <a:rPr dirty="0" sz="1700" spc="-2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;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650"/>
                        </a:spcBef>
                        <a:tabLst>
                          <a:tab pos="642620" algn="l"/>
                          <a:tab pos="824230" algn="l"/>
                          <a:tab pos="1392555" algn="l"/>
                        </a:tabLst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1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700" spc="-3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;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&lt;</a:t>
                      </a:r>
                      <a:r>
                        <a:rPr dirty="0" sz="17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40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;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700" spc="-2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15">
                          <a:latin typeface="Arial"/>
                          <a:cs typeface="Arial"/>
                        </a:rPr>
                        <a:t>++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)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82564">
                <a:tc>
                  <a:txBody>
                    <a:bodyPr/>
                    <a:lstStyle/>
                    <a:p>
                      <a:pPr algn="r" marR="5270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{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700" b="1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700" spc="-2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b="1">
                          <a:latin typeface="Arial"/>
                          <a:cs typeface="Arial"/>
                        </a:rPr>
                        <a:t>f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700" spc="55">
                          <a:latin typeface="Arial"/>
                          <a:cs typeface="Arial"/>
                        </a:rPr>
                        <a:t>(</a:t>
                      </a:r>
                      <a:r>
                        <a:rPr dirty="0" sz="1700" spc="2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[</a:t>
                      </a:r>
                      <a:r>
                        <a:rPr dirty="0" sz="17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700" spc="-114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]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&gt;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204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50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dirty="0" sz="1700" spc="-185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1700" spc="-18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700" spc="-30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)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1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30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dirty="0" sz="1700" spc="-185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1700" spc="-18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1700" spc="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1700" spc="1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2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[</a:t>
                      </a:r>
                      <a:r>
                        <a:rPr dirty="0" sz="17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]</a:t>
                      </a:r>
                      <a:r>
                        <a:rPr dirty="0" sz="1700" spc="-229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;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41928">
                <a:tc>
                  <a:txBody>
                    <a:bodyPr/>
                    <a:lstStyle/>
                    <a:p>
                      <a:pPr/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1900"/>
                        </a:lnSpc>
                      </a:pPr>
                      <a:r>
                        <a:rPr dirty="0" sz="1700" b="1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700" spc="-2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b="1">
                          <a:latin typeface="Arial"/>
                          <a:cs typeface="Arial"/>
                        </a:rPr>
                        <a:t>f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ts val="1900"/>
                        </a:lnSpc>
                      </a:pPr>
                      <a:r>
                        <a:rPr dirty="0" sz="1700" spc="55">
                          <a:latin typeface="Arial"/>
                          <a:cs typeface="Arial"/>
                        </a:rPr>
                        <a:t>(</a:t>
                      </a:r>
                      <a:r>
                        <a:rPr dirty="0" sz="1700" spc="2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[</a:t>
                      </a:r>
                      <a:r>
                        <a:rPr dirty="0" sz="17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700" spc="-114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]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&lt;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204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65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dirty="0" sz="1700" spc="-65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1700" spc="-6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700" spc="90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)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1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90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dirty="0" sz="1700" spc="-65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1700" spc="-6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700" spc="2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=</a:t>
                      </a:r>
                      <a:r>
                        <a:rPr dirty="0" sz="1700" spc="1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2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[</a:t>
                      </a:r>
                      <a:r>
                        <a:rPr dirty="0" sz="17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]</a:t>
                      </a:r>
                      <a:r>
                        <a:rPr dirty="0" sz="1700" spc="-229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;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03175">
                <a:tc>
                  <a:txBody>
                    <a:bodyPr/>
                    <a:lstStyle/>
                    <a:p>
                      <a:pPr algn="r" marR="62865">
                        <a:lnSpc>
                          <a:spcPts val="1900"/>
                        </a:lnSpc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}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9898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07198" y="840422"/>
            <a:ext cx="8737600" cy="6055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ct val="100000"/>
              </a:lnSpc>
              <a:tabLst>
                <a:tab pos="8711565" algn="l"/>
              </a:tabLst>
            </a:pP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 u="heavy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ior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Me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nor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 u="heavy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 u="heavy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(2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)</a:t>
            </a:r>
            <a:r>
              <a:rPr dirty="0" sz="2450" b="1" u="heavy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"/>
              </a:spcBef>
            </a:pPr>
            <a:endParaRPr sz="225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  <a:tabLst>
                <a:tab pos="3283585" algn="l"/>
                <a:tab pos="4354830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spc="200" b="1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M</a:t>
            </a:r>
            <a:r>
              <a:rPr dirty="0" sz="1700" spc="-125">
                <a:latin typeface="Arial"/>
                <a:cs typeface="Arial"/>
              </a:rPr>
              <a:t>a</a:t>
            </a:r>
            <a:r>
              <a:rPr dirty="0" sz="1700" spc="-130">
                <a:latin typeface="Arial"/>
                <a:cs typeface="Arial"/>
              </a:rPr>
              <a:t>xM</a:t>
            </a:r>
            <a:r>
              <a:rPr dirty="0" sz="1700" spc="-130">
                <a:latin typeface="Arial"/>
                <a:cs typeface="Arial"/>
              </a:rPr>
              <a:t>in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150">
                <a:latin typeface="Arial"/>
                <a:cs typeface="Arial"/>
              </a:rPr>
              <a:t>(</a:t>
            </a:r>
            <a:r>
              <a:rPr dirty="0" sz="1700" spc="20">
                <a:latin typeface="Arial"/>
                <a:cs typeface="Arial"/>
              </a:rPr>
              <a:t>TipoVeto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30" b="1">
                <a:latin typeface="Arial"/>
                <a:cs typeface="Arial"/>
              </a:rPr>
              <a:t> </a:t>
            </a:r>
            <a:r>
              <a:rPr dirty="0" sz="1700" spc="-30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Ma</a:t>
            </a:r>
            <a:r>
              <a:rPr dirty="0" sz="1700" spc="-4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30" b="1">
                <a:latin typeface="Arial"/>
                <a:cs typeface="Arial"/>
              </a:rPr>
              <a:t> 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05"/>
              </a:spcBef>
              <a:tabLst>
                <a:tab pos="712470" algn="l"/>
                <a:tab pos="115697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-275">
                <a:latin typeface="Lucida Sans Unicode"/>
                <a:cs typeface="Lucida Sans Unicode"/>
              </a:rPr>
              <a:t>∗</a:t>
            </a:r>
            <a:r>
              <a:rPr dirty="0" sz="1700" spc="-170">
                <a:latin typeface="Arial"/>
                <a:cs typeface="Arial"/>
              </a:rPr>
              <a:t>M</a:t>
            </a:r>
            <a:r>
              <a:rPr dirty="0" sz="1700" spc="-17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2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-145">
                <a:latin typeface="Lucida Sans Unicode"/>
                <a:cs typeface="Lucida Sans Unicode"/>
              </a:rPr>
              <a:t>∗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706120">
              <a:lnSpc>
                <a:spcPct val="100000"/>
              </a:lnSpc>
              <a:spcBef>
                <a:spcPts val="605"/>
              </a:spcBef>
              <a:tabLst>
                <a:tab pos="1445260" algn="l"/>
                <a:tab pos="2013585" algn="l"/>
                <a:tab pos="2195830" algn="l"/>
                <a:tab pos="276352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939800">
              <a:lnSpc>
                <a:spcPct val="100000"/>
              </a:lnSpc>
              <a:spcBef>
                <a:spcPts val="605"/>
              </a:spcBef>
              <a:tabLst>
                <a:tab pos="1154430" algn="l"/>
                <a:tab pos="145605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60">
                <a:latin typeface="Arial"/>
                <a:cs typeface="Arial"/>
              </a:rPr>
              <a:t>(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-320">
                <a:latin typeface="Lucida Sans Unicode"/>
                <a:cs typeface="Lucida Sans Unicode"/>
              </a:rPr>
              <a:t>∗</a:t>
            </a:r>
            <a:r>
              <a:rPr dirty="0" sz="1700" spc="-170">
                <a:latin typeface="Arial"/>
                <a:cs typeface="Arial"/>
              </a:rPr>
              <a:t>M</a:t>
            </a:r>
            <a:r>
              <a:rPr dirty="0" sz="1700" spc="-170">
                <a:latin typeface="Arial"/>
                <a:cs typeface="Arial"/>
              </a:rPr>
              <a:t>a</a:t>
            </a:r>
            <a:r>
              <a:rPr dirty="0" sz="1700" spc="-2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-300">
                <a:latin typeface="Lucida Sans Unicode"/>
                <a:cs typeface="Lucida Sans Unicode"/>
              </a:rPr>
              <a:t>∗</a:t>
            </a:r>
            <a:r>
              <a:rPr dirty="0" sz="1700" spc="-170">
                <a:latin typeface="Arial"/>
                <a:cs typeface="Arial"/>
              </a:rPr>
              <a:t>M</a:t>
            </a:r>
            <a:r>
              <a:rPr dirty="0" sz="1700" spc="-17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algn="ctr" marR="2861310">
              <a:lnSpc>
                <a:spcPct val="100000"/>
              </a:lnSpc>
              <a:spcBef>
                <a:spcPts val="605"/>
              </a:spcBef>
              <a:tabLst>
                <a:tab pos="561340" algn="l"/>
                <a:tab pos="863600" algn="l"/>
              </a:tabLst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60">
                <a:latin typeface="Arial"/>
                <a:cs typeface="Arial"/>
              </a:rPr>
              <a:t>(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-204">
                <a:latin typeface="Lucida Sans Unicode"/>
                <a:cs typeface="Lucida Sans Unicode"/>
              </a:rPr>
              <a:t>∗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0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-180">
                <a:latin typeface="Lucida Sans Unicode"/>
                <a:cs typeface="Lucida Sans Unicode"/>
              </a:rPr>
              <a:t>∗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3027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84505" marR="581025" indent="-250825">
              <a:lnSpc>
                <a:spcPct val="120900"/>
              </a:lnSpc>
              <a:spcBef>
                <a:spcPts val="10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Ma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Min1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-55">
                <a:latin typeface="Arial"/>
                <a:cs typeface="Arial"/>
              </a:rPr>
              <a:t>f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ilmen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melho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ado: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75" i="1">
                <a:latin typeface="Arial"/>
                <a:cs typeface="Arial"/>
              </a:rPr>
              <a:t>A</a:t>
            </a:r>
            <a:r>
              <a:rPr dirty="0" sz="1850" spc="-60">
                <a:latin typeface="PMingLiU"/>
                <a:cs typeface="PMingLiU"/>
              </a:rPr>
              <a:t>[</a:t>
            </a:r>
            <a:r>
              <a:rPr dirty="0" sz="1850" spc="235" i="1">
                <a:latin typeface="Arial"/>
                <a:cs typeface="Arial"/>
              </a:rPr>
              <a:t>i</a:t>
            </a:r>
            <a:r>
              <a:rPr dirty="0" sz="1850" spc="-60">
                <a:latin typeface="PMingLiU"/>
                <a:cs typeface="PMingLiU"/>
              </a:rPr>
              <a:t>]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380" i="1">
                <a:latin typeface="Arial"/>
                <a:cs typeface="Arial"/>
              </a:rPr>
              <a:t>&lt;</a:t>
            </a:r>
            <a:r>
              <a:rPr dirty="0" sz="1850" spc="10" i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Min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ó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5">
                <a:latin typeface="Arial"/>
                <a:cs typeface="Arial"/>
              </a:rPr>
              <a:t> ne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á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ia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75" i="1">
                <a:latin typeface="Arial"/>
                <a:cs typeface="Arial"/>
              </a:rPr>
              <a:t>A</a:t>
            </a:r>
            <a:r>
              <a:rPr dirty="0" sz="1850" spc="-60">
                <a:latin typeface="PMingLiU"/>
                <a:cs typeface="PMingLiU"/>
              </a:rPr>
              <a:t>[</a:t>
            </a:r>
            <a:r>
              <a:rPr dirty="0" sz="1850" spc="235" i="1">
                <a:latin typeface="Arial"/>
                <a:cs typeface="Arial"/>
              </a:rPr>
              <a:t>i</a:t>
            </a:r>
            <a:r>
              <a:rPr dirty="0" sz="1850" spc="-60">
                <a:latin typeface="PMingLiU"/>
                <a:cs typeface="PMingLiU"/>
              </a:rPr>
              <a:t>]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380" i="1">
                <a:latin typeface="Arial"/>
                <a:cs typeface="Arial"/>
              </a:rPr>
              <a:t>&gt;</a:t>
            </a:r>
            <a:r>
              <a:rPr dirty="0" sz="1850" spc="10" i="1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Max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dá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55">
                <a:latin typeface="Arial"/>
                <a:cs typeface="Arial"/>
              </a:rPr>
              <a:t>f</a:t>
            </a:r>
            <a:r>
              <a:rPr dirty="0" sz="1850" spc="10">
                <a:latin typeface="Arial"/>
                <a:cs typeface="Arial"/>
              </a:rPr>
              <a:t>al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-60">
                <a:latin typeface="Arial"/>
                <a:cs typeface="Arial"/>
              </a:rPr>
              <a:t>P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</a:t>
            </a:r>
            <a:r>
              <a:rPr dirty="0" sz="1850" spc="-15">
                <a:latin typeface="Arial"/>
                <a:cs typeface="Arial"/>
              </a:rPr>
              <a:t>o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implemen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emo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:</a:t>
            </a:r>
            <a:endParaRPr sz="1850">
              <a:latin typeface="Arial"/>
              <a:cs typeface="Arial"/>
            </a:endParaRPr>
          </a:p>
          <a:p>
            <a:pPr lvl="1" marL="852169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15">
                <a:latin typeface="Arial"/>
                <a:cs typeface="Arial"/>
              </a:rPr>
              <a:t>melhor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o: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405" i="1">
                <a:latin typeface="Arial"/>
                <a:cs typeface="Arial"/>
              </a:rPr>
              <a:t>f</a:t>
            </a:r>
            <a:r>
              <a:rPr dirty="0" sz="1850" spc="-315" i="1">
                <a:latin typeface="Arial"/>
                <a:cs typeface="Arial"/>
              </a:rPr>
              <a:t> 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-95" i="1">
                <a:latin typeface="Arial"/>
                <a:cs typeface="Arial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70">
                <a:latin typeface="PMingLiU"/>
                <a:cs typeface="PMingLiU"/>
              </a:rPr>
              <a:t>1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5">
                <a:latin typeface="Arial"/>
                <a:cs typeface="Arial"/>
              </a:rPr>
              <a:t>(</a:t>
            </a:r>
            <a:r>
              <a:rPr dirty="0" sz="1850" spc="15">
                <a:latin typeface="Arial"/>
                <a:cs typeface="Arial"/>
              </a:rPr>
              <a:t>elemen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dem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)</a:t>
            </a:r>
            <a:r>
              <a:rPr dirty="0" sz="1850" spc="5">
                <a:latin typeface="Arial"/>
                <a:cs typeface="Arial"/>
              </a:rPr>
              <a:t>;</a:t>
            </a:r>
            <a:endParaRPr sz="1850">
              <a:latin typeface="Arial"/>
              <a:cs typeface="Arial"/>
            </a:endParaRPr>
          </a:p>
          <a:p>
            <a:pPr lvl="1" marL="852169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10">
                <a:latin typeface="Arial"/>
                <a:cs typeface="Arial"/>
              </a:rPr>
              <a:t>pior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o: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405" i="1">
                <a:latin typeface="Arial"/>
                <a:cs typeface="Arial"/>
              </a:rPr>
              <a:t>f</a:t>
            </a:r>
            <a:r>
              <a:rPr dirty="0" sz="1850" spc="-315" i="1">
                <a:latin typeface="Arial"/>
                <a:cs typeface="Arial"/>
              </a:rPr>
              <a:t> 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65">
                <a:latin typeface="PMingLiU"/>
                <a:cs typeface="PMingLiU"/>
              </a:rPr>
              <a:t>2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-100" i="1">
                <a:latin typeface="Arial"/>
                <a:cs typeface="Arial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65">
                <a:latin typeface="PMingLiU"/>
                <a:cs typeface="PMingLiU"/>
              </a:rPr>
              <a:t>1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5">
                <a:latin typeface="Arial"/>
                <a:cs typeface="Arial"/>
              </a:rPr>
              <a:t>(</a:t>
            </a:r>
            <a:r>
              <a:rPr dirty="0" sz="1850" spc="15">
                <a:latin typeface="Arial"/>
                <a:cs typeface="Arial"/>
              </a:rPr>
              <a:t>elemen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dem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)</a:t>
            </a:r>
            <a:r>
              <a:rPr dirty="0" sz="1850" spc="5">
                <a:latin typeface="Arial"/>
                <a:cs typeface="Arial"/>
              </a:rPr>
              <a:t>;</a:t>
            </a:r>
            <a:endParaRPr sz="1850">
              <a:latin typeface="Arial"/>
              <a:cs typeface="Arial"/>
            </a:endParaRPr>
          </a:p>
          <a:p>
            <a:pPr lvl="1" marL="852169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médio: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405" i="1">
                <a:latin typeface="Arial"/>
                <a:cs typeface="Arial"/>
              </a:rPr>
              <a:t>f</a:t>
            </a:r>
            <a:r>
              <a:rPr dirty="0" sz="1850" spc="-315" i="1">
                <a:latin typeface="Arial"/>
                <a:cs typeface="Arial"/>
              </a:rPr>
              <a:t> 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65">
                <a:latin typeface="PMingLiU"/>
                <a:cs typeface="PMingLiU"/>
              </a:rPr>
              <a:t>3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420" i="1">
                <a:latin typeface="Arial"/>
                <a:cs typeface="Arial"/>
              </a:rPr>
              <a:t>/</a:t>
            </a:r>
            <a:r>
              <a:rPr dirty="0" sz="1850" spc="70">
                <a:latin typeface="PMingLiU"/>
                <a:cs typeface="PMingLiU"/>
              </a:rPr>
              <a:t>2</a:t>
            </a:r>
            <a:r>
              <a:rPr dirty="0" sz="1850" spc="-65">
                <a:latin typeface="PMingLiU"/>
                <a:cs typeface="PMingLiU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65">
                <a:latin typeface="PMingLiU"/>
                <a:cs typeface="PMingLiU"/>
              </a:rPr>
              <a:t>3</a:t>
            </a:r>
            <a:r>
              <a:rPr dirty="0" sz="1850" spc="420" i="1">
                <a:latin typeface="Arial"/>
                <a:cs typeface="Arial"/>
              </a:rPr>
              <a:t>/</a:t>
            </a:r>
            <a:r>
              <a:rPr dirty="0" sz="1850" spc="65">
                <a:latin typeface="PMingLiU"/>
                <a:cs typeface="PMingLiU"/>
              </a:rPr>
              <a:t>2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N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médi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75" i="1">
                <a:latin typeface="Arial"/>
                <a:cs typeface="Arial"/>
              </a:rPr>
              <a:t>A</a:t>
            </a:r>
            <a:r>
              <a:rPr dirty="0" sz="1850" spc="-60">
                <a:latin typeface="PMingLiU"/>
                <a:cs typeface="PMingLiU"/>
              </a:rPr>
              <a:t>[</a:t>
            </a:r>
            <a:r>
              <a:rPr dirty="0" sz="1850" spc="235" i="1">
                <a:latin typeface="Arial"/>
                <a:cs typeface="Arial"/>
              </a:rPr>
              <a:t>i</a:t>
            </a:r>
            <a:r>
              <a:rPr dirty="0" sz="1850" spc="-60">
                <a:latin typeface="PMingLiU"/>
                <a:cs typeface="PMingLiU"/>
              </a:rPr>
              <a:t>]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maior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Max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me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-15">
                <a:latin typeface="Arial"/>
                <a:cs typeface="Arial"/>
              </a:rPr>
              <a:t>z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45395" y="6983780"/>
            <a:ext cx="375920" cy="374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40970" marR="5080" indent="-128905">
              <a:lnSpc>
                <a:spcPts val="1390"/>
              </a:lnSpc>
            </a:pP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spc="345" u="sng">
                <a:latin typeface="Arial"/>
                <a:cs typeface="Arial"/>
              </a:rPr>
              <a:t>−</a:t>
            </a:r>
            <a:r>
              <a:rPr dirty="0" sz="1350" spc="95" u="sng">
                <a:latin typeface="PMingLiU"/>
                <a:cs typeface="PMingLiU"/>
              </a:rPr>
              <a:t>1</a:t>
            </a:r>
            <a:r>
              <a:rPr dirty="0" sz="1350" spc="75">
                <a:latin typeface="PMingLiU"/>
                <a:cs typeface="PMingLiU"/>
              </a:rPr>
              <a:t> 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88396" y="6984351"/>
            <a:ext cx="211454" cy="307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480">
                <a:latin typeface="PMingLiU"/>
                <a:cs typeface="PMingLiU"/>
              </a:rPr>
              <a:t>=</a:t>
            </a:r>
            <a:endParaRPr sz="1850">
              <a:latin typeface="PMingLiU"/>
              <a:cs typeface="PMingLiU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67288" y="6953554"/>
            <a:ext cx="669290" cy="405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05"/>
              </a:lnSpc>
              <a:tabLst>
                <a:tab pos="563245" algn="l"/>
              </a:tabLst>
            </a:pPr>
            <a:r>
              <a:rPr dirty="0" sz="1350" spc="95" u="sng">
                <a:latin typeface="PMingLiU"/>
                <a:cs typeface="PMingLiU"/>
              </a:rPr>
              <a:t>3</a:t>
            </a: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spc="145" i="1">
                <a:latin typeface="Trebuchet MS"/>
                <a:cs typeface="Trebuchet MS"/>
              </a:rPr>
              <a:t>	</a:t>
            </a:r>
            <a:r>
              <a:rPr dirty="0" sz="1350" spc="95" u="sng">
                <a:latin typeface="PMingLiU"/>
                <a:cs typeface="PMingLiU"/>
              </a:rPr>
              <a:t>3</a:t>
            </a:r>
            <a:endParaRPr sz="1350">
              <a:latin typeface="PMingLiU"/>
              <a:cs typeface="PMingLiU"/>
            </a:endParaRPr>
          </a:p>
          <a:p>
            <a:pPr marL="68580">
              <a:lnSpc>
                <a:spcPts val="1505"/>
              </a:lnSpc>
            </a:pP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18100" y="7130377"/>
            <a:ext cx="118745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8619" y="6984351"/>
            <a:ext cx="5193030" cy="382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3525" indent="-250825">
              <a:lnSpc>
                <a:spcPct val="100000"/>
              </a:lnSpc>
              <a:buFont typeface="Lucida Sans Unicode"/>
              <a:buChar char="•"/>
              <a:tabLst>
                <a:tab pos="264160" algn="l"/>
                <a:tab pos="3536315" algn="l"/>
                <a:tab pos="3921125" algn="l"/>
              </a:tabLst>
            </a:pPr>
            <a:r>
              <a:rPr dirty="0" sz="1850" spc="15">
                <a:latin typeface="Arial"/>
                <a:cs typeface="Arial"/>
              </a:rPr>
              <a:t>Logo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05" i="1">
                <a:latin typeface="Arial"/>
                <a:cs typeface="Arial"/>
              </a:rPr>
              <a:t>f</a:t>
            </a:r>
            <a:r>
              <a:rPr dirty="0" sz="1850" spc="-315" i="1">
                <a:latin typeface="Arial"/>
                <a:cs typeface="Arial"/>
              </a:rPr>
              <a:t> 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-95" i="1">
                <a:latin typeface="Arial"/>
                <a:cs typeface="Arial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70">
                <a:latin typeface="PMingLiU"/>
                <a:cs typeface="PMingLiU"/>
              </a:rPr>
              <a:t>1</a:t>
            </a:r>
            <a:r>
              <a:rPr dirty="0" sz="1850" spc="-65">
                <a:latin typeface="PMingLiU"/>
                <a:cs typeface="PMingLiU"/>
              </a:rPr>
              <a:t> </a:t>
            </a:r>
            <a:r>
              <a:rPr dirty="0" sz="1850" spc="480">
                <a:latin typeface="PMingLiU"/>
                <a:cs typeface="PMingLiU"/>
              </a:rPr>
              <a:t>+</a:t>
            </a:r>
            <a:r>
              <a:rPr dirty="0" sz="1850">
                <a:latin typeface="PMingLiU"/>
                <a:cs typeface="PMingLiU"/>
              </a:rPr>
              <a:t>	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>
                <a:latin typeface="Lucida Sans Unicode"/>
                <a:cs typeface="Lucida Sans Unicode"/>
              </a:rPr>
              <a:t>	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380" i="1">
                <a:latin typeface="Arial"/>
                <a:cs typeface="Arial"/>
              </a:rPr>
              <a:t>&gt;</a:t>
            </a:r>
            <a:r>
              <a:rPr dirty="0" sz="1850" spc="10" i="1">
                <a:latin typeface="Arial"/>
                <a:cs typeface="Arial"/>
              </a:rPr>
              <a:t> </a:t>
            </a:r>
            <a:r>
              <a:rPr dirty="0" sz="1850" spc="70">
                <a:latin typeface="PMingLiU"/>
                <a:cs typeface="PMingLiU"/>
              </a:rPr>
              <a:t>0</a:t>
            </a:r>
            <a:endParaRPr sz="1850">
              <a:latin typeface="PMingLiU"/>
              <a:cs typeface="PMingLiU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96101" y="6984351"/>
            <a:ext cx="92075" cy="293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80450" cy="44100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(3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0591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marR="5080" indent="-364490">
              <a:lnSpc>
                <a:spcPct val="119700"/>
              </a:lnSpc>
              <a:spcBef>
                <a:spcPts val="700"/>
              </a:spcBef>
              <a:buAutoNum type="arabicParenR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dirty="0" sz="2050" spc="-170">
                <a:latin typeface="Lucida Sans Unicode"/>
                <a:cs typeface="Lucida Sans Unicode"/>
              </a:rPr>
              <a:t>⌈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170">
                <a:latin typeface="Lucida Sans Unicode"/>
                <a:cs typeface="Lucida Sans Unicode"/>
              </a:rPr>
              <a:t>⌉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966469" indent="-364490">
              <a:lnSpc>
                <a:spcPct val="119700"/>
              </a:lnSpc>
              <a:spcBef>
                <a:spcPts val="700"/>
              </a:spcBef>
              <a:buAutoNum type="arabicParenR" startAt="2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ximo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70">
                <a:latin typeface="Lucida Sans Unicode"/>
                <a:cs typeface="Lucida Sans Unicode"/>
              </a:rPr>
              <a:t>⌈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170">
                <a:latin typeface="Lucida Sans Unicode"/>
                <a:cs typeface="Lucida Sans Unicode"/>
              </a:rPr>
              <a:t>⌉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937260" indent="-364490">
              <a:lnSpc>
                <a:spcPct val="119700"/>
              </a:lnSpc>
              <a:spcBef>
                <a:spcPts val="700"/>
              </a:spcBef>
              <a:buAutoNum type="arabicParenR" startAt="2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70">
                <a:latin typeface="Lucida Sans Unicode"/>
                <a:cs typeface="Lucida Sans Unicode"/>
              </a:rPr>
              <a:t>⌈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170">
                <a:latin typeface="Lucida Sans Unicode"/>
                <a:cs typeface="Lucida Sans Unicode"/>
              </a:rPr>
              <a:t>⌉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41091" y="5948629"/>
            <a:ext cx="0" cy="36830"/>
          </a:xfrm>
          <a:custGeom>
            <a:avLst/>
            <a:gdLst/>
            <a:ahLst/>
            <a:cxnLst/>
            <a:rect l="l" t="t" r="r" b="b"/>
            <a:pathLst>
              <a:path w="0" h="36829">
                <a:moveTo>
                  <a:pt x="0" y="3634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723984" y="5904636"/>
            <a:ext cx="288290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890">
                <a:latin typeface="Segoe UI Symbol"/>
                <a:cs typeface="Segoe UI Symbol"/>
              </a:rPr>
              <a:t>✡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23984" y="5606072"/>
            <a:ext cx="3771900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495675" algn="l"/>
              </a:tabLst>
            </a:pPr>
            <a:r>
              <a:rPr dirty="0" sz="1700" spc="620">
                <a:latin typeface="Segoe UI Symbol"/>
                <a:cs typeface="Segoe UI Symbol"/>
              </a:rPr>
              <a:t>☛</a:t>
            </a:r>
            <a:r>
              <a:rPr dirty="0" sz="1700" spc="620">
                <a:latin typeface="Segoe UI Symbol"/>
                <a:cs typeface="Segoe UI Symbol"/>
              </a:rPr>
              <a:t>	</a:t>
            </a:r>
            <a:r>
              <a:rPr dirty="0" sz="1700" spc="855">
                <a:latin typeface="Segoe UI Symbol"/>
                <a:cs typeface="Segoe UI Symbol"/>
              </a:rPr>
              <a:t>✟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24727" y="5948629"/>
            <a:ext cx="0" cy="36830"/>
          </a:xfrm>
          <a:custGeom>
            <a:avLst/>
            <a:gdLst/>
            <a:ahLst/>
            <a:cxnLst/>
            <a:rect l="l" t="t" r="r" b="b"/>
            <a:pathLst>
              <a:path w="0" h="36829">
                <a:moveTo>
                  <a:pt x="0" y="3634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207620" y="5904636"/>
            <a:ext cx="288290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60">
                <a:latin typeface="Segoe UI Symbol"/>
                <a:cs typeface="Segoe UI Symbol"/>
              </a:rPr>
              <a:t>✠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72244" y="6116142"/>
            <a:ext cx="3221355" cy="0"/>
          </a:xfrm>
          <a:custGeom>
            <a:avLst/>
            <a:gdLst/>
            <a:ahLst/>
            <a:cxnLst/>
            <a:rect l="l" t="t" r="r" b="b"/>
            <a:pathLst>
              <a:path w="3221354" h="0">
                <a:moveTo>
                  <a:pt x="0" y="0"/>
                </a:moveTo>
                <a:lnTo>
                  <a:pt x="3221316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723984" y="6103746"/>
            <a:ext cx="288290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620">
                <a:latin typeface="Segoe UI Symbol"/>
                <a:cs typeface="Segoe UI Symbol"/>
              </a:rPr>
              <a:t>☛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41091" y="6446291"/>
            <a:ext cx="0" cy="36830"/>
          </a:xfrm>
          <a:custGeom>
            <a:avLst/>
            <a:gdLst/>
            <a:ahLst/>
            <a:cxnLst/>
            <a:rect l="l" t="t" r="r" b="b"/>
            <a:pathLst>
              <a:path w="0" h="36829">
                <a:moveTo>
                  <a:pt x="0" y="3634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723984" y="6402298"/>
            <a:ext cx="288290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890">
                <a:latin typeface="Segoe UI Symbol"/>
                <a:cs typeface="Segoe UI Symbol"/>
              </a:rPr>
              <a:t>✡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07620" y="6103746"/>
            <a:ext cx="288290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855">
                <a:latin typeface="Segoe UI Symbol"/>
                <a:cs typeface="Segoe UI Symbol"/>
              </a:rPr>
              <a:t>✟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24727" y="6446291"/>
            <a:ext cx="0" cy="36830"/>
          </a:xfrm>
          <a:custGeom>
            <a:avLst/>
            <a:gdLst/>
            <a:ahLst/>
            <a:cxnLst/>
            <a:rect l="l" t="t" r="r" b="b"/>
            <a:pathLst>
              <a:path w="0" h="36829">
                <a:moveTo>
                  <a:pt x="0" y="3634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207620" y="6402298"/>
            <a:ext cx="288290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60">
                <a:latin typeface="Segoe UI Symbol"/>
                <a:cs typeface="Segoe UI Symbol"/>
              </a:rPr>
              <a:t>✠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72244" y="6613791"/>
            <a:ext cx="3221355" cy="0"/>
          </a:xfrm>
          <a:custGeom>
            <a:avLst/>
            <a:gdLst/>
            <a:ahLst/>
            <a:cxnLst/>
            <a:rect l="l" t="t" r="r" b="b"/>
            <a:pathLst>
              <a:path w="3221354" h="0">
                <a:moveTo>
                  <a:pt x="0" y="0"/>
                </a:moveTo>
                <a:lnTo>
                  <a:pt x="3221316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72244" y="6315252"/>
            <a:ext cx="3221355" cy="0"/>
          </a:xfrm>
          <a:custGeom>
            <a:avLst/>
            <a:gdLst/>
            <a:ahLst/>
            <a:cxnLst/>
            <a:rect l="l" t="t" r="r" b="b"/>
            <a:pathLst>
              <a:path w="3221354" h="0">
                <a:moveTo>
                  <a:pt x="0" y="0"/>
                </a:moveTo>
                <a:lnTo>
                  <a:pt x="3221316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411074" y="5800737"/>
            <a:ext cx="2098040" cy="321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aseline="13071" sz="2550" spc="375" u="sng">
                <a:latin typeface="Segoe UI Symbol"/>
                <a:cs typeface="Segoe UI Symbol"/>
              </a:rPr>
              <a:t>✛</a:t>
            </a:r>
            <a:r>
              <a:rPr dirty="0" baseline="13071" sz="2550" spc="240">
                <a:latin typeface="Segoe UI Symbol"/>
                <a:cs typeface="Segoe UI Symbol"/>
              </a:rPr>
              <a:t> </a:t>
            </a:r>
            <a:r>
              <a:rPr dirty="0" sz="1700" spc="10">
                <a:latin typeface="Arial"/>
                <a:cs typeface="Arial"/>
              </a:rPr>
              <a:t>Contém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á</a:t>
            </a:r>
            <a:r>
              <a:rPr dirty="0" sz="1700" spc="5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11074" y="6298400"/>
            <a:ext cx="2049780" cy="321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aseline="13071" sz="2550" spc="375" u="sng">
                <a:latin typeface="Segoe UI Symbol"/>
                <a:cs typeface="Segoe UI Symbol"/>
              </a:rPr>
              <a:t>✛</a:t>
            </a:r>
            <a:r>
              <a:rPr dirty="0" baseline="13071" sz="2550" spc="240">
                <a:latin typeface="Segoe UI Symbol"/>
                <a:cs typeface="Segoe UI Symbol"/>
              </a:rPr>
              <a:t> </a:t>
            </a:r>
            <a:r>
              <a:rPr dirty="0" sz="1700" spc="10">
                <a:latin typeface="Arial"/>
                <a:cs typeface="Arial"/>
              </a:rPr>
              <a:t>Contém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íni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25990" y="5751017"/>
            <a:ext cx="1130300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  <a:tab pos="1007744" algn="l"/>
              </a:tabLst>
            </a:pPr>
            <a:r>
              <a:rPr dirty="0" sz="1700" spc="-25">
                <a:latin typeface="Segoe UI Symbol"/>
                <a:cs typeface="Segoe UI Symbol"/>
              </a:rPr>
              <a:t>❞</a:t>
            </a:r>
            <a:r>
              <a:rPr dirty="0" sz="1700" spc="-25">
                <a:latin typeface="Segoe UI Symbol"/>
                <a:cs typeface="Segoe UI Symbol"/>
              </a:rPr>
              <a:t>	</a:t>
            </a:r>
            <a:r>
              <a:rPr dirty="0" sz="1700" spc="-25">
                <a:latin typeface="Segoe UI Symbol"/>
                <a:cs typeface="Segoe UI Symbol"/>
              </a:rPr>
              <a:t>❞</a:t>
            </a:r>
            <a:r>
              <a:rPr dirty="0" sz="1700" spc="-25">
                <a:latin typeface="Segoe UI Symbol"/>
                <a:cs typeface="Segoe UI Symbol"/>
              </a:rPr>
              <a:t>	</a:t>
            </a:r>
            <a:r>
              <a:rPr dirty="0" sz="1700" spc="-25">
                <a:latin typeface="Segoe UI Symbol"/>
                <a:cs typeface="Segoe UI Symbol"/>
              </a:rPr>
              <a:t>❞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67808" y="5756287"/>
            <a:ext cx="331470" cy="420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67808" y="6253950"/>
            <a:ext cx="331470" cy="420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14301" y="5751017"/>
            <a:ext cx="135255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25">
                <a:latin typeface="Segoe UI Symbol"/>
                <a:cs typeface="Segoe UI Symbol"/>
              </a:rPr>
              <a:t>❞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25990" y="6248679"/>
            <a:ext cx="1130300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  <a:tab pos="1007744" algn="l"/>
              </a:tabLst>
            </a:pPr>
            <a:r>
              <a:rPr dirty="0" sz="1700" spc="-25">
                <a:latin typeface="Segoe UI Symbol"/>
                <a:cs typeface="Segoe UI Symbol"/>
              </a:rPr>
              <a:t>❞</a:t>
            </a:r>
            <a:r>
              <a:rPr dirty="0" sz="1700" spc="-25">
                <a:latin typeface="Segoe UI Symbol"/>
                <a:cs typeface="Segoe UI Symbol"/>
              </a:rPr>
              <a:t>	</a:t>
            </a:r>
            <a:r>
              <a:rPr dirty="0" sz="1700" spc="-25">
                <a:latin typeface="Segoe UI Symbol"/>
                <a:cs typeface="Segoe UI Symbol"/>
              </a:rPr>
              <a:t>❞</a:t>
            </a:r>
            <a:r>
              <a:rPr dirty="0" sz="1700" spc="-25">
                <a:latin typeface="Segoe UI Symbol"/>
                <a:cs typeface="Segoe UI Symbol"/>
              </a:rPr>
              <a:t>	</a:t>
            </a:r>
            <a:r>
              <a:rPr dirty="0" sz="1700" spc="-25">
                <a:latin typeface="Segoe UI Symbol"/>
                <a:cs typeface="Segoe UI Symbol"/>
              </a:rPr>
              <a:t>❞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14300" y="6248679"/>
            <a:ext cx="135255" cy="334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25">
                <a:latin typeface="Segoe UI Symbol"/>
                <a:cs typeface="Segoe UI Symbol"/>
              </a:rPr>
              <a:t>❞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238754" y="6016523"/>
            <a:ext cx="0" cy="398780"/>
          </a:xfrm>
          <a:custGeom>
            <a:avLst/>
            <a:gdLst/>
            <a:ahLst/>
            <a:cxnLst/>
            <a:rect l="l" t="t" r="r" b="b"/>
            <a:pathLst>
              <a:path w="0" h="398779">
                <a:moveTo>
                  <a:pt x="0" y="39822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736403" y="6016523"/>
            <a:ext cx="0" cy="398780"/>
          </a:xfrm>
          <a:custGeom>
            <a:avLst/>
            <a:gdLst/>
            <a:ahLst/>
            <a:cxnLst/>
            <a:rect l="l" t="t" r="r" b="b"/>
            <a:pathLst>
              <a:path w="0" h="398779">
                <a:moveTo>
                  <a:pt x="0" y="39822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234065" y="6016523"/>
            <a:ext cx="0" cy="398780"/>
          </a:xfrm>
          <a:custGeom>
            <a:avLst/>
            <a:gdLst/>
            <a:ahLst/>
            <a:cxnLst/>
            <a:rect l="l" t="t" r="r" b="b"/>
            <a:pathLst>
              <a:path w="0" h="398779">
                <a:moveTo>
                  <a:pt x="0" y="39822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727065" y="6016523"/>
            <a:ext cx="0" cy="398780"/>
          </a:xfrm>
          <a:custGeom>
            <a:avLst/>
            <a:gdLst/>
            <a:ahLst/>
            <a:cxnLst/>
            <a:rect l="l" t="t" r="r" b="b"/>
            <a:pathLst>
              <a:path w="0" h="398779">
                <a:moveTo>
                  <a:pt x="0" y="39822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5939" y="855737"/>
            <a:ext cx="5729605" cy="3584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(4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  <a:tabLst>
                <a:tab pos="2815590" algn="l"/>
                <a:tab pos="388683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spc="200" b="1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M</a:t>
            </a:r>
            <a:r>
              <a:rPr dirty="0" sz="1700" spc="-125">
                <a:latin typeface="Arial"/>
                <a:cs typeface="Arial"/>
              </a:rPr>
              <a:t>a</a:t>
            </a:r>
            <a:r>
              <a:rPr dirty="0" sz="1700" spc="-130">
                <a:latin typeface="Arial"/>
                <a:cs typeface="Arial"/>
              </a:rPr>
              <a:t>xM</a:t>
            </a:r>
            <a:r>
              <a:rPr dirty="0" sz="1700" spc="-130">
                <a:latin typeface="Arial"/>
                <a:cs typeface="Arial"/>
              </a:rPr>
              <a:t>in</a:t>
            </a:r>
            <a:r>
              <a:rPr dirty="0" sz="1700" spc="5">
                <a:latin typeface="Arial"/>
                <a:cs typeface="Arial"/>
              </a:rPr>
              <a:t>3(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TipoVeto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30" b="1">
                <a:latin typeface="Arial"/>
                <a:cs typeface="Arial"/>
              </a:rPr>
              <a:t> </a:t>
            </a:r>
            <a:r>
              <a:rPr dirty="0" sz="1700" spc="-30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Ma</a:t>
            </a:r>
            <a:r>
              <a:rPr dirty="0" sz="1700" spc="-4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30" b="1">
                <a:latin typeface="Arial"/>
                <a:cs typeface="Arial"/>
              </a:rPr>
              <a:t> 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  <a:tab pos="67881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FimDoAne</a:t>
            </a:r>
            <a:r>
              <a:rPr dirty="0" sz="1700" spc="8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6324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(</a:t>
            </a:r>
            <a:r>
              <a:rPr dirty="0" sz="1700" spc="15">
                <a:latin typeface="Arial"/>
                <a:cs typeface="Arial"/>
              </a:rPr>
              <a:t>N</a:t>
            </a:r>
            <a:r>
              <a:rPr dirty="0" sz="1700" spc="11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16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-15">
                <a:latin typeface="Arial"/>
                <a:cs typeface="Arial"/>
              </a:rPr>
              <a:t>[</a:t>
            </a:r>
            <a:r>
              <a:rPr dirty="0" sz="170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-15">
                <a:latin typeface="Arial"/>
                <a:cs typeface="Arial"/>
              </a:rPr>
              <a:t>[</a:t>
            </a:r>
            <a:r>
              <a:rPr dirty="0" sz="1700" spc="15">
                <a:latin typeface="Arial"/>
                <a:cs typeface="Arial"/>
              </a:rPr>
              <a:t>N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210">
                <a:latin typeface="Lucida Sans Unicode"/>
                <a:cs typeface="Lucida Sans Unicode"/>
              </a:rPr>
              <a:t> </a:t>
            </a:r>
            <a:r>
              <a:rPr dirty="0" sz="1700" spc="140">
                <a:latin typeface="Arial"/>
                <a:cs typeface="Arial"/>
              </a:rPr>
              <a:t>1]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FimDoAne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1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8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05"/>
              </a:spcBef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90" b="1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FimDoAne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1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9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N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80">
                <a:latin typeface="Lucida Sans Unicode"/>
                <a:cs typeface="Lucida Sans Unicode"/>
              </a:rPr>
              <a:t> </a:t>
            </a:r>
            <a:r>
              <a:rPr dirty="0" sz="1700" spc="7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60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15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019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-300">
                <a:latin typeface="Lucida Sans Unicode"/>
                <a:cs typeface="Lucida Sans Unicode"/>
              </a:rPr>
              <a:t>∗</a:t>
            </a:r>
            <a:r>
              <a:rPr dirty="0" sz="1700" spc="-170">
                <a:latin typeface="Arial"/>
                <a:cs typeface="Arial"/>
              </a:rPr>
              <a:t>M</a:t>
            </a:r>
            <a:r>
              <a:rPr dirty="0" sz="1700" spc="-17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2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-145">
                <a:latin typeface="Lucida Sans Unicode"/>
                <a:cs typeface="Lucida Sans Unicode"/>
              </a:rPr>
              <a:t>∗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60350" marR="1877060" indent="-29209">
              <a:lnSpc>
                <a:spcPct val="129700"/>
              </a:lnSpc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-254">
                <a:latin typeface="Lucida Sans Unicode"/>
                <a:cs typeface="Lucida Sans Unicode"/>
              </a:rPr>
              <a:t>∗</a:t>
            </a:r>
            <a:r>
              <a:rPr dirty="0" sz="1700" spc="-170">
                <a:latin typeface="Arial"/>
                <a:cs typeface="Arial"/>
              </a:rPr>
              <a:t>M</a:t>
            </a:r>
            <a:r>
              <a:rPr dirty="0" sz="1700" spc="-17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2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-145">
                <a:latin typeface="Lucida Sans Unicode"/>
                <a:cs typeface="Lucida Sans Unicode"/>
              </a:rPr>
              <a:t>∗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3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FimDoAne</a:t>
            </a:r>
            <a:r>
              <a:rPr dirty="0" sz="1700" spc="3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89587" y="4842332"/>
            <a:ext cx="553720" cy="351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5">
                <a:latin typeface="Lucida Sans Unicode"/>
                <a:cs typeface="Lucida Sans Unicode"/>
              </a:rPr>
              <a:t> </a:t>
            </a:r>
            <a:r>
              <a:rPr dirty="0" sz="1700" spc="110">
                <a:latin typeface="Arial"/>
                <a:cs typeface="Arial"/>
              </a:rPr>
              <a:t>1]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5440" y="4506176"/>
            <a:ext cx="3719195" cy="10242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26695" algn="l"/>
                <a:tab pos="52895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60">
                <a:latin typeface="Arial"/>
                <a:cs typeface="Arial"/>
              </a:rPr>
              <a:t>(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30">
                <a:latin typeface="Lucida Sans Unicode"/>
                <a:cs typeface="Lucida Sans Unicode"/>
              </a:rPr>
              <a:t> </a:t>
            </a:r>
            <a:r>
              <a:rPr dirty="0" sz="1700" spc="100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  <a:tabLst>
                <a:tab pos="440690" algn="l"/>
                <a:tab pos="74295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60">
                <a:latin typeface="Arial"/>
                <a:cs typeface="Arial"/>
              </a:rPr>
              <a:t>(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14">
                <a:latin typeface="Lucida Sans Unicode"/>
                <a:cs typeface="Lucida Sans Unicode"/>
              </a:rPr>
              <a:t> </a:t>
            </a:r>
            <a:r>
              <a:rPr dirty="0" sz="1700" spc="9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-365">
                <a:latin typeface="Lucida Sans Unicode"/>
                <a:cs typeface="Lucida Sans Unicode"/>
              </a:rPr>
              <a:t>∗</a:t>
            </a:r>
            <a:r>
              <a:rPr dirty="0" sz="1700" spc="-170">
                <a:latin typeface="Arial"/>
                <a:cs typeface="Arial"/>
              </a:rPr>
              <a:t>M</a:t>
            </a:r>
            <a:r>
              <a:rPr dirty="0" sz="1700" spc="-170">
                <a:latin typeface="Arial"/>
                <a:cs typeface="Arial"/>
              </a:rPr>
              <a:t>a</a:t>
            </a:r>
            <a:r>
              <a:rPr dirty="0" sz="1700" spc="-2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-300">
                <a:latin typeface="Lucida Sans Unicode"/>
                <a:cs typeface="Lucida Sans Unicode"/>
              </a:rPr>
              <a:t>∗</a:t>
            </a:r>
            <a:r>
              <a:rPr dirty="0" sz="1700" spc="-170">
                <a:latin typeface="Arial"/>
                <a:cs typeface="Arial"/>
              </a:rPr>
              <a:t>M</a:t>
            </a:r>
            <a:r>
              <a:rPr dirty="0" sz="1700" spc="-17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endParaRPr sz="1700">
              <a:latin typeface="Arial"/>
              <a:cs typeface="Arial"/>
            </a:endParaRPr>
          </a:p>
          <a:p>
            <a:pPr marL="441325">
              <a:lnSpc>
                <a:spcPct val="100000"/>
              </a:lnSpc>
              <a:spcBef>
                <a:spcPts val="605"/>
              </a:spcBef>
              <a:tabLst>
                <a:tab pos="742950" algn="l"/>
                <a:tab pos="3627754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60">
                <a:latin typeface="Arial"/>
                <a:cs typeface="Arial"/>
              </a:rPr>
              <a:t>(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-200">
                <a:latin typeface="Lucida Sans Unicode"/>
                <a:cs typeface="Lucida Sans Unicode"/>
              </a:rPr>
              <a:t>∗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0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-180">
                <a:latin typeface="Lucida Sans Unicode"/>
                <a:cs typeface="Lucida Sans Unicode"/>
              </a:rPr>
              <a:t>∗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7226" y="5514644"/>
            <a:ext cx="5351780" cy="1614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414780" indent="-776605">
              <a:lnSpc>
                <a:spcPct val="100000"/>
              </a:lnSpc>
              <a:tabLst>
                <a:tab pos="1414780" algn="l"/>
                <a:tab pos="1717039" algn="l"/>
                <a:tab pos="4810125" algn="l"/>
              </a:tabLst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60">
                <a:latin typeface="Arial"/>
                <a:cs typeface="Arial"/>
              </a:rPr>
              <a:t>(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14">
                <a:latin typeface="Lucida Sans Unicode"/>
                <a:cs typeface="Lucida Sans Unicode"/>
              </a:rPr>
              <a:t> </a:t>
            </a:r>
            <a:r>
              <a:rPr dirty="0" sz="1700" spc="9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-245">
                <a:latin typeface="Lucida Sans Unicode"/>
                <a:cs typeface="Lucida Sans Unicode"/>
              </a:rPr>
              <a:t>∗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0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-180">
                <a:latin typeface="Lucida Sans Unicode"/>
                <a:cs typeface="Lucida Sans Unicode"/>
              </a:rPr>
              <a:t>∗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5">
                <a:latin typeface="Lucida Sans Unicode"/>
                <a:cs typeface="Lucida Sans Unicode"/>
              </a:rPr>
              <a:t> </a:t>
            </a:r>
            <a:r>
              <a:rPr dirty="0" sz="1700" spc="110">
                <a:latin typeface="Arial"/>
                <a:cs typeface="Arial"/>
              </a:rPr>
              <a:t>1]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algn="ctr" marL="737870">
              <a:lnSpc>
                <a:spcPct val="100000"/>
              </a:lnSpc>
              <a:spcBef>
                <a:spcPts val="605"/>
              </a:spcBef>
              <a:tabLst>
                <a:tab pos="1040130" algn="l"/>
                <a:tab pos="3924300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60">
                <a:latin typeface="Arial"/>
                <a:cs typeface="Arial"/>
              </a:rPr>
              <a:t>(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-320">
                <a:latin typeface="Lucida Sans Unicode"/>
                <a:cs typeface="Lucida Sans Unicode"/>
              </a:rPr>
              <a:t>∗</a:t>
            </a:r>
            <a:r>
              <a:rPr dirty="0" sz="1700" spc="-170">
                <a:latin typeface="Arial"/>
                <a:cs typeface="Arial"/>
              </a:rPr>
              <a:t>M</a:t>
            </a:r>
            <a:r>
              <a:rPr dirty="0" sz="1700" spc="-170">
                <a:latin typeface="Arial"/>
                <a:cs typeface="Arial"/>
              </a:rPr>
              <a:t>a</a:t>
            </a:r>
            <a:r>
              <a:rPr dirty="0" sz="1700" spc="-2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-300">
                <a:latin typeface="Lucida Sans Unicode"/>
                <a:cs typeface="Lucida Sans Unicode"/>
              </a:rPr>
              <a:t>∗</a:t>
            </a:r>
            <a:r>
              <a:rPr dirty="0" sz="1700" spc="-170">
                <a:latin typeface="Arial"/>
                <a:cs typeface="Arial"/>
              </a:rPr>
              <a:t>M</a:t>
            </a:r>
            <a:r>
              <a:rPr dirty="0" sz="1700" spc="-17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667385">
              <a:lnSpc>
                <a:spcPct val="100000"/>
              </a:lnSpc>
              <a:spcBef>
                <a:spcPts val="605"/>
              </a:spcBef>
            </a:pP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+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9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2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448040" cy="2369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(5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29908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 i="1">
                <a:latin typeface="Arial"/>
                <a:cs typeface="Arial"/>
              </a:rPr>
              <a:t>M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x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Mi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29">
                <a:latin typeface="Tahoma"/>
                <a:cs typeface="Tahoma"/>
              </a:rPr>
              <a:t>[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29">
                <a:latin typeface="Tahoma"/>
                <a:cs typeface="Tahoma"/>
              </a:rPr>
              <a:t>]</a:t>
            </a:r>
            <a:r>
              <a:rPr dirty="0" sz="2050" spc="-65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29">
                <a:latin typeface="Tahoma"/>
                <a:cs typeface="Tahoma"/>
              </a:rPr>
              <a:t>[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229">
                <a:latin typeface="Tahoma"/>
                <a:cs typeface="Tahoma"/>
              </a:rPr>
              <a:t>]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08990" y="3448913"/>
            <a:ext cx="22542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75">
                <a:latin typeface="Tahoma"/>
                <a:cs typeface="Tahoma"/>
              </a:rPr>
              <a:t>=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58828" y="3375266"/>
            <a:ext cx="2180590" cy="4813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225" marR="5080" indent="-10160">
              <a:lnSpc>
                <a:spcPct val="90500"/>
              </a:lnSpc>
              <a:tabLst>
                <a:tab pos="622300" algn="l"/>
                <a:tab pos="1341755" algn="l"/>
                <a:tab pos="1961514" algn="l"/>
              </a:tabLst>
            </a:pP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spc="145" i="1">
                <a:latin typeface="Trebuchet MS"/>
                <a:cs typeface="Trebuchet MS"/>
              </a:rPr>
              <a:t> </a:t>
            </a:r>
            <a:r>
              <a:rPr dirty="0" sz="1350" spc="-150" i="1">
                <a:latin typeface="Trebuchet MS"/>
                <a:cs typeface="Trebuchet MS"/>
              </a:rPr>
              <a:t> </a:t>
            </a:r>
            <a:r>
              <a:rPr dirty="0" baseline="-21680" sz="3075" spc="112">
                <a:latin typeface="Tahoma"/>
                <a:cs typeface="Tahoma"/>
              </a:rPr>
              <a:t>+</a:t>
            </a:r>
            <a:r>
              <a:rPr dirty="0" baseline="-21680" sz="3075" spc="37">
                <a:latin typeface="Tahoma"/>
                <a:cs typeface="Tahoma"/>
              </a:rPr>
              <a:t> </a:t>
            </a: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spc="345" u="sng">
                <a:latin typeface="Arial"/>
                <a:cs typeface="Arial"/>
              </a:rPr>
              <a:t>−</a:t>
            </a:r>
            <a:r>
              <a:rPr dirty="0" sz="1350" spc="95" u="sng">
                <a:latin typeface="PMingLiU"/>
                <a:cs typeface="PMingLiU"/>
              </a:rPr>
              <a:t>2</a:t>
            </a:r>
            <a:r>
              <a:rPr dirty="0" sz="1350">
                <a:latin typeface="PMingLiU"/>
                <a:cs typeface="PMingLiU"/>
              </a:rPr>
              <a:t> </a:t>
            </a:r>
            <a:r>
              <a:rPr dirty="0" sz="1350" spc="-40">
                <a:latin typeface="PMingLiU"/>
                <a:cs typeface="PMingLiU"/>
              </a:rPr>
              <a:t> </a:t>
            </a:r>
            <a:r>
              <a:rPr dirty="0" baseline="-21680" sz="3075" spc="112">
                <a:latin typeface="Tahoma"/>
                <a:cs typeface="Tahoma"/>
              </a:rPr>
              <a:t>+</a:t>
            </a:r>
            <a:r>
              <a:rPr dirty="0" baseline="-21680" sz="3075" spc="30">
                <a:latin typeface="Tahoma"/>
                <a:cs typeface="Tahoma"/>
              </a:rPr>
              <a:t> </a:t>
            </a: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spc="345" u="sng">
                <a:latin typeface="Arial"/>
                <a:cs typeface="Arial"/>
              </a:rPr>
              <a:t>−</a:t>
            </a:r>
            <a:r>
              <a:rPr dirty="0" sz="1350" spc="95" u="sng">
                <a:latin typeface="PMingLiU"/>
                <a:cs typeface="PMingLiU"/>
              </a:rPr>
              <a:t>2</a:t>
            </a:r>
            <a:r>
              <a:rPr dirty="0" sz="1350">
                <a:latin typeface="PMingLiU"/>
                <a:cs typeface="PMingLiU"/>
              </a:rPr>
              <a:t>	</a:t>
            </a:r>
            <a:r>
              <a:rPr dirty="0" sz="1350" spc="95" u="sng">
                <a:latin typeface="PMingLiU"/>
                <a:cs typeface="PMingLiU"/>
              </a:rPr>
              <a:t>3</a:t>
            </a: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spc="80" i="1">
                <a:latin typeface="Trebuchet MS"/>
                <a:cs typeface="Trebuchet MS"/>
              </a:rPr>
              <a:t> </a:t>
            </a:r>
            <a:r>
              <a:rPr dirty="0" sz="1350" spc="95">
                <a:latin typeface="PMingLiU"/>
                <a:cs typeface="PMingLiU"/>
              </a:rPr>
              <a:t>2</a:t>
            </a:r>
            <a:r>
              <a:rPr dirty="0" sz="1350">
                <a:latin typeface="PMingLiU"/>
                <a:cs typeface="PMingLiU"/>
              </a:rPr>
              <a:t>	</a:t>
            </a:r>
            <a:r>
              <a:rPr dirty="0" sz="1350" spc="95">
                <a:latin typeface="PMingLiU"/>
                <a:cs typeface="PMingLiU"/>
              </a:rPr>
              <a:t>2</a:t>
            </a:r>
            <a:r>
              <a:rPr dirty="0" sz="1350">
                <a:latin typeface="PMingLiU"/>
                <a:cs typeface="PMingLiU"/>
              </a:rPr>
              <a:t>	</a:t>
            </a:r>
            <a:r>
              <a:rPr dirty="0" sz="1350" spc="95">
                <a:latin typeface="PMingLiU"/>
                <a:cs typeface="PMingLiU"/>
              </a:rPr>
              <a:t>2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>
                <a:latin typeface="Times New Roman"/>
                <a:cs typeface="Times New Roman"/>
              </a:rPr>
              <a:t>	</a:t>
            </a:r>
            <a:r>
              <a:rPr dirty="0" sz="1350" spc="100">
                <a:latin typeface="Times New Roman"/>
                <a:cs typeface="Times New Roman"/>
              </a:rPr>
              <a:t> </a:t>
            </a: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0017" y="3448913"/>
            <a:ext cx="8336280" cy="420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  <a:tab pos="6490335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>
                <a:latin typeface="Tahoma"/>
                <a:cs typeface="Tahoma"/>
              </a:rPr>
              <a:t>	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&gt;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2344" y="3823017"/>
            <a:ext cx="5163820" cy="323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63585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56768"/>
            <a:ext cx="8737600" cy="3089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MaxM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1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,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MaxM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in2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MaxM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in3</a:t>
            </a:r>
            <a:endParaRPr sz="2450">
              <a:latin typeface="Arial"/>
              <a:cs typeface="Arial"/>
            </a:endParaRPr>
          </a:p>
          <a:p>
            <a:pPr marL="484505" marR="1033780" indent="-262255">
              <a:lnSpc>
                <a:spcPct val="116599"/>
              </a:lnSpc>
              <a:spcBef>
                <a:spcPts val="187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xMi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xMi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xMi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11530" indent="-262255">
              <a:lnSpc>
                <a:spcPct val="116599"/>
              </a:lnSpc>
              <a:spcBef>
                <a:spcPts val="11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xMi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xMi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xMi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599"/>
              </a:lnSpc>
              <a:spcBef>
                <a:spcPts val="11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xMi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3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xMi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ximo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455500" y="4402956"/>
          <a:ext cx="5784215" cy="859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8927"/>
                <a:gridCol w="1574812"/>
                <a:gridCol w="1268958"/>
                <a:gridCol w="1548320"/>
              </a:tblGrid>
              <a:tr h="429755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Os</a:t>
                      </a:r>
                      <a:r>
                        <a:rPr dirty="0" sz="18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tr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ês</a:t>
                      </a:r>
                      <a:endParaRPr sz="18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algo</a:t>
                      </a:r>
                      <a:r>
                        <a:rPr dirty="0" sz="1850" spc="2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mos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i="1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1850" spc="-31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latin typeface="PMingLiU"/>
                          <a:cs typeface="PMingLiU"/>
                        </a:rPr>
                        <a:t>(</a:t>
                      </a:r>
                      <a:r>
                        <a:rPr dirty="0" sz="18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850">
                          <a:latin typeface="PMingLiU"/>
                          <a:cs typeface="PMingLiU"/>
                        </a:rPr>
                        <a:t>)</a:t>
                      </a:r>
                      <a:endParaRPr sz="1850">
                        <a:latin typeface="PMingLiU"/>
                        <a:cs typeface="PMingLiU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2109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Melhor</a:t>
                      </a:r>
                      <a:r>
                        <a:rPr dirty="0" sz="18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Pior</a:t>
                      </a:r>
                      <a:r>
                        <a:rPr dirty="0" sz="185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50" spc="-5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85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médio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455500" y="5306257"/>
          <a:ext cx="5784215" cy="1298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8927"/>
                <a:gridCol w="1574812"/>
                <a:gridCol w="1268958"/>
                <a:gridCol w="1548320"/>
              </a:tblGrid>
              <a:tr h="429768"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Ma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Min1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5">
                          <a:latin typeface="PMingLiU"/>
                          <a:cs typeface="PMingLiU"/>
                        </a:rPr>
                        <a:t>2</a:t>
                      </a:r>
                      <a:r>
                        <a:rPr dirty="0" sz="1850">
                          <a:latin typeface="PMingLiU"/>
                          <a:cs typeface="PMingLiU"/>
                        </a:rPr>
                        <a:t>(</a:t>
                      </a:r>
                      <a:r>
                        <a:rPr dirty="0" sz="18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850" spc="-10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850" spc="-16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850" spc="-5">
                          <a:latin typeface="PMingLiU"/>
                          <a:cs typeface="PMingLiU"/>
                        </a:rPr>
                        <a:t>1</a:t>
                      </a:r>
                      <a:r>
                        <a:rPr dirty="0" sz="1850">
                          <a:latin typeface="PMingLiU"/>
                          <a:cs typeface="PMingLiU"/>
                        </a:rPr>
                        <a:t>)</a:t>
                      </a:r>
                      <a:endParaRPr sz="1850">
                        <a:latin typeface="PMingLiU"/>
                        <a:cs typeface="PMingLiU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5">
                          <a:latin typeface="PMingLiU"/>
                          <a:cs typeface="PMingLiU"/>
                        </a:rPr>
                        <a:t>2</a:t>
                      </a:r>
                      <a:r>
                        <a:rPr dirty="0" sz="1850">
                          <a:latin typeface="PMingLiU"/>
                          <a:cs typeface="PMingLiU"/>
                        </a:rPr>
                        <a:t>(</a:t>
                      </a:r>
                      <a:r>
                        <a:rPr dirty="0" sz="18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850" spc="-10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850" spc="-16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850" spc="-5">
                          <a:latin typeface="PMingLiU"/>
                          <a:cs typeface="PMingLiU"/>
                        </a:rPr>
                        <a:t>1</a:t>
                      </a:r>
                      <a:r>
                        <a:rPr dirty="0" sz="1850">
                          <a:latin typeface="PMingLiU"/>
                          <a:cs typeface="PMingLiU"/>
                        </a:rPr>
                        <a:t>)</a:t>
                      </a:r>
                      <a:endParaRPr sz="1850">
                        <a:latin typeface="PMingLiU"/>
                        <a:cs typeface="PMingLiU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5">
                          <a:latin typeface="PMingLiU"/>
                          <a:cs typeface="PMingLiU"/>
                        </a:rPr>
                        <a:t>2</a:t>
                      </a:r>
                      <a:r>
                        <a:rPr dirty="0" sz="1850">
                          <a:latin typeface="PMingLiU"/>
                          <a:cs typeface="PMingLiU"/>
                        </a:rPr>
                        <a:t>(</a:t>
                      </a:r>
                      <a:r>
                        <a:rPr dirty="0" sz="18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850" spc="-10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850" spc="-16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850" spc="-5">
                          <a:latin typeface="PMingLiU"/>
                          <a:cs typeface="PMingLiU"/>
                        </a:rPr>
                        <a:t>1</a:t>
                      </a:r>
                      <a:r>
                        <a:rPr dirty="0" sz="1850">
                          <a:latin typeface="PMingLiU"/>
                          <a:cs typeface="PMingLiU"/>
                        </a:rPr>
                        <a:t>)</a:t>
                      </a:r>
                      <a:endParaRPr sz="1850">
                        <a:latin typeface="PMingLiU"/>
                        <a:cs typeface="PMingLiU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Ma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Min2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850" spc="-9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850" spc="-16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850">
                          <a:latin typeface="PMingLiU"/>
                          <a:cs typeface="PMingLiU"/>
                        </a:rPr>
                        <a:t>1</a:t>
                      </a:r>
                      <a:endParaRPr sz="1850">
                        <a:latin typeface="PMingLiU"/>
                        <a:cs typeface="PMingLiU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5">
                          <a:latin typeface="PMingLiU"/>
                          <a:cs typeface="PMingLiU"/>
                        </a:rPr>
                        <a:t>2</a:t>
                      </a:r>
                      <a:r>
                        <a:rPr dirty="0" sz="1850">
                          <a:latin typeface="PMingLiU"/>
                          <a:cs typeface="PMingLiU"/>
                        </a:rPr>
                        <a:t>(</a:t>
                      </a:r>
                      <a:r>
                        <a:rPr dirty="0" sz="18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850" spc="-10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850" spc="-16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850" spc="-5">
                          <a:latin typeface="PMingLiU"/>
                          <a:cs typeface="PMingLiU"/>
                        </a:rPr>
                        <a:t>1</a:t>
                      </a:r>
                      <a:r>
                        <a:rPr dirty="0" sz="1850">
                          <a:latin typeface="PMingLiU"/>
                          <a:cs typeface="PMingLiU"/>
                        </a:rPr>
                        <a:t>)</a:t>
                      </a:r>
                      <a:endParaRPr sz="1850">
                        <a:latin typeface="PMingLiU"/>
                        <a:cs typeface="PMingLiU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5">
                          <a:latin typeface="PMingLiU"/>
                          <a:cs typeface="PMingLiU"/>
                        </a:rPr>
                        <a:t>3</a:t>
                      </a:r>
                      <a:r>
                        <a:rPr dirty="0" sz="18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850" spc="-5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850">
                          <a:latin typeface="PMingLiU"/>
                          <a:cs typeface="PMingLiU"/>
                        </a:rPr>
                        <a:t>2</a:t>
                      </a:r>
                      <a:r>
                        <a:rPr dirty="0" sz="1850" spc="-6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850" spc="-16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850" spc="-5">
                          <a:latin typeface="PMingLiU"/>
                          <a:cs typeface="PMingLiU"/>
                        </a:rPr>
                        <a:t>3</a:t>
                      </a:r>
                      <a:r>
                        <a:rPr dirty="0" sz="1850" spc="-5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850">
                          <a:latin typeface="PMingLiU"/>
                          <a:cs typeface="PMingLiU"/>
                        </a:rPr>
                        <a:t>2</a:t>
                      </a:r>
                      <a:endParaRPr sz="1850">
                        <a:latin typeface="PMingLiU"/>
                        <a:cs typeface="PMingLiU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Ma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Min3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5">
                          <a:latin typeface="PMingLiU"/>
                          <a:cs typeface="PMingLiU"/>
                        </a:rPr>
                        <a:t>3</a:t>
                      </a:r>
                      <a:r>
                        <a:rPr dirty="0" sz="18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850" spc="-5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850">
                          <a:latin typeface="PMingLiU"/>
                          <a:cs typeface="PMingLiU"/>
                        </a:rPr>
                        <a:t>2</a:t>
                      </a:r>
                      <a:r>
                        <a:rPr dirty="0" sz="1850" spc="-6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850" spc="-16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850">
                          <a:latin typeface="PMingLiU"/>
                          <a:cs typeface="PMingLiU"/>
                        </a:rPr>
                        <a:t>2</a:t>
                      </a:r>
                      <a:endParaRPr sz="1850">
                        <a:latin typeface="PMingLiU"/>
                        <a:cs typeface="PMingLiU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5">
                          <a:latin typeface="PMingLiU"/>
                          <a:cs typeface="PMingLiU"/>
                        </a:rPr>
                        <a:t>3</a:t>
                      </a:r>
                      <a:r>
                        <a:rPr dirty="0" sz="18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850" spc="-5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850">
                          <a:latin typeface="PMingLiU"/>
                          <a:cs typeface="PMingLiU"/>
                        </a:rPr>
                        <a:t>2</a:t>
                      </a:r>
                      <a:r>
                        <a:rPr dirty="0" sz="1850" spc="-6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850" spc="-16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850">
                          <a:latin typeface="PMingLiU"/>
                          <a:cs typeface="PMingLiU"/>
                        </a:rPr>
                        <a:t>2</a:t>
                      </a:r>
                      <a:endParaRPr sz="1850">
                        <a:latin typeface="PMingLiU"/>
                        <a:cs typeface="PMingLiU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5">
                          <a:latin typeface="PMingLiU"/>
                          <a:cs typeface="PMingLiU"/>
                        </a:rPr>
                        <a:t>3</a:t>
                      </a:r>
                      <a:r>
                        <a:rPr dirty="0" sz="18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850" spc="-5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850">
                          <a:latin typeface="PMingLiU"/>
                          <a:cs typeface="PMingLiU"/>
                        </a:rPr>
                        <a:t>2</a:t>
                      </a:r>
                      <a:r>
                        <a:rPr dirty="0" sz="1850" spc="-6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850" spc="-16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850">
                          <a:latin typeface="PMingLiU"/>
                          <a:cs typeface="PMingLiU"/>
                        </a:rPr>
                        <a:t>2</a:t>
                      </a:r>
                      <a:endParaRPr sz="1850">
                        <a:latin typeface="PMingLiU"/>
                        <a:cs typeface="PMingLiU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5506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Limi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rác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xMin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?</a:t>
            </a:r>
            <a:endParaRPr sz="2050">
              <a:latin typeface="Arial"/>
              <a:cs typeface="Arial"/>
            </a:endParaRPr>
          </a:p>
          <a:p>
            <a:pPr marL="484505" marR="15494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spc="-20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5019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xim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xima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606155" cy="6349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rác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12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0">
                <a:latin typeface="Lucida Sans Unicode"/>
                <a:cs typeface="Lucida Sans Unicode"/>
              </a:rPr>
              <a:t>⌈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170">
                <a:latin typeface="Lucida Sans Unicode"/>
                <a:cs typeface="Lucida Sans Unicode"/>
              </a:rPr>
              <a:t>⌉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7112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 b="1">
                <a:latin typeface="Arial"/>
                <a:cs typeface="Arial"/>
              </a:rPr>
              <a:t>P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spc="-40" b="1">
                <a:latin typeface="Arial"/>
                <a:cs typeface="Arial"/>
              </a:rPr>
              <a:t>o</a:t>
            </a:r>
            <a:r>
              <a:rPr dirty="0" sz="2050" spc="-4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–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mir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4</a:t>
            </a:r>
            <a:r>
              <a:rPr dirty="0" sz="2050">
                <a:latin typeface="Arial"/>
                <a:cs typeface="Arial"/>
              </a:rPr>
              <a:t>–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95" i="1">
                <a:latin typeface="Arial"/>
                <a:cs typeface="Arial"/>
              </a:rPr>
              <a:t>d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-80" i="1">
                <a:latin typeface="Arial"/>
                <a:cs typeface="Arial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s;</a:t>
            </a:r>
            <a:endParaRPr sz="2050">
              <a:latin typeface="Arial"/>
              <a:cs typeface="Arial"/>
            </a:endParaRPr>
          </a:p>
          <a:p>
            <a:pPr lvl="1" marL="852169" marR="866775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sz="2050" spc="-285" i="1">
                <a:latin typeface="Arial"/>
                <a:cs typeface="Arial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s;</a:t>
            </a:r>
            <a:endParaRPr sz="2050">
              <a:latin typeface="Arial"/>
              <a:cs typeface="Arial"/>
            </a:endParaRPr>
          </a:p>
          <a:p>
            <a:pPr lvl="1" marL="852169" marR="865505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160" i="1">
                <a:latin typeface="Arial"/>
                <a:cs typeface="Arial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s;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95" i="1">
                <a:latin typeface="Arial"/>
                <a:cs typeface="Arial"/>
              </a:rPr>
              <a:t>d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737600" cy="59048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rác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603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95" i="1">
                <a:latin typeface="Arial"/>
                <a:cs typeface="Arial"/>
              </a:rPr>
              <a:t>d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ix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-23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31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sz="2050" spc="-235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30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235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30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95" i="1">
                <a:latin typeface="Arial"/>
                <a:cs typeface="Arial"/>
              </a:rPr>
              <a:t>d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105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-35">
                <a:latin typeface="Arial"/>
                <a:cs typeface="Arial"/>
              </a:rPr>
              <a:t> 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105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3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3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35">
                <a:latin typeface="Arial"/>
                <a:cs typeface="Arial"/>
              </a:rPr>
              <a:t> 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-3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3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s)</a:t>
            </a:r>
            <a:endParaRPr sz="2050">
              <a:latin typeface="Arial"/>
              <a:cs typeface="Arial"/>
            </a:endParaRPr>
          </a:p>
          <a:p>
            <a:pPr marL="589280">
              <a:lnSpc>
                <a:spcPct val="100000"/>
              </a:lnSpc>
              <a:spcBef>
                <a:spcPts val="940"/>
              </a:spcBef>
              <a:tabLst>
                <a:tab pos="852169" algn="l"/>
              </a:tabLst>
            </a:pPr>
            <a:r>
              <a:rPr dirty="0" sz="2050" spc="5" b="1">
                <a:latin typeface="Times New Roman"/>
                <a:cs typeface="Times New Roman"/>
              </a:rPr>
              <a:t>–</a:t>
            </a:r>
            <a:r>
              <a:rPr dirty="0" sz="2050" spc="5" b="1">
                <a:latin typeface="Times New Roman"/>
                <a:cs typeface="Times New Roman"/>
              </a:rPr>
              <a:t>	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95" i="1">
                <a:latin typeface="Arial"/>
                <a:cs typeface="Arial"/>
              </a:rPr>
              <a:t>d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95" i="1">
                <a:latin typeface="Arial"/>
                <a:cs typeface="Arial"/>
              </a:rPr>
              <a:t>d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95" i="1">
                <a:latin typeface="Arial"/>
                <a:cs typeface="Arial"/>
              </a:rPr>
              <a:t>d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endParaRPr sz="2050">
              <a:latin typeface="Tahoma"/>
              <a:cs typeface="Tahoma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dirty="0" sz="2050">
                <a:latin typeface="Arial"/>
                <a:cs typeface="Arial"/>
              </a:rPr>
              <a:t>(u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)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95" i="1">
                <a:latin typeface="Arial"/>
                <a:cs typeface="Arial"/>
              </a:rPr>
              <a:t>d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s)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95" i="1">
                <a:latin typeface="Arial"/>
                <a:cs typeface="Arial"/>
              </a:rPr>
              <a:t>d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s)</a:t>
            </a:r>
            <a:endParaRPr sz="2050">
              <a:latin typeface="Arial"/>
              <a:cs typeface="Arial"/>
            </a:endParaRPr>
          </a:p>
          <a:p>
            <a:pPr lvl="1" marL="852169" marR="826135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607060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0">
                <a:latin typeface="Lucida Sans Unicode"/>
                <a:cs typeface="Lucida Sans Unicode"/>
              </a:rPr>
              <a:t>⌈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170">
                <a:latin typeface="Lucida Sans Unicode"/>
                <a:cs typeface="Lucida Sans Unicode"/>
              </a:rPr>
              <a:t>⌉</a:t>
            </a:r>
            <a:r>
              <a:rPr dirty="0" sz="2050" spc="-105">
                <a:latin typeface="Lucida Sans Unicode"/>
                <a:cs typeface="Lucida Sans Unicode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1475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025"/>
            <a:ext cx="8703310" cy="57937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rác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sz="1950">
              <a:latin typeface="Times New Roman"/>
              <a:cs typeface="Times New Roman"/>
            </a:endParaRPr>
          </a:p>
          <a:p>
            <a:pPr algn="just" marL="484505" marR="5080" indent="-262255">
              <a:lnSpc>
                <a:spcPct val="1196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zir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0">
                <a:latin typeface="Lucida Sans Unicode"/>
                <a:cs typeface="Lucida Sans Unicode"/>
              </a:rPr>
              <a:t>⌈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170">
                <a:latin typeface="Lucida Sans Unicode"/>
                <a:cs typeface="Lucida Sans Unicode"/>
              </a:rPr>
              <a:t>⌉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65">
                <a:latin typeface="Tahoma"/>
                <a:cs typeface="Tahoma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70">
                <a:latin typeface="Lucida Sans Unicode"/>
                <a:cs typeface="Lucida Sans Unicode"/>
              </a:rPr>
              <a:t>⌈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170">
                <a:latin typeface="Lucida Sans Unicode"/>
                <a:cs typeface="Lucida Sans Unicode"/>
              </a:rPr>
              <a:t>⌉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 spc="-5">
                <a:latin typeface="Tahoma"/>
                <a:cs typeface="Tahoma"/>
              </a:rPr>
              <a:t>)</a:t>
            </a:r>
            <a:endParaRPr sz="2050">
              <a:latin typeface="Tahoma"/>
              <a:cs typeface="Tahoma"/>
            </a:endParaRPr>
          </a:p>
          <a:p>
            <a:pPr marL="484505">
              <a:lnSpc>
                <a:spcPct val="100000"/>
              </a:lnSpc>
              <a:spcBef>
                <a:spcPts val="480"/>
              </a:spcBef>
            </a:pP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"/>
              </a:spcBef>
            </a:pPr>
            <a:endParaRPr sz="2050">
              <a:latin typeface="Times New Roman"/>
              <a:cs typeface="Times New Roman"/>
            </a:endParaRPr>
          </a:p>
          <a:p>
            <a:pPr marL="2090420">
              <a:lnSpc>
                <a:spcPct val="100000"/>
              </a:lnSpc>
            </a:pPr>
            <a:r>
              <a:rPr dirty="0" sz="2050" spc="-170">
                <a:latin typeface="Lucida Sans Unicode"/>
                <a:cs typeface="Lucida Sans Unicode"/>
              </a:rPr>
              <a:t>⌈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170">
                <a:latin typeface="Lucida Sans Unicode"/>
                <a:cs typeface="Lucida Sans Unicode"/>
              </a:rPr>
              <a:t>⌉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70">
                <a:latin typeface="Lucida Sans Unicode"/>
                <a:cs typeface="Lucida Sans Unicode"/>
              </a:rPr>
              <a:t>⌈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170">
                <a:latin typeface="Lucida Sans Unicode"/>
                <a:cs typeface="Lucida Sans Unicode"/>
              </a:rPr>
              <a:t>⌉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70">
                <a:latin typeface="Lucida Sans Unicode"/>
                <a:cs typeface="Lucida Sans Unicode"/>
              </a:rPr>
              <a:t>⌈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170">
                <a:latin typeface="Lucida Sans Unicode"/>
                <a:cs typeface="Lucida Sans Unicode"/>
              </a:rPr>
              <a:t>⌉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70">
                <a:latin typeface="Lucida Sans Unicode"/>
                <a:cs typeface="Lucida Sans Unicode"/>
              </a:rPr>
              <a:t>⌈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170">
                <a:latin typeface="Lucida Sans Unicode"/>
                <a:cs typeface="Lucida Sans Unicode"/>
              </a:rPr>
              <a:t>⌉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endParaRPr sz="2050">
              <a:latin typeface="Tahoma"/>
              <a:cs typeface="Tahoma"/>
            </a:endParaRPr>
          </a:p>
          <a:p>
            <a:pPr marL="484505">
              <a:lnSpc>
                <a:spcPct val="100000"/>
              </a:lnSpc>
              <a:spcBef>
                <a:spcPts val="2355"/>
              </a:spcBef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280">
                <a:latin typeface="Segoe UI Symbol"/>
                <a:cs typeface="Segoe UI Symbol"/>
              </a:rPr>
              <a:t>✷</a:t>
            </a:r>
            <a:endParaRPr sz="2050">
              <a:latin typeface="Segoe UI Symbol"/>
              <a:cs typeface="Segoe UI Symbol"/>
            </a:endParaRPr>
          </a:p>
          <a:p>
            <a:pPr marL="484505" marR="419100" indent="-262255">
              <a:lnSpc>
                <a:spcPct val="119600"/>
              </a:lnSpc>
              <a:spcBef>
                <a:spcPts val="13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xMi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ó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570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Compo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ó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227329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â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254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h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g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10" b="1">
                <a:latin typeface="Arial"/>
                <a:cs typeface="Arial"/>
              </a:rPr>
              <a:t>mo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lise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õ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fun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gr</a:t>
            </a:r>
            <a:r>
              <a:rPr dirty="0" sz="2050">
                <a:latin typeface="Arial"/>
                <a:cs typeface="Arial"/>
              </a:rPr>
              <a:t>ande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)</a:t>
            </a:r>
            <a:endParaRPr sz="2050">
              <a:latin typeface="Arial"/>
              <a:cs typeface="Arial"/>
            </a:endParaRPr>
          </a:p>
          <a:p>
            <a:pPr marL="484505" marR="12807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02345" cy="37515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Domin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ó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0894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lise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555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×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46436" y="4905235"/>
            <a:ext cx="604520" cy="6870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 i="1">
                <a:latin typeface="Times New Roman"/>
                <a:cs typeface="Times New Roman"/>
              </a:rPr>
              <a:t>c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 spc="-5" i="1">
                <a:latin typeface="Times New Roman"/>
                <a:cs typeface="Times New Roman"/>
              </a:rPr>
              <a:t>f</a:t>
            </a:r>
            <a:r>
              <a:rPr dirty="0" sz="1800" spc="-35" i="1">
                <a:latin typeface="Times New Roman"/>
                <a:cs typeface="Times New Roman"/>
              </a:rPr>
              <a:t> </a:t>
            </a:r>
            <a:r>
              <a:rPr dirty="0" baseline="3086" sz="2700" spc="-7">
                <a:latin typeface="Times New Roman"/>
                <a:cs typeface="Times New Roman"/>
              </a:rPr>
              <a:t>(</a:t>
            </a:r>
            <a:r>
              <a:rPr dirty="0" baseline="3086" sz="2700" spc="-367">
                <a:latin typeface="Times New Roman"/>
                <a:cs typeface="Times New Roman"/>
              </a:rPr>
              <a:t> </a:t>
            </a:r>
            <a:r>
              <a:rPr dirty="0" sz="1800" spc="-5" i="1">
                <a:latin typeface="Times New Roman"/>
                <a:cs typeface="Times New Roman"/>
              </a:rPr>
              <a:t>n</a:t>
            </a:r>
            <a:r>
              <a:rPr dirty="0" sz="1800" spc="-210" i="1">
                <a:latin typeface="Times New Roman"/>
                <a:cs typeface="Times New Roman"/>
              </a:rPr>
              <a:t> </a:t>
            </a:r>
            <a:r>
              <a:rPr dirty="0" baseline="3086" sz="2700" spc="-7">
                <a:latin typeface="Times New Roman"/>
                <a:cs typeface="Times New Roman"/>
              </a:rPr>
              <a:t>)</a:t>
            </a:r>
            <a:endParaRPr baseline="3086" sz="2700">
              <a:latin typeface="Times New Roman"/>
              <a:cs typeface="Times New Roman"/>
            </a:endParaRPr>
          </a:p>
          <a:p>
            <a:pPr marL="19050">
              <a:lnSpc>
                <a:spcPct val="100000"/>
              </a:lnSpc>
              <a:spcBef>
                <a:spcPts val="680"/>
              </a:spcBef>
            </a:pPr>
            <a:r>
              <a:rPr dirty="0" baseline="-9259" sz="2700" spc="-7" i="1">
                <a:latin typeface="Times New Roman"/>
                <a:cs typeface="Times New Roman"/>
              </a:rPr>
              <a:t>g</a:t>
            </a:r>
            <a:r>
              <a:rPr dirty="0" baseline="-9259" sz="2700" spc="-390" i="1">
                <a:latin typeface="Times New Roman"/>
                <a:cs typeface="Times New Roman"/>
              </a:rPr>
              <a:t> </a:t>
            </a:r>
            <a:r>
              <a:rPr dirty="0" baseline="3086" sz="2700" spc="-7">
                <a:latin typeface="Times New Roman"/>
                <a:cs typeface="Times New Roman"/>
              </a:rPr>
              <a:t>(</a:t>
            </a:r>
            <a:r>
              <a:rPr dirty="0" baseline="3086" sz="2700" spc="-367">
                <a:latin typeface="Times New Roman"/>
                <a:cs typeface="Times New Roman"/>
              </a:rPr>
              <a:t> </a:t>
            </a:r>
            <a:r>
              <a:rPr dirty="0" sz="1800" spc="-5" i="1">
                <a:latin typeface="Times New Roman"/>
                <a:cs typeface="Times New Roman"/>
              </a:rPr>
              <a:t>n</a:t>
            </a:r>
            <a:r>
              <a:rPr dirty="0" sz="1800" spc="-210" i="1">
                <a:latin typeface="Times New Roman"/>
                <a:cs typeface="Times New Roman"/>
              </a:rPr>
              <a:t> </a:t>
            </a:r>
            <a:r>
              <a:rPr dirty="0" baseline="3086" sz="2700" spc="-7">
                <a:latin typeface="Times New Roman"/>
                <a:cs typeface="Times New Roman"/>
              </a:rPr>
              <a:t>)</a:t>
            </a:r>
            <a:endParaRPr baseline="3086" sz="2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46492" y="6466433"/>
            <a:ext cx="3027680" cy="0"/>
          </a:xfrm>
          <a:custGeom>
            <a:avLst/>
            <a:gdLst/>
            <a:ahLst/>
            <a:cxnLst/>
            <a:rect l="l" t="t" r="r" b="b"/>
            <a:pathLst>
              <a:path w="3027679" h="0">
                <a:moveTo>
                  <a:pt x="0" y="0"/>
                </a:moveTo>
                <a:lnTo>
                  <a:pt x="3027349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17645" y="6424955"/>
            <a:ext cx="156210" cy="83185"/>
          </a:xfrm>
          <a:custGeom>
            <a:avLst/>
            <a:gdLst/>
            <a:ahLst/>
            <a:cxnLst/>
            <a:rect l="l" t="t" r="r" b="b"/>
            <a:pathLst>
              <a:path w="156210" h="83184">
                <a:moveTo>
                  <a:pt x="156197" y="41478"/>
                </a:moveTo>
                <a:lnTo>
                  <a:pt x="0" y="0"/>
                </a:lnTo>
                <a:lnTo>
                  <a:pt x="31788" y="41478"/>
                </a:lnTo>
                <a:lnTo>
                  <a:pt x="31788" y="74504"/>
                </a:lnTo>
                <a:lnTo>
                  <a:pt x="156197" y="41478"/>
                </a:lnTo>
                <a:close/>
              </a:path>
              <a:path w="156210" h="83184">
                <a:moveTo>
                  <a:pt x="31788" y="74504"/>
                </a:moveTo>
                <a:lnTo>
                  <a:pt x="31788" y="41478"/>
                </a:lnTo>
                <a:lnTo>
                  <a:pt x="0" y="82943"/>
                </a:lnTo>
                <a:lnTo>
                  <a:pt x="31788" y="745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17645" y="6424955"/>
            <a:ext cx="156210" cy="83185"/>
          </a:xfrm>
          <a:custGeom>
            <a:avLst/>
            <a:gdLst/>
            <a:ahLst/>
            <a:cxnLst/>
            <a:rect l="l" t="t" r="r" b="b"/>
            <a:pathLst>
              <a:path w="156210" h="83184">
                <a:moveTo>
                  <a:pt x="0" y="82943"/>
                </a:moveTo>
                <a:lnTo>
                  <a:pt x="156197" y="41478"/>
                </a:lnTo>
                <a:lnTo>
                  <a:pt x="0" y="0"/>
                </a:lnTo>
                <a:lnTo>
                  <a:pt x="31788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892960" y="5657748"/>
            <a:ext cx="0" cy="808990"/>
          </a:xfrm>
          <a:custGeom>
            <a:avLst/>
            <a:gdLst/>
            <a:ahLst/>
            <a:cxnLst/>
            <a:rect l="l" t="t" r="r" b="b"/>
            <a:pathLst>
              <a:path w="0" h="808989">
                <a:moveTo>
                  <a:pt x="0" y="0"/>
                </a:moveTo>
                <a:lnTo>
                  <a:pt x="0" y="808685"/>
                </a:lnTo>
              </a:path>
            </a:pathLst>
          </a:custGeom>
          <a:ln w="10367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46492" y="5056428"/>
            <a:ext cx="0" cy="154940"/>
          </a:xfrm>
          <a:custGeom>
            <a:avLst/>
            <a:gdLst/>
            <a:ahLst/>
            <a:cxnLst/>
            <a:rect l="l" t="t" r="r" b="b"/>
            <a:pathLst>
              <a:path w="0" h="154939">
                <a:moveTo>
                  <a:pt x="0" y="0"/>
                </a:moveTo>
                <a:lnTo>
                  <a:pt x="0" y="154825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05019" y="5056428"/>
            <a:ext cx="83185" cy="154940"/>
          </a:xfrm>
          <a:custGeom>
            <a:avLst/>
            <a:gdLst/>
            <a:ahLst/>
            <a:cxnLst/>
            <a:rect l="l" t="t" r="r" b="b"/>
            <a:pathLst>
              <a:path w="83184" h="154939">
                <a:moveTo>
                  <a:pt x="82941" y="154825"/>
                </a:moveTo>
                <a:lnTo>
                  <a:pt x="41473" y="0"/>
                </a:lnTo>
                <a:lnTo>
                  <a:pt x="0" y="154825"/>
                </a:lnTo>
                <a:lnTo>
                  <a:pt x="41473" y="124409"/>
                </a:lnTo>
                <a:lnTo>
                  <a:pt x="82941" y="1548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05019" y="5056428"/>
            <a:ext cx="83185" cy="154940"/>
          </a:xfrm>
          <a:custGeom>
            <a:avLst/>
            <a:gdLst/>
            <a:ahLst/>
            <a:cxnLst/>
            <a:rect l="l" t="t" r="r" b="b"/>
            <a:pathLst>
              <a:path w="83184" h="154939">
                <a:moveTo>
                  <a:pt x="82941" y="154825"/>
                </a:moveTo>
                <a:lnTo>
                  <a:pt x="41473" y="0"/>
                </a:lnTo>
                <a:lnTo>
                  <a:pt x="0" y="154825"/>
                </a:lnTo>
                <a:lnTo>
                  <a:pt x="41473" y="124409"/>
                </a:lnTo>
                <a:lnTo>
                  <a:pt x="82941" y="1548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46492" y="5471134"/>
            <a:ext cx="2488565" cy="497840"/>
          </a:xfrm>
          <a:custGeom>
            <a:avLst/>
            <a:gdLst/>
            <a:ahLst/>
            <a:cxnLst/>
            <a:rect l="l" t="t" r="r" b="b"/>
            <a:pathLst>
              <a:path w="2488565" h="497839">
                <a:moveTo>
                  <a:pt x="0" y="497649"/>
                </a:moveTo>
                <a:lnTo>
                  <a:pt x="9673" y="497649"/>
                </a:lnTo>
                <a:lnTo>
                  <a:pt x="27642" y="496265"/>
                </a:lnTo>
                <a:lnTo>
                  <a:pt x="51142" y="493496"/>
                </a:lnTo>
                <a:lnTo>
                  <a:pt x="77410" y="490740"/>
                </a:lnTo>
                <a:lnTo>
                  <a:pt x="123026" y="481063"/>
                </a:lnTo>
                <a:lnTo>
                  <a:pt x="165874" y="456184"/>
                </a:lnTo>
                <a:lnTo>
                  <a:pt x="192151" y="420243"/>
                </a:lnTo>
                <a:lnTo>
                  <a:pt x="208737" y="388442"/>
                </a:lnTo>
                <a:lnTo>
                  <a:pt x="218414" y="370471"/>
                </a:lnTo>
                <a:lnTo>
                  <a:pt x="226707" y="352501"/>
                </a:lnTo>
                <a:lnTo>
                  <a:pt x="235000" y="334530"/>
                </a:lnTo>
                <a:lnTo>
                  <a:pt x="243293" y="316560"/>
                </a:lnTo>
                <a:lnTo>
                  <a:pt x="251587" y="299974"/>
                </a:lnTo>
                <a:lnTo>
                  <a:pt x="259880" y="284759"/>
                </a:lnTo>
                <a:lnTo>
                  <a:pt x="269557" y="269557"/>
                </a:lnTo>
                <a:lnTo>
                  <a:pt x="276466" y="258495"/>
                </a:lnTo>
                <a:lnTo>
                  <a:pt x="304114" y="229476"/>
                </a:lnTo>
                <a:lnTo>
                  <a:pt x="345579" y="203200"/>
                </a:lnTo>
                <a:lnTo>
                  <a:pt x="381520" y="187998"/>
                </a:lnTo>
                <a:lnTo>
                  <a:pt x="424383" y="176936"/>
                </a:lnTo>
                <a:lnTo>
                  <a:pt x="472757" y="170027"/>
                </a:lnTo>
                <a:lnTo>
                  <a:pt x="529437" y="165887"/>
                </a:lnTo>
                <a:lnTo>
                  <a:pt x="583349" y="165887"/>
                </a:lnTo>
                <a:lnTo>
                  <a:pt x="609612" y="167259"/>
                </a:lnTo>
                <a:lnTo>
                  <a:pt x="637260" y="167259"/>
                </a:lnTo>
                <a:lnTo>
                  <a:pt x="666292" y="168643"/>
                </a:lnTo>
                <a:lnTo>
                  <a:pt x="696709" y="171411"/>
                </a:lnTo>
                <a:lnTo>
                  <a:pt x="729881" y="172796"/>
                </a:lnTo>
                <a:lnTo>
                  <a:pt x="763054" y="175552"/>
                </a:lnTo>
                <a:lnTo>
                  <a:pt x="798995" y="178320"/>
                </a:lnTo>
                <a:lnTo>
                  <a:pt x="836320" y="181089"/>
                </a:lnTo>
                <a:lnTo>
                  <a:pt x="875030" y="185242"/>
                </a:lnTo>
                <a:lnTo>
                  <a:pt x="915111" y="187998"/>
                </a:lnTo>
                <a:lnTo>
                  <a:pt x="955205" y="190766"/>
                </a:lnTo>
                <a:lnTo>
                  <a:pt x="995299" y="194906"/>
                </a:lnTo>
                <a:lnTo>
                  <a:pt x="1035380" y="197675"/>
                </a:lnTo>
                <a:lnTo>
                  <a:pt x="1075461" y="201828"/>
                </a:lnTo>
                <a:lnTo>
                  <a:pt x="1115555" y="204584"/>
                </a:lnTo>
                <a:lnTo>
                  <a:pt x="1154264" y="207352"/>
                </a:lnTo>
                <a:lnTo>
                  <a:pt x="1192961" y="210121"/>
                </a:lnTo>
                <a:lnTo>
                  <a:pt x="1230287" y="212890"/>
                </a:lnTo>
                <a:lnTo>
                  <a:pt x="1266240" y="214261"/>
                </a:lnTo>
                <a:lnTo>
                  <a:pt x="1302181" y="215646"/>
                </a:lnTo>
                <a:lnTo>
                  <a:pt x="1338110" y="218414"/>
                </a:lnTo>
                <a:lnTo>
                  <a:pt x="1372679" y="218414"/>
                </a:lnTo>
                <a:lnTo>
                  <a:pt x="1407236" y="219798"/>
                </a:lnTo>
                <a:lnTo>
                  <a:pt x="1548231" y="219798"/>
                </a:lnTo>
                <a:lnTo>
                  <a:pt x="1584172" y="218414"/>
                </a:lnTo>
                <a:lnTo>
                  <a:pt x="1621497" y="217030"/>
                </a:lnTo>
                <a:lnTo>
                  <a:pt x="1657438" y="215646"/>
                </a:lnTo>
                <a:lnTo>
                  <a:pt x="1693379" y="212890"/>
                </a:lnTo>
                <a:lnTo>
                  <a:pt x="1729320" y="210121"/>
                </a:lnTo>
                <a:lnTo>
                  <a:pt x="1763877" y="207352"/>
                </a:lnTo>
                <a:lnTo>
                  <a:pt x="1798434" y="204584"/>
                </a:lnTo>
                <a:lnTo>
                  <a:pt x="1863407" y="197675"/>
                </a:lnTo>
                <a:lnTo>
                  <a:pt x="1924227" y="189382"/>
                </a:lnTo>
                <a:lnTo>
                  <a:pt x="1978139" y="181089"/>
                </a:lnTo>
                <a:lnTo>
                  <a:pt x="2004415" y="175552"/>
                </a:lnTo>
                <a:lnTo>
                  <a:pt x="2029294" y="171411"/>
                </a:lnTo>
                <a:lnTo>
                  <a:pt x="2080437" y="158978"/>
                </a:lnTo>
                <a:lnTo>
                  <a:pt x="2134349" y="145148"/>
                </a:lnTo>
                <a:lnTo>
                  <a:pt x="2189645" y="127177"/>
                </a:lnTo>
                <a:lnTo>
                  <a:pt x="2218677" y="116116"/>
                </a:lnTo>
                <a:lnTo>
                  <a:pt x="2249081" y="105054"/>
                </a:lnTo>
                <a:lnTo>
                  <a:pt x="2280881" y="91236"/>
                </a:lnTo>
                <a:lnTo>
                  <a:pt x="2315438" y="77406"/>
                </a:lnTo>
                <a:lnTo>
                  <a:pt x="2348611" y="63588"/>
                </a:lnTo>
                <a:lnTo>
                  <a:pt x="2381796" y="48387"/>
                </a:lnTo>
                <a:lnTo>
                  <a:pt x="2413584" y="34556"/>
                </a:lnTo>
                <a:lnTo>
                  <a:pt x="2439847" y="22110"/>
                </a:lnTo>
                <a:lnTo>
                  <a:pt x="2460586" y="12446"/>
                </a:lnTo>
                <a:lnTo>
                  <a:pt x="2475788" y="5537"/>
                </a:lnTo>
                <a:lnTo>
                  <a:pt x="2484081" y="1384"/>
                </a:lnTo>
                <a:lnTo>
                  <a:pt x="2488234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46492" y="5097894"/>
            <a:ext cx="2488565" cy="756285"/>
          </a:xfrm>
          <a:custGeom>
            <a:avLst/>
            <a:gdLst/>
            <a:ahLst/>
            <a:cxnLst/>
            <a:rect l="l" t="t" r="r" b="b"/>
            <a:pathLst>
              <a:path w="2488565" h="756285">
                <a:moveTo>
                  <a:pt x="0" y="622071"/>
                </a:moveTo>
                <a:lnTo>
                  <a:pt x="60821" y="648335"/>
                </a:lnTo>
                <a:lnTo>
                  <a:pt x="94000" y="662152"/>
                </a:lnTo>
                <a:lnTo>
                  <a:pt x="131318" y="678738"/>
                </a:lnTo>
                <a:lnTo>
                  <a:pt x="171411" y="693940"/>
                </a:lnTo>
                <a:lnTo>
                  <a:pt x="211505" y="709155"/>
                </a:lnTo>
                <a:lnTo>
                  <a:pt x="250202" y="722972"/>
                </a:lnTo>
                <a:lnTo>
                  <a:pt x="319316" y="742327"/>
                </a:lnTo>
                <a:lnTo>
                  <a:pt x="375996" y="753389"/>
                </a:lnTo>
                <a:lnTo>
                  <a:pt x="400875" y="756145"/>
                </a:lnTo>
                <a:lnTo>
                  <a:pt x="424383" y="754773"/>
                </a:lnTo>
                <a:lnTo>
                  <a:pt x="467233" y="746480"/>
                </a:lnTo>
                <a:lnTo>
                  <a:pt x="507314" y="729881"/>
                </a:lnTo>
                <a:lnTo>
                  <a:pt x="548792" y="705002"/>
                </a:lnTo>
                <a:lnTo>
                  <a:pt x="591642" y="673214"/>
                </a:lnTo>
                <a:lnTo>
                  <a:pt x="638644" y="635889"/>
                </a:lnTo>
                <a:lnTo>
                  <a:pt x="663524" y="616534"/>
                </a:lnTo>
                <a:lnTo>
                  <a:pt x="688403" y="595795"/>
                </a:lnTo>
                <a:lnTo>
                  <a:pt x="714667" y="575068"/>
                </a:lnTo>
                <a:lnTo>
                  <a:pt x="740943" y="555713"/>
                </a:lnTo>
                <a:lnTo>
                  <a:pt x="767207" y="536359"/>
                </a:lnTo>
                <a:lnTo>
                  <a:pt x="794854" y="518388"/>
                </a:lnTo>
                <a:lnTo>
                  <a:pt x="822502" y="500418"/>
                </a:lnTo>
                <a:lnTo>
                  <a:pt x="851522" y="483831"/>
                </a:lnTo>
                <a:lnTo>
                  <a:pt x="912355" y="456184"/>
                </a:lnTo>
                <a:lnTo>
                  <a:pt x="962113" y="438213"/>
                </a:lnTo>
                <a:lnTo>
                  <a:pt x="988377" y="431304"/>
                </a:lnTo>
                <a:lnTo>
                  <a:pt x="1016025" y="422998"/>
                </a:lnTo>
                <a:lnTo>
                  <a:pt x="1046441" y="416090"/>
                </a:lnTo>
                <a:lnTo>
                  <a:pt x="1076845" y="409181"/>
                </a:lnTo>
                <a:lnTo>
                  <a:pt x="1108646" y="403656"/>
                </a:lnTo>
                <a:lnTo>
                  <a:pt x="1141818" y="398119"/>
                </a:lnTo>
                <a:lnTo>
                  <a:pt x="1176388" y="391210"/>
                </a:lnTo>
                <a:lnTo>
                  <a:pt x="1212316" y="387070"/>
                </a:lnTo>
                <a:lnTo>
                  <a:pt x="1248257" y="381533"/>
                </a:lnTo>
                <a:lnTo>
                  <a:pt x="1285582" y="376008"/>
                </a:lnTo>
                <a:lnTo>
                  <a:pt x="1322908" y="370471"/>
                </a:lnTo>
                <a:lnTo>
                  <a:pt x="1360233" y="366331"/>
                </a:lnTo>
                <a:lnTo>
                  <a:pt x="1397558" y="360794"/>
                </a:lnTo>
                <a:lnTo>
                  <a:pt x="1434884" y="356654"/>
                </a:lnTo>
                <a:lnTo>
                  <a:pt x="1472196" y="351129"/>
                </a:lnTo>
                <a:lnTo>
                  <a:pt x="1508150" y="346976"/>
                </a:lnTo>
                <a:lnTo>
                  <a:pt x="1542707" y="341452"/>
                </a:lnTo>
                <a:lnTo>
                  <a:pt x="1611820" y="330390"/>
                </a:lnTo>
                <a:lnTo>
                  <a:pt x="1678178" y="317944"/>
                </a:lnTo>
                <a:lnTo>
                  <a:pt x="1743138" y="304126"/>
                </a:lnTo>
                <a:lnTo>
                  <a:pt x="1806740" y="286156"/>
                </a:lnTo>
                <a:lnTo>
                  <a:pt x="1873084" y="265417"/>
                </a:lnTo>
                <a:lnTo>
                  <a:pt x="1907641" y="252984"/>
                </a:lnTo>
                <a:lnTo>
                  <a:pt x="1943582" y="240538"/>
                </a:lnTo>
                <a:lnTo>
                  <a:pt x="1982292" y="225336"/>
                </a:lnTo>
                <a:lnTo>
                  <a:pt x="2023770" y="208737"/>
                </a:lnTo>
                <a:lnTo>
                  <a:pt x="2066620" y="190766"/>
                </a:lnTo>
                <a:lnTo>
                  <a:pt x="2110854" y="172796"/>
                </a:lnTo>
                <a:lnTo>
                  <a:pt x="2157844" y="152057"/>
                </a:lnTo>
                <a:lnTo>
                  <a:pt x="2204847" y="131330"/>
                </a:lnTo>
                <a:lnTo>
                  <a:pt x="2253234" y="109207"/>
                </a:lnTo>
                <a:lnTo>
                  <a:pt x="2298852" y="88480"/>
                </a:lnTo>
                <a:lnTo>
                  <a:pt x="2343086" y="67741"/>
                </a:lnTo>
                <a:lnTo>
                  <a:pt x="2383180" y="49771"/>
                </a:lnTo>
                <a:lnTo>
                  <a:pt x="2416352" y="34556"/>
                </a:lnTo>
                <a:lnTo>
                  <a:pt x="2444000" y="20739"/>
                </a:lnTo>
                <a:lnTo>
                  <a:pt x="2464727" y="11061"/>
                </a:lnTo>
                <a:lnTo>
                  <a:pt x="2477173" y="5537"/>
                </a:lnTo>
                <a:lnTo>
                  <a:pt x="2485466" y="1384"/>
                </a:lnTo>
                <a:lnTo>
                  <a:pt x="2488234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818055" y="6424447"/>
            <a:ext cx="190500" cy="286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 i="1"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44085" y="6300038"/>
            <a:ext cx="139700" cy="286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 i="1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09370" y="4682680"/>
            <a:ext cx="374015" cy="286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 i="1">
                <a:latin typeface="Times New Roman"/>
                <a:cs typeface="Times New Roman"/>
              </a:rPr>
              <a:t>f</a:t>
            </a:r>
            <a:r>
              <a:rPr dirty="0" sz="1800" spc="-5" i="1">
                <a:latin typeface="Times New Roman"/>
                <a:cs typeface="Times New Roman"/>
              </a:rPr>
              <a:t> </a:t>
            </a:r>
            <a:r>
              <a:rPr dirty="0" sz="1800" spc="-5" i="1">
                <a:latin typeface="Times New Roman"/>
                <a:cs typeface="Times New Roman"/>
              </a:rPr>
              <a:t>,</a:t>
            </a:r>
            <a:r>
              <a:rPr dirty="0" sz="1800" spc="-5" i="1">
                <a:latin typeface="Times New Roman"/>
                <a:cs typeface="Times New Roman"/>
              </a:rPr>
              <a:t> </a:t>
            </a:r>
            <a:r>
              <a:rPr dirty="0" sz="1800" spc="-5" i="1">
                <a:latin typeface="Times New Roman"/>
                <a:cs typeface="Times New Roman"/>
              </a:rPr>
              <a:t>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66665" y="4827625"/>
            <a:ext cx="4780915" cy="18954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62890" algn="l"/>
              </a:tabLst>
            </a:pPr>
            <a:r>
              <a:rPr dirty="0" sz="1850" spc="-229">
                <a:latin typeface="Lucida Sans Unicode"/>
                <a:cs typeface="Lucida Sans Unicode"/>
              </a:rPr>
              <a:t>•</a:t>
            </a:r>
            <a:r>
              <a:rPr dirty="0" sz="1850" spc="-229">
                <a:latin typeface="Lucida Sans Unicode"/>
                <a:cs typeface="Lucida Sans Unicode"/>
              </a:rPr>
              <a:t>	</a:t>
            </a:r>
            <a:r>
              <a:rPr dirty="0" sz="1850" spc="15">
                <a:latin typeface="Arial"/>
                <a:cs typeface="Arial"/>
              </a:rPr>
              <a:t>Sejam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70" i="1">
                <a:latin typeface="Arial"/>
                <a:cs typeface="Arial"/>
              </a:rPr>
              <a:t>g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-100" i="1">
                <a:latin typeface="Arial"/>
                <a:cs typeface="Arial"/>
              </a:rPr>
              <a:t> </a:t>
            </a:r>
            <a:r>
              <a:rPr dirty="0" sz="1850" spc="480">
                <a:latin typeface="PMingLiU"/>
                <a:cs typeface="PMingLiU"/>
              </a:rPr>
              <a:t>+</a:t>
            </a:r>
            <a:r>
              <a:rPr dirty="0" sz="1850" spc="-65">
                <a:latin typeface="PMingLiU"/>
                <a:cs typeface="PMingLiU"/>
              </a:rPr>
              <a:t> </a:t>
            </a:r>
            <a:r>
              <a:rPr dirty="0" sz="1850" spc="65">
                <a:latin typeface="PMingLiU"/>
                <a:cs typeface="PMingLiU"/>
              </a:rPr>
              <a:t>1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baseline="28806" sz="2025" spc="142">
                <a:latin typeface="PMingLiU"/>
                <a:cs typeface="PMingLiU"/>
              </a:rPr>
              <a:t>2</a:t>
            </a:r>
            <a:r>
              <a:rPr dirty="0" baseline="28806" sz="2025">
                <a:latin typeface="PMingLiU"/>
                <a:cs typeface="PMingLiU"/>
              </a:rPr>
              <a:t> </a:t>
            </a:r>
            <a:r>
              <a:rPr dirty="0" baseline="28806" sz="2025" spc="-142">
                <a:latin typeface="PMingLiU"/>
                <a:cs typeface="PMingLiU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05" i="1">
                <a:latin typeface="Arial"/>
                <a:cs typeface="Arial"/>
              </a:rPr>
              <a:t>f</a:t>
            </a:r>
            <a:r>
              <a:rPr dirty="0" sz="1850" spc="-315" i="1">
                <a:latin typeface="Arial"/>
                <a:cs typeface="Arial"/>
              </a:rPr>
              <a:t> 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baseline="28806" sz="2025" spc="262">
                <a:latin typeface="PMingLiU"/>
                <a:cs typeface="PMingLiU"/>
              </a:rPr>
              <a:t>2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262890" marR="5080" indent="-250190">
              <a:lnSpc>
                <a:spcPct val="124400"/>
              </a:lnSpc>
              <a:spcBef>
                <a:spcPts val="865"/>
              </a:spcBef>
              <a:buFont typeface="Lucida Sans Unicode"/>
              <a:buChar char="•"/>
              <a:tabLst>
                <a:tab pos="263525" algn="l"/>
              </a:tabLst>
            </a:pPr>
            <a:r>
              <a:rPr dirty="0" sz="1850" spc="20">
                <a:latin typeface="Arial"/>
                <a:cs typeface="Arial"/>
              </a:rPr>
              <a:t>As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f</a:t>
            </a:r>
            <a:r>
              <a:rPr dirty="0" sz="1850" spc="15">
                <a:latin typeface="Arial"/>
                <a:cs typeface="Arial"/>
              </a:rPr>
              <a:t>un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ões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 spc="-70" i="1">
                <a:latin typeface="Arial"/>
                <a:cs typeface="Arial"/>
              </a:rPr>
              <a:t>g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25">
                <a:latin typeface="PMingLiU"/>
                <a:cs typeface="PMingLiU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 spc="405" i="1">
                <a:latin typeface="Arial"/>
                <a:cs typeface="Arial"/>
              </a:rPr>
              <a:t>f</a:t>
            </a:r>
            <a:r>
              <a:rPr dirty="0" sz="1850" spc="-315" i="1">
                <a:latin typeface="Arial"/>
                <a:cs typeface="Arial"/>
              </a:rPr>
              <a:t> 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25">
                <a:latin typeface="PMingLiU"/>
                <a:cs typeface="PMingLiU"/>
              </a:rPr>
              <a:t> </a:t>
            </a:r>
            <a:r>
              <a:rPr dirty="0" sz="1850" spc="20">
                <a:latin typeface="Arial"/>
                <a:cs typeface="Arial"/>
              </a:rPr>
              <a:t>dominam</a:t>
            </a:r>
            <a:r>
              <a:rPr dirty="0" sz="1850" spc="-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in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i-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amen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a,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endParaRPr sz="1850">
              <a:latin typeface="Arial"/>
              <a:cs typeface="Arial"/>
            </a:endParaRPr>
          </a:p>
          <a:p>
            <a:pPr marL="262890">
              <a:lnSpc>
                <a:spcPct val="100000"/>
              </a:lnSpc>
              <a:spcBef>
                <a:spcPts val="540"/>
              </a:spcBef>
            </a:pPr>
            <a:r>
              <a:rPr dirty="0" sz="1850" spc="-170">
                <a:latin typeface="Lucida Sans Unicode"/>
                <a:cs typeface="Lucida Sans Unicode"/>
              </a:rPr>
              <a:t>|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-95" i="1">
                <a:latin typeface="Arial"/>
                <a:cs typeface="Arial"/>
              </a:rPr>
              <a:t> </a:t>
            </a:r>
            <a:r>
              <a:rPr dirty="0" sz="1850" spc="480">
                <a:latin typeface="PMingLiU"/>
                <a:cs typeface="PMingLiU"/>
              </a:rPr>
              <a:t>+</a:t>
            </a:r>
            <a:r>
              <a:rPr dirty="0" sz="1850" spc="-65">
                <a:latin typeface="PMingLiU"/>
                <a:cs typeface="PMingLiU"/>
              </a:rPr>
              <a:t> </a:t>
            </a:r>
            <a:r>
              <a:rPr dirty="0" sz="1850" spc="65">
                <a:latin typeface="PMingLiU"/>
                <a:cs typeface="PMingLiU"/>
              </a:rPr>
              <a:t>1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baseline="28806" sz="2025" spc="262">
                <a:latin typeface="PMingLiU"/>
                <a:cs typeface="PMingLiU"/>
              </a:rPr>
              <a:t>2</a:t>
            </a:r>
            <a:r>
              <a:rPr dirty="0" sz="1850" spc="-170">
                <a:latin typeface="Lucida Sans Unicode"/>
                <a:cs typeface="Lucida Sans Unicode"/>
              </a:rPr>
              <a:t>|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≤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65">
                <a:latin typeface="PMingLiU"/>
                <a:cs typeface="PMingLiU"/>
              </a:rPr>
              <a:t>4</a:t>
            </a:r>
            <a:r>
              <a:rPr dirty="0" sz="1850" spc="-170">
                <a:latin typeface="Lucida Sans Unicode"/>
                <a:cs typeface="Lucida Sans Unicode"/>
              </a:rPr>
              <a:t>|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baseline="28806" sz="2025" spc="262">
                <a:latin typeface="PMingLiU"/>
                <a:cs typeface="PMingLiU"/>
              </a:rPr>
              <a:t>2</a:t>
            </a:r>
            <a:r>
              <a:rPr dirty="0" sz="1850" spc="-170">
                <a:latin typeface="Lucida Sans Unicode"/>
                <a:cs typeface="Lucida Sans Unicode"/>
              </a:rPr>
              <a:t>|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≥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70">
                <a:latin typeface="PMingLiU"/>
                <a:cs typeface="PMingLiU"/>
              </a:rPr>
              <a:t>1</a:t>
            </a:r>
            <a:endParaRPr sz="1850">
              <a:latin typeface="PMingLiU"/>
              <a:cs typeface="PMingLiU"/>
            </a:endParaRPr>
          </a:p>
          <a:p>
            <a:pPr marL="262890">
              <a:lnSpc>
                <a:spcPct val="100000"/>
              </a:lnSpc>
              <a:spcBef>
                <a:spcPts val="540"/>
              </a:spcBef>
            </a:pP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170">
                <a:latin typeface="Lucida Sans Unicode"/>
                <a:cs typeface="Lucida Sans Unicode"/>
              </a:rPr>
              <a:t>|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baseline="28806" sz="2025" spc="262">
                <a:latin typeface="PMingLiU"/>
                <a:cs typeface="PMingLiU"/>
              </a:rPr>
              <a:t>2</a:t>
            </a:r>
            <a:r>
              <a:rPr dirty="0" sz="1850" spc="-170">
                <a:latin typeface="Lucida Sans Unicode"/>
                <a:cs typeface="Lucida Sans Unicode"/>
              </a:rPr>
              <a:t>|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≤</a:t>
            </a:r>
            <a:r>
              <a:rPr dirty="0" sz="1850" spc="-65">
                <a:latin typeface="Lucida Sans Unicode"/>
                <a:cs typeface="Lucida Sans Unicode"/>
              </a:rPr>
              <a:t> </a:t>
            </a:r>
            <a:r>
              <a:rPr dirty="0" sz="1850" spc="-170">
                <a:latin typeface="Lucida Sans Unicode"/>
                <a:cs typeface="Lucida Sans Unicode"/>
              </a:rPr>
              <a:t>|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-95" i="1">
                <a:latin typeface="Arial"/>
                <a:cs typeface="Arial"/>
              </a:rPr>
              <a:t> </a:t>
            </a:r>
            <a:r>
              <a:rPr dirty="0" sz="1850" spc="480">
                <a:latin typeface="PMingLiU"/>
                <a:cs typeface="PMingLiU"/>
              </a:rPr>
              <a:t>+</a:t>
            </a:r>
            <a:r>
              <a:rPr dirty="0" sz="1850" spc="-65">
                <a:latin typeface="PMingLiU"/>
                <a:cs typeface="PMingLiU"/>
              </a:rPr>
              <a:t> </a:t>
            </a:r>
            <a:r>
              <a:rPr dirty="0" sz="1850" spc="65">
                <a:latin typeface="PMingLiU"/>
                <a:cs typeface="PMingLiU"/>
              </a:rPr>
              <a:t>1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baseline="28806" sz="2025" spc="262">
                <a:latin typeface="PMingLiU"/>
                <a:cs typeface="PMingLiU"/>
              </a:rPr>
              <a:t>2</a:t>
            </a:r>
            <a:r>
              <a:rPr dirty="0" sz="1850" spc="-170">
                <a:latin typeface="Lucida Sans Unicode"/>
                <a:cs typeface="Lucida Sans Unicode"/>
              </a:rPr>
              <a:t>|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≥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65">
                <a:latin typeface="PMingLiU"/>
                <a:cs typeface="PMingLiU"/>
              </a:rPr>
              <a:t>0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746436" y="4341850"/>
            <a:ext cx="604520" cy="6870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 i="1">
                <a:latin typeface="Times New Roman"/>
                <a:cs typeface="Times New Roman"/>
              </a:rPr>
              <a:t>c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 spc="-5" i="1">
                <a:latin typeface="Times New Roman"/>
                <a:cs typeface="Times New Roman"/>
              </a:rPr>
              <a:t>f</a:t>
            </a:r>
            <a:r>
              <a:rPr dirty="0" sz="1800" spc="-35" i="1">
                <a:latin typeface="Times New Roman"/>
                <a:cs typeface="Times New Roman"/>
              </a:rPr>
              <a:t> </a:t>
            </a:r>
            <a:r>
              <a:rPr dirty="0" baseline="3086" sz="2700" spc="-7">
                <a:latin typeface="Times New Roman"/>
                <a:cs typeface="Times New Roman"/>
              </a:rPr>
              <a:t>(</a:t>
            </a:r>
            <a:r>
              <a:rPr dirty="0" baseline="3086" sz="2700" spc="-367">
                <a:latin typeface="Times New Roman"/>
                <a:cs typeface="Times New Roman"/>
              </a:rPr>
              <a:t> </a:t>
            </a:r>
            <a:r>
              <a:rPr dirty="0" sz="1800" spc="-5" i="1">
                <a:latin typeface="Times New Roman"/>
                <a:cs typeface="Times New Roman"/>
              </a:rPr>
              <a:t>n</a:t>
            </a:r>
            <a:r>
              <a:rPr dirty="0" sz="1800" spc="-210" i="1">
                <a:latin typeface="Times New Roman"/>
                <a:cs typeface="Times New Roman"/>
              </a:rPr>
              <a:t> </a:t>
            </a:r>
            <a:r>
              <a:rPr dirty="0" baseline="3086" sz="2700" spc="-7">
                <a:latin typeface="Times New Roman"/>
                <a:cs typeface="Times New Roman"/>
              </a:rPr>
              <a:t>)</a:t>
            </a:r>
            <a:endParaRPr baseline="3086" sz="2700">
              <a:latin typeface="Times New Roman"/>
              <a:cs typeface="Times New Roman"/>
            </a:endParaRPr>
          </a:p>
          <a:p>
            <a:pPr marL="19050">
              <a:lnSpc>
                <a:spcPct val="100000"/>
              </a:lnSpc>
              <a:spcBef>
                <a:spcPts val="680"/>
              </a:spcBef>
            </a:pPr>
            <a:r>
              <a:rPr dirty="0" baseline="-9259" sz="2700" spc="-7" i="1">
                <a:latin typeface="Times New Roman"/>
                <a:cs typeface="Times New Roman"/>
              </a:rPr>
              <a:t>g</a:t>
            </a:r>
            <a:r>
              <a:rPr dirty="0" baseline="-9259" sz="2700" spc="-390" i="1">
                <a:latin typeface="Times New Roman"/>
                <a:cs typeface="Times New Roman"/>
              </a:rPr>
              <a:t> </a:t>
            </a:r>
            <a:r>
              <a:rPr dirty="0" baseline="3086" sz="2700" spc="-7">
                <a:latin typeface="Times New Roman"/>
                <a:cs typeface="Times New Roman"/>
              </a:rPr>
              <a:t>(</a:t>
            </a:r>
            <a:r>
              <a:rPr dirty="0" baseline="3086" sz="2700" spc="-367">
                <a:latin typeface="Times New Roman"/>
                <a:cs typeface="Times New Roman"/>
              </a:rPr>
              <a:t> </a:t>
            </a:r>
            <a:r>
              <a:rPr dirty="0" sz="1800" spc="-5" i="1">
                <a:latin typeface="Times New Roman"/>
                <a:cs typeface="Times New Roman"/>
              </a:rPr>
              <a:t>n</a:t>
            </a:r>
            <a:r>
              <a:rPr dirty="0" sz="1800" spc="-210" i="1">
                <a:latin typeface="Times New Roman"/>
                <a:cs typeface="Times New Roman"/>
              </a:rPr>
              <a:t> </a:t>
            </a:r>
            <a:r>
              <a:rPr dirty="0" baseline="3086" sz="2700" spc="-7">
                <a:latin typeface="Times New Roman"/>
                <a:cs typeface="Times New Roman"/>
              </a:rPr>
              <a:t>)</a:t>
            </a:r>
            <a:endParaRPr baseline="3086" sz="2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46492" y="5903048"/>
            <a:ext cx="3027680" cy="0"/>
          </a:xfrm>
          <a:custGeom>
            <a:avLst/>
            <a:gdLst/>
            <a:ahLst/>
            <a:cxnLst/>
            <a:rect l="l" t="t" r="r" b="b"/>
            <a:pathLst>
              <a:path w="3027679" h="0">
                <a:moveTo>
                  <a:pt x="0" y="0"/>
                </a:moveTo>
                <a:lnTo>
                  <a:pt x="3027349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17645" y="5861570"/>
            <a:ext cx="156210" cy="83185"/>
          </a:xfrm>
          <a:custGeom>
            <a:avLst/>
            <a:gdLst/>
            <a:ahLst/>
            <a:cxnLst/>
            <a:rect l="l" t="t" r="r" b="b"/>
            <a:pathLst>
              <a:path w="156210" h="83185">
                <a:moveTo>
                  <a:pt x="156197" y="41478"/>
                </a:moveTo>
                <a:lnTo>
                  <a:pt x="0" y="0"/>
                </a:lnTo>
                <a:lnTo>
                  <a:pt x="31788" y="41478"/>
                </a:lnTo>
                <a:lnTo>
                  <a:pt x="31788" y="74504"/>
                </a:lnTo>
                <a:lnTo>
                  <a:pt x="156197" y="41478"/>
                </a:lnTo>
                <a:close/>
              </a:path>
              <a:path w="156210" h="83185">
                <a:moveTo>
                  <a:pt x="31788" y="74504"/>
                </a:moveTo>
                <a:lnTo>
                  <a:pt x="31788" y="41478"/>
                </a:lnTo>
                <a:lnTo>
                  <a:pt x="0" y="82943"/>
                </a:lnTo>
                <a:lnTo>
                  <a:pt x="31788" y="745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17645" y="5861570"/>
            <a:ext cx="156210" cy="83185"/>
          </a:xfrm>
          <a:custGeom>
            <a:avLst/>
            <a:gdLst/>
            <a:ahLst/>
            <a:cxnLst/>
            <a:rect l="l" t="t" r="r" b="b"/>
            <a:pathLst>
              <a:path w="156210" h="83185">
                <a:moveTo>
                  <a:pt x="0" y="82943"/>
                </a:moveTo>
                <a:lnTo>
                  <a:pt x="156197" y="41478"/>
                </a:lnTo>
                <a:lnTo>
                  <a:pt x="0" y="0"/>
                </a:lnTo>
                <a:lnTo>
                  <a:pt x="31788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92960" y="5094363"/>
            <a:ext cx="0" cy="808990"/>
          </a:xfrm>
          <a:custGeom>
            <a:avLst/>
            <a:gdLst/>
            <a:ahLst/>
            <a:cxnLst/>
            <a:rect l="l" t="t" r="r" b="b"/>
            <a:pathLst>
              <a:path w="0" h="808989">
                <a:moveTo>
                  <a:pt x="0" y="0"/>
                </a:moveTo>
                <a:lnTo>
                  <a:pt x="0" y="808685"/>
                </a:lnTo>
              </a:path>
            </a:pathLst>
          </a:custGeom>
          <a:ln w="10367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46492" y="4493044"/>
            <a:ext cx="0" cy="154940"/>
          </a:xfrm>
          <a:custGeom>
            <a:avLst/>
            <a:gdLst/>
            <a:ahLst/>
            <a:cxnLst/>
            <a:rect l="l" t="t" r="r" b="b"/>
            <a:pathLst>
              <a:path w="0" h="154939">
                <a:moveTo>
                  <a:pt x="0" y="0"/>
                </a:moveTo>
                <a:lnTo>
                  <a:pt x="0" y="154825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05019" y="4493044"/>
            <a:ext cx="83185" cy="154940"/>
          </a:xfrm>
          <a:custGeom>
            <a:avLst/>
            <a:gdLst/>
            <a:ahLst/>
            <a:cxnLst/>
            <a:rect l="l" t="t" r="r" b="b"/>
            <a:pathLst>
              <a:path w="83184" h="154939">
                <a:moveTo>
                  <a:pt x="82941" y="154825"/>
                </a:moveTo>
                <a:lnTo>
                  <a:pt x="41473" y="0"/>
                </a:lnTo>
                <a:lnTo>
                  <a:pt x="0" y="154825"/>
                </a:lnTo>
                <a:lnTo>
                  <a:pt x="41473" y="124409"/>
                </a:lnTo>
                <a:lnTo>
                  <a:pt x="82941" y="1548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05019" y="4493044"/>
            <a:ext cx="83185" cy="154940"/>
          </a:xfrm>
          <a:custGeom>
            <a:avLst/>
            <a:gdLst/>
            <a:ahLst/>
            <a:cxnLst/>
            <a:rect l="l" t="t" r="r" b="b"/>
            <a:pathLst>
              <a:path w="83184" h="154939">
                <a:moveTo>
                  <a:pt x="82941" y="154825"/>
                </a:moveTo>
                <a:lnTo>
                  <a:pt x="41473" y="0"/>
                </a:lnTo>
                <a:lnTo>
                  <a:pt x="0" y="154825"/>
                </a:lnTo>
                <a:lnTo>
                  <a:pt x="41473" y="124409"/>
                </a:lnTo>
                <a:lnTo>
                  <a:pt x="82941" y="1548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46492" y="4907750"/>
            <a:ext cx="2488565" cy="497840"/>
          </a:xfrm>
          <a:custGeom>
            <a:avLst/>
            <a:gdLst/>
            <a:ahLst/>
            <a:cxnLst/>
            <a:rect l="l" t="t" r="r" b="b"/>
            <a:pathLst>
              <a:path w="2488565" h="497839">
                <a:moveTo>
                  <a:pt x="0" y="497649"/>
                </a:moveTo>
                <a:lnTo>
                  <a:pt x="9673" y="497649"/>
                </a:lnTo>
                <a:lnTo>
                  <a:pt x="27642" y="496265"/>
                </a:lnTo>
                <a:lnTo>
                  <a:pt x="51142" y="493496"/>
                </a:lnTo>
                <a:lnTo>
                  <a:pt x="77410" y="490740"/>
                </a:lnTo>
                <a:lnTo>
                  <a:pt x="123026" y="481063"/>
                </a:lnTo>
                <a:lnTo>
                  <a:pt x="165874" y="456184"/>
                </a:lnTo>
                <a:lnTo>
                  <a:pt x="192151" y="420243"/>
                </a:lnTo>
                <a:lnTo>
                  <a:pt x="208737" y="388442"/>
                </a:lnTo>
                <a:lnTo>
                  <a:pt x="218414" y="370471"/>
                </a:lnTo>
                <a:lnTo>
                  <a:pt x="226707" y="352501"/>
                </a:lnTo>
                <a:lnTo>
                  <a:pt x="235000" y="334530"/>
                </a:lnTo>
                <a:lnTo>
                  <a:pt x="243293" y="316560"/>
                </a:lnTo>
                <a:lnTo>
                  <a:pt x="251587" y="299974"/>
                </a:lnTo>
                <a:lnTo>
                  <a:pt x="259880" y="284759"/>
                </a:lnTo>
                <a:lnTo>
                  <a:pt x="269557" y="269557"/>
                </a:lnTo>
                <a:lnTo>
                  <a:pt x="276466" y="258495"/>
                </a:lnTo>
                <a:lnTo>
                  <a:pt x="284759" y="248831"/>
                </a:lnTo>
                <a:lnTo>
                  <a:pt x="294436" y="239153"/>
                </a:lnTo>
                <a:lnTo>
                  <a:pt x="304114" y="229463"/>
                </a:lnTo>
                <a:lnTo>
                  <a:pt x="345579" y="203212"/>
                </a:lnTo>
                <a:lnTo>
                  <a:pt x="381520" y="187998"/>
                </a:lnTo>
                <a:lnTo>
                  <a:pt x="424383" y="176949"/>
                </a:lnTo>
                <a:lnTo>
                  <a:pt x="472757" y="170027"/>
                </a:lnTo>
                <a:lnTo>
                  <a:pt x="529437" y="165887"/>
                </a:lnTo>
                <a:lnTo>
                  <a:pt x="583349" y="165887"/>
                </a:lnTo>
                <a:lnTo>
                  <a:pt x="609612" y="167259"/>
                </a:lnTo>
                <a:lnTo>
                  <a:pt x="637260" y="167259"/>
                </a:lnTo>
                <a:lnTo>
                  <a:pt x="666292" y="168643"/>
                </a:lnTo>
                <a:lnTo>
                  <a:pt x="696709" y="171411"/>
                </a:lnTo>
                <a:lnTo>
                  <a:pt x="729881" y="172796"/>
                </a:lnTo>
                <a:lnTo>
                  <a:pt x="763054" y="175564"/>
                </a:lnTo>
                <a:lnTo>
                  <a:pt x="798995" y="178320"/>
                </a:lnTo>
                <a:lnTo>
                  <a:pt x="836320" y="181089"/>
                </a:lnTo>
                <a:lnTo>
                  <a:pt x="875030" y="185242"/>
                </a:lnTo>
                <a:lnTo>
                  <a:pt x="915111" y="187998"/>
                </a:lnTo>
                <a:lnTo>
                  <a:pt x="955205" y="190766"/>
                </a:lnTo>
                <a:lnTo>
                  <a:pt x="995299" y="194906"/>
                </a:lnTo>
                <a:lnTo>
                  <a:pt x="1035380" y="197675"/>
                </a:lnTo>
                <a:lnTo>
                  <a:pt x="1075461" y="201828"/>
                </a:lnTo>
                <a:lnTo>
                  <a:pt x="1115555" y="204584"/>
                </a:lnTo>
                <a:lnTo>
                  <a:pt x="1154264" y="207352"/>
                </a:lnTo>
                <a:lnTo>
                  <a:pt x="1192961" y="210121"/>
                </a:lnTo>
                <a:lnTo>
                  <a:pt x="1230287" y="212890"/>
                </a:lnTo>
                <a:lnTo>
                  <a:pt x="1266240" y="214261"/>
                </a:lnTo>
                <a:lnTo>
                  <a:pt x="1302181" y="215646"/>
                </a:lnTo>
                <a:lnTo>
                  <a:pt x="1338110" y="218414"/>
                </a:lnTo>
                <a:lnTo>
                  <a:pt x="1372679" y="218414"/>
                </a:lnTo>
                <a:lnTo>
                  <a:pt x="1407236" y="219798"/>
                </a:lnTo>
                <a:lnTo>
                  <a:pt x="1548231" y="219798"/>
                </a:lnTo>
                <a:lnTo>
                  <a:pt x="1584172" y="218414"/>
                </a:lnTo>
                <a:lnTo>
                  <a:pt x="1621497" y="217030"/>
                </a:lnTo>
                <a:lnTo>
                  <a:pt x="1657438" y="215646"/>
                </a:lnTo>
                <a:lnTo>
                  <a:pt x="1693379" y="212890"/>
                </a:lnTo>
                <a:lnTo>
                  <a:pt x="1729320" y="210121"/>
                </a:lnTo>
                <a:lnTo>
                  <a:pt x="1763877" y="207352"/>
                </a:lnTo>
                <a:lnTo>
                  <a:pt x="1798434" y="204584"/>
                </a:lnTo>
                <a:lnTo>
                  <a:pt x="1863407" y="197675"/>
                </a:lnTo>
                <a:lnTo>
                  <a:pt x="1924227" y="189382"/>
                </a:lnTo>
                <a:lnTo>
                  <a:pt x="1978139" y="181089"/>
                </a:lnTo>
                <a:lnTo>
                  <a:pt x="2004415" y="175564"/>
                </a:lnTo>
                <a:lnTo>
                  <a:pt x="2029294" y="171411"/>
                </a:lnTo>
                <a:lnTo>
                  <a:pt x="2052789" y="165887"/>
                </a:lnTo>
                <a:lnTo>
                  <a:pt x="2080437" y="158965"/>
                </a:lnTo>
                <a:lnTo>
                  <a:pt x="2108085" y="152057"/>
                </a:lnTo>
                <a:lnTo>
                  <a:pt x="2134349" y="145148"/>
                </a:lnTo>
                <a:lnTo>
                  <a:pt x="2161997" y="136855"/>
                </a:lnTo>
                <a:lnTo>
                  <a:pt x="2189645" y="127177"/>
                </a:lnTo>
                <a:lnTo>
                  <a:pt x="2218677" y="116116"/>
                </a:lnTo>
                <a:lnTo>
                  <a:pt x="2249081" y="105054"/>
                </a:lnTo>
                <a:lnTo>
                  <a:pt x="2280881" y="91236"/>
                </a:lnTo>
                <a:lnTo>
                  <a:pt x="2315438" y="77406"/>
                </a:lnTo>
                <a:lnTo>
                  <a:pt x="2348611" y="63588"/>
                </a:lnTo>
                <a:lnTo>
                  <a:pt x="2381796" y="48387"/>
                </a:lnTo>
                <a:lnTo>
                  <a:pt x="2413584" y="34556"/>
                </a:lnTo>
                <a:lnTo>
                  <a:pt x="2439847" y="22123"/>
                </a:lnTo>
                <a:lnTo>
                  <a:pt x="2460586" y="12446"/>
                </a:lnTo>
                <a:lnTo>
                  <a:pt x="2475788" y="5537"/>
                </a:lnTo>
                <a:lnTo>
                  <a:pt x="2484081" y="1384"/>
                </a:lnTo>
                <a:lnTo>
                  <a:pt x="2488234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46492" y="4534509"/>
            <a:ext cx="2488565" cy="756285"/>
          </a:xfrm>
          <a:custGeom>
            <a:avLst/>
            <a:gdLst/>
            <a:ahLst/>
            <a:cxnLst/>
            <a:rect l="l" t="t" r="r" b="b"/>
            <a:pathLst>
              <a:path w="2488565" h="756285">
                <a:moveTo>
                  <a:pt x="0" y="622071"/>
                </a:moveTo>
                <a:lnTo>
                  <a:pt x="60821" y="648335"/>
                </a:lnTo>
                <a:lnTo>
                  <a:pt x="94000" y="662152"/>
                </a:lnTo>
                <a:lnTo>
                  <a:pt x="131318" y="678738"/>
                </a:lnTo>
                <a:lnTo>
                  <a:pt x="171411" y="693940"/>
                </a:lnTo>
                <a:lnTo>
                  <a:pt x="211505" y="709155"/>
                </a:lnTo>
                <a:lnTo>
                  <a:pt x="250202" y="722972"/>
                </a:lnTo>
                <a:lnTo>
                  <a:pt x="319316" y="742327"/>
                </a:lnTo>
                <a:lnTo>
                  <a:pt x="375996" y="753389"/>
                </a:lnTo>
                <a:lnTo>
                  <a:pt x="400875" y="756158"/>
                </a:lnTo>
                <a:lnTo>
                  <a:pt x="424383" y="754773"/>
                </a:lnTo>
                <a:lnTo>
                  <a:pt x="467233" y="746480"/>
                </a:lnTo>
                <a:lnTo>
                  <a:pt x="507314" y="729894"/>
                </a:lnTo>
                <a:lnTo>
                  <a:pt x="548792" y="705002"/>
                </a:lnTo>
                <a:lnTo>
                  <a:pt x="591642" y="673214"/>
                </a:lnTo>
                <a:lnTo>
                  <a:pt x="638644" y="635889"/>
                </a:lnTo>
                <a:lnTo>
                  <a:pt x="663524" y="616534"/>
                </a:lnTo>
                <a:lnTo>
                  <a:pt x="688403" y="595795"/>
                </a:lnTo>
                <a:lnTo>
                  <a:pt x="714667" y="575068"/>
                </a:lnTo>
                <a:lnTo>
                  <a:pt x="740943" y="555713"/>
                </a:lnTo>
                <a:lnTo>
                  <a:pt x="767207" y="536359"/>
                </a:lnTo>
                <a:lnTo>
                  <a:pt x="822502" y="500418"/>
                </a:lnTo>
                <a:lnTo>
                  <a:pt x="881938" y="470001"/>
                </a:lnTo>
                <a:lnTo>
                  <a:pt x="937234" y="446506"/>
                </a:lnTo>
                <a:lnTo>
                  <a:pt x="988377" y="431304"/>
                </a:lnTo>
                <a:lnTo>
                  <a:pt x="1016025" y="422998"/>
                </a:lnTo>
                <a:lnTo>
                  <a:pt x="1046441" y="416090"/>
                </a:lnTo>
                <a:lnTo>
                  <a:pt x="1076845" y="409181"/>
                </a:lnTo>
                <a:lnTo>
                  <a:pt x="1108646" y="403656"/>
                </a:lnTo>
                <a:lnTo>
                  <a:pt x="1141818" y="398119"/>
                </a:lnTo>
                <a:lnTo>
                  <a:pt x="1176388" y="391210"/>
                </a:lnTo>
                <a:lnTo>
                  <a:pt x="1212316" y="387057"/>
                </a:lnTo>
                <a:lnTo>
                  <a:pt x="1248257" y="381533"/>
                </a:lnTo>
                <a:lnTo>
                  <a:pt x="1285582" y="376008"/>
                </a:lnTo>
                <a:lnTo>
                  <a:pt x="1322908" y="370484"/>
                </a:lnTo>
                <a:lnTo>
                  <a:pt x="1360233" y="366331"/>
                </a:lnTo>
                <a:lnTo>
                  <a:pt x="1397558" y="360794"/>
                </a:lnTo>
                <a:lnTo>
                  <a:pt x="1434884" y="356654"/>
                </a:lnTo>
                <a:lnTo>
                  <a:pt x="1472196" y="351129"/>
                </a:lnTo>
                <a:lnTo>
                  <a:pt x="1508150" y="346976"/>
                </a:lnTo>
                <a:lnTo>
                  <a:pt x="1542707" y="341452"/>
                </a:lnTo>
                <a:lnTo>
                  <a:pt x="1578648" y="335915"/>
                </a:lnTo>
                <a:lnTo>
                  <a:pt x="1611820" y="330390"/>
                </a:lnTo>
                <a:lnTo>
                  <a:pt x="1678178" y="317944"/>
                </a:lnTo>
                <a:lnTo>
                  <a:pt x="1743138" y="304126"/>
                </a:lnTo>
                <a:lnTo>
                  <a:pt x="1806740" y="286156"/>
                </a:lnTo>
                <a:lnTo>
                  <a:pt x="1873084" y="265417"/>
                </a:lnTo>
                <a:lnTo>
                  <a:pt x="1907641" y="252984"/>
                </a:lnTo>
                <a:lnTo>
                  <a:pt x="1943582" y="240538"/>
                </a:lnTo>
                <a:lnTo>
                  <a:pt x="1982292" y="225336"/>
                </a:lnTo>
                <a:lnTo>
                  <a:pt x="2023770" y="208737"/>
                </a:lnTo>
                <a:lnTo>
                  <a:pt x="2066620" y="190766"/>
                </a:lnTo>
                <a:lnTo>
                  <a:pt x="2110854" y="172796"/>
                </a:lnTo>
                <a:lnTo>
                  <a:pt x="2157844" y="152057"/>
                </a:lnTo>
                <a:lnTo>
                  <a:pt x="2204847" y="131330"/>
                </a:lnTo>
                <a:lnTo>
                  <a:pt x="2253234" y="109207"/>
                </a:lnTo>
                <a:lnTo>
                  <a:pt x="2298852" y="88480"/>
                </a:lnTo>
                <a:lnTo>
                  <a:pt x="2343086" y="67741"/>
                </a:lnTo>
                <a:lnTo>
                  <a:pt x="2383180" y="49771"/>
                </a:lnTo>
                <a:lnTo>
                  <a:pt x="2416352" y="34569"/>
                </a:lnTo>
                <a:lnTo>
                  <a:pt x="2444000" y="20739"/>
                </a:lnTo>
                <a:lnTo>
                  <a:pt x="2464727" y="11061"/>
                </a:lnTo>
                <a:lnTo>
                  <a:pt x="2477173" y="5537"/>
                </a:lnTo>
                <a:lnTo>
                  <a:pt x="2485466" y="1384"/>
                </a:lnTo>
                <a:lnTo>
                  <a:pt x="2488234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18055" y="5861062"/>
            <a:ext cx="190500" cy="286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 i="1"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44085" y="5736653"/>
            <a:ext cx="139700" cy="286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 i="1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09370" y="855737"/>
            <a:ext cx="8257540" cy="3549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3335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55" i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5140" marR="44894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775" algn="l"/>
              </a:tabLst>
            </a:pPr>
            <a:r>
              <a:rPr dirty="0" sz="2050" spc="5">
                <a:latin typeface="Arial"/>
                <a:cs typeface="Arial"/>
              </a:rPr>
              <a:t>Esc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ximo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5140" marR="184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775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262">
                <a:latin typeface="PMingLiU"/>
                <a:cs typeface="PMingLiU"/>
              </a:rPr>
              <a:t>2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ifica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262">
                <a:latin typeface="PMingLiU"/>
                <a:cs typeface="PMingLiU"/>
              </a:rPr>
              <a:t>2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514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775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fico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dirty="0" sz="1800" spc="-5" i="1">
                <a:latin typeface="Times New Roman"/>
                <a:cs typeface="Times New Roman"/>
              </a:rPr>
              <a:t>f</a:t>
            </a:r>
            <a:r>
              <a:rPr dirty="0" sz="1800" spc="-5" i="1">
                <a:latin typeface="Times New Roman"/>
                <a:cs typeface="Times New Roman"/>
              </a:rPr>
              <a:t> </a:t>
            </a:r>
            <a:r>
              <a:rPr dirty="0" sz="1800" spc="-5" i="1">
                <a:latin typeface="Times New Roman"/>
                <a:cs typeface="Times New Roman"/>
              </a:rPr>
              <a:t>,</a:t>
            </a:r>
            <a:r>
              <a:rPr dirty="0" sz="1800" spc="-5" i="1">
                <a:latin typeface="Times New Roman"/>
                <a:cs typeface="Times New Roman"/>
              </a:rPr>
              <a:t> </a:t>
            </a:r>
            <a:r>
              <a:rPr dirty="0" sz="1800" spc="-5" i="1">
                <a:latin typeface="Times New Roman"/>
                <a:cs typeface="Times New Roman"/>
              </a:rPr>
              <a:t>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67286" y="4602833"/>
            <a:ext cx="4380230" cy="1132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19700"/>
              </a:lnSpc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13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3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3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tant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30">
                <a:latin typeface="Arial"/>
                <a:cs typeface="Arial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13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3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3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l,</a:t>
            </a:r>
            <a:r>
              <a:rPr dirty="0" sz="2050" spc="15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1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que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12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12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12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20028" y="6504663"/>
            <a:ext cx="8110220" cy="8350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5080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65845" cy="5148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55" i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 b="1">
                <a:latin typeface="Arial"/>
                <a:cs typeface="Arial"/>
              </a:rPr>
              <a:t>E</a:t>
            </a:r>
            <a:r>
              <a:rPr dirty="0" sz="2050" spc="-20" b="1">
                <a:latin typeface="Arial"/>
                <a:cs typeface="Arial"/>
              </a:rPr>
              <a:t>x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baseline="30864" sz="2025" spc="262">
                <a:latin typeface="PMingLiU"/>
                <a:cs typeface="PMingLiU"/>
              </a:rPr>
              <a:t>2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262">
                <a:latin typeface="PMingLiU"/>
                <a:cs typeface="PMingLiU"/>
              </a:rPr>
              <a:t>2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4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baseline="30864" sz="2025" spc="142">
                <a:latin typeface="PMingLiU"/>
                <a:cs typeface="PMingLiU"/>
              </a:rPr>
              <a:t>2</a:t>
            </a:r>
            <a:r>
              <a:rPr dirty="0" baseline="30864" sz="2025">
                <a:latin typeface="PMingLiU"/>
                <a:cs typeface="PMingLiU"/>
              </a:rPr>
              <a:t> </a:t>
            </a:r>
            <a:r>
              <a:rPr dirty="0" baseline="30864" sz="2025" spc="-67">
                <a:latin typeface="PMingLiU"/>
                <a:cs typeface="PMingLiU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4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142">
                <a:latin typeface="PMingLiU"/>
                <a:cs typeface="PMingLiU"/>
              </a:rPr>
              <a:t>2</a:t>
            </a:r>
            <a:r>
              <a:rPr dirty="0" baseline="30864" sz="2025">
                <a:latin typeface="PMingLiU"/>
                <a:cs typeface="PMingLiU"/>
              </a:rPr>
              <a:t> </a:t>
            </a:r>
            <a:r>
              <a:rPr dirty="0" baseline="30864" sz="2025" spc="-67">
                <a:latin typeface="PMingLiU"/>
                <a:cs typeface="PMingLiU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 b="1">
                <a:latin typeface="Arial"/>
                <a:cs typeface="Arial"/>
              </a:rPr>
              <a:t>E</a:t>
            </a:r>
            <a:r>
              <a:rPr dirty="0" sz="2050" spc="-20" b="1">
                <a:latin typeface="Arial"/>
                <a:cs typeface="Arial"/>
              </a:rPr>
              <a:t>x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262">
                <a:latin typeface="PMingLiU"/>
                <a:cs typeface="PMingLiU"/>
              </a:rPr>
              <a:t>2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262">
                <a:latin typeface="PMingLiU"/>
                <a:cs typeface="PMingLiU"/>
              </a:rPr>
              <a:t>2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262">
                <a:latin typeface="PMingLiU"/>
                <a:cs typeface="PMingLiU"/>
              </a:rPr>
              <a:t>2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189865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142">
                <a:latin typeface="PMingLiU"/>
                <a:cs typeface="PMingLiU"/>
              </a:rPr>
              <a:t>2</a:t>
            </a:r>
            <a:r>
              <a:rPr dirty="0" baseline="30864" sz="2025">
                <a:latin typeface="PMingLiU"/>
                <a:cs typeface="PMingLiU"/>
              </a:rPr>
              <a:t> </a:t>
            </a:r>
            <a:r>
              <a:rPr dirty="0" baseline="30864" sz="2025" spc="-67">
                <a:latin typeface="PMingLiU"/>
                <a:cs typeface="PMingLiU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439150" cy="43033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55" i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 b="1">
                <a:latin typeface="Arial"/>
                <a:cs typeface="Arial"/>
              </a:rPr>
              <a:t>E</a:t>
            </a:r>
            <a:r>
              <a:rPr dirty="0" sz="2050" spc="-20" b="1">
                <a:latin typeface="Arial"/>
                <a:cs typeface="Arial"/>
              </a:rPr>
              <a:t>x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142">
                <a:latin typeface="PMingLiU"/>
                <a:cs typeface="PMingLiU"/>
              </a:rPr>
              <a:t>3</a:t>
            </a:r>
            <a:r>
              <a:rPr dirty="0" baseline="30864" sz="2025">
                <a:latin typeface="PMingLiU"/>
                <a:cs typeface="PMingLiU"/>
              </a:rPr>
              <a:t> </a:t>
            </a:r>
            <a:r>
              <a:rPr dirty="0" baseline="30864" sz="2025" spc="-240">
                <a:latin typeface="PMingLiU"/>
                <a:cs typeface="PMingLiU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142">
                <a:latin typeface="PMingLiU"/>
                <a:cs typeface="PMingLiU"/>
              </a:rPr>
              <a:t>2</a:t>
            </a:r>
            <a:r>
              <a:rPr dirty="0" baseline="30864" sz="2025">
                <a:latin typeface="PMingLiU"/>
                <a:cs typeface="PMingLiU"/>
              </a:rPr>
              <a:t> </a:t>
            </a:r>
            <a:r>
              <a:rPr dirty="0" baseline="30864" sz="2025" spc="-240">
                <a:latin typeface="PMingLiU"/>
                <a:cs typeface="PMingLiU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262">
                <a:latin typeface="PMingLiU"/>
                <a:cs typeface="PMingLiU"/>
              </a:rPr>
              <a:t>3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142">
                <a:latin typeface="PMingLiU"/>
                <a:cs typeface="PMingLiU"/>
              </a:rPr>
              <a:t>3</a:t>
            </a:r>
            <a:r>
              <a:rPr dirty="0" baseline="30864" sz="2025">
                <a:latin typeface="PMingLiU"/>
                <a:cs typeface="PMingLiU"/>
              </a:rPr>
              <a:t> </a:t>
            </a:r>
            <a:r>
              <a:rPr dirty="0" baseline="30864" sz="2025" spc="-240">
                <a:latin typeface="PMingLiU"/>
                <a:cs typeface="PMingLiU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142">
                <a:latin typeface="PMingLiU"/>
                <a:cs typeface="PMingLiU"/>
              </a:rPr>
              <a:t>2</a:t>
            </a:r>
            <a:r>
              <a:rPr dirty="0" baseline="30864" sz="2025">
                <a:latin typeface="PMingLiU"/>
                <a:cs typeface="PMingLiU"/>
              </a:rPr>
              <a:t> </a:t>
            </a:r>
            <a:r>
              <a:rPr dirty="0" baseline="30864" sz="2025" spc="-240">
                <a:latin typeface="PMingLiU"/>
                <a:cs typeface="PMingLiU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6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262">
                <a:latin typeface="PMingLiU"/>
                <a:cs typeface="PMingLiU"/>
              </a:rPr>
              <a:t>3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212725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142">
                <a:latin typeface="PMingLiU"/>
                <a:cs typeface="PMingLiU"/>
              </a:rPr>
              <a:t>3</a:t>
            </a:r>
            <a:r>
              <a:rPr dirty="0" baseline="30864" sz="2025">
                <a:latin typeface="PMingLiU"/>
                <a:cs typeface="PMingLiU"/>
              </a:rPr>
              <a:t> </a:t>
            </a:r>
            <a:r>
              <a:rPr dirty="0" baseline="30864" sz="2025" spc="-240">
                <a:latin typeface="PMingLiU"/>
                <a:cs typeface="PMingLiU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142">
                <a:latin typeface="PMingLiU"/>
                <a:cs typeface="PMingLiU"/>
              </a:rPr>
              <a:t>2</a:t>
            </a:r>
            <a:r>
              <a:rPr dirty="0" baseline="30864" sz="2025">
                <a:latin typeface="PMingLiU"/>
                <a:cs typeface="PMingLiU"/>
              </a:rPr>
              <a:t> </a:t>
            </a:r>
            <a:r>
              <a:rPr dirty="0" baseline="30864" sz="2025" spc="-240">
                <a:latin typeface="PMingLiU"/>
                <a:cs typeface="PMingLiU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262">
                <a:latin typeface="PMingLiU"/>
                <a:cs typeface="PMingLiU"/>
              </a:rPr>
              <a:t>4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65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262">
                <a:latin typeface="PMingLiU"/>
                <a:cs typeface="PMingLiU"/>
              </a:rPr>
              <a:t>3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 b="1">
                <a:latin typeface="Arial"/>
                <a:cs typeface="Arial"/>
              </a:rPr>
              <a:t>E</a:t>
            </a:r>
            <a:r>
              <a:rPr dirty="0" sz="2050" spc="-20" b="1">
                <a:latin typeface="Arial"/>
                <a:cs typeface="Arial"/>
              </a:rPr>
              <a:t>x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90">
                <a:latin typeface="Tahoma"/>
                <a:cs typeface="Tahoma"/>
              </a:rPr>
              <a:t>l</a:t>
            </a:r>
            <a:r>
              <a:rPr dirty="0" sz="2050" spc="-105">
                <a:latin typeface="Tahoma"/>
                <a:cs typeface="Tahoma"/>
              </a:rPr>
              <a:t>o</a:t>
            </a:r>
            <a:r>
              <a:rPr dirty="0" sz="2050" spc="-95">
                <a:latin typeface="Tahoma"/>
                <a:cs typeface="Tahoma"/>
              </a:rPr>
              <a:t>g</a:t>
            </a:r>
            <a:r>
              <a:rPr dirty="0" baseline="-20576" sz="2025" spc="142">
                <a:latin typeface="PMingLiU"/>
                <a:cs typeface="PMingLiU"/>
              </a:rPr>
              <a:t>5</a:t>
            </a:r>
            <a:r>
              <a:rPr dirty="0" baseline="-20576" sz="2025" spc="112">
                <a:latin typeface="PMingLiU"/>
                <a:cs typeface="PMingLiU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90">
                <a:latin typeface="Tahoma"/>
                <a:cs typeface="Tahoma"/>
              </a:rPr>
              <a:t>l</a:t>
            </a:r>
            <a:r>
              <a:rPr dirty="0" sz="2050" spc="-105">
                <a:latin typeface="Tahoma"/>
                <a:cs typeface="Tahoma"/>
              </a:rPr>
              <a:t>o</a:t>
            </a:r>
            <a:r>
              <a:rPr dirty="0" sz="2050" spc="-125">
                <a:latin typeface="Tahoma"/>
                <a:cs typeface="Tahoma"/>
              </a:rPr>
              <a:t>g</a:t>
            </a:r>
            <a:r>
              <a:rPr dirty="0" sz="2050" spc="-270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90">
                <a:latin typeface="Tahoma"/>
                <a:cs typeface="Tahoma"/>
              </a:rPr>
              <a:t>l</a:t>
            </a:r>
            <a:r>
              <a:rPr dirty="0" sz="2050" spc="-105">
                <a:latin typeface="Tahoma"/>
                <a:cs typeface="Tahoma"/>
              </a:rPr>
              <a:t>o</a:t>
            </a:r>
            <a:r>
              <a:rPr dirty="0" sz="2050" spc="-95">
                <a:latin typeface="Tahoma"/>
                <a:cs typeface="Tahoma"/>
              </a:rPr>
              <a:t>g</a:t>
            </a:r>
            <a:r>
              <a:rPr dirty="0" baseline="-20576" sz="2025" spc="-195" i="1">
                <a:latin typeface="Trebuchet MS"/>
                <a:cs typeface="Trebuchet MS"/>
              </a:rPr>
              <a:t>b</a:t>
            </a:r>
            <a:r>
              <a:rPr dirty="0" baseline="-20576" sz="2025" spc="30" i="1">
                <a:latin typeface="Trebuchet MS"/>
                <a:cs typeface="Trebuchet MS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90">
                <a:latin typeface="Tahoma"/>
                <a:cs typeface="Tahoma"/>
              </a:rPr>
              <a:t>l</a:t>
            </a:r>
            <a:r>
              <a:rPr dirty="0" sz="2050" spc="-105">
                <a:latin typeface="Tahoma"/>
                <a:cs typeface="Tahoma"/>
              </a:rPr>
              <a:t>o</a:t>
            </a:r>
            <a:r>
              <a:rPr dirty="0" sz="2050" spc="-95">
                <a:latin typeface="Tahoma"/>
                <a:cs typeface="Tahoma"/>
              </a:rPr>
              <a:t>g</a:t>
            </a:r>
            <a:r>
              <a:rPr dirty="0" baseline="-20576" sz="2025" spc="15" i="1">
                <a:latin typeface="Trebuchet MS"/>
                <a:cs typeface="Trebuchet MS"/>
              </a:rPr>
              <a:t>c</a:t>
            </a:r>
            <a:r>
              <a:rPr dirty="0" baseline="-20576" sz="2025" spc="30" i="1">
                <a:latin typeface="Trebuchet MS"/>
                <a:cs typeface="Trebuchet MS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90">
                <a:latin typeface="Tahoma"/>
                <a:cs typeface="Tahoma"/>
              </a:rPr>
              <a:t>l</a:t>
            </a:r>
            <a:r>
              <a:rPr dirty="0" sz="2050" spc="-105">
                <a:latin typeface="Tahoma"/>
                <a:cs typeface="Tahoma"/>
              </a:rPr>
              <a:t>o</a:t>
            </a:r>
            <a:r>
              <a:rPr dirty="0" sz="2050" spc="-100">
                <a:latin typeface="Tahoma"/>
                <a:cs typeface="Tahoma"/>
              </a:rPr>
              <a:t>g</a:t>
            </a:r>
            <a:r>
              <a:rPr dirty="0" baseline="-20576" sz="2025" spc="-195" i="1">
                <a:latin typeface="Trebuchet MS"/>
                <a:cs typeface="Trebuchet MS"/>
              </a:rPr>
              <a:t>b</a:t>
            </a:r>
            <a:r>
              <a:rPr dirty="0" baseline="-20576" sz="2025" spc="30" i="1">
                <a:latin typeface="Trebuchet MS"/>
                <a:cs typeface="Trebuchet MS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baseline="30864" sz="2025" spc="75">
                <a:latin typeface="PMingLiU"/>
                <a:cs typeface="PMingLiU"/>
              </a:rPr>
              <a:t>l</a:t>
            </a:r>
            <a:r>
              <a:rPr dirty="0" baseline="30864" sz="2025" spc="142">
                <a:latin typeface="PMingLiU"/>
                <a:cs typeface="PMingLiU"/>
              </a:rPr>
              <a:t>o</a:t>
            </a:r>
            <a:r>
              <a:rPr dirty="0" baseline="30864" sz="2025" spc="165">
                <a:latin typeface="PMingLiU"/>
                <a:cs typeface="PMingLiU"/>
              </a:rPr>
              <a:t>g</a:t>
            </a:r>
            <a:r>
              <a:rPr dirty="0" baseline="22222" sz="1500" spc="112" i="1">
                <a:latin typeface="Arial"/>
                <a:cs typeface="Arial"/>
              </a:rPr>
              <a:t>c</a:t>
            </a:r>
            <a:r>
              <a:rPr dirty="0" baseline="22222" sz="1500" spc="75" i="1">
                <a:latin typeface="Arial"/>
                <a:cs typeface="Arial"/>
              </a:rPr>
              <a:t> </a:t>
            </a:r>
            <a:r>
              <a:rPr dirty="0" baseline="30864" sz="2025" spc="337" i="1">
                <a:latin typeface="Trebuchet MS"/>
                <a:cs typeface="Trebuchet MS"/>
              </a:rPr>
              <a:t>n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90">
                <a:latin typeface="Tahoma"/>
                <a:cs typeface="Tahoma"/>
              </a:rPr>
              <a:t>l</a:t>
            </a:r>
            <a:r>
              <a:rPr dirty="0" sz="2050" spc="-105">
                <a:latin typeface="Tahoma"/>
                <a:cs typeface="Tahoma"/>
              </a:rPr>
              <a:t>o</a:t>
            </a:r>
            <a:r>
              <a:rPr dirty="0" sz="2050" spc="-100">
                <a:latin typeface="Tahoma"/>
                <a:cs typeface="Tahoma"/>
              </a:rPr>
              <a:t>g</a:t>
            </a:r>
            <a:r>
              <a:rPr dirty="0" baseline="-20576" sz="2025" spc="-195" i="1">
                <a:latin typeface="Trebuchet MS"/>
                <a:cs typeface="Trebuchet MS"/>
              </a:rPr>
              <a:t>b</a:t>
            </a:r>
            <a:r>
              <a:rPr dirty="0" baseline="-20576" sz="2025" spc="37" i="1">
                <a:latin typeface="Trebuchet MS"/>
                <a:cs typeface="Trebuchet MS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90">
                <a:latin typeface="Tahoma"/>
                <a:cs typeface="Tahoma"/>
              </a:rPr>
              <a:t>l</a:t>
            </a:r>
            <a:r>
              <a:rPr dirty="0" sz="2050" spc="-105">
                <a:latin typeface="Tahoma"/>
                <a:cs typeface="Tahoma"/>
              </a:rPr>
              <a:t>o</a:t>
            </a:r>
            <a:r>
              <a:rPr dirty="0" sz="2050" spc="-95">
                <a:latin typeface="Tahoma"/>
                <a:cs typeface="Tahoma"/>
              </a:rPr>
              <a:t>g</a:t>
            </a:r>
            <a:r>
              <a:rPr dirty="0" baseline="-20576" sz="2025" spc="-195" i="1">
                <a:latin typeface="Trebuchet MS"/>
                <a:cs typeface="Trebuchet MS"/>
              </a:rPr>
              <a:t>b</a:t>
            </a:r>
            <a:r>
              <a:rPr dirty="0" baseline="-20576" sz="2025" spc="30" i="1">
                <a:latin typeface="Trebuchet MS"/>
                <a:cs typeface="Trebuchet MS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baseline="30864" sz="2025" spc="75">
                <a:latin typeface="PMingLiU"/>
                <a:cs typeface="PMingLiU"/>
              </a:rPr>
              <a:t>l</a:t>
            </a:r>
            <a:r>
              <a:rPr dirty="0" baseline="30864" sz="2025" spc="142">
                <a:latin typeface="PMingLiU"/>
                <a:cs typeface="PMingLiU"/>
              </a:rPr>
              <a:t>o</a:t>
            </a:r>
            <a:r>
              <a:rPr dirty="0" baseline="30864" sz="2025" spc="165">
                <a:latin typeface="PMingLiU"/>
                <a:cs typeface="PMingLiU"/>
              </a:rPr>
              <a:t>g</a:t>
            </a:r>
            <a:r>
              <a:rPr dirty="0" baseline="22222" sz="1500" spc="112" i="1">
                <a:latin typeface="Arial"/>
                <a:cs typeface="Arial"/>
              </a:rPr>
              <a:t>c</a:t>
            </a:r>
            <a:r>
              <a:rPr dirty="0" baseline="22222" sz="1500" spc="75" i="1">
                <a:latin typeface="Arial"/>
                <a:cs typeface="Arial"/>
              </a:rPr>
              <a:t> </a:t>
            </a:r>
            <a:r>
              <a:rPr dirty="0" baseline="30864" sz="2025" spc="217" i="1">
                <a:latin typeface="Trebuchet MS"/>
                <a:cs typeface="Trebuchet MS"/>
              </a:rPr>
              <a:t>n</a:t>
            </a:r>
            <a:r>
              <a:rPr dirty="0" baseline="30864" sz="2025" i="1">
                <a:latin typeface="Trebuchet MS"/>
                <a:cs typeface="Trebuchet MS"/>
              </a:rPr>
              <a:t> </a:t>
            </a:r>
            <a:r>
              <a:rPr dirty="0" baseline="30864" sz="2025" spc="-232" i="1">
                <a:latin typeface="Trebuchet MS"/>
                <a:cs typeface="Trebuchet MS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90">
                <a:latin typeface="Tahoma"/>
                <a:cs typeface="Tahoma"/>
              </a:rPr>
              <a:t>l</a:t>
            </a:r>
            <a:r>
              <a:rPr dirty="0" sz="2050" spc="-105">
                <a:latin typeface="Tahoma"/>
                <a:cs typeface="Tahoma"/>
              </a:rPr>
              <a:t>o</a:t>
            </a:r>
            <a:r>
              <a:rPr dirty="0" sz="2050" spc="-100">
                <a:latin typeface="Tahoma"/>
                <a:cs typeface="Tahoma"/>
              </a:rPr>
              <a:t>g</a:t>
            </a:r>
            <a:r>
              <a:rPr dirty="0" baseline="-20576" sz="2025" spc="15" i="1">
                <a:latin typeface="Trebuchet MS"/>
                <a:cs typeface="Trebuchet MS"/>
              </a:rPr>
              <a:t>c</a:t>
            </a:r>
            <a:r>
              <a:rPr dirty="0" baseline="-20576" sz="2025" spc="30" i="1">
                <a:latin typeface="Trebuchet MS"/>
                <a:cs typeface="Trebuchet MS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×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90">
                <a:latin typeface="Tahoma"/>
                <a:cs typeface="Tahoma"/>
              </a:rPr>
              <a:t>l</a:t>
            </a:r>
            <a:r>
              <a:rPr dirty="0" sz="2050" spc="-105">
                <a:latin typeface="Tahoma"/>
                <a:cs typeface="Tahoma"/>
              </a:rPr>
              <a:t>o</a:t>
            </a:r>
            <a:r>
              <a:rPr dirty="0" sz="2050" spc="-100">
                <a:latin typeface="Tahoma"/>
                <a:cs typeface="Tahoma"/>
              </a:rPr>
              <a:t>g</a:t>
            </a:r>
            <a:r>
              <a:rPr dirty="0" baseline="-20576" sz="2025" spc="-195" i="1">
                <a:latin typeface="Trebuchet MS"/>
                <a:cs typeface="Trebuchet MS"/>
              </a:rPr>
              <a:t>b</a:t>
            </a:r>
            <a:r>
              <a:rPr dirty="0" baseline="-20576" sz="2025" spc="37" i="1">
                <a:latin typeface="Trebuchet MS"/>
                <a:cs typeface="Trebuchet MS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0056" y="855737"/>
            <a:ext cx="4303395" cy="402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55" i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26830" y="1573847"/>
            <a:ext cx="5704205" cy="0"/>
          </a:xfrm>
          <a:custGeom>
            <a:avLst/>
            <a:gdLst/>
            <a:ahLst/>
            <a:cxnLst/>
            <a:rect l="l" t="t" r="r" b="b"/>
            <a:pathLst>
              <a:path w="5704205" h="0">
                <a:moveTo>
                  <a:pt x="0" y="0"/>
                </a:moveTo>
                <a:lnTo>
                  <a:pt x="57037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531224" y="1573911"/>
            <a:ext cx="0" cy="3040380"/>
          </a:xfrm>
          <a:custGeom>
            <a:avLst/>
            <a:gdLst/>
            <a:ahLst/>
            <a:cxnLst/>
            <a:rect l="l" t="t" r="r" b="b"/>
            <a:pathLst>
              <a:path w="0" h="3040379">
                <a:moveTo>
                  <a:pt x="0" y="304038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226221" y="1573911"/>
            <a:ext cx="0" cy="3040380"/>
          </a:xfrm>
          <a:custGeom>
            <a:avLst/>
            <a:gdLst/>
            <a:ahLst/>
            <a:cxnLst/>
            <a:rect l="l" t="t" r="r" b="b"/>
            <a:pathLst>
              <a:path w="0" h="3040379">
                <a:moveTo>
                  <a:pt x="0" y="304038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526830" y="4614227"/>
            <a:ext cx="5704205" cy="0"/>
          </a:xfrm>
          <a:custGeom>
            <a:avLst/>
            <a:gdLst/>
            <a:ahLst/>
            <a:cxnLst/>
            <a:rect l="l" t="t" r="r" b="b"/>
            <a:pathLst>
              <a:path w="5704205" h="0">
                <a:moveTo>
                  <a:pt x="0" y="0"/>
                </a:moveTo>
                <a:lnTo>
                  <a:pt x="57037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729652" y="6744271"/>
            <a:ext cx="153670" cy="0"/>
          </a:xfrm>
          <a:custGeom>
            <a:avLst/>
            <a:gdLst/>
            <a:ahLst/>
            <a:cxnLst/>
            <a:rect l="l" t="t" r="r" b="b"/>
            <a:pathLst>
              <a:path w="153670" h="0">
                <a:moveTo>
                  <a:pt x="0" y="0"/>
                </a:moveTo>
                <a:lnTo>
                  <a:pt x="153390" y="0"/>
                </a:lnTo>
              </a:path>
            </a:pathLst>
          </a:custGeom>
          <a:ln w="105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199371" y="7107631"/>
            <a:ext cx="153670" cy="0"/>
          </a:xfrm>
          <a:custGeom>
            <a:avLst/>
            <a:gdLst/>
            <a:ahLst/>
            <a:cxnLst/>
            <a:rect l="l" t="t" r="r" b="b"/>
            <a:pathLst>
              <a:path w="153670" h="0">
                <a:moveTo>
                  <a:pt x="0" y="0"/>
                </a:moveTo>
                <a:lnTo>
                  <a:pt x="153390" y="0"/>
                </a:lnTo>
              </a:path>
            </a:pathLst>
          </a:custGeom>
          <a:ln w="105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010055" y="4804511"/>
            <a:ext cx="8125459" cy="25749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10" b="1">
                <a:latin typeface="Arial"/>
                <a:cs typeface="Arial"/>
              </a:rPr>
              <a:t>E</a:t>
            </a:r>
            <a:r>
              <a:rPr dirty="0" sz="2050" spc="-20" b="1">
                <a:latin typeface="Arial"/>
                <a:cs typeface="Arial"/>
              </a:rPr>
              <a:t>x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plo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</a:t>
            </a:r>
            <a:r>
              <a:rPr dirty="0" sz="2050" spc="-20">
                <a:latin typeface="Arial"/>
                <a:cs typeface="Arial"/>
              </a:rPr>
              <a:t>gr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))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01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Suponha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ês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hos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ujos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baseline="28806" sz="2025" spc="262">
                <a:latin typeface="PMingLiU"/>
                <a:cs typeface="PMingLiU"/>
              </a:rPr>
              <a:t>2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-200" i="1">
                <a:latin typeface="Arial"/>
                <a:cs typeface="Arial"/>
              </a:rPr>
              <a:t> </a:t>
            </a:r>
            <a:r>
              <a:rPr dirty="0" sz="1850" spc="35">
                <a:latin typeface="PMingLiU"/>
                <a:cs typeface="PMingLiU"/>
              </a:rPr>
              <a:t>l</a:t>
            </a:r>
            <a:r>
              <a:rPr dirty="0" sz="1850" spc="65">
                <a:latin typeface="PMingLiU"/>
                <a:cs typeface="PMingLiU"/>
              </a:rPr>
              <a:t>o</a:t>
            </a:r>
            <a:r>
              <a:rPr dirty="0" sz="1850" spc="70">
                <a:latin typeface="PMingLiU"/>
                <a:cs typeface="PMingLiU"/>
              </a:rPr>
              <a:t>g</a:t>
            </a:r>
            <a:r>
              <a:rPr dirty="0" sz="1850" spc="-145">
                <a:latin typeface="PMingLiU"/>
                <a:cs typeface="PMingLiU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5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45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imei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40" i="1">
                <a:latin typeface="Arial"/>
                <a:cs typeface="Arial"/>
              </a:rPr>
              <a:t>ma</a:t>
            </a:r>
            <a:r>
              <a:rPr dirty="0" sz="1850" spc="150" i="1">
                <a:latin typeface="Arial"/>
                <a:cs typeface="Arial"/>
              </a:rPr>
              <a:t>x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,</a:t>
            </a:r>
            <a:r>
              <a:rPr dirty="0" sz="1850" spc="-200" i="1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baseline="28806" sz="2025" spc="262">
                <a:latin typeface="PMingLiU"/>
                <a:cs typeface="PMingLiU"/>
              </a:rPr>
              <a:t>2</a:t>
            </a:r>
            <a:r>
              <a:rPr dirty="0" sz="1850" spc="150">
                <a:latin typeface="PMingLiU"/>
                <a:cs typeface="PMingLiU"/>
              </a:rPr>
              <a:t>))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baseline="28806" sz="2025" spc="262">
                <a:latin typeface="PMingLiU"/>
                <a:cs typeface="PMingLiU"/>
              </a:rPr>
              <a:t>2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54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ês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hos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40" i="1">
                <a:latin typeface="Arial"/>
                <a:cs typeface="Arial"/>
              </a:rPr>
              <a:t>ma</a:t>
            </a:r>
            <a:r>
              <a:rPr dirty="0" sz="1850" spc="150" i="1">
                <a:latin typeface="Arial"/>
                <a:cs typeface="Arial"/>
              </a:rPr>
              <a:t>x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baseline="28806" sz="2025" spc="262">
                <a:latin typeface="PMingLiU"/>
                <a:cs typeface="PMingLiU"/>
              </a:rPr>
              <a:t>2</a:t>
            </a:r>
            <a:r>
              <a:rPr dirty="0" sz="1850" spc="5" i="1">
                <a:latin typeface="Arial"/>
                <a:cs typeface="Arial"/>
              </a:rPr>
              <a:t>,</a:t>
            </a:r>
            <a:r>
              <a:rPr dirty="0" sz="1850" spc="-200" i="1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-200" i="1">
                <a:latin typeface="Arial"/>
                <a:cs typeface="Arial"/>
              </a:rPr>
              <a:t> </a:t>
            </a:r>
            <a:r>
              <a:rPr dirty="0" sz="1850" spc="35">
                <a:latin typeface="PMingLiU"/>
                <a:cs typeface="PMingLiU"/>
              </a:rPr>
              <a:t>l</a:t>
            </a:r>
            <a:r>
              <a:rPr dirty="0" sz="1850" spc="65">
                <a:latin typeface="PMingLiU"/>
                <a:cs typeface="PMingLiU"/>
              </a:rPr>
              <a:t>o</a:t>
            </a:r>
            <a:r>
              <a:rPr dirty="0" sz="1850" spc="70">
                <a:latin typeface="PMingLiU"/>
                <a:cs typeface="PMingLiU"/>
              </a:rPr>
              <a:t>g</a:t>
            </a:r>
            <a:r>
              <a:rPr dirty="0" sz="1850" spc="-145">
                <a:latin typeface="PMingLiU"/>
                <a:cs typeface="PMingLiU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))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baseline="28806" sz="2025" spc="262">
                <a:latin typeface="PMingLiU"/>
                <a:cs typeface="PMingLiU"/>
              </a:rPr>
              <a:t>2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2050" spc="10" b="1">
                <a:latin typeface="Arial"/>
                <a:cs typeface="Arial"/>
              </a:rPr>
              <a:t>E</a:t>
            </a:r>
            <a:r>
              <a:rPr dirty="0" sz="2050" spc="-20" b="1">
                <a:latin typeface="Arial"/>
                <a:cs typeface="Arial"/>
              </a:rPr>
              <a:t>x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plo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produt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29">
                <a:latin typeface="Tahoma"/>
                <a:cs typeface="Tahoma"/>
              </a:rPr>
              <a:t>[</a:t>
            </a:r>
            <a:r>
              <a:rPr dirty="0" sz="2050" spc="90">
                <a:latin typeface="Tahoma"/>
                <a:cs typeface="Tahoma"/>
              </a:rPr>
              <a:t>l</a:t>
            </a:r>
            <a:r>
              <a:rPr dirty="0" sz="2050" spc="-105">
                <a:latin typeface="Tahoma"/>
                <a:cs typeface="Tahoma"/>
              </a:rPr>
              <a:t>o</a:t>
            </a:r>
            <a:r>
              <a:rPr dirty="0" sz="2050" spc="-125">
                <a:latin typeface="Tahoma"/>
                <a:cs typeface="Tahoma"/>
              </a:rPr>
              <a:t>g</a:t>
            </a:r>
            <a:r>
              <a:rPr dirty="0" sz="2050" spc="-270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-45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229">
                <a:latin typeface="Tahoma"/>
                <a:cs typeface="Tahoma"/>
              </a:rPr>
              <a:t>]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29">
                <a:latin typeface="Tahoma"/>
                <a:cs typeface="Tahoma"/>
              </a:rPr>
              <a:t>[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baseline="40650" sz="3075" spc="97">
                <a:latin typeface="Lucida Sans Unicode"/>
                <a:cs typeface="Lucida Sans Unicode"/>
              </a:rPr>
              <a:t>√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229">
                <a:latin typeface="Tahoma"/>
                <a:cs typeface="Tahoma"/>
              </a:rPr>
              <a:t>]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90">
                <a:latin typeface="Tahoma"/>
                <a:cs typeface="Tahoma"/>
              </a:rPr>
              <a:t>l</a:t>
            </a:r>
            <a:r>
              <a:rPr dirty="0" sz="2050" spc="-105">
                <a:latin typeface="Tahoma"/>
                <a:cs typeface="Tahoma"/>
              </a:rPr>
              <a:t>o</a:t>
            </a:r>
            <a:r>
              <a:rPr dirty="0" sz="2050" spc="-125">
                <a:latin typeface="Tahoma"/>
                <a:cs typeface="Tahoma"/>
              </a:rPr>
              <a:t>g</a:t>
            </a:r>
            <a:r>
              <a:rPr dirty="0" sz="2050" spc="-270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baseline="40650" sz="3075" spc="97">
                <a:latin typeface="Lucida Sans Unicode"/>
                <a:cs typeface="Lucida Sans Unicode"/>
              </a:rPr>
              <a:t>√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90">
                <a:latin typeface="Tahoma"/>
                <a:cs typeface="Tahoma"/>
              </a:rPr>
              <a:t>l</a:t>
            </a:r>
            <a:r>
              <a:rPr dirty="0" sz="2050" spc="-105">
                <a:latin typeface="Tahoma"/>
                <a:cs typeface="Tahoma"/>
              </a:rPr>
              <a:t>o</a:t>
            </a:r>
            <a:r>
              <a:rPr dirty="0" sz="2050" spc="-125">
                <a:latin typeface="Tahoma"/>
                <a:cs typeface="Tahoma"/>
              </a:rPr>
              <a:t>g</a:t>
            </a:r>
            <a:r>
              <a:rPr dirty="0" sz="2050" spc="-270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31224" y="1599464"/>
          <a:ext cx="5695315" cy="1689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7731"/>
                <a:gridCol w="418426"/>
                <a:gridCol w="2958839"/>
              </a:tblGrid>
              <a:tr h="875935">
                <a:tc>
                  <a:txBody>
                    <a:bodyPr/>
                    <a:lstStyle/>
                    <a:p>
                      <a:pPr marL="866140" indent="834390">
                        <a:lnSpc>
                          <a:spcPts val="2310"/>
                        </a:lnSpc>
                      </a:pPr>
                      <a:r>
                        <a:rPr dirty="0" sz="2050" i="1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2050" spc="-35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</a:t>
                      </a:r>
                      <a:endParaRPr sz="2050">
                        <a:latin typeface="Tahoma"/>
                        <a:cs typeface="Tahoma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dirty="0" sz="2050" i="1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2050" spc="-114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Lucida Sans Unicode"/>
                          <a:cs typeface="Lucida Sans Unicode"/>
                        </a:rPr>
                        <a:t>×</a:t>
                      </a:r>
                      <a:r>
                        <a:rPr dirty="0" sz="2050" spc="-19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050" spc="55" i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2050" spc="-35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2310"/>
                        </a:lnSpc>
                      </a:pPr>
                      <a:r>
                        <a:rPr dirty="0" sz="205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dirty="0" sz="205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2310"/>
                        </a:lnSpc>
                      </a:pPr>
                      <a:r>
                        <a:rPr dirty="0" sz="2050" spc="55" i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2050" spc="-35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  <a:spcBef>
                          <a:spcPts val="1000"/>
                        </a:spcBef>
                        <a:tabLst>
                          <a:tab pos="1330960" algn="l"/>
                        </a:tabLst>
                      </a:pPr>
                      <a:r>
                        <a:rPr dirty="0" sz="2050" spc="55" i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2050" spc="-35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))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2050" spc="-7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e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98960">
                <a:tc>
                  <a:txBody>
                    <a:bodyPr/>
                    <a:lstStyle/>
                    <a:p>
                      <a:pPr algn="r" marR="101600">
                        <a:lnSpc>
                          <a:spcPts val="2335"/>
                        </a:lnSpc>
                      </a:pPr>
                      <a:r>
                        <a:rPr dirty="0" sz="2050" spc="55" i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2050" spc="-35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))</a:t>
                      </a:r>
                      <a:r>
                        <a:rPr dirty="0" sz="205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205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50" spc="55" i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2050" spc="-35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1600">
                        <a:lnSpc>
                          <a:spcPts val="2335"/>
                        </a:lnSpc>
                      </a:pPr>
                      <a:r>
                        <a:rPr dirty="0" sz="205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2335"/>
                        </a:lnSpc>
                      </a:pPr>
                      <a:r>
                        <a:rPr dirty="0" sz="2050" spc="55" i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2050" spc="-35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414635">
                <a:tc>
                  <a:txBody>
                    <a:bodyPr/>
                    <a:lstStyle/>
                    <a:p>
                      <a:pPr algn="r" marR="1016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050" spc="55" i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spc="55" i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2050" spc="-35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16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05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050" spc="55" i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2050" spc="-35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601188" y="3339034"/>
          <a:ext cx="5015230" cy="1269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7710"/>
                <a:gridCol w="418483"/>
                <a:gridCol w="2348492"/>
              </a:tblGrid>
              <a:tr h="414635">
                <a:tc>
                  <a:txBody>
                    <a:bodyPr/>
                    <a:lstStyle/>
                    <a:p>
                      <a:pPr algn="r" marR="101600">
                        <a:lnSpc>
                          <a:spcPct val="100000"/>
                        </a:lnSpc>
                      </a:pPr>
                      <a:r>
                        <a:rPr dirty="0" sz="2050" spc="55" i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2050" spc="-35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))</a:t>
                      </a:r>
                      <a:r>
                        <a:rPr dirty="0" sz="205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205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50" spc="55" i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spc="75" i="1">
                          <a:latin typeface="Arial"/>
                          <a:cs typeface="Arial"/>
                        </a:rPr>
                        <a:t>g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1600">
                        <a:lnSpc>
                          <a:spcPct val="100000"/>
                        </a:lnSpc>
                      </a:pPr>
                      <a:r>
                        <a:rPr dirty="0" sz="205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</a:pPr>
                      <a:r>
                        <a:rPr dirty="0" sz="2050" spc="55" i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2050" spc="-35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2050" spc="-22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 spc="75" i="1">
                          <a:latin typeface="Arial"/>
                          <a:cs typeface="Arial"/>
                        </a:rPr>
                        <a:t>g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439712">
                <a:tc>
                  <a:txBody>
                    <a:bodyPr/>
                    <a:lstStyle/>
                    <a:p>
                      <a:pPr algn="r" marR="1016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050" spc="55" i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2050" spc="-35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))</a:t>
                      </a:r>
                      <a:r>
                        <a:rPr dirty="0" sz="2050" spc="55" i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spc="75" i="1">
                          <a:latin typeface="Arial"/>
                          <a:cs typeface="Arial"/>
                        </a:rPr>
                        <a:t>g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16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05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050" spc="55" i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2050" spc="-35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</a:t>
                      </a:r>
                      <a:r>
                        <a:rPr dirty="0" sz="2050" spc="75" i="1">
                          <a:latin typeface="Arial"/>
                          <a:cs typeface="Arial"/>
                        </a:rPr>
                        <a:t>g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414635">
                <a:tc>
                  <a:txBody>
                    <a:bodyPr/>
                    <a:lstStyle/>
                    <a:p>
                      <a:pPr algn="r" marR="1016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050" i="1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2050" spc="-35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</a:t>
                      </a:r>
                      <a:r>
                        <a:rPr dirty="0" sz="2050" spc="55" i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spc="75" i="1">
                          <a:latin typeface="Arial"/>
                          <a:cs typeface="Arial"/>
                        </a:rPr>
                        <a:t>g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16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05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050" spc="55" i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2050" spc="-35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</a:t>
                      </a:r>
                      <a:r>
                        <a:rPr dirty="0" sz="2050" spc="75" i="1">
                          <a:latin typeface="Arial"/>
                          <a:cs typeface="Arial"/>
                        </a:rPr>
                        <a:t>g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746436" y="5685472"/>
            <a:ext cx="604520" cy="286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 i="1">
                <a:latin typeface="Times New Roman"/>
                <a:cs typeface="Times New Roman"/>
              </a:rPr>
              <a:t>c</a:t>
            </a:r>
            <a:r>
              <a:rPr dirty="0" sz="1800" spc="-150" i="1">
                <a:latin typeface="Times New Roman"/>
                <a:cs typeface="Times New Roman"/>
              </a:rPr>
              <a:t> </a:t>
            </a:r>
            <a:r>
              <a:rPr dirty="0" sz="1800" spc="-5" i="1">
                <a:latin typeface="Times New Roman"/>
                <a:cs typeface="Times New Roman"/>
              </a:rPr>
              <a:t>f</a:t>
            </a:r>
            <a:r>
              <a:rPr dirty="0" sz="1800" spc="-35" i="1">
                <a:latin typeface="Times New Roman"/>
                <a:cs typeface="Times New Roman"/>
              </a:rPr>
              <a:t> </a:t>
            </a:r>
            <a:r>
              <a:rPr dirty="0" baseline="3086" sz="2700" spc="-7">
                <a:latin typeface="Times New Roman"/>
                <a:cs typeface="Times New Roman"/>
              </a:rPr>
              <a:t>(</a:t>
            </a:r>
            <a:r>
              <a:rPr dirty="0" baseline="3086" sz="2700" spc="-367">
                <a:latin typeface="Times New Roman"/>
                <a:cs typeface="Times New Roman"/>
              </a:rPr>
              <a:t> </a:t>
            </a:r>
            <a:r>
              <a:rPr dirty="0" sz="1800" spc="-5" i="1">
                <a:latin typeface="Times New Roman"/>
                <a:cs typeface="Times New Roman"/>
              </a:rPr>
              <a:t>n</a:t>
            </a:r>
            <a:r>
              <a:rPr dirty="0" sz="1800" spc="-210" i="1">
                <a:latin typeface="Times New Roman"/>
                <a:cs typeface="Times New Roman"/>
              </a:rPr>
              <a:t> </a:t>
            </a:r>
            <a:r>
              <a:rPr dirty="0" baseline="3086" sz="2700" spc="-7">
                <a:latin typeface="Times New Roman"/>
                <a:cs typeface="Times New Roman"/>
              </a:rPr>
              <a:t>)</a:t>
            </a:r>
            <a:endParaRPr baseline="3086" sz="2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46492" y="6749008"/>
            <a:ext cx="3027680" cy="0"/>
          </a:xfrm>
          <a:custGeom>
            <a:avLst/>
            <a:gdLst/>
            <a:ahLst/>
            <a:cxnLst/>
            <a:rect l="l" t="t" r="r" b="b"/>
            <a:pathLst>
              <a:path w="3027679" h="0">
                <a:moveTo>
                  <a:pt x="0" y="0"/>
                </a:moveTo>
                <a:lnTo>
                  <a:pt x="3027349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17645" y="6707543"/>
            <a:ext cx="156210" cy="83185"/>
          </a:xfrm>
          <a:custGeom>
            <a:avLst/>
            <a:gdLst/>
            <a:ahLst/>
            <a:cxnLst/>
            <a:rect l="l" t="t" r="r" b="b"/>
            <a:pathLst>
              <a:path w="156210" h="83184">
                <a:moveTo>
                  <a:pt x="156197" y="41465"/>
                </a:moveTo>
                <a:lnTo>
                  <a:pt x="0" y="0"/>
                </a:lnTo>
                <a:lnTo>
                  <a:pt x="31788" y="41465"/>
                </a:lnTo>
                <a:lnTo>
                  <a:pt x="31788" y="74502"/>
                </a:lnTo>
                <a:lnTo>
                  <a:pt x="156197" y="41465"/>
                </a:lnTo>
                <a:close/>
              </a:path>
              <a:path w="156210" h="83184">
                <a:moveTo>
                  <a:pt x="31788" y="74502"/>
                </a:moveTo>
                <a:lnTo>
                  <a:pt x="31788" y="41465"/>
                </a:lnTo>
                <a:lnTo>
                  <a:pt x="0" y="82943"/>
                </a:lnTo>
                <a:lnTo>
                  <a:pt x="31788" y="745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17645" y="6707543"/>
            <a:ext cx="156210" cy="83185"/>
          </a:xfrm>
          <a:custGeom>
            <a:avLst/>
            <a:gdLst/>
            <a:ahLst/>
            <a:cxnLst/>
            <a:rect l="l" t="t" r="r" b="b"/>
            <a:pathLst>
              <a:path w="156210" h="83184">
                <a:moveTo>
                  <a:pt x="0" y="82943"/>
                </a:moveTo>
                <a:lnTo>
                  <a:pt x="156197" y="41465"/>
                </a:lnTo>
                <a:lnTo>
                  <a:pt x="0" y="0"/>
                </a:lnTo>
                <a:lnTo>
                  <a:pt x="31788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92960" y="5940336"/>
            <a:ext cx="0" cy="808990"/>
          </a:xfrm>
          <a:custGeom>
            <a:avLst/>
            <a:gdLst/>
            <a:ahLst/>
            <a:cxnLst/>
            <a:rect l="l" t="t" r="r" b="b"/>
            <a:pathLst>
              <a:path w="0" h="808990">
                <a:moveTo>
                  <a:pt x="0" y="0"/>
                </a:moveTo>
                <a:lnTo>
                  <a:pt x="0" y="808672"/>
                </a:lnTo>
              </a:path>
            </a:pathLst>
          </a:custGeom>
          <a:ln w="10367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46492" y="5339016"/>
            <a:ext cx="0" cy="154940"/>
          </a:xfrm>
          <a:custGeom>
            <a:avLst/>
            <a:gdLst/>
            <a:ahLst/>
            <a:cxnLst/>
            <a:rect l="l" t="t" r="r" b="b"/>
            <a:pathLst>
              <a:path w="0" h="154939">
                <a:moveTo>
                  <a:pt x="0" y="0"/>
                </a:moveTo>
                <a:lnTo>
                  <a:pt x="0" y="154825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05019" y="5339016"/>
            <a:ext cx="83185" cy="154940"/>
          </a:xfrm>
          <a:custGeom>
            <a:avLst/>
            <a:gdLst/>
            <a:ahLst/>
            <a:cxnLst/>
            <a:rect l="l" t="t" r="r" b="b"/>
            <a:pathLst>
              <a:path w="83184" h="154939">
                <a:moveTo>
                  <a:pt x="82941" y="154825"/>
                </a:moveTo>
                <a:lnTo>
                  <a:pt x="41473" y="0"/>
                </a:lnTo>
                <a:lnTo>
                  <a:pt x="0" y="154825"/>
                </a:lnTo>
                <a:lnTo>
                  <a:pt x="41473" y="124409"/>
                </a:lnTo>
                <a:lnTo>
                  <a:pt x="82941" y="1548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05019" y="5339016"/>
            <a:ext cx="83185" cy="154940"/>
          </a:xfrm>
          <a:custGeom>
            <a:avLst/>
            <a:gdLst/>
            <a:ahLst/>
            <a:cxnLst/>
            <a:rect l="l" t="t" r="r" b="b"/>
            <a:pathLst>
              <a:path w="83184" h="154939">
                <a:moveTo>
                  <a:pt x="82941" y="154825"/>
                </a:moveTo>
                <a:lnTo>
                  <a:pt x="41473" y="0"/>
                </a:lnTo>
                <a:lnTo>
                  <a:pt x="0" y="154825"/>
                </a:lnTo>
                <a:lnTo>
                  <a:pt x="41473" y="124409"/>
                </a:lnTo>
                <a:lnTo>
                  <a:pt x="82941" y="1548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46492" y="5878131"/>
            <a:ext cx="2488565" cy="373380"/>
          </a:xfrm>
          <a:custGeom>
            <a:avLst/>
            <a:gdLst/>
            <a:ahLst/>
            <a:cxnLst/>
            <a:rect l="l" t="t" r="r" b="b"/>
            <a:pathLst>
              <a:path w="2488565" h="373379">
                <a:moveTo>
                  <a:pt x="0" y="373240"/>
                </a:moveTo>
                <a:lnTo>
                  <a:pt x="4142" y="369087"/>
                </a:lnTo>
                <a:lnTo>
                  <a:pt x="12437" y="360794"/>
                </a:lnTo>
                <a:lnTo>
                  <a:pt x="26263" y="348348"/>
                </a:lnTo>
                <a:lnTo>
                  <a:pt x="44231" y="333146"/>
                </a:lnTo>
                <a:lnTo>
                  <a:pt x="63583" y="316560"/>
                </a:lnTo>
                <a:lnTo>
                  <a:pt x="81558" y="301345"/>
                </a:lnTo>
                <a:lnTo>
                  <a:pt x="100910" y="287528"/>
                </a:lnTo>
                <a:lnTo>
                  <a:pt x="118878" y="273697"/>
                </a:lnTo>
                <a:lnTo>
                  <a:pt x="136855" y="261264"/>
                </a:lnTo>
                <a:lnTo>
                  <a:pt x="156210" y="250202"/>
                </a:lnTo>
                <a:lnTo>
                  <a:pt x="176936" y="239141"/>
                </a:lnTo>
                <a:lnTo>
                  <a:pt x="193522" y="229463"/>
                </a:lnTo>
                <a:lnTo>
                  <a:pt x="210121" y="219798"/>
                </a:lnTo>
                <a:lnTo>
                  <a:pt x="230847" y="210108"/>
                </a:lnTo>
                <a:lnTo>
                  <a:pt x="251587" y="200444"/>
                </a:lnTo>
                <a:lnTo>
                  <a:pt x="273710" y="189382"/>
                </a:lnTo>
                <a:lnTo>
                  <a:pt x="297205" y="179705"/>
                </a:lnTo>
                <a:lnTo>
                  <a:pt x="322084" y="168643"/>
                </a:lnTo>
                <a:lnTo>
                  <a:pt x="348348" y="158965"/>
                </a:lnTo>
                <a:lnTo>
                  <a:pt x="374611" y="147904"/>
                </a:lnTo>
                <a:lnTo>
                  <a:pt x="400875" y="138239"/>
                </a:lnTo>
                <a:lnTo>
                  <a:pt x="427151" y="128562"/>
                </a:lnTo>
                <a:lnTo>
                  <a:pt x="452031" y="120256"/>
                </a:lnTo>
                <a:lnTo>
                  <a:pt x="478294" y="111963"/>
                </a:lnTo>
                <a:lnTo>
                  <a:pt x="501789" y="105054"/>
                </a:lnTo>
                <a:lnTo>
                  <a:pt x="526669" y="99529"/>
                </a:lnTo>
                <a:lnTo>
                  <a:pt x="550176" y="93992"/>
                </a:lnTo>
                <a:lnTo>
                  <a:pt x="595795" y="84315"/>
                </a:lnTo>
                <a:lnTo>
                  <a:pt x="644169" y="76022"/>
                </a:lnTo>
                <a:lnTo>
                  <a:pt x="692556" y="70497"/>
                </a:lnTo>
                <a:lnTo>
                  <a:pt x="743699" y="66357"/>
                </a:lnTo>
                <a:lnTo>
                  <a:pt x="768591" y="64973"/>
                </a:lnTo>
                <a:lnTo>
                  <a:pt x="793470" y="63588"/>
                </a:lnTo>
                <a:lnTo>
                  <a:pt x="816965" y="63588"/>
                </a:lnTo>
                <a:lnTo>
                  <a:pt x="839089" y="62204"/>
                </a:lnTo>
                <a:lnTo>
                  <a:pt x="1470825" y="62204"/>
                </a:lnTo>
                <a:lnTo>
                  <a:pt x="1501228" y="60820"/>
                </a:lnTo>
                <a:lnTo>
                  <a:pt x="1593850" y="60820"/>
                </a:lnTo>
                <a:lnTo>
                  <a:pt x="1625650" y="59436"/>
                </a:lnTo>
                <a:lnTo>
                  <a:pt x="1657438" y="59436"/>
                </a:lnTo>
                <a:lnTo>
                  <a:pt x="1687855" y="58051"/>
                </a:lnTo>
                <a:lnTo>
                  <a:pt x="1719643" y="58051"/>
                </a:lnTo>
                <a:lnTo>
                  <a:pt x="1750060" y="56667"/>
                </a:lnTo>
                <a:lnTo>
                  <a:pt x="1779092" y="55295"/>
                </a:lnTo>
                <a:lnTo>
                  <a:pt x="1808111" y="53911"/>
                </a:lnTo>
                <a:lnTo>
                  <a:pt x="1837143" y="52527"/>
                </a:lnTo>
                <a:lnTo>
                  <a:pt x="1866176" y="52527"/>
                </a:lnTo>
                <a:lnTo>
                  <a:pt x="1895208" y="49758"/>
                </a:lnTo>
                <a:lnTo>
                  <a:pt x="1924227" y="48374"/>
                </a:lnTo>
                <a:lnTo>
                  <a:pt x="1953260" y="47002"/>
                </a:lnTo>
                <a:lnTo>
                  <a:pt x="1983676" y="44234"/>
                </a:lnTo>
                <a:lnTo>
                  <a:pt x="2016848" y="42849"/>
                </a:lnTo>
                <a:lnTo>
                  <a:pt x="2051418" y="40093"/>
                </a:lnTo>
                <a:lnTo>
                  <a:pt x="2088730" y="35941"/>
                </a:lnTo>
                <a:lnTo>
                  <a:pt x="2128824" y="33172"/>
                </a:lnTo>
                <a:lnTo>
                  <a:pt x="2171674" y="29019"/>
                </a:lnTo>
                <a:lnTo>
                  <a:pt x="2217293" y="24879"/>
                </a:lnTo>
                <a:lnTo>
                  <a:pt x="2264295" y="20739"/>
                </a:lnTo>
                <a:lnTo>
                  <a:pt x="2309914" y="16586"/>
                </a:lnTo>
                <a:lnTo>
                  <a:pt x="2354148" y="12446"/>
                </a:lnTo>
                <a:lnTo>
                  <a:pt x="2395613" y="8293"/>
                </a:lnTo>
                <a:lnTo>
                  <a:pt x="2428786" y="5524"/>
                </a:lnTo>
                <a:lnTo>
                  <a:pt x="2455062" y="2755"/>
                </a:lnTo>
                <a:lnTo>
                  <a:pt x="2473032" y="1384"/>
                </a:lnTo>
                <a:lnTo>
                  <a:pt x="2484081" y="0"/>
                </a:lnTo>
                <a:lnTo>
                  <a:pt x="2488234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46492" y="5380482"/>
            <a:ext cx="2488565" cy="746760"/>
          </a:xfrm>
          <a:custGeom>
            <a:avLst/>
            <a:gdLst/>
            <a:ahLst/>
            <a:cxnLst/>
            <a:rect l="l" t="t" r="r" b="b"/>
            <a:pathLst>
              <a:path w="2488565" h="746760">
                <a:moveTo>
                  <a:pt x="0" y="622058"/>
                </a:moveTo>
                <a:lnTo>
                  <a:pt x="4142" y="619290"/>
                </a:lnTo>
                <a:lnTo>
                  <a:pt x="11057" y="612381"/>
                </a:lnTo>
                <a:lnTo>
                  <a:pt x="23500" y="601319"/>
                </a:lnTo>
                <a:lnTo>
                  <a:pt x="41468" y="587502"/>
                </a:lnTo>
                <a:lnTo>
                  <a:pt x="62204" y="570915"/>
                </a:lnTo>
                <a:lnTo>
                  <a:pt x="85704" y="552945"/>
                </a:lnTo>
                <a:lnTo>
                  <a:pt x="131318" y="522528"/>
                </a:lnTo>
                <a:lnTo>
                  <a:pt x="171411" y="501789"/>
                </a:lnTo>
                <a:lnTo>
                  <a:pt x="204584" y="494880"/>
                </a:lnTo>
                <a:lnTo>
                  <a:pt x="219786" y="496265"/>
                </a:lnTo>
                <a:lnTo>
                  <a:pt x="262648" y="518388"/>
                </a:lnTo>
                <a:lnTo>
                  <a:pt x="293052" y="546023"/>
                </a:lnTo>
                <a:lnTo>
                  <a:pt x="308267" y="564007"/>
                </a:lnTo>
                <a:lnTo>
                  <a:pt x="324853" y="583349"/>
                </a:lnTo>
                <a:lnTo>
                  <a:pt x="341439" y="604088"/>
                </a:lnTo>
                <a:lnTo>
                  <a:pt x="358025" y="624827"/>
                </a:lnTo>
                <a:lnTo>
                  <a:pt x="375996" y="645553"/>
                </a:lnTo>
                <a:lnTo>
                  <a:pt x="393966" y="666292"/>
                </a:lnTo>
                <a:lnTo>
                  <a:pt x="429907" y="703618"/>
                </a:lnTo>
                <a:lnTo>
                  <a:pt x="465848" y="729881"/>
                </a:lnTo>
                <a:lnTo>
                  <a:pt x="518375" y="746467"/>
                </a:lnTo>
                <a:lnTo>
                  <a:pt x="534962" y="745096"/>
                </a:lnTo>
                <a:lnTo>
                  <a:pt x="586117" y="722972"/>
                </a:lnTo>
                <a:lnTo>
                  <a:pt x="626198" y="693940"/>
                </a:lnTo>
                <a:lnTo>
                  <a:pt x="667677" y="656615"/>
                </a:lnTo>
                <a:lnTo>
                  <a:pt x="711911" y="610997"/>
                </a:lnTo>
                <a:lnTo>
                  <a:pt x="735406" y="587502"/>
                </a:lnTo>
                <a:lnTo>
                  <a:pt x="757529" y="562622"/>
                </a:lnTo>
                <a:lnTo>
                  <a:pt x="781024" y="539115"/>
                </a:lnTo>
                <a:lnTo>
                  <a:pt x="803148" y="514235"/>
                </a:lnTo>
                <a:lnTo>
                  <a:pt x="847382" y="468617"/>
                </a:lnTo>
                <a:lnTo>
                  <a:pt x="891616" y="425767"/>
                </a:lnTo>
                <a:lnTo>
                  <a:pt x="937234" y="385673"/>
                </a:lnTo>
                <a:lnTo>
                  <a:pt x="985608" y="346964"/>
                </a:lnTo>
                <a:lnTo>
                  <a:pt x="1011885" y="329006"/>
                </a:lnTo>
                <a:lnTo>
                  <a:pt x="1038148" y="311023"/>
                </a:lnTo>
                <a:lnTo>
                  <a:pt x="1064412" y="293065"/>
                </a:lnTo>
                <a:lnTo>
                  <a:pt x="1093444" y="276466"/>
                </a:lnTo>
                <a:lnTo>
                  <a:pt x="1121092" y="259880"/>
                </a:lnTo>
                <a:lnTo>
                  <a:pt x="1150112" y="244678"/>
                </a:lnTo>
                <a:lnTo>
                  <a:pt x="1177759" y="230860"/>
                </a:lnTo>
                <a:lnTo>
                  <a:pt x="1205407" y="217030"/>
                </a:lnTo>
                <a:lnTo>
                  <a:pt x="1233055" y="204597"/>
                </a:lnTo>
                <a:lnTo>
                  <a:pt x="1259319" y="192151"/>
                </a:lnTo>
                <a:lnTo>
                  <a:pt x="1285582" y="182473"/>
                </a:lnTo>
                <a:lnTo>
                  <a:pt x="1310462" y="172796"/>
                </a:lnTo>
                <a:lnTo>
                  <a:pt x="1333969" y="163118"/>
                </a:lnTo>
                <a:lnTo>
                  <a:pt x="1358849" y="156210"/>
                </a:lnTo>
                <a:lnTo>
                  <a:pt x="1382344" y="147916"/>
                </a:lnTo>
                <a:lnTo>
                  <a:pt x="1405851" y="140995"/>
                </a:lnTo>
                <a:lnTo>
                  <a:pt x="1430731" y="134086"/>
                </a:lnTo>
                <a:lnTo>
                  <a:pt x="1455610" y="127177"/>
                </a:lnTo>
                <a:lnTo>
                  <a:pt x="1480502" y="120269"/>
                </a:lnTo>
                <a:lnTo>
                  <a:pt x="1506766" y="114731"/>
                </a:lnTo>
                <a:lnTo>
                  <a:pt x="1534414" y="109207"/>
                </a:lnTo>
                <a:lnTo>
                  <a:pt x="1562049" y="102298"/>
                </a:lnTo>
                <a:lnTo>
                  <a:pt x="1591081" y="98145"/>
                </a:lnTo>
                <a:lnTo>
                  <a:pt x="1618729" y="92621"/>
                </a:lnTo>
                <a:lnTo>
                  <a:pt x="1647761" y="88468"/>
                </a:lnTo>
                <a:lnTo>
                  <a:pt x="1676793" y="82943"/>
                </a:lnTo>
                <a:lnTo>
                  <a:pt x="1704441" y="78790"/>
                </a:lnTo>
                <a:lnTo>
                  <a:pt x="1733473" y="76022"/>
                </a:lnTo>
                <a:lnTo>
                  <a:pt x="1761121" y="71882"/>
                </a:lnTo>
                <a:lnTo>
                  <a:pt x="1788769" y="69113"/>
                </a:lnTo>
                <a:lnTo>
                  <a:pt x="1817789" y="64973"/>
                </a:lnTo>
                <a:lnTo>
                  <a:pt x="1845437" y="62204"/>
                </a:lnTo>
                <a:lnTo>
                  <a:pt x="1871700" y="59448"/>
                </a:lnTo>
                <a:lnTo>
                  <a:pt x="1897964" y="56680"/>
                </a:lnTo>
                <a:lnTo>
                  <a:pt x="1926996" y="53911"/>
                </a:lnTo>
                <a:lnTo>
                  <a:pt x="1956028" y="49771"/>
                </a:lnTo>
                <a:lnTo>
                  <a:pt x="1989201" y="47002"/>
                </a:lnTo>
                <a:lnTo>
                  <a:pt x="2023770" y="44234"/>
                </a:lnTo>
                <a:lnTo>
                  <a:pt x="2062467" y="40081"/>
                </a:lnTo>
                <a:lnTo>
                  <a:pt x="2103932" y="35941"/>
                </a:lnTo>
                <a:lnTo>
                  <a:pt x="2149563" y="31800"/>
                </a:lnTo>
                <a:lnTo>
                  <a:pt x="2196553" y="27647"/>
                </a:lnTo>
                <a:lnTo>
                  <a:pt x="2246325" y="22123"/>
                </a:lnTo>
                <a:lnTo>
                  <a:pt x="2296083" y="17970"/>
                </a:lnTo>
                <a:lnTo>
                  <a:pt x="2344470" y="13817"/>
                </a:lnTo>
                <a:lnTo>
                  <a:pt x="2387320" y="9677"/>
                </a:lnTo>
                <a:lnTo>
                  <a:pt x="2424645" y="5524"/>
                </a:lnTo>
                <a:lnTo>
                  <a:pt x="2452293" y="2768"/>
                </a:lnTo>
                <a:lnTo>
                  <a:pt x="2471648" y="1384"/>
                </a:lnTo>
                <a:lnTo>
                  <a:pt x="2482710" y="0"/>
                </a:lnTo>
                <a:lnTo>
                  <a:pt x="2488234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18055" y="6707022"/>
            <a:ext cx="190500" cy="286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 i="1"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44085" y="6582612"/>
            <a:ext cx="139700" cy="286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 i="1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09370" y="866482"/>
            <a:ext cx="8738235" cy="4648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3335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30">
                <a:solidFill>
                  <a:srgbClr val="007F7A"/>
                </a:solidFill>
                <a:latin typeface="Tahoma"/>
                <a:cs typeface="Tahoma"/>
              </a:rPr>
              <a:t>Ω</a:t>
            </a:r>
            <a:endParaRPr sz="2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5140" indent="-262255">
              <a:lnSpc>
                <a:spcPct val="100000"/>
              </a:lnSpc>
              <a:buFont typeface="Lucida Sans Unicode"/>
              <a:buChar char="•"/>
              <a:tabLst>
                <a:tab pos="485775" algn="l"/>
              </a:tabLst>
            </a:pP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cifica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5140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775" algn="l"/>
              </a:tabLst>
            </a:pPr>
            <a:r>
              <a:rPr dirty="0" sz="2050" spc="5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>
                <a:latin typeface="Tahoma"/>
                <a:cs typeface="Tahoma"/>
              </a:rPr>
              <a:t>Ω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endParaRPr sz="2050">
              <a:latin typeface="Arial"/>
              <a:cs typeface="Arial"/>
            </a:endParaRPr>
          </a:p>
          <a:p>
            <a:pPr marL="485140">
              <a:lnSpc>
                <a:spcPct val="100000"/>
              </a:lnSpc>
              <a:spcBef>
                <a:spcPts val="484"/>
              </a:spcBef>
            </a:pP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tod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5140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775" algn="l"/>
              </a:tabLst>
            </a:pPr>
            <a:r>
              <a:rPr dirty="0" sz="2050" spc="10" b="1">
                <a:latin typeface="Arial"/>
                <a:cs typeface="Arial"/>
              </a:rPr>
              <a:t>E</a:t>
            </a:r>
            <a:r>
              <a:rPr dirty="0" sz="2050" spc="-20" b="1">
                <a:latin typeface="Arial"/>
                <a:cs typeface="Arial"/>
              </a:rPr>
              <a:t>x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30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142">
                <a:latin typeface="PMingLiU"/>
                <a:cs typeface="PMingLiU"/>
              </a:rPr>
              <a:t>3</a:t>
            </a:r>
            <a:r>
              <a:rPr dirty="0" baseline="30864" sz="2025" spc="179">
                <a:latin typeface="PMingLiU"/>
                <a:cs typeface="PMingLiU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254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142">
                <a:latin typeface="PMingLiU"/>
                <a:cs typeface="PMingLiU"/>
              </a:rPr>
              <a:t>2</a:t>
            </a:r>
            <a:r>
              <a:rPr dirty="0" baseline="30864" sz="2025">
                <a:latin typeface="PMingLiU"/>
                <a:cs typeface="PMingLiU"/>
              </a:rPr>
              <a:t> </a:t>
            </a:r>
            <a:r>
              <a:rPr dirty="0" baseline="30864" sz="2025" spc="-97">
                <a:latin typeface="PMingLiU"/>
                <a:cs typeface="PMingLiU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20">
                <a:latin typeface="Tahoma"/>
                <a:cs typeface="Tahoma"/>
              </a:rPr>
              <a:t>Ω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262">
                <a:latin typeface="PMingLiU"/>
                <a:cs typeface="PMingLiU"/>
              </a:rPr>
              <a:t>3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9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142">
                <a:latin typeface="PMingLiU"/>
                <a:cs typeface="PMingLiU"/>
              </a:rPr>
              <a:t>3</a:t>
            </a:r>
            <a:r>
              <a:rPr dirty="0" baseline="30864" sz="2025">
                <a:latin typeface="PMingLiU"/>
                <a:cs typeface="PMingLiU"/>
              </a:rPr>
              <a:t> </a:t>
            </a:r>
            <a:r>
              <a:rPr dirty="0" baseline="30864" sz="2025" spc="-240">
                <a:latin typeface="PMingLiU"/>
                <a:cs typeface="PMingLiU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142">
                <a:latin typeface="PMingLiU"/>
                <a:cs typeface="PMingLiU"/>
              </a:rPr>
              <a:t>2</a:t>
            </a:r>
            <a:r>
              <a:rPr dirty="0" baseline="30864" sz="2025">
                <a:latin typeface="PMingLiU"/>
                <a:cs typeface="PMingLiU"/>
              </a:rPr>
              <a:t> </a:t>
            </a:r>
            <a:r>
              <a:rPr dirty="0" baseline="30864" sz="2025" spc="-67">
                <a:latin typeface="PMingLiU"/>
                <a:cs typeface="PMingLiU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142">
                <a:latin typeface="PMingLiU"/>
                <a:cs typeface="PMingLiU"/>
              </a:rPr>
              <a:t>3</a:t>
            </a:r>
            <a:r>
              <a:rPr dirty="0" baseline="30864" sz="2025">
                <a:latin typeface="PMingLiU"/>
                <a:cs typeface="PMingLiU"/>
              </a:rPr>
              <a:t> </a:t>
            </a:r>
            <a:r>
              <a:rPr dirty="0" baseline="30864" sz="2025" spc="-67">
                <a:latin typeface="PMingLiU"/>
                <a:cs typeface="PMingLiU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5140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775" algn="l"/>
              </a:tabLst>
            </a:pPr>
            <a:r>
              <a:rPr dirty="0" sz="2050" spc="10" b="1">
                <a:latin typeface="Arial"/>
                <a:cs typeface="Arial"/>
              </a:rPr>
              <a:t>E</a:t>
            </a:r>
            <a:r>
              <a:rPr dirty="0" sz="2050" spc="-20" b="1">
                <a:latin typeface="Arial"/>
                <a:cs typeface="Arial"/>
              </a:rPr>
              <a:t>x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262">
                <a:latin typeface="PMingLiU"/>
                <a:cs typeface="PMingLiU"/>
              </a:rPr>
              <a:t>2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10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  <a:p>
            <a:pPr marL="485140">
              <a:lnSpc>
                <a:spcPct val="100000"/>
              </a:lnSpc>
              <a:spcBef>
                <a:spcPts val="484"/>
              </a:spcBef>
            </a:pP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Ne</a:t>
            </a:r>
            <a:r>
              <a:rPr dirty="0" sz="2050" spc="5">
                <a:latin typeface="Arial"/>
                <a:cs typeface="Arial"/>
              </a:rPr>
              <a:t>sse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>
                <a:latin typeface="Tahoma"/>
                <a:cs typeface="Tahoma"/>
              </a:rPr>
              <a:t>Ω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262">
                <a:latin typeface="PMingLiU"/>
                <a:cs typeface="PMingLiU"/>
              </a:rPr>
              <a:t>2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10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4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6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ts val="1960"/>
              </a:lnSpc>
              <a:spcBef>
                <a:spcPts val="2185"/>
              </a:spcBef>
            </a:pPr>
            <a:r>
              <a:rPr dirty="0" sz="1800" spc="-5" i="1">
                <a:latin typeface="Times New Roman"/>
                <a:cs typeface="Times New Roman"/>
              </a:rPr>
              <a:t>f</a:t>
            </a:r>
            <a:r>
              <a:rPr dirty="0" sz="1800" spc="-5" i="1">
                <a:latin typeface="Times New Roman"/>
                <a:cs typeface="Times New Roman"/>
              </a:rPr>
              <a:t> </a:t>
            </a:r>
            <a:r>
              <a:rPr dirty="0" sz="1800" spc="-5" i="1">
                <a:latin typeface="Times New Roman"/>
                <a:cs typeface="Times New Roman"/>
              </a:rPr>
              <a:t>,</a:t>
            </a:r>
            <a:r>
              <a:rPr dirty="0" sz="1800" spc="-5" i="1">
                <a:latin typeface="Times New Roman"/>
                <a:cs typeface="Times New Roman"/>
              </a:rPr>
              <a:t> </a:t>
            </a:r>
            <a:r>
              <a:rPr dirty="0" sz="1800" spc="-5" i="1">
                <a:latin typeface="Times New Roman"/>
                <a:cs typeface="Times New Roman"/>
              </a:rPr>
              <a:t>g</a:t>
            </a:r>
            <a:endParaRPr sz="1800">
              <a:latin typeface="Times New Roman"/>
              <a:cs typeface="Times New Roman"/>
            </a:endParaRPr>
          </a:p>
          <a:p>
            <a:pPr algn="ctr" marR="2769235">
              <a:lnSpc>
                <a:spcPts val="1960"/>
              </a:lnSpc>
            </a:pPr>
            <a:r>
              <a:rPr dirty="0" baseline="-9259" sz="2700" spc="-7" i="1">
                <a:latin typeface="Times New Roman"/>
                <a:cs typeface="Times New Roman"/>
              </a:rPr>
              <a:t>g</a:t>
            </a:r>
            <a:r>
              <a:rPr dirty="0" baseline="-9259" sz="2700" spc="-390" i="1">
                <a:latin typeface="Times New Roman"/>
                <a:cs typeface="Times New Roman"/>
              </a:rPr>
              <a:t> </a:t>
            </a:r>
            <a:r>
              <a:rPr dirty="0" baseline="3086" sz="2700" spc="-7">
                <a:latin typeface="Times New Roman"/>
                <a:cs typeface="Times New Roman"/>
              </a:rPr>
              <a:t>(</a:t>
            </a:r>
            <a:r>
              <a:rPr dirty="0" baseline="3086" sz="2700" spc="-367">
                <a:latin typeface="Times New Roman"/>
                <a:cs typeface="Times New Roman"/>
              </a:rPr>
              <a:t> </a:t>
            </a:r>
            <a:r>
              <a:rPr dirty="0" sz="1800" spc="-5" i="1">
                <a:latin typeface="Times New Roman"/>
                <a:cs typeface="Times New Roman"/>
              </a:rPr>
              <a:t>n</a:t>
            </a:r>
            <a:r>
              <a:rPr dirty="0" sz="1800" spc="-210" i="1">
                <a:latin typeface="Times New Roman"/>
                <a:cs typeface="Times New Roman"/>
              </a:rPr>
              <a:t> </a:t>
            </a:r>
            <a:r>
              <a:rPr dirty="0" baseline="3086" sz="2700" spc="-7">
                <a:latin typeface="Times New Roman"/>
                <a:cs typeface="Times New Roman"/>
              </a:rPr>
              <a:t>)</a:t>
            </a:r>
            <a:endParaRPr baseline="3086" sz="2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67286" y="5513461"/>
            <a:ext cx="4380230" cy="11487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19700"/>
              </a:lnSpc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1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todo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1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11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1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 spc="1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1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110">
                <a:latin typeface="Arial"/>
                <a:cs typeface="Arial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, o</a:t>
            </a:r>
            <a:r>
              <a:rPr dirty="0" sz="2050" spc="24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2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24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175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24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obr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2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2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37952" y="3122041"/>
            <a:ext cx="0" cy="154940"/>
          </a:xfrm>
          <a:custGeom>
            <a:avLst/>
            <a:gdLst/>
            <a:ahLst/>
            <a:cxnLst/>
            <a:rect l="l" t="t" r="r" b="b"/>
            <a:pathLst>
              <a:path w="0" h="154939">
                <a:moveTo>
                  <a:pt x="0" y="0"/>
                </a:moveTo>
                <a:lnTo>
                  <a:pt x="0" y="154825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96486" y="3122041"/>
            <a:ext cx="83185" cy="154940"/>
          </a:xfrm>
          <a:custGeom>
            <a:avLst/>
            <a:gdLst/>
            <a:ahLst/>
            <a:cxnLst/>
            <a:rect l="l" t="t" r="r" b="b"/>
            <a:pathLst>
              <a:path w="83185" h="154939">
                <a:moveTo>
                  <a:pt x="82931" y="154825"/>
                </a:moveTo>
                <a:lnTo>
                  <a:pt x="41465" y="0"/>
                </a:lnTo>
                <a:lnTo>
                  <a:pt x="0" y="154825"/>
                </a:lnTo>
                <a:lnTo>
                  <a:pt x="41465" y="124421"/>
                </a:lnTo>
                <a:lnTo>
                  <a:pt x="82931" y="1548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96486" y="3122041"/>
            <a:ext cx="83185" cy="154940"/>
          </a:xfrm>
          <a:custGeom>
            <a:avLst/>
            <a:gdLst/>
            <a:ahLst/>
            <a:cxnLst/>
            <a:rect l="l" t="t" r="r" b="b"/>
            <a:pathLst>
              <a:path w="83185" h="154939">
                <a:moveTo>
                  <a:pt x="82931" y="154825"/>
                </a:moveTo>
                <a:lnTo>
                  <a:pt x="41465" y="0"/>
                </a:lnTo>
                <a:lnTo>
                  <a:pt x="0" y="154825"/>
                </a:lnTo>
                <a:lnTo>
                  <a:pt x="41465" y="124421"/>
                </a:lnTo>
                <a:lnTo>
                  <a:pt x="82931" y="1548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37952" y="4532045"/>
            <a:ext cx="3027680" cy="0"/>
          </a:xfrm>
          <a:custGeom>
            <a:avLst/>
            <a:gdLst/>
            <a:ahLst/>
            <a:cxnLst/>
            <a:rect l="l" t="t" r="r" b="b"/>
            <a:pathLst>
              <a:path w="3027679" h="0">
                <a:moveTo>
                  <a:pt x="0" y="0"/>
                </a:moveTo>
                <a:lnTo>
                  <a:pt x="3027349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909104" y="4490580"/>
            <a:ext cx="156210" cy="83185"/>
          </a:xfrm>
          <a:custGeom>
            <a:avLst/>
            <a:gdLst/>
            <a:ahLst/>
            <a:cxnLst/>
            <a:rect l="l" t="t" r="r" b="b"/>
            <a:pathLst>
              <a:path w="156209" h="83185">
                <a:moveTo>
                  <a:pt x="156197" y="41465"/>
                </a:moveTo>
                <a:lnTo>
                  <a:pt x="0" y="0"/>
                </a:lnTo>
                <a:lnTo>
                  <a:pt x="31788" y="41465"/>
                </a:lnTo>
                <a:lnTo>
                  <a:pt x="31788" y="74502"/>
                </a:lnTo>
                <a:lnTo>
                  <a:pt x="156197" y="41465"/>
                </a:lnTo>
                <a:close/>
              </a:path>
              <a:path w="156209" h="83185">
                <a:moveTo>
                  <a:pt x="31788" y="74502"/>
                </a:moveTo>
                <a:lnTo>
                  <a:pt x="31788" y="41465"/>
                </a:lnTo>
                <a:lnTo>
                  <a:pt x="0" y="82943"/>
                </a:lnTo>
                <a:lnTo>
                  <a:pt x="31788" y="745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909104" y="4490580"/>
            <a:ext cx="156210" cy="83185"/>
          </a:xfrm>
          <a:custGeom>
            <a:avLst/>
            <a:gdLst/>
            <a:ahLst/>
            <a:cxnLst/>
            <a:rect l="l" t="t" r="r" b="b"/>
            <a:pathLst>
              <a:path w="156209" h="83185">
                <a:moveTo>
                  <a:pt x="0" y="82943"/>
                </a:moveTo>
                <a:lnTo>
                  <a:pt x="156197" y="41465"/>
                </a:lnTo>
                <a:lnTo>
                  <a:pt x="0" y="0"/>
                </a:lnTo>
                <a:lnTo>
                  <a:pt x="31788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84433" y="3723373"/>
            <a:ext cx="0" cy="808990"/>
          </a:xfrm>
          <a:custGeom>
            <a:avLst/>
            <a:gdLst/>
            <a:ahLst/>
            <a:cxnLst/>
            <a:rect l="l" t="t" r="r" b="b"/>
            <a:pathLst>
              <a:path w="0" h="808989">
                <a:moveTo>
                  <a:pt x="0" y="0"/>
                </a:moveTo>
                <a:lnTo>
                  <a:pt x="0" y="808672"/>
                </a:lnTo>
              </a:path>
            </a:pathLst>
          </a:custGeom>
          <a:ln w="10367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037952" y="3163519"/>
            <a:ext cx="2488565" cy="1369060"/>
          </a:xfrm>
          <a:custGeom>
            <a:avLst/>
            <a:gdLst/>
            <a:ahLst/>
            <a:cxnLst/>
            <a:rect l="l" t="t" r="r" b="b"/>
            <a:pathLst>
              <a:path w="2488565" h="1369060">
                <a:moveTo>
                  <a:pt x="0" y="1368526"/>
                </a:moveTo>
                <a:lnTo>
                  <a:pt x="1384" y="1363002"/>
                </a:lnTo>
                <a:lnTo>
                  <a:pt x="5524" y="1353324"/>
                </a:lnTo>
                <a:lnTo>
                  <a:pt x="13830" y="1333969"/>
                </a:lnTo>
                <a:lnTo>
                  <a:pt x="23507" y="1307706"/>
                </a:lnTo>
                <a:lnTo>
                  <a:pt x="35941" y="1273149"/>
                </a:lnTo>
                <a:lnTo>
                  <a:pt x="51155" y="1234440"/>
                </a:lnTo>
                <a:lnTo>
                  <a:pt x="67741" y="1194346"/>
                </a:lnTo>
                <a:lnTo>
                  <a:pt x="82943" y="1152880"/>
                </a:lnTo>
                <a:lnTo>
                  <a:pt x="98145" y="1114183"/>
                </a:lnTo>
                <a:lnTo>
                  <a:pt x="113360" y="1076858"/>
                </a:lnTo>
                <a:lnTo>
                  <a:pt x="127177" y="1042289"/>
                </a:lnTo>
                <a:lnTo>
                  <a:pt x="139623" y="1010500"/>
                </a:lnTo>
                <a:lnTo>
                  <a:pt x="152057" y="981468"/>
                </a:lnTo>
                <a:lnTo>
                  <a:pt x="164503" y="955205"/>
                </a:lnTo>
                <a:lnTo>
                  <a:pt x="175564" y="928941"/>
                </a:lnTo>
                <a:lnTo>
                  <a:pt x="186613" y="905446"/>
                </a:lnTo>
                <a:lnTo>
                  <a:pt x="197675" y="881938"/>
                </a:lnTo>
                <a:lnTo>
                  <a:pt x="210121" y="854290"/>
                </a:lnTo>
                <a:lnTo>
                  <a:pt x="222554" y="828027"/>
                </a:lnTo>
                <a:lnTo>
                  <a:pt x="236385" y="800379"/>
                </a:lnTo>
                <a:lnTo>
                  <a:pt x="251587" y="774115"/>
                </a:lnTo>
                <a:lnTo>
                  <a:pt x="266801" y="746467"/>
                </a:lnTo>
                <a:lnTo>
                  <a:pt x="298589" y="693940"/>
                </a:lnTo>
                <a:lnTo>
                  <a:pt x="334530" y="645553"/>
                </a:lnTo>
                <a:lnTo>
                  <a:pt x="371856" y="604088"/>
                </a:lnTo>
                <a:lnTo>
                  <a:pt x="409181" y="570915"/>
                </a:lnTo>
                <a:lnTo>
                  <a:pt x="447890" y="547408"/>
                </a:lnTo>
                <a:lnTo>
                  <a:pt x="486587" y="533590"/>
                </a:lnTo>
                <a:lnTo>
                  <a:pt x="529450" y="526681"/>
                </a:lnTo>
                <a:lnTo>
                  <a:pt x="552945" y="525297"/>
                </a:lnTo>
                <a:lnTo>
                  <a:pt x="577824" y="526681"/>
                </a:lnTo>
                <a:lnTo>
                  <a:pt x="604088" y="528053"/>
                </a:lnTo>
                <a:lnTo>
                  <a:pt x="631736" y="532206"/>
                </a:lnTo>
                <a:lnTo>
                  <a:pt x="660768" y="536359"/>
                </a:lnTo>
                <a:lnTo>
                  <a:pt x="689800" y="540499"/>
                </a:lnTo>
                <a:lnTo>
                  <a:pt x="718832" y="546036"/>
                </a:lnTo>
                <a:lnTo>
                  <a:pt x="747852" y="551561"/>
                </a:lnTo>
                <a:lnTo>
                  <a:pt x="776884" y="555701"/>
                </a:lnTo>
                <a:lnTo>
                  <a:pt x="805916" y="561238"/>
                </a:lnTo>
                <a:lnTo>
                  <a:pt x="834948" y="563994"/>
                </a:lnTo>
                <a:lnTo>
                  <a:pt x="862596" y="568147"/>
                </a:lnTo>
                <a:lnTo>
                  <a:pt x="891616" y="570915"/>
                </a:lnTo>
                <a:lnTo>
                  <a:pt x="916495" y="570915"/>
                </a:lnTo>
                <a:lnTo>
                  <a:pt x="942771" y="572300"/>
                </a:lnTo>
                <a:lnTo>
                  <a:pt x="970407" y="570915"/>
                </a:lnTo>
                <a:lnTo>
                  <a:pt x="998054" y="569531"/>
                </a:lnTo>
                <a:lnTo>
                  <a:pt x="1027087" y="566762"/>
                </a:lnTo>
                <a:lnTo>
                  <a:pt x="1057503" y="563994"/>
                </a:lnTo>
                <a:lnTo>
                  <a:pt x="1118323" y="552945"/>
                </a:lnTo>
                <a:lnTo>
                  <a:pt x="1180528" y="539115"/>
                </a:lnTo>
                <a:lnTo>
                  <a:pt x="1241348" y="522528"/>
                </a:lnTo>
                <a:lnTo>
                  <a:pt x="1298028" y="501789"/>
                </a:lnTo>
                <a:lnTo>
                  <a:pt x="1324292" y="492112"/>
                </a:lnTo>
                <a:lnTo>
                  <a:pt x="1350568" y="479679"/>
                </a:lnTo>
                <a:lnTo>
                  <a:pt x="1375448" y="468617"/>
                </a:lnTo>
                <a:lnTo>
                  <a:pt x="1400327" y="456184"/>
                </a:lnTo>
                <a:lnTo>
                  <a:pt x="1423822" y="443738"/>
                </a:lnTo>
                <a:lnTo>
                  <a:pt x="1445945" y="429907"/>
                </a:lnTo>
                <a:lnTo>
                  <a:pt x="1470825" y="414705"/>
                </a:lnTo>
                <a:lnTo>
                  <a:pt x="1494320" y="399503"/>
                </a:lnTo>
                <a:lnTo>
                  <a:pt x="1517827" y="382905"/>
                </a:lnTo>
                <a:lnTo>
                  <a:pt x="1542707" y="364947"/>
                </a:lnTo>
                <a:lnTo>
                  <a:pt x="1568970" y="348348"/>
                </a:lnTo>
                <a:lnTo>
                  <a:pt x="1593862" y="329006"/>
                </a:lnTo>
                <a:lnTo>
                  <a:pt x="1620126" y="311035"/>
                </a:lnTo>
                <a:lnTo>
                  <a:pt x="1646389" y="293052"/>
                </a:lnTo>
                <a:lnTo>
                  <a:pt x="1672653" y="273710"/>
                </a:lnTo>
                <a:lnTo>
                  <a:pt x="1698917" y="257111"/>
                </a:lnTo>
                <a:lnTo>
                  <a:pt x="1725180" y="239153"/>
                </a:lnTo>
                <a:lnTo>
                  <a:pt x="1751444" y="222554"/>
                </a:lnTo>
                <a:lnTo>
                  <a:pt x="1777707" y="207352"/>
                </a:lnTo>
                <a:lnTo>
                  <a:pt x="1802587" y="192151"/>
                </a:lnTo>
                <a:lnTo>
                  <a:pt x="1828863" y="178320"/>
                </a:lnTo>
                <a:lnTo>
                  <a:pt x="1856498" y="165887"/>
                </a:lnTo>
                <a:lnTo>
                  <a:pt x="1880006" y="154825"/>
                </a:lnTo>
                <a:lnTo>
                  <a:pt x="1906270" y="143764"/>
                </a:lnTo>
                <a:lnTo>
                  <a:pt x="1933917" y="134086"/>
                </a:lnTo>
                <a:lnTo>
                  <a:pt x="1962937" y="124409"/>
                </a:lnTo>
                <a:lnTo>
                  <a:pt x="1993353" y="113347"/>
                </a:lnTo>
                <a:lnTo>
                  <a:pt x="2027910" y="103670"/>
                </a:lnTo>
                <a:lnTo>
                  <a:pt x="2066620" y="94005"/>
                </a:lnTo>
                <a:lnTo>
                  <a:pt x="2106714" y="82943"/>
                </a:lnTo>
                <a:lnTo>
                  <a:pt x="2152319" y="71882"/>
                </a:lnTo>
                <a:lnTo>
                  <a:pt x="2199322" y="60820"/>
                </a:lnTo>
                <a:lnTo>
                  <a:pt x="2247709" y="49758"/>
                </a:lnTo>
                <a:lnTo>
                  <a:pt x="2297468" y="40093"/>
                </a:lnTo>
                <a:lnTo>
                  <a:pt x="2344470" y="29032"/>
                </a:lnTo>
                <a:lnTo>
                  <a:pt x="2387320" y="20739"/>
                </a:lnTo>
                <a:lnTo>
                  <a:pt x="2424645" y="12446"/>
                </a:lnTo>
                <a:lnTo>
                  <a:pt x="2452293" y="6908"/>
                </a:lnTo>
                <a:lnTo>
                  <a:pt x="2471648" y="2768"/>
                </a:lnTo>
                <a:lnTo>
                  <a:pt x="2482710" y="1384"/>
                </a:lnTo>
                <a:lnTo>
                  <a:pt x="2488234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037952" y="4034409"/>
            <a:ext cx="2488565" cy="497840"/>
          </a:xfrm>
          <a:custGeom>
            <a:avLst/>
            <a:gdLst/>
            <a:ahLst/>
            <a:cxnLst/>
            <a:rect l="l" t="t" r="r" b="b"/>
            <a:pathLst>
              <a:path w="2488565" h="497839">
                <a:moveTo>
                  <a:pt x="0" y="497636"/>
                </a:moveTo>
                <a:lnTo>
                  <a:pt x="4152" y="493496"/>
                </a:lnTo>
                <a:lnTo>
                  <a:pt x="12446" y="485203"/>
                </a:lnTo>
                <a:lnTo>
                  <a:pt x="26263" y="472757"/>
                </a:lnTo>
                <a:lnTo>
                  <a:pt x="44234" y="457555"/>
                </a:lnTo>
                <a:lnTo>
                  <a:pt x="63588" y="440956"/>
                </a:lnTo>
                <a:lnTo>
                  <a:pt x="81559" y="425754"/>
                </a:lnTo>
                <a:lnTo>
                  <a:pt x="100914" y="411937"/>
                </a:lnTo>
                <a:lnTo>
                  <a:pt x="118884" y="398106"/>
                </a:lnTo>
                <a:lnTo>
                  <a:pt x="136855" y="385673"/>
                </a:lnTo>
                <a:lnTo>
                  <a:pt x="156210" y="374611"/>
                </a:lnTo>
                <a:lnTo>
                  <a:pt x="176949" y="363550"/>
                </a:lnTo>
                <a:lnTo>
                  <a:pt x="193535" y="353872"/>
                </a:lnTo>
                <a:lnTo>
                  <a:pt x="210121" y="344195"/>
                </a:lnTo>
                <a:lnTo>
                  <a:pt x="230860" y="334530"/>
                </a:lnTo>
                <a:lnTo>
                  <a:pt x="251587" y="324840"/>
                </a:lnTo>
                <a:lnTo>
                  <a:pt x="273710" y="313791"/>
                </a:lnTo>
                <a:lnTo>
                  <a:pt x="297205" y="304114"/>
                </a:lnTo>
                <a:lnTo>
                  <a:pt x="322097" y="293052"/>
                </a:lnTo>
                <a:lnTo>
                  <a:pt x="348361" y="283375"/>
                </a:lnTo>
                <a:lnTo>
                  <a:pt x="374611" y="272313"/>
                </a:lnTo>
                <a:lnTo>
                  <a:pt x="400888" y="262636"/>
                </a:lnTo>
                <a:lnTo>
                  <a:pt x="452031" y="244665"/>
                </a:lnTo>
                <a:lnTo>
                  <a:pt x="501802" y="229463"/>
                </a:lnTo>
                <a:lnTo>
                  <a:pt x="526681" y="223939"/>
                </a:lnTo>
                <a:lnTo>
                  <a:pt x="550176" y="218401"/>
                </a:lnTo>
                <a:lnTo>
                  <a:pt x="595795" y="208724"/>
                </a:lnTo>
                <a:lnTo>
                  <a:pt x="644182" y="200431"/>
                </a:lnTo>
                <a:lnTo>
                  <a:pt x="692556" y="194906"/>
                </a:lnTo>
                <a:lnTo>
                  <a:pt x="743712" y="190754"/>
                </a:lnTo>
                <a:lnTo>
                  <a:pt x="768591" y="189382"/>
                </a:lnTo>
                <a:lnTo>
                  <a:pt x="793470" y="187998"/>
                </a:lnTo>
                <a:lnTo>
                  <a:pt x="816978" y="187998"/>
                </a:lnTo>
                <a:lnTo>
                  <a:pt x="839089" y="186613"/>
                </a:lnTo>
                <a:lnTo>
                  <a:pt x="1047826" y="186613"/>
                </a:lnTo>
                <a:lnTo>
                  <a:pt x="1069936" y="185229"/>
                </a:lnTo>
                <a:lnTo>
                  <a:pt x="1118323" y="185229"/>
                </a:lnTo>
                <a:lnTo>
                  <a:pt x="1143203" y="183845"/>
                </a:lnTo>
                <a:lnTo>
                  <a:pt x="1168095" y="182460"/>
                </a:lnTo>
                <a:lnTo>
                  <a:pt x="1192974" y="182460"/>
                </a:lnTo>
                <a:lnTo>
                  <a:pt x="1219238" y="181089"/>
                </a:lnTo>
                <a:lnTo>
                  <a:pt x="1244117" y="179705"/>
                </a:lnTo>
                <a:lnTo>
                  <a:pt x="1268996" y="178320"/>
                </a:lnTo>
                <a:lnTo>
                  <a:pt x="1296644" y="176936"/>
                </a:lnTo>
                <a:lnTo>
                  <a:pt x="1317383" y="174167"/>
                </a:lnTo>
                <a:lnTo>
                  <a:pt x="1340878" y="172783"/>
                </a:lnTo>
                <a:lnTo>
                  <a:pt x="1364386" y="171399"/>
                </a:lnTo>
                <a:lnTo>
                  <a:pt x="1389265" y="168643"/>
                </a:lnTo>
                <a:lnTo>
                  <a:pt x="1415529" y="167259"/>
                </a:lnTo>
                <a:lnTo>
                  <a:pt x="1443177" y="164490"/>
                </a:lnTo>
                <a:lnTo>
                  <a:pt x="1470825" y="161734"/>
                </a:lnTo>
                <a:lnTo>
                  <a:pt x="1501241" y="158965"/>
                </a:lnTo>
                <a:lnTo>
                  <a:pt x="1531645" y="156197"/>
                </a:lnTo>
                <a:lnTo>
                  <a:pt x="1562061" y="152057"/>
                </a:lnTo>
                <a:lnTo>
                  <a:pt x="1593862" y="149288"/>
                </a:lnTo>
                <a:lnTo>
                  <a:pt x="1625650" y="145135"/>
                </a:lnTo>
                <a:lnTo>
                  <a:pt x="1657438" y="142379"/>
                </a:lnTo>
                <a:lnTo>
                  <a:pt x="1687855" y="138226"/>
                </a:lnTo>
                <a:lnTo>
                  <a:pt x="1719656" y="134086"/>
                </a:lnTo>
                <a:lnTo>
                  <a:pt x="1750060" y="129933"/>
                </a:lnTo>
                <a:lnTo>
                  <a:pt x="1779092" y="125793"/>
                </a:lnTo>
                <a:lnTo>
                  <a:pt x="1808124" y="123024"/>
                </a:lnTo>
                <a:lnTo>
                  <a:pt x="1837156" y="118872"/>
                </a:lnTo>
                <a:lnTo>
                  <a:pt x="1866176" y="114731"/>
                </a:lnTo>
                <a:lnTo>
                  <a:pt x="1895208" y="109194"/>
                </a:lnTo>
                <a:lnTo>
                  <a:pt x="1924240" y="105054"/>
                </a:lnTo>
                <a:lnTo>
                  <a:pt x="1953272" y="100901"/>
                </a:lnTo>
                <a:lnTo>
                  <a:pt x="1983676" y="95377"/>
                </a:lnTo>
                <a:lnTo>
                  <a:pt x="2016861" y="89852"/>
                </a:lnTo>
                <a:lnTo>
                  <a:pt x="2051418" y="82931"/>
                </a:lnTo>
                <a:lnTo>
                  <a:pt x="2088730" y="76022"/>
                </a:lnTo>
                <a:lnTo>
                  <a:pt x="2128824" y="69113"/>
                </a:lnTo>
                <a:lnTo>
                  <a:pt x="2171674" y="60820"/>
                </a:lnTo>
                <a:lnTo>
                  <a:pt x="2217293" y="52514"/>
                </a:lnTo>
                <a:lnTo>
                  <a:pt x="2264295" y="44234"/>
                </a:lnTo>
                <a:lnTo>
                  <a:pt x="2309914" y="34556"/>
                </a:lnTo>
                <a:lnTo>
                  <a:pt x="2354148" y="26263"/>
                </a:lnTo>
                <a:lnTo>
                  <a:pt x="2395613" y="17957"/>
                </a:lnTo>
                <a:lnTo>
                  <a:pt x="2428798" y="11049"/>
                </a:lnTo>
                <a:lnTo>
                  <a:pt x="2455062" y="6908"/>
                </a:lnTo>
                <a:lnTo>
                  <a:pt x="2473032" y="2755"/>
                </a:lnTo>
                <a:lnTo>
                  <a:pt x="2484094" y="1384"/>
                </a:lnTo>
                <a:lnTo>
                  <a:pt x="2488234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037952" y="3661168"/>
            <a:ext cx="2488565" cy="731520"/>
          </a:xfrm>
          <a:custGeom>
            <a:avLst/>
            <a:gdLst/>
            <a:ahLst/>
            <a:cxnLst/>
            <a:rect l="l" t="t" r="r" b="b"/>
            <a:pathLst>
              <a:path w="2488565" h="731520">
                <a:moveTo>
                  <a:pt x="0" y="497649"/>
                </a:moveTo>
                <a:lnTo>
                  <a:pt x="6908" y="497649"/>
                </a:lnTo>
                <a:lnTo>
                  <a:pt x="19354" y="499033"/>
                </a:lnTo>
                <a:lnTo>
                  <a:pt x="37325" y="501789"/>
                </a:lnTo>
                <a:lnTo>
                  <a:pt x="58064" y="504558"/>
                </a:lnTo>
                <a:lnTo>
                  <a:pt x="95389" y="514235"/>
                </a:lnTo>
                <a:lnTo>
                  <a:pt x="145148" y="539115"/>
                </a:lnTo>
                <a:lnTo>
                  <a:pt x="185242" y="569531"/>
                </a:lnTo>
                <a:lnTo>
                  <a:pt x="200444" y="580580"/>
                </a:lnTo>
                <a:lnTo>
                  <a:pt x="217030" y="594410"/>
                </a:lnTo>
                <a:lnTo>
                  <a:pt x="233616" y="608228"/>
                </a:lnTo>
                <a:lnTo>
                  <a:pt x="251587" y="622058"/>
                </a:lnTo>
                <a:lnTo>
                  <a:pt x="269557" y="635876"/>
                </a:lnTo>
                <a:lnTo>
                  <a:pt x="287528" y="649706"/>
                </a:lnTo>
                <a:lnTo>
                  <a:pt x="305498" y="663524"/>
                </a:lnTo>
                <a:lnTo>
                  <a:pt x="323469" y="674585"/>
                </a:lnTo>
                <a:lnTo>
                  <a:pt x="340055" y="687031"/>
                </a:lnTo>
                <a:lnTo>
                  <a:pt x="389826" y="711911"/>
                </a:lnTo>
                <a:lnTo>
                  <a:pt x="440969" y="728497"/>
                </a:lnTo>
                <a:lnTo>
                  <a:pt x="460324" y="731266"/>
                </a:lnTo>
                <a:lnTo>
                  <a:pt x="499033" y="731266"/>
                </a:lnTo>
                <a:lnTo>
                  <a:pt x="539115" y="722972"/>
                </a:lnTo>
                <a:lnTo>
                  <a:pt x="577824" y="709142"/>
                </a:lnTo>
                <a:lnTo>
                  <a:pt x="595795" y="698080"/>
                </a:lnTo>
                <a:lnTo>
                  <a:pt x="613765" y="687031"/>
                </a:lnTo>
                <a:lnTo>
                  <a:pt x="633120" y="674585"/>
                </a:lnTo>
                <a:lnTo>
                  <a:pt x="646938" y="662139"/>
                </a:lnTo>
                <a:lnTo>
                  <a:pt x="662152" y="649706"/>
                </a:lnTo>
                <a:lnTo>
                  <a:pt x="677354" y="634492"/>
                </a:lnTo>
                <a:lnTo>
                  <a:pt x="692556" y="619290"/>
                </a:lnTo>
                <a:lnTo>
                  <a:pt x="710526" y="602703"/>
                </a:lnTo>
                <a:lnTo>
                  <a:pt x="728497" y="584733"/>
                </a:lnTo>
                <a:lnTo>
                  <a:pt x="747852" y="565378"/>
                </a:lnTo>
                <a:lnTo>
                  <a:pt x="767207" y="544639"/>
                </a:lnTo>
                <a:lnTo>
                  <a:pt x="787946" y="523913"/>
                </a:lnTo>
                <a:lnTo>
                  <a:pt x="808685" y="503174"/>
                </a:lnTo>
                <a:lnTo>
                  <a:pt x="830795" y="482434"/>
                </a:lnTo>
                <a:lnTo>
                  <a:pt x="852906" y="461708"/>
                </a:lnTo>
                <a:lnTo>
                  <a:pt x="876414" y="442353"/>
                </a:lnTo>
                <a:lnTo>
                  <a:pt x="898537" y="422998"/>
                </a:lnTo>
                <a:lnTo>
                  <a:pt x="945527" y="385673"/>
                </a:lnTo>
                <a:lnTo>
                  <a:pt x="995299" y="352501"/>
                </a:lnTo>
                <a:lnTo>
                  <a:pt x="1038148" y="327609"/>
                </a:lnTo>
                <a:lnTo>
                  <a:pt x="1061643" y="315175"/>
                </a:lnTo>
                <a:lnTo>
                  <a:pt x="1085151" y="302729"/>
                </a:lnTo>
                <a:lnTo>
                  <a:pt x="1111415" y="291680"/>
                </a:lnTo>
                <a:lnTo>
                  <a:pt x="1137678" y="279234"/>
                </a:lnTo>
                <a:lnTo>
                  <a:pt x="1165326" y="268173"/>
                </a:lnTo>
                <a:lnTo>
                  <a:pt x="1194358" y="257111"/>
                </a:lnTo>
                <a:lnTo>
                  <a:pt x="1224775" y="246049"/>
                </a:lnTo>
                <a:lnTo>
                  <a:pt x="1256563" y="235000"/>
                </a:lnTo>
                <a:lnTo>
                  <a:pt x="1288351" y="225323"/>
                </a:lnTo>
                <a:lnTo>
                  <a:pt x="1320152" y="214261"/>
                </a:lnTo>
                <a:lnTo>
                  <a:pt x="1353324" y="204584"/>
                </a:lnTo>
                <a:lnTo>
                  <a:pt x="1386497" y="196291"/>
                </a:lnTo>
                <a:lnTo>
                  <a:pt x="1419682" y="186613"/>
                </a:lnTo>
                <a:lnTo>
                  <a:pt x="1452854" y="178320"/>
                </a:lnTo>
                <a:lnTo>
                  <a:pt x="1486027" y="170027"/>
                </a:lnTo>
                <a:lnTo>
                  <a:pt x="1519212" y="161734"/>
                </a:lnTo>
                <a:lnTo>
                  <a:pt x="1552384" y="154825"/>
                </a:lnTo>
                <a:lnTo>
                  <a:pt x="1584185" y="147904"/>
                </a:lnTo>
                <a:lnTo>
                  <a:pt x="1615973" y="140995"/>
                </a:lnTo>
                <a:lnTo>
                  <a:pt x="1649145" y="135470"/>
                </a:lnTo>
                <a:lnTo>
                  <a:pt x="1678178" y="128562"/>
                </a:lnTo>
                <a:lnTo>
                  <a:pt x="1708594" y="123024"/>
                </a:lnTo>
                <a:lnTo>
                  <a:pt x="1740382" y="117500"/>
                </a:lnTo>
                <a:lnTo>
                  <a:pt x="1772183" y="111963"/>
                </a:lnTo>
                <a:lnTo>
                  <a:pt x="1806740" y="105054"/>
                </a:lnTo>
                <a:lnTo>
                  <a:pt x="1842681" y="99529"/>
                </a:lnTo>
                <a:lnTo>
                  <a:pt x="1881378" y="92608"/>
                </a:lnTo>
                <a:lnTo>
                  <a:pt x="1922856" y="85699"/>
                </a:lnTo>
                <a:lnTo>
                  <a:pt x="1965706" y="78790"/>
                </a:lnTo>
                <a:lnTo>
                  <a:pt x="2012708" y="71882"/>
                </a:lnTo>
                <a:lnTo>
                  <a:pt x="2062467" y="63588"/>
                </a:lnTo>
                <a:lnTo>
                  <a:pt x="2113622" y="56680"/>
                </a:lnTo>
                <a:lnTo>
                  <a:pt x="2167534" y="48387"/>
                </a:lnTo>
                <a:lnTo>
                  <a:pt x="2220061" y="40093"/>
                </a:lnTo>
                <a:lnTo>
                  <a:pt x="2272588" y="31788"/>
                </a:lnTo>
                <a:lnTo>
                  <a:pt x="2322360" y="24879"/>
                </a:lnTo>
                <a:lnTo>
                  <a:pt x="2367978" y="17970"/>
                </a:lnTo>
                <a:lnTo>
                  <a:pt x="2406675" y="12446"/>
                </a:lnTo>
                <a:lnTo>
                  <a:pt x="2437091" y="6908"/>
                </a:lnTo>
                <a:lnTo>
                  <a:pt x="2460586" y="4140"/>
                </a:lnTo>
                <a:lnTo>
                  <a:pt x="2475801" y="1384"/>
                </a:lnTo>
                <a:lnTo>
                  <a:pt x="2484094" y="0"/>
                </a:lnTo>
                <a:lnTo>
                  <a:pt x="2488234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709515" y="4490059"/>
            <a:ext cx="190500" cy="286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 i="1"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35545" y="4365650"/>
            <a:ext cx="139700" cy="286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 i="1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0056" y="855737"/>
            <a:ext cx="8686800" cy="33458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0">
                <a:solidFill>
                  <a:srgbClr val="007F7A"/>
                </a:solidFill>
                <a:latin typeface="Tahoma"/>
                <a:cs typeface="Tahoma"/>
              </a:rPr>
              <a:t>Θ</a:t>
            </a:r>
            <a:endParaRPr sz="2450">
              <a:latin typeface="Tahoma"/>
              <a:cs typeface="Tahoma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20">
                <a:latin typeface="Tahoma"/>
                <a:cs typeface="Tahoma"/>
              </a:rPr>
              <a:t>Θ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baseline="-12345" sz="2025" spc="262">
                <a:latin typeface="PMingLiU"/>
                <a:cs typeface="PMingLiU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baseline="-12345" sz="2025" spc="142">
                <a:latin typeface="PMingLiU"/>
                <a:cs typeface="PMingLiU"/>
              </a:rPr>
              <a:t>2</a:t>
            </a:r>
            <a:r>
              <a:rPr dirty="0" baseline="-12345" sz="2025">
                <a:latin typeface="PMingLiU"/>
                <a:cs typeface="PMingLiU"/>
              </a:rPr>
              <a:t> </a:t>
            </a:r>
            <a:r>
              <a:rPr dirty="0" baseline="-12345" sz="2025" spc="-67">
                <a:latin typeface="PMingLiU"/>
                <a:cs typeface="PMingLiU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baseline="-12345" sz="2025" spc="262">
                <a:latin typeface="PMingLiU"/>
                <a:cs typeface="PMingLiU"/>
              </a:rPr>
              <a:t>1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baseline="-12345" sz="2025" spc="262">
                <a:latin typeface="PMingLiU"/>
                <a:cs typeface="PMingLiU"/>
              </a:rPr>
              <a:t>2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tod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fico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20">
                <a:latin typeface="Tahoma"/>
                <a:cs typeface="Tahoma"/>
              </a:rPr>
              <a:t>Θ</a:t>
            </a:r>
            <a:endParaRPr sz="2050">
              <a:latin typeface="Tahoma"/>
              <a:cs typeface="Tahoma"/>
            </a:endParaRPr>
          </a:p>
          <a:p>
            <a:pPr algn="ctr" marR="2522855">
              <a:lnSpc>
                <a:spcPts val="1995"/>
              </a:lnSpc>
              <a:spcBef>
                <a:spcPts val="470"/>
              </a:spcBef>
            </a:pPr>
            <a:r>
              <a:rPr dirty="0" sz="1800" spc="-5" i="1">
                <a:latin typeface="Times New Roman"/>
                <a:cs typeface="Times New Roman"/>
              </a:rPr>
              <a:t>f</a:t>
            </a:r>
            <a:r>
              <a:rPr dirty="0" sz="1800" spc="-5" i="1">
                <a:latin typeface="Times New Roman"/>
                <a:cs typeface="Times New Roman"/>
              </a:rPr>
              <a:t> </a:t>
            </a:r>
            <a:r>
              <a:rPr dirty="0" sz="1800" spc="-5" i="1">
                <a:latin typeface="Times New Roman"/>
                <a:cs typeface="Times New Roman"/>
              </a:rPr>
              <a:t>,</a:t>
            </a:r>
            <a:r>
              <a:rPr dirty="0" sz="1800" spc="-5" i="1">
                <a:latin typeface="Times New Roman"/>
                <a:cs typeface="Times New Roman"/>
              </a:rPr>
              <a:t> </a:t>
            </a:r>
            <a:r>
              <a:rPr dirty="0" sz="1800" spc="-5" i="1">
                <a:latin typeface="Times New Roman"/>
                <a:cs typeface="Times New Roman"/>
              </a:rPr>
              <a:t>g</a:t>
            </a:r>
            <a:endParaRPr sz="1800">
              <a:latin typeface="Times New Roman"/>
              <a:cs typeface="Times New Roman"/>
            </a:endParaRPr>
          </a:p>
          <a:p>
            <a:pPr marL="5640070">
              <a:lnSpc>
                <a:spcPts val="1995"/>
              </a:lnSpc>
            </a:pPr>
            <a:r>
              <a:rPr dirty="0" sz="1800" spc="-30" i="1">
                <a:latin typeface="Times New Roman"/>
                <a:cs typeface="Times New Roman"/>
              </a:rPr>
              <a:t>c</a:t>
            </a:r>
            <a:r>
              <a:rPr dirty="0" baseline="-28985" sz="1725" spc="-7" i="1">
                <a:latin typeface="Times New Roman"/>
                <a:cs typeface="Times New Roman"/>
              </a:rPr>
              <a:t>2</a:t>
            </a:r>
            <a:r>
              <a:rPr dirty="0" baseline="-28985" sz="1725" i="1">
                <a:latin typeface="Times New Roman"/>
                <a:cs typeface="Times New Roman"/>
              </a:rPr>
              <a:t> </a:t>
            </a:r>
            <a:r>
              <a:rPr dirty="0" baseline="-28985" sz="1725" spc="-22" i="1">
                <a:latin typeface="Times New Roman"/>
                <a:cs typeface="Times New Roman"/>
              </a:rPr>
              <a:t> </a:t>
            </a:r>
            <a:r>
              <a:rPr dirty="0" baseline="3086" sz="2700" spc="-7" i="1">
                <a:latin typeface="Times New Roman"/>
                <a:cs typeface="Times New Roman"/>
              </a:rPr>
              <a:t>f</a:t>
            </a:r>
            <a:r>
              <a:rPr dirty="0" baseline="3086" sz="2700" spc="-52" i="1">
                <a:latin typeface="Times New Roman"/>
                <a:cs typeface="Times New Roman"/>
              </a:rPr>
              <a:t> </a:t>
            </a:r>
            <a:r>
              <a:rPr dirty="0" baseline="4629" sz="2700" spc="-7">
                <a:latin typeface="Times New Roman"/>
                <a:cs typeface="Times New Roman"/>
              </a:rPr>
              <a:t>(</a:t>
            </a:r>
            <a:r>
              <a:rPr dirty="0" baseline="4629" sz="2700" spc="-367">
                <a:latin typeface="Times New Roman"/>
                <a:cs typeface="Times New Roman"/>
              </a:rPr>
              <a:t> </a:t>
            </a:r>
            <a:r>
              <a:rPr dirty="0" baseline="3086" sz="2700" spc="-7" i="1">
                <a:latin typeface="Times New Roman"/>
                <a:cs typeface="Times New Roman"/>
              </a:rPr>
              <a:t>n</a:t>
            </a:r>
            <a:r>
              <a:rPr dirty="0" baseline="3086" sz="2700" spc="-315" i="1">
                <a:latin typeface="Times New Roman"/>
                <a:cs typeface="Times New Roman"/>
              </a:rPr>
              <a:t> </a:t>
            </a:r>
            <a:r>
              <a:rPr dirty="0" baseline="4629" sz="2700" spc="-7">
                <a:latin typeface="Times New Roman"/>
                <a:cs typeface="Times New Roman"/>
              </a:rPr>
              <a:t>)</a:t>
            </a:r>
            <a:endParaRPr baseline="4629" sz="2700">
              <a:latin typeface="Times New Roman"/>
              <a:cs typeface="Times New Roman"/>
            </a:endParaRPr>
          </a:p>
          <a:p>
            <a:pPr marL="5640070">
              <a:lnSpc>
                <a:spcPct val="100000"/>
              </a:lnSpc>
              <a:spcBef>
                <a:spcPts val="1689"/>
              </a:spcBef>
            </a:pPr>
            <a:r>
              <a:rPr dirty="0" baseline="-9259" sz="2700" spc="-7" i="1">
                <a:latin typeface="Times New Roman"/>
                <a:cs typeface="Times New Roman"/>
              </a:rPr>
              <a:t>g</a:t>
            </a:r>
            <a:r>
              <a:rPr dirty="0" baseline="-9259" sz="2700" spc="-390" i="1">
                <a:latin typeface="Times New Roman"/>
                <a:cs typeface="Times New Roman"/>
              </a:rPr>
              <a:t> </a:t>
            </a:r>
            <a:r>
              <a:rPr dirty="0" baseline="3086" sz="2700" spc="-7">
                <a:latin typeface="Times New Roman"/>
                <a:cs typeface="Times New Roman"/>
              </a:rPr>
              <a:t>(</a:t>
            </a:r>
            <a:r>
              <a:rPr dirty="0" baseline="3086" sz="2700" spc="-367">
                <a:latin typeface="Times New Roman"/>
                <a:cs typeface="Times New Roman"/>
              </a:rPr>
              <a:t> </a:t>
            </a:r>
            <a:r>
              <a:rPr dirty="0" sz="1800" spc="-5" i="1">
                <a:latin typeface="Times New Roman"/>
                <a:cs typeface="Times New Roman"/>
              </a:rPr>
              <a:t>n</a:t>
            </a:r>
            <a:r>
              <a:rPr dirty="0" sz="1800" spc="-210" i="1">
                <a:latin typeface="Times New Roman"/>
                <a:cs typeface="Times New Roman"/>
              </a:rPr>
              <a:t> </a:t>
            </a:r>
            <a:r>
              <a:rPr dirty="0" baseline="3086" sz="2700" spc="-7">
                <a:latin typeface="Times New Roman"/>
                <a:cs typeface="Times New Roman"/>
              </a:rPr>
              <a:t>)</a:t>
            </a:r>
            <a:endParaRPr baseline="3086" sz="2700">
              <a:latin typeface="Times New Roman"/>
              <a:cs typeface="Times New Roman"/>
            </a:endParaRPr>
          </a:p>
          <a:p>
            <a:pPr marL="5640070">
              <a:lnSpc>
                <a:spcPct val="100000"/>
              </a:lnSpc>
              <a:spcBef>
                <a:spcPts val="894"/>
              </a:spcBef>
            </a:pPr>
            <a:r>
              <a:rPr dirty="0" sz="1800" spc="-30" i="1">
                <a:latin typeface="Times New Roman"/>
                <a:cs typeface="Times New Roman"/>
              </a:rPr>
              <a:t>c</a:t>
            </a:r>
            <a:r>
              <a:rPr dirty="0" baseline="-28985" sz="1725" spc="-7" i="1">
                <a:latin typeface="Times New Roman"/>
                <a:cs typeface="Times New Roman"/>
              </a:rPr>
              <a:t>1</a:t>
            </a:r>
            <a:r>
              <a:rPr dirty="0" baseline="-28985" sz="1725" i="1">
                <a:latin typeface="Times New Roman"/>
                <a:cs typeface="Times New Roman"/>
              </a:rPr>
              <a:t> </a:t>
            </a:r>
            <a:r>
              <a:rPr dirty="0" baseline="-28985" sz="1725" spc="-22" i="1">
                <a:latin typeface="Times New Roman"/>
                <a:cs typeface="Times New Roman"/>
              </a:rPr>
              <a:t> </a:t>
            </a:r>
            <a:r>
              <a:rPr dirty="0" baseline="3086" sz="2700" spc="-7" i="1">
                <a:latin typeface="Times New Roman"/>
                <a:cs typeface="Times New Roman"/>
              </a:rPr>
              <a:t>f</a:t>
            </a:r>
            <a:r>
              <a:rPr dirty="0" baseline="3086" sz="2700" spc="-52" i="1">
                <a:latin typeface="Times New Roman"/>
                <a:cs typeface="Times New Roman"/>
              </a:rPr>
              <a:t> </a:t>
            </a:r>
            <a:r>
              <a:rPr dirty="0" baseline="4629" sz="2700" spc="-7">
                <a:latin typeface="Times New Roman"/>
                <a:cs typeface="Times New Roman"/>
              </a:rPr>
              <a:t>(</a:t>
            </a:r>
            <a:r>
              <a:rPr dirty="0" baseline="4629" sz="2700" spc="-367">
                <a:latin typeface="Times New Roman"/>
                <a:cs typeface="Times New Roman"/>
              </a:rPr>
              <a:t> </a:t>
            </a:r>
            <a:r>
              <a:rPr dirty="0" baseline="3086" sz="2700" spc="-7" i="1">
                <a:latin typeface="Times New Roman"/>
                <a:cs typeface="Times New Roman"/>
              </a:rPr>
              <a:t>n</a:t>
            </a:r>
            <a:r>
              <a:rPr dirty="0" baseline="3086" sz="2700" spc="-315" i="1">
                <a:latin typeface="Times New Roman"/>
                <a:cs typeface="Times New Roman"/>
              </a:rPr>
              <a:t> </a:t>
            </a:r>
            <a:r>
              <a:rPr dirty="0" baseline="4629" sz="2700" spc="-7">
                <a:latin typeface="Times New Roman"/>
                <a:cs typeface="Times New Roman"/>
              </a:rPr>
              <a:t>)</a:t>
            </a:r>
            <a:endParaRPr baseline="4629" sz="2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0022" y="4907549"/>
            <a:ext cx="8437880" cy="2199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5080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120">
                <a:latin typeface="Tahoma"/>
                <a:cs typeface="Tahoma"/>
              </a:rPr>
              <a:t>Θ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baseline="-12345" sz="2025" spc="262">
                <a:latin typeface="PMingLiU"/>
                <a:cs typeface="PMingLiU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baseline="-12345" sz="2025" spc="142">
                <a:latin typeface="PMingLiU"/>
                <a:cs typeface="PMingLiU"/>
              </a:rPr>
              <a:t>2</a:t>
            </a:r>
            <a:r>
              <a:rPr dirty="0" baseline="-12345" sz="2025">
                <a:latin typeface="PMingLiU"/>
                <a:cs typeface="PMingLiU"/>
              </a:rPr>
              <a:t> </a:t>
            </a:r>
            <a:r>
              <a:rPr dirty="0" baseline="-12345" sz="2025" spc="-67">
                <a:latin typeface="PMingLiU"/>
                <a:cs typeface="PMingLiU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65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baseline="-12345" sz="2025" spc="262">
                <a:latin typeface="PMingLiU"/>
                <a:cs typeface="PMingLiU"/>
              </a:rPr>
              <a:t>1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ixo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baseline="-12345" sz="2025" spc="262">
                <a:latin typeface="PMingLiU"/>
                <a:cs typeface="PMingLiU"/>
              </a:rPr>
              <a:t>2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65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ó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10" b="1">
                <a:latin typeface="Arial"/>
                <a:cs typeface="Arial"/>
              </a:rPr>
              <a:t>rm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70901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59170"/>
            <a:ext cx="4092575" cy="15589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0">
                <a:solidFill>
                  <a:srgbClr val="007F7A"/>
                </a:solidFill>
                <a:latin typeface="Tahoma"/>
                <a:cs typeface="Tahoma"/>
              </a:rPr>
              <a:t>Θ</a:t>
            </a:r>
            <a:endParaRPr sz="2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"/>
              </a:spcBef>
            </a:pPr>
            <a:endParaRPr sz="2100">
              <a:latin typeface="Times New Roman"/>
              <a:cs typeface="Times New Roman"/>
            </a:endParaRPr>
          </a:p>
          <a:p>
            <a:pPr marL="233679">
              <a:lnSpc>
                <a:spcPct val="100000"/>
              </a:lnSpc>
              <a:tabLst>
                <a:tab pos="484505" algn="l"/>
              </a:tabLst>
            </a:pPr>
            <a:r>
              <a:rPr dirty="0" sz="1850" spc="-229">
                <a:latin typeface="Lucida Sans Unicode"/>
                <a:cs typeface="Lucida Sans Unicode"/>
              </a:rPr>
              <a:t>•</a:t>
            </a:r>
            <a:r>
              <a:rPr dirty="0" sz="1850" spc="-229">
                <a:latin typeface="Lucida Sans Unicode"/>
                <a:cs typeface="Lucida Sans Unicode"/>
              </a:rPr>
              <a:t>	</a:t>
            </a:r>
            <a:r>
              <a:rPr dirty="0" sz="1850" spc="15">
                <a:latin typeface="Arial"/>
                <a:cs typeface="Arial"/>
              </a:rPr>
              <a:t>Seja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70" i="1">
                <a:latin typeface="Arial"/>
                <a:cs typeface="Arial"/>
              </a:rPr>
              <a:t>g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baseline="28806" sz="2025" spc="262">
                <a:latin typeface="PMingLiU"/>
                <a:cs typeface="PMingLiU"/>
              </a:rPr>
              <a:t>2</a:t>
            </a:r>
            <a:r>
              <a:rPr dirty="0" sz="1850" spc="420" i="1">
                <a:latin typeface="Arial"/>
                <a:cs typeface="Arial"/>
              </a:rPr>
              <a:t>/</a:t>
            </a:r>
            <a:r>
              <a:rPr dirty="0" sz="1850" spc="70">
                <a:latin typeface="PMingLiU"/>
                <a:cs typeface="PMingLiU"/>
              </a:rPr>
              <a:t>3</a:t>
            </a:r>
            <a:r>
              <a:rPr dirty="0" sz="1850" spc="-65">
                <a:latin typeface="PMingLiU"/>
                <a:cs typeface="PMingLiU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65">
                <a:latin typeface="PMingLiU"/>
                <a:cs typeface="PMingLiU"/>
              </a:rPr>
              <a:t>2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67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-114">
                <a:latin typeface="Arial"/>
                <a:cs typeface="Arial"/>
              </a:rPr>
              <a:t>V</a:t>
            </a:r>
            <a:r>
              <a:rPr dirty="0" sz="1850" spc="20">
                <a:latin typeface="Arial"/>
                <a:cs typeface="Arial"/>
              </a:rPr>
              <a:t>amos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mo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ar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70" i="1">
                <a:latin typeface="Arial"/>
                <a:cs typeface="Arial"/>
              </a:rPr>
              <a:t>g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-390">
                <a:latin typeface="PMingLiU"/>
                <a:cs typeface="PMingLiU"/>
              </a:rPr>
              <a:t>Θ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baseline="28806" sz="2025" spc="262">
                <a:latin typeface="PMingLiU"/>
                <a:cs typeface="PMingLiU"/>
              </a:rPr>
              <a:t>2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1461" y="2530309"/>
            <a:ext cx="2265045" cy="382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3525" indent="-250825">
              <a:lnSpc>
                <a:spcPct val="100000"/>
              </a:lnSpc>
              <a:buFont typeface="Lucida Sans Unicode"/>
              <a:buChar char="•"/>
              <a:tabLst>
                <a:tab pos="264160" algn="l"/>
              </a:tabLst>
            </a:pPr>
            <a:r>
              <a:rPr dirty="0" sz="1850" spc="-21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ob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114" i="1">
                <a:latin typeface="Arial"/>
                <a:cs typeface="Arial"/>
              </a:rPr>
              <a:t>c</a:t>
            </a:r>
            <a:r>
              <a:rPr dirty="0" sz="1850" i="1">
                <a:latin typeface="Arial"/>
                <a:cs typeface="Arial"/>
              </a:rPr>
              <a:t> </a:t>
            </a:r>
            <a:r>
              <a:rPr dirty="0" sz="1850" spc="-210" i="1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,</a:t>
            </a:r>
            <a:endParaRPr sz="1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00298" y="2629699"/>
            <a:ext cx="459105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53060" algn="l"/>
              </a:tabLst>
            </a:pPr>
            <a:r>
              <a:rPr dirty="0" sz="1350" spc="95">
                <a:latin typeface="PMingLiU"/>
                <a:cs typeface="PMingLiU"/>
              </a:rPr>
              <a:t>1</a:t>
            </a:r>
            <a:r>
              <a:rPr dirty="0" sz="1350" spc="95">
                <a:latin typeface="PMingLiU"/>
                <a:cs typeface="PMingLiU"/>
              </a:rPr>
              <a:t>	</a:t>
            </a: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37242" y="2530309"/>
            <a:ext cx="1614805" cy="307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86385" algn="l"/>
              </a:tabLst>
            </a:pPr>
            <a:r>
              <a:rPr dirty="0" sz="1850" spc="-114" i="1">
                <a:latin typeface="Arial"/>
                <a:cs typeface="Arial"/>
              </a:rPr>
              <a:t>c</a:t>
            </a:r>
            <a:r>
              <a:rPr dirty="0" sz="1850" spc="-114" i="1">
                <a:latin typeface="Arial"/>
                <a:cs typeface="Arial"/>
              </a:rPr>
              <a:t>	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10" i="1">
                <a:latin typeface="Arial"/>
                <a:cs typeface="Arial"/>
              </a:rPr>
              <a:t>m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endParaRPr sz="1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96204" y="2629699"/>
            <a:ext cx="118745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95">
                <a:latin typeface="PMingLiU"/>
                <a:cs typeface="PMingLiU"/>
              </a:rPr>
              <a:t>1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3079" y="2676334"/>
            <a:ext cx="118745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95">
                <a:latin typeface="PMingLiU"/>
                <a:cs typeface="PMingLiU"/>
              </a:rPr>
              <a:t>3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92648" y="2530309"/>
            <a:ext cx="1089025" cy="382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534035" algn="l"/>
                <a:tab pos="932180" algn="l"/>
              </a:tabLst>
            </a:pPr>
            <a:r>
              <a:rPr dirty="0" sz="1850" spc="-114" i="1">
                <a:latin typeface="Arial"/>
                <a:cs typeface="Arial"/>
              </a:rPr>
              <a:t>c</a:t>
            </a:r>
            <a:r>
              <a:rPr dirty="0" sz="1850" spc="-114" i="1">
                <a:latin typeface="Arial"/>
                <a:cs typeface="Arial"/>
              </a:rPr>
              <a:t> </a:t>
            </a:r>
            <a:r>
              <a:rPr dirty="0" sz="1850" spc="-210" i="1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i="1">
                <a:latin typeface="Arial"/>
                <a:cs typeface="Arial"/>
              </a:rPr>
              <a:t>	</a:t>
            </a:r>
            <a:r>
              <a:rPr dirty="0" sz="1850" spc="-10">
                <a:latin typeface="Lucida Sans Unicode"/>
                <a:cs typeface="Lucida Sans Unicode"/>
              </a:rPr>
              <a:t>≤</a:t>
            </a:r>
            <a:r>
              <a:rPr dirty="0" sz="1850">
                <a:latin typeface="Lucida Sans Unicode"/>
                <a:cs typeface="Lucida Sans Unicode"/>
              </a:rPr>
              <a:t>	</a:t>
            </a:r>
            <a:r>
              <a:rPr dirty="0" sz="1850" spc="100" i="1">
                <a:latin typeface="Arial"/>
                <a:cs typeface="Arial"/>
              </a:rPr>
              <a:t>n</a:t>
            </a:r>
            <a:endParaRPr sz="18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43778" y="2506941"/>
            <a:ext cx="830580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461645" algn="l"/>
                <a:tab pos="724535" algn="l"/>
              </a:tabLst>
            </a:pPr>
            <a:r>
              <a:rPr dirty="0" sz="1350" spc="95">
                <a:latin typeface="PMingLiU"/>
                <a:cs typeface="PMingLiU"/>
              </a:rPr>
              <a:t>2</a:t>
            </a:r>
            <a:r>
              <a:rPr dirty="0" sz="1350" spc="95">
                <a:latin typeface="PMingLiU"/>
                <a:cs typeface="PMingLiU"/>
              </a:rPr>
              <a:t>	</a:t>
            </a:r>
            <a:r>
              <a:rPr dirty="0" baseline="2057" sz="2025" spc="142" u="sng">
                <a:latin typeface="PMingLiU"/>
                <a:cs typeface="PMingLiU"/>
              </a:rPr>
              <a:t>1</a:t>
            </a:r>
            <a:r>
              <a:rPr dirty="0" baseline="2057" sz="2025" spc="142">
                <a:latin typeface="PMingLiU"/>
                <a:cs typeface="PMingLiU"/>
              </a:rPr>
              <a:t>	</a:t>
            </a: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38618" y="2629699"/>
            <a:ext cx="118745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86192" y="2506941"/>
            <a:ext cx="118745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13017" y="2530309"/>
            <a:ext cx="3117850" cy="382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355725" algn="l"/>
              </a:tabLst>
            </a:pP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65">
                <a:latin typeface="PMingLiU"/>
                <a:cs typeface="PMingLiU"/>
              </a:rPr>
              <a:t>2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≤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-114" i="1">
                <a:latin typeface="Arial"/>
                <a:cs typeface="Arial"/>
              </a:rPr>
              <a:t>c</a:t>
            </a:r>
            <a:r>
              <a:rPr dirty="0" sz="1850" i="1">
                <a:latin typeface="Arial"/>
                <a:cs typeface="Arial"/>
              </a:rPr>
              <a:t> </a:t>
            </a:r>
            <a:r>
              <a:rPr dirty="0" sz="1850" spc="-210" i="1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i="1">
                <a:latin typeface="Arial"/>
                <a:cs typeface="Arial"/>
              </a:rPr>
              <a:t>	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≥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110" i="1">
                <a:latin typeface="Arial"/>
                <a:cs typeface="Arial"/>
              </a:rPr>
              <a:t>m</a:t>
            </a:r>
            <a:endParaRPr sz="18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505289" y="2530309"/>
            <a:ext cx="92075" cy="293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89516" y="3001289"/>
            <a:ext cx="118745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55579" y="3124162"/>
            <a:ext cx="118745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95">
                <a:latin typeface="PMingLiU"/>
                <a:cs typeface="PMingLiU"/>
              </a:rPr>
              <a:t>1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04893" y="2993974"/>
            <a:ext cx="566420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460375" algn="l"/>
              </a:tabLst>
            </a:pPr>
            <a:r>
              <a:rPr dirty="0" sz="1350" spc="95" u="sng">
                <a:latin typeface="PMingLiU"/>
                <a:cs typeface="PMingLiU"/>
              </a:rPr>
              <a:t>1</a:t>
            </a:r>
            <a:r>
              <a:rPr dirty="0" sz="1350" spc="95">
                <a:latin typeface="PMingLiU"/>
                <a:cs typeface="PMingLiU"/>
              </a:rPr>
              <a:t>	</a:t>
            </a:r>
            <a:r>
              <a:rPr dirty="0" sz="1350" spc="95" u="sng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04893" y="3170796"/>
            <a:ext cx="576580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450215" algn="l"/>
              </a:tabLst>
            </a:pPr>
            <a:r>
              <a:rPr dirty="0" sz="1350" spc="95">
                <a:latin typeface="PMingLiU"/>
                <a:cs typeface="PMingLiU"/>
              </a:rPr>
              <a:t>3</a:t>
            </a:r>
            <a:r>
              <a:rPr dirty="0" sz="1350" spc="95">
                <a:latin typeface="PMingLiU"/>
                <a:cs typeface="PMingLiU"/>
              </a:rPr>
              <a:t>	</a:t>
            </a:r>
            <a:r>
              <a:rPr dirty="0" sz="1350" spc="145" i="1">
                <a:latin typeface="Trebuchet MS"/>
                <a:cs typeface="Trebuchet MS"/>
              </a:rPr>
              <a:t>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1454" y="3024771"/>
            <a:ext cx="4469130" cy="382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3525" indent="-250825">
              <a:lnSpc>
                <a:spcPct val="100000"/>
              </a:lnSpc>
              <a:buFont typeface="Lucida Sans Unicode"/>
              <a:buChar char="•"/>
              <a:tabLst>
                <a:tab pos="264160" algn="l"/>
                <a:tab pos="2040889" algn="l"/>
                <a:tab pos="3006725" algn="l"/>
                <a:tab pos="3458210" algn="l"/>
                <a:tab pos="3929379" algn="l"/>
              </a:tabLst>
            </a:pPr>
            <a:r>
              <a:rPr dirty="0" sz="1850" spc="20">
                <a:latin typeface="Arial"/>
                <a:cs typeface="Arial"/>
              </a:rPr>
              <a:t>D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idindo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i="1">
                <a:latin typeface="Arial"/>
                <a:cs typeface="Arial"/>
              </a:rPr>
              <a:t>	</a:t>
            </a:r>
            <a:r>
              <a:rPr dirty="0" sz="1850" spc="5">
                <a:latin typeface="Arial"/>
                <a:cs typeface="Arial"/>
              </a:rPr>
              <a:t>l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114" i="1">
                <a:latin typeface="Arial"/>
                <a:cs typeface="Arial"/>
              </a:rPr>
              <a:t>c</a:t>
            </a:r>
            <a:r>
              <a:rPr dirty="0" sz="1850" i="1">
                <a:latin typeface="Arial"/>
                <a:cs typeface="Arial"/>
              </a:rPr>
              <a:t>	</a:t>
            </a:r>
            <a:r>
              <a:rPr dirty="0" sz="1850" spc="-10">
                <a:latin typeface="Lucida Sans Unicode"/>
                <a:cs typeface="Lucida Sans Unicode"/>
              </a:rPr>
              <a:t>≤</a:t>
            </a:r>
            <a:r>
              <a:rPr dirty="0" sz="1850">
                <a:latin typeface="Lucida Sans Unicode"/>
                <a:cs typeface="Lucida Sans Unicode"/>
              </a:rPr>
              <a:t>	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>
                <a:latin typeface="Lucida Sans Unicode"/>
                <a:cs typeface="Lucida Sans Unicode"/>
              </a:rPr>
              <a:t>	</a:t>
            </a:r>
            <a:r>
              <a:rPr dirty="0" sz="1850" spc="-10">
                <a:latin typeface="Lucida Sans Unicode"/>
                <a:cs typeface="Lucida Sans Unicode"/>
              </a:rPr>
              <a:t>≤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-114" i="1">
                <a:latin typeface="Arial"/>
                <a:cs typeface="Arial"/>
              </a:rPr>
              <a:t>c</a:t>
            </a:r>
            <a:r>
              <a:rPr dirty="0" baseline="-12345" sz="2025" spc="262">
                <a:latin typeface="PMingLiU"/>
                <a:cs typeface="PMingLiU"/>
              </a:rPr>
              <a:t>2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31455" y="3519119"/>
            <a:ext cx="8065770" cy="31527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3525" indent="-250825">
              <a:lnSpc>
                <a:spcPct val="100000"/>
              </a:lnSpc>
              <a:buFont typeface="Lucida Sans Unicode"/>
              <a:buChar char="•"/>
              <a:tabLst>
                <a:tab pos="264160" algn="l"/>
              </a:tabLst>
            </a:pPr>
            <a:r>
              <a:rPr dirty="0" sz="1850" spc="2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lado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di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ei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igualdade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á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20">
                <a:latin typeface="Arial"/>
                <a:cs typeface="Arial"/>
              </a:rPr>
              <a:t>emp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álido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qualquer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alor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endParaRPr sz="1850">
              <a:latin typeface="Arial"/>
              <a:cs typeface="Arial"/>
            </a:endParaRPr>
          </a:p>
          <a:p>
            <a:pPr marL="263525">
              <a:lnSpc>
                <a:spcPct val="100000"/>
              </a:lnSpc>
              <a:spcBef>
                <a:spcPts val="484"/>
              </a:spcBef>
            </a:pP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≥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70">
                <a:latin typeface="PMingLiU"/>
                <a:cs typeface="PMingLiU"/>
              </a:rPr>
              <a:t>1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15">
                <a:latin typeface="Arial"/>
                <a:cs typeface="Arial"/>
              </a:rPr>
              <a:t>quando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sc</a:t>
            </a:r>
            <a:r>
              <a:rPr dirty="0" sz="1850" spc="15">
                <a:latin typeface="Arial"/>
                <a:cs typeface="Arial"/>
              </a:rPr>
              <a:t>olhemos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114" i="1">
                <a:latin typeface="Arial"/>
                <a:cs typeface="Arial"/>
              </a:rPr>
              <a:t>c</a:t>
            </a:r>
            <a:r>
              <a:rPr dirty="0" baseline="-12345" sz="2025" spc="142">
                <a:latin typeface="PMingLiU"/>
                <a:cs typeface="PMingLiU"/>
              </a:rPr>
              <a:t>2</a:t>
            </a:r>
            <a:r>
              <a:rPr dirty="0" baseline="-12345" sz="2025">
                <a:latin typeface="PMingLiU"/>
                <a:cs typeface="PMingLiU"/>
              </a:rPr>
              <a:t> </a:t>
            </a:r>
            <a:r>
              <a:rPr dirty="0" baseline="-12345" sz="2025" spc="-142">
                <a:latin typeface="PMingLiU"/>
                <a:cs typeface="PMingLiU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≥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65">
                <a:latin typeface="PMingLiU"/>
                <a:cs typeface="PMingLiU"/>
              </a:rPr>
              <a:t>1</a:t>
            </a:r>
            <a:r>
              <a:rPr dirty="0" sz="1850" spc="420" i="1">
                <a:latin typeface="Arial"/>
                <a:cs typeface="Arial"/>
              </a:rPr>
              <a:t>/</a:t>
            </a:r>
            <a:r>
              <a:rPr dirty="0" sz="1850" spc="65">
                <a:latin typeface="PMingLiU"/>
                <a:cs typeface="PMingLiU"/>
              </a:rPr>
              <a:t>3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263525" marR="30480" indent="-250825">
              <a:lnSpc>
                <a:spcPct val="122000"/>
              </a:lnSpc>
              <a:spcBef>
                <a:spcPts val="1185"/>
              </a:spcBef>
              <a:buFont typeface="Lucida Sans Unicode"/>
              <a:buChar char="•"/>
              <a:tabLst>
                <a:tab pos="264160" algn="l"/>
              </a:tabLst>
            </a:pPr>
            <a:r>
              <a:rPr dirty="0" sz="1850" spc="20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olhendo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114" i="1">
                <a:latin typeface="Arial"/>
                <a:cs typeface="Arial"/>
              </a:rPr>
              <a:t>c</a:t>
            </a:r>
            <a:r>
              <a:rPr dirty="0" baseline="-12345" sz="2025" spc="142">
                <a:latin typeface="PMingLiU"/>
                <a:cs typeface="PMingLiU"/>
              </a:rPr>
              <a:t>1</a:t>
            </a:r>
            <a:r>
              <a:rPr dirty="0" baseline="-12345" sz="2025">
                <a:latin typeface="PMingLiU"/>
                <a:cs typeface="PMingLiU"/>
              </a:rPr>
              <a:t> </a:t>
            </a:r>
            <a:r>
              <a:rPr dirty="0" baseline="-12345" sz="2025" spc="-142">
                <a:latin typeface="PMingLiU"/>
                <a:cs typeface="PMingLiU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≤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65">
                <a:latin typeface="PMingLiU"/>
                <a:cs typeface="PMingLiU"/>
              </a:rPr>
              <a:t>1</a:t>
            </a:r>
            <a:r>
              <a:rPr dirty="0" sz="1850" spc="420" i="1">
                <a:latin typeface="Arial"/>
                <a:cs typeface="Arial"/>
              </a:rPr>
              <a:t>/</a:t>
            </a:r>
            <a:r>
              <a:rPr dirty="0" sz="1850" spc="65">
                <a:latin typeface="PMingLiU"/>
                <a:cs typeface="PMingLiU"/>
              </a:rPr>
              <a:t>2</a:t>
            </a:r>
            <a:r>
              <a:rPr dirty="0" sz="1850" spc="65">
                <a:latin typeface="PMingLiU"/>
                <a:cs typeface="PMingLiU"/>
              </a:rPr>
              <a:t>1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lado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igualdade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á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álido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5">
                <a:latin typeface="Arial"/>
                <a:cs typeface="Arial"/>
              </a:rPr>
              <a:t> qualquer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alor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≥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65">
                <a:latin typeface="PMingLiU"/>
                <a:cs typeface="PMingLiU"/>
              </a:rPr>
              <a:t>7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1670"/>
              </a:spcBef>
              <a:buFont typeface="Lucida Sans Unicode"/>
              <a:buChar char="•"/>
              <a:tabLst>
                <a:tab pos="264160" algn="l"/>
              </a:tabLst>
            </a:pPr>
            <a:r>
              <a:rPr dirty="0" sz="1850" spc="15">
                <a:latin typeface="Arial"/>
                <a:cs typeface="Arial"/>
              </a:rPr>
              <a:t>Log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olhendo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114" i="1">
                <a:latin typeface="Arial"/>
                <a:cs typeface="Arial"/>
              </a:rPr>
              <a:t>c</a:t>
            </a:r>
            <a:r>
              <a:rPr dirty="0" baseline="-12345" sz="2025" spc="142">
                <a:latin typeface="PMingLiU"/>
                <a:cs typeface="PMingLiU"/>
              </a:rPr>
              <a:t>1</a:t>
            </a:r>
            <a:r>
              <a:rPr dirty="0" baseline="-12345" sz="2025">
                <a:latin typeface="PMingLiU"/>
                <a:cs typeface="PMingLiU"/>
              </a:rPr>
              <a:t> </a:t>
            </a:r>
            <a:r>
              <a:rPr dirty="0" baseline="-12345" sz="2025" spc="-142">
                <a:latin typeface="PMingLiU"/>
                <a:cs typeface="PMingLiU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65">
                <a:latin typeface="PMingLiU"/>
                <a:cs typeface="PMingLiU"/>
              </a:rPr>
              <a:t>1</a:t>
            </a:r>
            <a:r>
              <a:rPr dirty="0" sz="1850" spc="420" i="1">
                <a:latin typeface="Arial"/>
                <a:cs typeface="Arial"/>
              </a:rPr>
              <a:t>/</a:t>
            </a:r>
            <a:r>
              <a:rPr dirty="0" sz="1850" spc="65">
                <a:latin typeface="PMingLiU"/>
                <a:cs typeface="PMingLiU"/>
              </a:rPr>
              <a:t>2</a:t>
            </a:r>
            <a:r>
              <a:rPr dirty="0" sz="1850" spc="65">
                <a:latin typeface="PMingLiU"/>
                <a:cs typeface="PMingLiU"/>
              </a:rPr>
              <a:t>1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-114" i="1">
                <a:latin typeface="Arial"/>
                <a:cs typeface="Arial"/>
              </a:rPr>
              <a:t>c</a:t>
            </a:r>
            <a:r>
              <a:rPr dirty="0" baseline="-12345" sz="2025" spc="142">
                <a:latin typeface="PMingLiU"/>
                <a:cs typeface="PMingLiU"/>
              </a:rPr>
              <a:t>2</a:t>
            </a:r>
            <a:r>
              <a:rPr dirty="0" baseline="-12345" sz="2025">
                <a:latin typeface="PMingLiU"/>
                <a:cs typeface="PMingLiU"/>
              </a:rPr>
              <a:t> </a:t>
            </a:r>
            <a:r>
              <a:rPr dirty="0" baseline="-12345" sz="2025" spc="-142">
                <a:latin typeface="PMingLiU"/>
                <a:cs typeface="PMingLiU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65">
                <a:latin typeface="PMingLiU"/>
                <a:cs typeface="PMingLiU"/>
              </a:rPr>
              <a:t>1</a:t>
            </a:r>
            <a:r>
              <a:rPr dirty="0" sz="1850" spc="420" i="1">
                <a:latin typeface="Arial"/>
                <a:cs typeface="Arial"/>
              </a:rPr>
              <a:t>/</a:t>
            </a:r>
            <a:r>
              <a:rPr dirty="0" sz="1850" spc="70">
                <a:latin typeface="PMingLiU"/>
                <a:cs typeface="PMingLiU"/>
              </a:rPr>
              <a:t>3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10" i="1">
                <a:latin typeface="Arial"/>
                <a:cs typeface="Arial"/>
              </a:rPr>
              <a:t>m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65">
                <a:latin typeface="PMingLiU"/>
                <a:cs typeface="PMingLiU"/>
              </a:rPr>
              <a:t>7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if</a:t>
            </a:r>
            <a:r>
              <a:rPr dirty="0" sz="1850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-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endParaRPr sz="1850">
              <a:latin typeface="Arial"/>
              <a:cs typeface="Arial"/>
            </a:endParaRPr>
          </a:p>
          <a:p>
            <a:pPr marL="263525">
              <a:lnSpc>
                <a:spcPct val="100000"/>
              </a:lnSpc>
              <a:spcBef>
                <a:spcPts val="484"/>
              </a:spcBef>
            </a:pP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baseline="28806" sz="2025" spc="262">
                <a:latin typeface="PMingLiU"/>
                <a:cs typeface="PMingLiU"/>
              </a:rPr>
              <a:t>2</a:t>
            </a:r>
            <a:r>
              <a:rPr dirty="0" sz="1850" spc="420" i="1">
                <a:latin typeface="Arial"/>
                <a:cs typeface="Arial"/>
              </a:rPr>
              <a:t>/</a:t>
            </a:r>
            <a:r>
              <a:rPr dirty="0" sz="1850" spc="70">
                <a:latin typeface="PMingLiU"/>
                <a:cs typeface="PMingLiU"/>
              </a:rPr>
              <a:t>3</a:t>
            </a:r>
            <a:r>
              <a:rPr dirty="0" sz="1850" spc="-65">
                <a:latin typeface="PMingLiU"/>
                <a:cs typeface="PMingLiU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-165">
                <a:latin typeface="Lucida Sans Unicode"/>
                <a:cs typeface="Lucida Sans Unicode"/>
              </a:rPr>
              <a:t> </a:t>
            </a:r>
            <a:r>
              <a:rPr dirty="0" sz="1850" spc="65">
                <a:latin typeface="PMingLiU"/>
                <a:cs typeface="PMingLiU"/>
              </a:rPr>
              <a:t>2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0" i="1">
                <a:latin typeface="Arial"/>
                <a:cs typeface="Arial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-390">
                <a:latin typeface="PMingLiU"/>
                <a:cs typeface="PMingLiU"/>
              </a:rPr>
              <a:t>Θ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baseline="28806" sz="2025" spc="262">
                <a:latin typeface="PMingLiU"/>
                <a:cs typeface="PMingLiU"/>
              </a:rPr>
              <a:t>2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263525" marR="188595" indent="-250825">
              <a:lnSpc>
                <a:spcPct val="122000"/>
              </a:lnSpc>
              <a:spcBef>
                <a:spcPts val="1185"/>
              </a:spcBef>
              <a:buFont typeface="Lucida Sans Unicode"/>
              <a:buChar char="•"/>
              <a:tabLst>
                <a:tab pos="264160" algn="l"/>
              </a:tabLst>
            </a:pPr>
            <a:r>
              <a:rPr dirty="0" sz="1850" spc="20">
                <a:latin typeface="Arial"/>
                <a:cs typeface="Arial"/>
              </a:rPr>
              <a:t>Ou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podem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-8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mas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impo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alguma</a:t>
            </a:r>
            <a:r>
              <a:rPr dirty="0" sz="1850" spc="10">
                <a:latin typeface="Arial"/>
                <a:cs typeface="Arial"/>
              </a:rPr>
              <a:t> 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olha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ês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4774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200" i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70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))</a:t>
            </a:r>
            <a:r>
              <a:rPr dirty="0" sz="2050" spc="-65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160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&gt;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entã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375" i="1">
                <a:latin typeface="Arial"/>
                <a:cs typeface="Arial"/>
              </a:rPr>
              <a:t>&lt;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tod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 b="1">
                <a:latin typeface="Arial"/>
                <a:cs typeface="Arial"/>
              </a:rPr>
              <a:t>E</a:t>
            </a:r>
            <a:r>
              <a:rPr dirty="0" sz="2050" spc="-20" b="1">
                <a:latin typeface="Arial"/>
                <a:cs typeface="Arial"/>
              </a:rPr>
              <a:t>x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70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262">
                <a:latin typeface="PMingLiU"/>
                <a:cs typeface="PMingLiU"/>
              </a:rPr>
              <a:t>2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142">
                <a:latin typeface="PMingLiU"/>
                <a:cs typeface="PMingLiU"/>
              </a:rPr>
              <a:t>2</a:t>
            </a:r>
            <a:r>
              <a:rPr dirty="0" baseline="30864" sz="2025">
                <a:latin typeface="PMingLiU"/>
                <a:cs typeface="PMingLiU"/>
              </a:rPr>
              <a:t> </a:t>
            </a:r>
            <a:r>
              <a:rPr dirty="0" baseline="30864" sz="2025" spc="-67">
                <a:latin typeface="PMingLiU"/>
                <a:cs typeface="PMingLiU"/>
              </a:rPr>
              <a:t> </a:t>
            </a:r>
            <a:r>
              <a:rPr dirty="0" sz="2050" spc="-795">
                <a:latin typeface="Lucida Sans Unicode"/>
                <a:cs typeface="Lucida Sans Unicode"/>
              </a:rPr>
              <a:t>ƒ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70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262">
                <a:latin typeface="PMingLiU"/>
                <a:cs typeface="PMingLiU"/>
              </a:rPr>
              <a:t>2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9154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Em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&gt;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70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375" i="1">
                <a:latin typeface="Arial"/>
                <a:cs typeface="Arial"/>
              </a:rPr>
              <a:t>&lt;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&gt;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0" i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65">
                <a:latin typeface="Tahoma"/>
                <a:cs typeface="Tahoma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quand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tend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0031" y="5854471"/>
            <a:ext cx="3181985" cy="420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90">
                <a:latin typeface="Tahoma"/>
                <a:cs typeface="Tahoma"/>
              </a:rPr>
              <a:t>li</a:t>
            </a:r>
            <a:r>
              <a:rPr dirty="0" sz="2050" spc="-40">
                <a:latin typeface="Tahoma"/>
                <a:cs typeface="Tahoma"/>
              </a:rPr>
              <a:t>m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6432" y="5982690"/>
            <a:ext cx="509905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45" i="1">
                <a:latin typeface="Trebuchet MS"/>
                <a:cs typeface="Trebuchet MS"/>
              </a:rPr>
              <a:t>n</a:t>
            </a:r>
            <a:r>
              <a:rPr dirty="0" sz="1350" spc="110">
                <a:latin typeface="Arial"/>
                <a:cs typeface="Arial"/>
              </a:rPr>
              <a:t>→</a:t>
            </a:r>
            <a:r>
              <a:rPr dirty="0" sz="1350" spc="500">
                <a:latin typeface="Arial"/>
                <a:cs typeface="Arial"/>
              </a:rPr>
              <a:t>∞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41747" y="5820956"/>
            <a:ext cx="391795" cy="4413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9685">
              <a:lnSpc>
                <a:spcPct val="100000"/>
              </a:lnSpc>
            </a:pPr>
            <a:r>
              <a:rPr dirty="0" sz="1350" spc="65" i="1" u="sng">
                <a:latin typeface="Trebuchet MS"/>
                <a:cs typeface="Trebuchet MS"/>
              </a:rPr>
              <a:t>g</a:t>
            </a:r>
            <a:r>
              <a:rPr dirty="0" sz="1350" spc="145" u="sng">
                <a:latin typeface="PMingLiU"/>
                <a:cs typeface="PMingLiU"/>
              </a:rPr>
              <a:t>(</a:t>
            </a: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spc="145" u="sng">
                <a:latin typeface="PMingLiU"/>
                <a:cs typeface="PMingLiU"/>
              </a:rPr>
              <a:t>)</a:t>
            </a:r>
            <a:endParaRPr sz="1350">
              <a:latin typeface="PMingLiU"/>
              <a:cs typeface="PMingLiU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1350" spc="160" i="1">
                <a:latin typeface="Trebuchet MS"/>
                <a:cs typeface="Trebuchet MS"/>
              </a:rPr>
              <a:t>f</a:t>
            </a:r>
            <a:r>
              <a:rPr dirty="0" sz="1350" spc="-254" i="1">
                <a:latin typeface="Trebuchet MS"/>
                <a:cs typeface="Trebuchet MS"/>
              </a:rPr>
              <a:t> </a:t>
            </a:r>
            <a:r>
              <a:rPr dirty="0" sz="1350" spc="145">
                <a:latin typeface="PMingLiU"/>
                <a:cs typeface="PMingLiU"/>
              </a:rPr>
              <a:t>(</a:t>
            </a:r>
            <a:r>
              <a:rPr dirty="0" sz="1350" spc="145" i="1">
                <a:latin typeface="Trebuchet MS"/>
                <a:cs typeface="Trebuchet MS"/>
              </a:rPr>
              <a:t>n</a:t>
            </a:r>
            <a:r>
              <a:rPr dirty="0" sz="1350" spc="145">
                <a:latin typeface="PMingLiU"/>
                <a:cs typeface="PMingLiU"/>
              </a:rPr>
              <a:t>)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06720" y="5854471"/>
            <a:ext cx="4004310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nota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0" i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301990" cy="2450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400" i="1">
                <a:solidFill>
                  <a:srgbClr val="007F7A"/>
                </a:solidFill>
                <a:latin typeface="Arial"/>
                <a:cs typeface="Arial"/>
              </a:rPr>
              <a:t>ω</a:t>
            </a:r>
            <a:endParaRPr sz="2450">
              <a:latin typeface="Arial"/>
              <a:cs typeface="Arial"/>
            </a:endParaRPr>
          </a:p>
          <a:p>
            <a:pPr marL="484505" marR="133350" indent="-262255">
              <a:lnSpc>
                <a:spcPct val="119700"/>
              </a:lnSpc>
              <a:spcBef>
                <a:spcPts val="231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340" i="1">
                <a:latin typeface="Arial"/>
                <a:cs typeface="Arial"/>
              </a:rPr>
              <a:t>ω</a:t>
            </a:r>
            <a:r>
              <a:rPr dirty="0" sz="2050" spc="7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>
                <a:latin typeface="Tahoma"/>
                <a:cs typeface="Tahoma"/>
              </a:rPr>
              <a:t>Ω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0" i="1">
                <a:latin typeface="Arial"/>
                <a:cs typeface="Arial"/>
              </a:rPr>
              <a:t>o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70" i="1">
                <a:latin typeface="Arial"/>
                <a:cs typeface="Arial"/>
              </a:rPr>
              <a:t>ω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160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&gt;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entã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0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375" i="1">
                <a:latin typeface="Arial"/>
                <a:cs typeface="Arial"/>
              </a:rPr>
              <a:t>&lt;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65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tod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0030" y="3448913"/>
            <a:ext cx="1451610" cy="420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 b="1">
                <a:latin typeface="Arial"/>
                <a:cs typeface="Arial"/>
              </a:rPr>
              <a:t>E</a:t>
            </a:r>
            <a:r>
              <a:rPr dirty="0" sz="2050" spc="-20" b="1">
                <a:latin typeface="Arial"/>
                <a:cs typeface="Arial"/>
              </a:rPr>
              <a:t>x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62618" y="3434486"/>
            <a:ext cx="229870" cy="422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75"/>
              </a:lnSpc>
              <a:tabLst>
                <a:tab pos="216535" algn="l"/>
              </a:tabLst>
            </a:pP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spc="145" i="1" u="sng">
                <a:latin typeface="Trebuchet MS"/>
                <a:cs typeface="Trebuchet MS"/>
              </a:rPr>
              <a:t>	</a:t>
            </a:r>
            <a:endParaRPr sz="1350">
              <a:latin typeface="Trebuchet MS"/>
              <a:cs typeface="Trebuchet MS"/>
            </a:endParaRPr>
          </a:p>
          <a:p>
            <a:pPr marL="67945">
              <a:lnSpc>
                <a:spcPts val="1575"/>
              </a:lnSpc>
            </a:pP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65627" y="3448913"/>
            <a:ext cx="146240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270" i="1">
                <a:latin typeface="Arial"/>
                <a:cs typeface="Arial"/>
              </a:rPr>
              <a:t>ω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5445" y="3417214"/>
            <a:ext cx="1945005" cy="144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  <a:tabLst>
                <a:tab pos="1851025" algn="l"/>
              </a:tabLst>
            </a:pPr>
            <a:r>
              <a:rPr dirty="0" sz="1000" spc="-5">
                <a:latin typeface="Lucida Sans Unicode"/>
                <a:cs typeface="Lucida Sans Unicode"/>
              </a:rPr>
              <a:t>2</a:t>
            </a:r>
            <a:r>
              <a:rPr dirty="0" sz="1000" spc="-5">
                <a:latin typeface="Lucida Sans Unicode"/>
                <a:cs typeface="Lucida Sans Unicode"/>
              </a:rPr>
              <a:t>	</a:t>
            </a:r>
            <a:r>
              <a:rPr dirty="0" sz="1000" spc="-5">
                <a:latin typeface="Lucida Sans Unicode"/>
                <a:cs typeface="Lucida Sans Unicode"/>
              </a:rPr>
              <a:t>2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01476" y="3434486"/>
            <a:ext cx="229870" cy="422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75"/>
              </a:lnSpc>
              <a:tabLst>
                <a:tab pos="216535" algn="l"/>
              </a:tabLst>
            </a:pP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spc="145" i="1" u="sng">
                <a:latin typeface="Trebuchet MS"/>
                <a:cs typeface="Trebuchet MS"/>
              </a:rPr>
              <a:t>	</a:t>
            </a:r>
            <a:endParaRPr sz="1350">
              <a:latin typeface="Trebuchet MS"/>
              <a:cs typeface="Trebuchet MS"/>
            </a:endParaRPr>
          </a:p>
          <a:p>
            <a:pPr marL="67945">
              <a:lnSpc>
                <a:spcPts val="1575"/>
              </a:lnSpc>
            </a:pP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04485" y="3448913"/>
            <a:ext cx="997585" cy="420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795">
                <a:latin typeface="Lucida Sans Unicode"/>
                <a:cs typeface="Lucida Sans Unicode"/>
              </a:rPr>
              <a:t>ƒ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270" i="1">
                <a:latin typeface="Arial"/>
                <a:cs typeface="Arial"/>
              </a:rPr>
              <a:t>ω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262">
                <a:latin typeface="PMingLiU"/>
                <a:cs typeface="PMingLiU"/>
              </a:rPr>
              <a:t>2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0022" y="4014241"/>
            <a:ext cx="4495800" cy="420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270" i="1">
                <a:latin typeface="Arial"/>
                <a:cs typeface="Arial"/>
              </a:rPr>
              <a:t>ω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90">
                <a:latin typeface="Tahoma"/>
                <a:cs typeface="Tahoma"/>
              </a:rPr>
              <a:t>li</a:t>
            </a:r>
            <a:r>
              <a:rPr dirty="0" sz="2050" spc="-40">
                <a:latin typeface="Tahoma"/>
                <a:cs typeface="Tahoma"/>
              </a:rPr>
              <a:t>m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90527" y="4142460"/>
            <a:ext cx="509905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45" i="1">
                <a:latin typeface="Trebuchet MS"/>
                <a:cs typeface="Trebuchet MS"/>
              </a:rPr>
              <a:t>n</a:t>
            </a:r>
            <a:r>
              <a:rPr dirty="0" sz="1350" spc="110">
                <a:latin typeface="Arial"/>
                <a:cs typeface="Arial"/>
              </a:rPr>
              <a:t>→</a:t>
            </a:r>
            <a:r>
              <a:rPr dirty="0" sz="1350" spc="500">
                <a:latin typeface="Arial"/>
                <a:cs typeface="Arial"/>
              </a:rPr>
              <a:t>∞</a:t>
            </a:r>
            <a:endParaRPr sz="13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55854" y="3980611"/>
            <a:ext cx="391795" cy="4413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9050">
              <a:lnSpc>
                <a:spcPct val="100000"/>
              </a:lnSpc>
            </a:pPr>
            <a:r>
              <a:rPr dirty="0" sz="1350" spc="65" i="1" u="sng">
                <a:latin typeface="Trebuchet MS"/>
                <a:cs typeface="Trebuchet MS"/>
              </a:rPr>
              <a:t>g</a:t>
            </a:r>
            <a:r>
              <a:rPr dirty="0" sz="1350" spc="145" u="sng">
                <a:latin typeface="PMingLiU"/>
                <a:cs typeface="PMingLiU"/>
              </a:rPr>
              <a:t>(</a:t>
            </a: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spc="145" u="sng">
                <a:latin typeface="PMingLiU"/>
                <a:cs typeface="PMingLiU"/>
              </a:rPr>
              <a:t>)</a:t>
            </a:r>
            <a:endParaRPr sz="1350">
              <a:latin typeface="PMingLiU"/>
              <a:cs typeface="PMingLiU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1350" spc="160" i="1">
                <a:latin typeface="Trebuchet MS"/>
                <a:cs typeface="Trebuchet MS"/>
              </a:rPr>
              <a:t>f</a:t>
            </a:r>
            <a:r>
              <a:rPr dirty="0" sz="1350" spc="-254" i="1">
                <a:latin typeface="Trebuchet MS"/>
                <a:cs typeface="Trebuchet MS"/>
              </a:rPr>
              <a:t> </a:t>
            </a:r>
            <a:r>
              <a:rPr dirty="0" sz="1350" spc="145">
                <a:latin typeface="PMingLiU"/>
                <a:cs typeface="PMingLiU"/>
              </a:rPr>
              <a:t>(</a:t>
            </a:r>
            <a:r>
              <a:rPr dirty="0" sz="1350" spc="145" i="1">
                <a:latin typeface="Trebuchet MS"/>
                <a:cs typeface="Trebuchet MS"/>
              </a:rPr>
              <a:t>n</a:t>
            </a:r>
            <a:r>
              <a:rPr dirty="0" sz="1350" spc="145">
                <a:latin typeface="PMingLiU"/>
                <a:cs typeface="PMingLiU"/>
              </a:rPr>
              <a:t>)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20826" y="4014241"/>
            <a:ext cx="2697480" cy="420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130">
                <a:latin typeface="Lucida Sans Unicode"/>
                <a:cs typeface="Lucida Sans Unicode"/>
              </a:rPr>
              <a:t>∞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670290" cy="60420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asse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Compo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ó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-3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x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5" i="1">
                <a:latin typeface="Arial"/>
                <a:cs typeface="Arial"/>
              </a:rPr>
              <a:t>F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co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pl</a:t>
            </a:r>
            <a:r>
              <a:rPr dirty="0" sz="2050" spc="-3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xidad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assintótic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5" i="1">
                <a:latin typeface="Arial"/>
                <a:cs typeface="Arial"/>
              </a:rPr>
              <a:t>F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4673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6578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spc="8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810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5" i="1">
                <a:latin typeface="Arial"/>
                <a:cs typeface="Arial"/>
              </a:rPr>
              <a:t>F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G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sma</a:t>
            </a:r>
            <a:r>
              <a:rPr dirty="0" sz="2050" spc="5">
                <a:latin typeface="Arial"/>
                <a:cs typeface="Arial"/>
              </a:rPr>
              <a:t> cl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5" i="1">
                <a:latin typeface="Arial"/>
                <a:cs typeface="Arial"/>
              </a:rPr>
              <a:t>F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G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889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5" i="1">
                <a:latin typeface="Arial"/>
                <a:cs typeface="Arial"/>
              </a:rPr>
              <a:t>F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08390" cy="57016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1950">
              <a:latin typeface="Times New Roman"/>
              <a:cs typeface="Times New Roman"/>
            </a:endParaRPr>
          </a:p>
          <a:p>
            <a:pPr marL="484505" marR="697865" indent="-250825">
              <a:lnSpc>
                <a:spcPct val="1245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1850" spc="-75">
                <a:latin typeface="Arial"/>
                <a:cs typeface="Arial"/>
              </a:rPr>
              <a:t>P</a:t>
            </a:r>
            <a:r>
              <a:rPr dirty="0" sz="1850" spc="20">
                <a:latin typeface="Arial"/>
                <a:cs typeface="Arial"/>
              </a:rPr>
              <a:t>odemos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25">
                <a:latin typeface="Arial"/>
                <a:cs typeface="Arial"/>
              </a:rPr>
              <a:t>a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aliar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5">
                <a:latin typeface="Arial"/>
                <a:cs typeface="Arial"/>
              </a:rPr>
              <a:t>g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amas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f</a:t>
            </a:r>
            <a:r>
              <a:rPr dirty="0" sz="1850" spc="15">
                <a:latin typeface="Arial"/>
                <a:cs typeface="Arial"/>
              </a:rPr>
              <a:t>un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ões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ompl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idad</a:t>
            </a:r>
            <a:r>
              <a:rPr dirty="0" sz="1850" spc="-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15">
                <a:latin typeface="Arial"/>
                <a:cs typeface="Arial"/>
              </a:rPr>
              <a:t> negligen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iando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opo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ionalidad</a:t>
            </a:r>
            <a:r>
              <a:rPr dirty="0" sz="1850" spc="-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50">
              <a:latin typeface="Times New Roman"/>
              <a:cs typeface="Times New Roman"/>
            </a:endParaRPr>
          </a:p>
          <a:p>
            <a:pPr marL="484505" indent="-25082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U</a:t>
            </a:r>
            <a:r>
              <a:rPr dirty="0" sz="1850" spc="25">
                <a:latin typeface="Arial"/>
                <a:cs typeface="Arial"/>
              </a:rPr>
              <a:t>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5">
                <a:latin typeface="Arial"/>
                <a:cs typeface="Arial"/>
              </a:rPr>
              <a:t>g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ama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melhor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baseline="28806" sz="2025" spc="262">
                <a:latin typeface="PMingLiU"/>
                <a:cs typeface="PMingLiU"/>
              </a:rPr>
              <a:t>2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9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-75">
                <a:latin typeface="Arial"/>
                <a:cs typeface="Arial"/>
              </a:rPr>
              <a:t>P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ém,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opo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ionalidade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podem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al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ide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260350" indent="-250825">
              <a:lnSpc>
                <a:spcPct val="124500"/>
              </a:lnSpc>
              <a:spcBef>
                <a:spcPts val="14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E</a:t>
            </a:r>
            <a:r>
              <a:rPr dirty="0" sz="1850" spc="-45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emplo: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5">
                <a:latin typeface="Arial"/>
                <a:cs typeface="Arial"/>
              </a:rPr>
              <a:t>g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ama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l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65">
                <a:latin typeface="PMingLiU"/>
                <a:cs typeface="PMingLiU"/>
              </a:rPr>
              <a:t>1</a:t>
            </a:r>
            <a:r>
              <a:rPr dirty="0" sz="1850" spc="65">
                <a:latin typeface="PMingLiU"/>
                <a:cs typeface="PMingLiU"/>
              </a:rPr>
              <a:t>0</a:t>
            </a:r>
            <a:r>
              <a:rPr dirty="0" sz="1850" spc="65">
                <a:latin typeface="PMingLiU"/>
                <a:cs typeface="PMingLiU"/>
              </a:rPr>
              <a:t>0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0" i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unidades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45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5">
                <a:latin typeface="Arial"/>
                <a:cs typeface="Arial"/>
              </a:rPr>
              <a:t> ou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l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65">
                <a:latin typeface="PMingLiU"/>
                <a:cs typeface="PMingLiU"/>
              </a:rPr>
              <a:t>2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baseline="28806" sz="2025" spc="262">
                <a:latin typeface="PMingLiU"/>
                <a:cs typeface="PMingLiU"/>
              </a:rPr>
              <a:t>2</a:t>
            </a:r>
            <a:r>
              <a:rPr dirty="0" sz="1850" spc="5">
                <a:latin typeface="Arial"/>
                <a:cs typeface="Arial"/>
              </a:rPr>
              <a:t>.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Qual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5">
                <a:latin typeface="Arial"/>
                <a:cs typeface="Arial"/>
              </a:rPr>
              <a:t>g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amas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melho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?</a:t>
            </a:r>
            <a:endParaRPr sz="1850">
              <a:latin typeface="Arial"/>
              <a:cs typeface="Arial"/>
            </a:endParaRPr>
          </a:p>
          <a:p>
            <a:pPr lvl="1" marL="852169" marR="328295" indent="-250825">
              <a:lnSpc>
                <a:spcPct val="1244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-60">
                <a:latin typeface="Arial"/>
                <a:cs typeface="Arial"/>
              </a:rPr>
              <a:t>P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380" i="1">
                <a:latin typeface="Arial"/>
                <a:cs typeface="Arial"/>
              </a:rPr>
              <a:t>&lt;</a:t>
            </a:r>
            <a:r>
              <a:rPr dirty="0" sz="1850" spc="10" i="1">
                <a:latin typeface="Arial"/>
                <a:cs typeface="Arial"/>
              </a:rPr>
              <a:t> </a:t>
            </a:r>
            <a:r>
              <a:rPr dirty="0" sz="1850" spc="65">
                <a:latin typeface="PMingLiU"/>
                <a:cs typeface="PMingLiU"/>
              </a:rPr>
              <a:t>5</a:t>
            </a:r>
            <a:r>
              <a:rPr dirty="0" sz="1850" spc="65">
                <a:latin typeface="PMingLiU"/>
                <a:cs typeface="PMingLiU"/>
              </a:rPr>
              <a:t>0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5">
                <a:latin typeface="Arial"/>
                <a:cs typeface="Arial"/>
              </a:rPr>
              <a:t>g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ama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65">
                <a:latin typeface="PMingLiU"/>
                <a:cs typeface="PMingLiU"/>
              </a:rPr>
              <a:t>2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baseline="28806" sz="2025" spc="142">
                <a:latin typeface="PMingLiU"/>
                <a:cs typeface="PMingLiU"/>
              </a:rPr>
              <a:t>2</a:t>
            </a:r>
            <a:r>
              <a:rPr dirty="0" baseline="28806" sz="2025">
                <a:latin typeface="PMingLiU"/>
                <a:cs typeface="PMingLiU"/>
              </a:rPr>
              <a:t> </a:t>
            </a:r>
            <a:r>
              <a:rPr dirty="0" baseline="28806" sz="2025" spc="-142">
                <a:latin typeface="PMingLiU"/>
                <a:cs typeface="PMingLiU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melhor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úi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65">
                <a:latin typeface="PMingLiU"/>
                <a:cs typeface="PMingLiU"/>
              </a:rPr>
              <a:t>1</a:t>
            </a:r>
            <a:r>
              <a:rPr dirty="0" sz="1850" spc="65">
                <a:latin typeface="PMingLiU"/>
                <a:cs typeface="PMingLiU"/>
              </a:rPr>
              <a:t>0</a:t>
            </a:r>
            <a:r>
              <a:rPr dirty="0" sz="1850" spc="65">
                <a:latin typeface="PMingLiU"/>
                <a:cs typeface="PMingLiU"/>
              </a:rPr>
              <a:t>0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lvl="1" marL="852169" marR="748030" indent="-250825">
              <a:lnSpc>
                <a:spcPct val="1245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-60">
                <a:latin typeface="Arial"/>
                <a:cs typeface="Arial"/>
              </a:rPr>
              <a:t>P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25">
                <a:latin typeface="Arial"/>
                <a:cs typeface="Arial"/>
              </a:rPr>
              <a:t>b</a:t>
            </a:r>
            <a:r>
              <a:rPr dirty="0" sz="1850" spc="15">
                <a:latin typeface="Arial"/>
                <a:cs typeface="Arial"/>
              </a:rPr>
              <a:t>lemas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dados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pequena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-55">
                <a:latin typeface="Arial"/>
                <a:cs typeface="Arial"/>
              </a:rPr>
              <a:t>f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>
                <a:latin typeface="Arial"/>
                <a:cs typeface="Arial"/>
              </a:rPr>
              <a:t>í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el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ar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5">
                <a:latin typeface="Arial"/>
                <a:cs typeface="Arial"/>
              </a:rPr>
              <a:t>g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ama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ujo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45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baseline="28806" sz="2025" spc="262">
                <a:latin typeface="PMingLiU"/>
                <a:cs typeface="PMingLiU"/>
              </a:rPr>
              <a:t>2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lvl="1" marL="852169" indent="-250825">
              <a:lnSpc>
                <a:spcPct val="100000"/>
              </a:lnSpc>
              <a:spcBef>
                <a:spcPts val="124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-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5">
                <a:latin typeface="Arial"/>
                <a:cs typeface="Arial"/>
              </a:rPr>
              <a:t>g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ama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45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baseline="28806" sz="2025" spc="262">
                <a:latin typeface="PMingLiU"/>
                <a:cs typeface="PMingLiU"/>
              </a:rPr>
              <a:t>2</a:t>
            </a:r>
            <a:r>
              <a:rPr dirty="0" sz="1850" spc="150">
                <a:latin typeface="PMingLiU"/>
                <a:cs typeface="PMingLiU"/>
              </a:rPr>
              <a:t>)</a:t>
            </a:r>
            <a:endParaRPr sz="1850">
              <a:latin typeface="PMingLiU"/>
              <a:cs typeface="PMingLiU"/>
            </a:endParaRPr>
          </a:p>
          <a:p>
            <a:pPr marL="852169">
              <a:lnSpc>
                <a:spcPct val="100000"/>
              </a:lnSpc>
              <a:spcBef>
                <a:spcPts val="540"/>
              </a:spcBef>
            </a:pPr>
            <a:r>
              <a:rPr dirty="0" sz="1850" spc="5">
                <a:latin typeface="Arial"/>
                <a:cs typeface="Arial"/>
              </a:rPr>
              <a:t>l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m</a:t>
            </a:r>
            <a:r>
              <a:rPr dirty="0" sz="1850" spc="10">
                <a:latin typeface="Arial"/>
                <a:cs typeface="Arial"/>
              </a:rPr>
              <a:t>ui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mais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5">
                <a:latin typeface="Arial"/>
                <a:cs typeface="Arial"/>
              </a:rPr>
              <a:t>gr</a:t>
            </a:r>
            <a:r>
              <a:rPr dirty="0" sz="1850" spc="20">
                <a:latin typeface="Arial"/>
                <a:cs typeface="Arial"/>
              </a:rPr>
              <a:t>ama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711565" cy="6193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3753485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asse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2250"/>
              </a:spcBef>
              <a:tabLst>
                <a:tab pos="484505" algn="l"/>
              </a:tabLst>
            </a:pPr>
            <a:r>
              <a:rPr dirty="0" sz="1850" spc="-229">
                <a:latin typeface="Lucida Sans Unicode"/>
                <a:cs typeface="Lucida Sans Unicode"/>
              </a:rPr>
              <a:t>•</a:t>
            </a:r>
            <a:r>
              <a:rPr dirty="0" sz="1850" spc="-229">
                <a:latin typeface="Lucida Sans Unicode"/>
                <a:cs typeface="Lucida Sans Unicode"/>
              </a:rPr>
              <a:t>	</a:t>
            </a:r>
            <a:r>
              <a:rPr dirty="0" sz="1850" spc="405" i="1">
                <a:latin typeface="Arial"/>
                <a:cs typeface="Arial"/>
              </a:rPr>
              <a:t>f</a:t>
            </a:r>
            <a:r>
              <a:rPr dirty="0" sz="1850" spc="-315" i="1">
                <a:latin typeface="Arial"/>
                <a:cs typeface="Arial"/>
              </a:rPr>
              <a:t> 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65">
                <a:latin typeface="PMingLiU"/>
                <a:cs typeface="PMingLiU"/>
              </a:rPr>
              <a:t>1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10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15">
                <a:latin typeface="Arial"/>
                <a:cs typeface="Arial"/>
              </a:rPr>
              <a:t>Algo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ompl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idade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65">
                <a:latin typeface="PMingLiU"/>
                <a:cs typeface="PMingLiU"/>
              </a:rPr>
              <a:t>1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di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 b="1">
                <a:latin typeface="Arial"/>
                <a:cs typeface="Arial"/>
              </a:rPr>
              <a:t>comp</a:t>
            </a:r>
            <a:r>
              <a:rPr dirty="0" sz="1850" b="1">
                <a:latin typeface="Arial"/>
                <a:cs typeface="Arial"/>
              </a:rPr>
              <a:t>l</a:t>
            </a:r>
            <a:r>
              <a:rPr dirty="0" sz="1850" spc="-15" b="1">
                <a:latin typeface="Arial"/>
                <a:cs typeface="Arial"/>
              </a:rPr>
              <a:t>e</a:t>
            </a:r>
            <a:r>
              <a:rPr dirty="0" sz="1850" spc="15" b="1">
                <a:latin typeface="Arial"/>
                <a:cs typeface="Arial"/>
              </a:rPr>
              <a:t>x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20" b="1">
                <a:latin typeface="Arial"/>
                <a:cs typeface="Arial"/>
              </a:rPr>
              <a:t>dade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20" b="1">
                <a:latin typeface="Arial"/>
                <a:cs typeface="Arial"/>
              </a:rPr>
              <a:t>cons</a:t>
            </a:r>
            <a:r>
              <a:rPr dirty="0" sz="1850" spc="5" b="1">
                <a:latin typeface="Arial"/>
                <a:cs typeface="Arial"/>
              </a:rPr>
              <a:t>t</a:t>
            </a:r>
            <a:r>
              <a:rPr dirty="0" sz="1850" spc="20" b="1">
                <a:latin typeface="Arial"/>
                <a:cs typeface="Arial"/>
              </a:rPr>
              <a:t>an</a:t>
            </a:r>
            <a:r>
              <a:rPr dirty="0" sz="1850" spc="5" b="1">
                <a:latin typeface="Arial"/>
                <a:cs typeface="Arial"/>
              </a:rPr>
              <a:t>t</a:t>
            </a:r>
            <a:r>
              <a:rPr dirty="0" sz="1850" spc="15" b="1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10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U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algo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independe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10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in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ões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algo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45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adas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núme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f</a:t>
            </a:r>
            <a:r>
              <a:rPr dirty="0" sz="1850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-15">
                <a:latin typeface="Arial"/>
                <a:cs typeface="Arial"/>
              </a:rPr>
              <a:t>z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54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405" i="1">
                <a:latin typeface="Arial"/>
                <a:cs typeface="Arial"/>
              </a:rPr>
              <a:t>f</a:t>
            </a:r>
            <a:r>
              <a:rPr dirty="0" sz="1850" spc="-315" i="1">
                <a:latin typeface="Arial"/>
                <a:cs typeface="Arial"/>
              </a:rPr>
              <a:t> 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35">
                <a:latin typeface="PMingLiU"/>
                <a:cs typeface="PMingLiU"/>
              </a:rPr>
              <a:t>l</a:t>
            </a:r>
            <a:r>
              <a:rPr dirty="0" sz="1850" spc="65">
                <a:latin typeface="PMingLiU"/>
                <a:cs typeface="PMingLiU"/>
              </a:rPr>
              <a:t>o</a:t>
            </a:r>
            <a:r>
              <a:rPr dirty="0" sz="1850" spc="70">
                <a:latin typeface="PMingLiU"/>
                <a:cs typeface="PMingLiU"/>
              </a:rPr>
              <a:t>g</a:t>
            </a:r>
            <a:r>
              <a:rPr dirty="0" sz="1850" spc="-145">
                <a:latin typeface="PMingLiU"/>
                <a:cs typeface="PMingLiU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lvl="1" marL="852169" marR="962025" indent="-250825">
              <a:lnSpc>
                <a:spcPct val="1209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U</a:t>
            </a:r>
            <a:r>
              <a:rPr dirty="0" sz="1850" spc="25">
                <a:latin typeface="Arial"/>
                <a:cs typeface="Arial"/>
              </a:rPr>
              <a:t>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algo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ompl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idade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35">
                <a:latin typeface="PMingLiU"/>
                <a:cs typeface="PMingLiU"/>
              </a:rPr>
              <a:t>l</a:t>
            </a:r>
            <a:r>
              <a:rPr dirty="0" sz="1850" spc="65">
                <a:latin typeface="PMingLiU"/>
                <a:cs typeface="PMingLiU"/>
              </a:rPr>
              <a:t>o</a:t>
            </a:r>
            <a:r>
              <a:rPr dirty="0" sz="1850" spc="70">
                <a:latin typeface="PMingLiU"/>
                <a:cs typeface="PMingLiU"/>
              </a:rPr>
              <a:t>g</a:t>
            </a:r>
            <a:r>
              <a:rPr dirty="0" sz="1850" spc="-145">
                <a:latin typeface="PMingLiU"/>
                <a:cs typeface="PMingLiU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di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20" b="1">
                <a:latin typeface="Arial"/>
                <a:cs typeface="Arial"/>
              </a:rPr>
              <a:t>comp</a:t>
            </a:r>
            <a:r>
              <a:rPr dirty="0" sz="1850" b="1">
                <a:latin typeface="Arial"/>
                <a:cs typeface="Arial"/>
              </a:rPr>
              <a:t>l</a:t>
            </a:r>
            <a:r>
              <a:rPr dirty="0" sz="1850" spc="-15" b="1">
                <a:latin typeface="Arial"/>
                <a:cs typeface="Arial"/>
              </a:rPr>
              <a:t>e</a:t>
            </a:r>
            <a:r>
              <a:rPr dirty="0" sz="1850" spc="15" b="1">
                <a:latin typeface="Arial"/>
                <a:cs typeface="Arial"/>
              </a:rPr>
              <a:t>x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20" b="1">
                <a:latin typeface="Arial"/>
                <a:cs typeface="Arial"/>
              </a:rPr>
              <a:t>dade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b="1">
                <a:latin typeface="Arial"/>
                <a:cs typeface="Arial"/>
              </a:rPr>
              <a:t>l</a:t>
            </a:r>
            <a:r>
              <a:rPr dirty="0" sz="1850" spc="15" b="1">
                <a:latin typeface="Arial"/>
                <a:cs typeface="Arial"/>
              </a:rPr>
              <a:t>ogar</a:t>
            </a:r>
            <a:r>
              <a:rPr dirty="0" sz="1850" b="1">
                <a:latin typeface="Arial"/>
                <a:cs typeface="Arial"/>
              </a:rPr>
              <a:t>í</a:t>
            </a:r>
            <a:r>
              <a:rPr dirty="0" sz="1850" spc="5" b="1">
                <a:latin typeface="Arial"/>
                <a:cs typeface="Arial"/>
              </a:rPr>
              <a:t>t</a:t>
            </a:r>
            <a:r>
              <a:rPr dirty="0" sz="1850" spc="30" b="1">
                <a:latin typeface="Arial"/>
                <a:cs typeface="Arial"/>
              </a:rPr>
              <a:t>m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15" b="1">
                <a:latin typeface="Arial"/>
                <a:cs typeface="Arial"/>
              </a:rPr>
              <a:t>ca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lvl="1" marL="852169" indent="-250825">
              <a:lnSpc>
                <a:spcPct val="100000"/>
              </a:lnSpc>
              <a:spcBef>
                <a:spcPts val="100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T</a:t>
            </a:r>
            <a:r>
              <a:rPr dirty="0" sz="1850">
                <a:latin typeface="Arial"/>
                <a:cs typeface="Arial"/>
              </a:rPr>
              <a:t>í</a:t>
            </a:r>
            <a:r>
              <a:rPr dirty="0" sz="1850" spc="10">
                <a:latin typeface="Arial"/>
                <a:cs typeface="Arial"/>
              </a:rPr>
              <a:t>pi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algo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-55">
                <a:latin typeface="Arial"/>
                <a:cs typeface="Arial"/>
              </a:rPr>
              <a:t>f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0">
                <a:latin typeface="Arial"/>
                <a:cs typeface="Arial"/>
              </a:rPr>
              <a:t>r</a:t>
            </a:r>
            <a:r>
              <a:rPr dirty="0" sz="1850" spc="25">
                <a:latin typeface="Arial"/>
                <a:cs typeface="Arial"/>
              </a:rPr>
              <a:t>mam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25">
                <a:latin typeface="Arial"/>
                <a:cs typeface="Arial"/>
              </a:rPr>
              <a:t>b</a:t>
            </a:r>
            <a:r>
              <a:rPr dirty="0" sz="1850" spc="15">
                <a:latin typeface="Arial"/>
                <a:cs typeface="Arial"/>
              </a:rPr>
              <a:t>lema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meno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lvl="1" marL="852169" marR="1053465" indent="-250825">
              <a:lnSpc>
                <a:spcPct val="1209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-75">
                <a:latin typeface="Arial"/>
                <a:cs typeface="Arial"/>
              </a:rPr>
              <a:t>P</a:t>
            </a:r>
            <a:r>
              <a:rPr dirty="0" sz="1850" spc="15">
                <a:latin typeface="Arial"/>
                <a:cs typeface="Arial"/>
              </a:rPr>
              <a:t>ode</a:t>
            </a:r>
            <a:r>
              <a:rPr dirty="0" sz="1850" spc="5">
                <a:latin typeface="Arial"/>
                <a:cs typeface="Arial"/>
              </a:rPr>
              <a:t>-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ide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45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menor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5">
                <a:latin typeface="Arial"/>
                <a:cs typeface="Arial"/>
              </a:rPr>
              <a:t>g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and</a:t>
            </a:r>
            <a:r>
              <a:rPr dirty="0" sz="1850" spc="-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lvl="1" marL="852169" indent="-250825">
              <a:lnSpc>
                <a:spcPct val="100000"/>
              </a:lnSpc>
              <a:spcBef>
                <a:spcPts val="10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Quando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0" i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mil,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35">
                <a:latin typeface="PMingLiU"/>
                <a:cs typeface="PMingLiU"/>
              </a:rPr>
              <a:t>l</a:t>
            </a:r>
            <a:r>
              <a:rPr dirty="0" sz="1850" spc="65">
                <a:latin typeface="PMingLiU"/>
                <a:cs typeface="PMingLiU"/>
              </a:rPr>
              <a:t>o</a:t>
            </a:r>
            <a:r>
              <a:rPr dirty="0" sz="1850" spc="95">
                <a:latin typeface="PMingLiU"/>
                <a:cs typeface="PMingLiU"/>
              </a:rPr>
              <a:t>g</a:t>
            </a:r>
            <a:r>
              <a:rPr dirty="0" baseline="-18518" sz="2025" spc="262">
                <a:latin typeface="PMingLiU"/>
                <a:cs typeface="PMingLiU"/>
              </a:rPr>
              <a:t>2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≈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65">
                <a:latin typeface="PMingLiU"/>
                <a:cs typeface="PMingLiU"/>
              </a:rPr>
              <a:t>1</a:t>
            </a:r>
            <a:r>
              <a:rPr dirty="0" sz="1850" spc="65">
                <a:latin typeface="PMingLiU"/>
                <a:cs typeface="PMingLiU"/>
              </a:rPr>
              <a:t>0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0" i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1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milhã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35">
                <a:latin typeface="PMingLiU"/>
                <a:cs typeface="PMingLiU"/>
              </a:rPr>
              <a:t>l</a:t>
            </a:r>
            <a:r>
              <a:rPr dirty="0" sz="1850" spc="65">
                <a:latin typeface="PMingLiU"/>
                <a:cs typeface="PMingLiU"/>
              </a:rPr>
              <a:t>o</a:t>
            </a:r>
            <a:r>
              <a:rPr dirty="0" sz="1850" spc="95">
                <a:latin typeface="PMingLiU"/>
                <a:cs typeface="PMingLiU"/>
              </a:rPr>
              <a:t>g</a:t>
            </a:r>
            <a:r>
              <a:rPr dirty="0" baseline="-18518" sz="2025" spc="262">
                <a:latin typeface="PMingLiU"/>
                <a:cs typeface="PMingLiU"/>
              </a:rPr>
              <a:t>2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≈</a:t>
            </a:r>
            <a:r>
              <a:rPr dirty="0" sz="1850" spc="-60">
                <a:latin typeface="Lucida Sans Unicode"/>
                <a:cs typeface="Lucida Sans Unicode"/>
              </a:rPr>
              <a:t> </a:t>
            </a:r>
            <a:r>
              <a:rPr dirty="0" sz="1850" spc="65">
                <a:latin typeface="PMingLiU"/>
                <a:cs typeface="PMingLiU"/>
              </a:rPr>
              <a:t>2</a:t>
            </a:r>
            <a:r>
              <a:rPr dirty="0" sz="1850" spc="65">
                <a:latin typeface="PMingLiU"/>
                <a:cs typeface="PMingLiU"/>
              </a:rPr>
              <a:t>0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lvl="1" marL="852169" indent="-250825">
              <a:lnSpc>
                <a:spcPct val="100000"/>
              </a:lnSpc>
              <a:spcBef>
                <a:spcPts val="10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-60">
                <a:latin typeface="Arial"/>
                <a:cs typeface="Arial"/>
              </a:rPr>
              <a:t>P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dob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alor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35">
                <a:latin typeface="PMingLiU"/>
                <a:cs typeface="PMingLiU"/>
              </a:rPr>
              <a:t>l</a:t>
            </a:r>
            <a:r>
              <a:rPr dirty="0" sz="1850" spc="65">
                <a:latin typeface="PMingLiU"/>
                <a:cs typeface="PMingLiU"/>
              </a:rPr>
              <a:t>o</a:t>
            </a:r>
            <a:r>
              <a:rPr dirty="0" sz="1850" spc="70">
                <a:latin typeface="PMingLiU"/>
                <a:cs typeface="PMingLiU"/>
              </a:rPr>
              <a:t>g</a:t>
            </a:r>
            <a:r>
              <a:rPr dirty="0" sz="1850" spc="-145">
                <a:latin typeface="PMingLiU"/>
                <a:cs typeface="PMingLiU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ide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quad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lvl="1" marL="852169" indent="-250825">
              <a:lnSpc>
                <a:spcPct val="100000"/>
              </a:lnSpc>
              <a:spcBef>
                <a:spcPts val="10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ba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loga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m</a:t>
            </a:r>
            <a:r>
              <a:rPr dirty="0" sz="1850" spc="15">
                <a:latin typeface="Arial"/>
                <a:cs typeface="Arial"/>
              </a:rPr>
              <a:t>uda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pou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alo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1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milhã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endParaRPr sz="18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59"/>
              </a:spcBef>
            </a:pPr>
            <a:r>
              <a:rPr dirty="0" sz="1850" spc="35">
                <a:latin typeface="PMingLiU"/>
                <a:cs typeface="PMingLiU"/>
              </a:rPr>
              <a:t>l</a:t>
            </a:r>
            <a:r>
              <a:rPr dirty="0" sz="1850" spc="65">
                <a:latin typeface="PMingLiU"/>
                <a:cs typeface="PMingLiU"/>
              </a:rPr>
              <a:t>o</a:t>
            </a:r>
            <a:r>
              <a:rPr dirty="0" sz="1850" spc="95">
                <a:latin typeface="PMingLiU"/>
                <a:cs typeface="PMingLiU"/>
              </a:rPr>
              <a:t>g</a:t>
            </a:r>
            <a:r>
              <a:rPr dirty="0" baseline="-18518" sz="2025" spc="262">
                <a:latin typeface="PMingLiU"/>
                <a:cs typeface="PMingLiU"/>
              </a:rPr>
              <a:t>2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20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35">
                <a:latin typeface="PMingLiU"/>
                <a:cs typeface="PMingLiU"/>
              </a:rPr>
              <a:t>l</a:t>
            </a:r>
            <a:r>
              <a:rPr dirty="0" sz="1850" spc="65">
                <a:latin typeface="PMingLiU"/>
                <a:cs typeface="PMingLiU"/>
              </a:rPr>
              <a:t>o</a:t>
            </a:r>
            <a:r>
              <a:rPr dirty="0" sz="1850" spc="95">
                <a:latin typeface="PMingLiU"/>
                <a:cs typeface="PMingLiU"/>
              </a:rPr>
              <a:t>g</a:t>
            </a:r>
            <a:r>
              <a:rPr dirty="0" baseline="-18518" sz="2025" spc="142">
                <a:latin typeface="PMingLiU"/>
                <a:cs typeface="PMingLiU"/>
              </a:rPr>
              <a:t>1</a:t>
            </a:r>
            <a:r>
              <a:rPr dirty="0" baseline="-18518" sz="2025" spc="262">
                <a:latin typeface="PMingLiU"/>
                <a:cs typeface="PMingLiU"/>
              </a:rPr>
              <a:t>0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6.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9898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07198" y="833218"/>
            <a:ext cx="8737600" cy="59156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ct val="100000"/>
              </a:lnSpc>
              <a:tabLst>
                <a:tab pos="8711565" algn="l"/>
              </a:tabLst>
            </a:pP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Pr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ip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is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Cl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asse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 u="heavy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15" b="1" u="heavy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 u="heavy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b="1" u="heavy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1835"/>
              </a:spcBef>
              <a:tabLst>
                <a:tab pos="484505" algn="l"/>
              </a:tabLst>
            </a:pPr>
            <a:r>
              <a:rPr dirty="0" sz="1850" spc="-229">
                <a:latin typeface="Lucida Sans Unicode"/>
                <a:cs typeface="Lucida Sans Unicode"/>
              </a:rPr>
              <a:t>•</a:t>
            </a:r>
            <a:r>
              <a:rPr dirty="0" sz="1850" spc="-229">
                <a:latin typeface="Lucida Sans Unicode"/>
                <a:cs typeface="Lucida Sans Unicode"/>
              </a:rPr>
              <a:t>	</a:t>
            </a:r>
            <a:r>
              <a:rPr dirty="0" sz="1850" spc="405" i="1">
                <a:latin typeface="Arial"/>
                <a:cs typeface="Arial"/>
              </a:rPr>
              <a:t>f</a:t>
            </a:r>
            <a:r>
              <a:rPr dirty="0" sz="1850" spc="-315" i="1">
                <a:latin typeface="Arial"/>
                <a:cs typeface="Arial"/>
              </a:rPr>
              <a:t> 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U</a:t>
            </a:r>
            <a:r>
              <a:rPr dirty="0" sz="1850" spc="25">
                <a:latin typeface="Arial"/>
                <a:cs typeface="Arial"/>
              </a:rPr>
              <a:t>m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algo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ompl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idade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di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 b="1">
                <a:latin typeface="Arial"/>
                <a:cs typeface="Arial"/>
              </a:rPr>
              <a:t>comp</a:t>
            </a:r>
            <a:r>
              <a:rPr dirty="0" sz="1850" b="1">
                <a:latin typeface="Arial"/>
                <a:cs typeface="Arial"/>
              </a:rPr>
              <a:t>l</a:t>
            </a:r>
            <a:r>
              <a:rPr dirty="0" sz="1850" spc="-15" b="1">
                <a:latin typeface="Arial"/>
                <a:cs typeface="Arial"/>
              </a:rPr>
              <a:t>e</a:t>
            </a:r>
            <a:r>
              <a:rPr dirty="0" sz="1850" spc="15" b="1">
                <a:latin typeface="Arial"/>
                <a:cs typeface="Arial"/>
              </a:rPr>
              <a:t>x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20" b="1">
                <a:latin typeface="Arial"/>
                <a:cs typeface="Arial"/>
              </a:rPr>
              <a:t>dade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b="1">
                <a:latin typeface="Arial"/>
                <a:cs typeface="Arial"/>
              </a:rPr>
              <a:t>l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15" b="1">
                <a:latin typeface="Arial"/>
                <a:cs typeface="Arial"/>
              </a:rPr>
              <a:t>near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marR="655955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5">
                <a:latin typeface="Arial"/>
                <a:cs typeface="Arial"/>
              </a:rPr>
              <a:t>Em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ge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al,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pequeno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abalho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eali</a:t>
            </a:r>
            <a:r>
              <a:rPr dirty="0" sz="1850" spc="10">
                <a:latin typeface="Arial"/>
                <a:cs typeface="Arial"/>
              </a:rPr>
              <a:t>z</a:t>
            </a:r>
            <a:r>
              <a:rPr dirty="0" sz="1850" spc="15">
                <a:latin typeface="Arial"/>
                <a:cs typeface="Arial"/>
              </a:rPr>
              <a:t>ado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ob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elemen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15">
                <a:latin typeface="Arial"/>
                <a:cs typeface="Arial"/>
              </a:rPr>
              <a:t> 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852169" marR="1561465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melhor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ua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í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el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algo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10">
                <a:latin typeface="Arial"/>
                <a:cs typeface="Arial"/>
              </a:rPr>
              <a:t> 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>
                <a:latin typeface="Arial"/>
                <a:cs typeface="Arial"/>
              </a:rPr>
              <a:t>/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odu</a:t>
            </a:r>
            <a:r>
              <a:rPr dirty="0" sz="1850" spc="10">
                <a:latin typeface="Arial"/>
                <a:cs typeface="Arial"/>
              </a:rPr>
              <a:t>z</a:t>
            </a:r>
            <a:r>
              <a:rPr dirty="0" sz="1850" spc="5">
                <a:latin typeface="Arial"/>
                <a:cs typeface="Arial"/>
              </a:rPr>
              <a:t>ir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0" i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elemen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ada</a:t>
            </a:r>
            <a:r>
              <a:rPr dirty="0" sz="1850">
                <a:latin typeface="Arial"/>
                <a:cs typeface="Arial"/>
              </a:rPr>
              <a:t>/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>
                <a:latin typeface="Arial"/>
                <a:cs typeface="Arial"/>
              </a:rPr>
              <a:t>í</a:t>
            </a:r>
            <a:r>
              <a:rPr dirty="0" sz="1850" spc="15">
                <a:latin typeface="Arial"/>
                <a:cs typeface="Arial"/>
              </a:rPr>
              <a:t>da.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ada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ez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dob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amanh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45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dob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a.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405" i="1">
                <a:latin typeface="Arial"/>
                <a:cs typeface="Arial"/>
              </a:rPr>
              <a:t>f</a:t>
            </a:r>
            <a:r>
              <a:rPr dirty="0" sz="1850" spc="-315" i="1">
                <a:latin typeface="Arial"/>
                <a:cs typeface="Arial"/>
              </a:rPr>
              <a:t> 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-200" i="1">
                <a:latin typeface="Arial"/>
                <a:cs typeface="Arial"/>
              </a:rPr>
              <a:t> </a:t>
            </a:r>
            <a:r>
              <a:rPr dirty="0" sz="1850" spc="35">
                <a:latin typeface="PMingLiU"/>
                <a:cs typeface="PMingLiU"/>
              </a:rPr>
              <a:t>l</a:t>
            </a:r>
            <a:r>
              <a:rPr dirty="0" sz="1850" spc="65">
                <a:latin typeface="PMingLiU"/>
                <a:cs typeface="PMingLiU"/>
              </a:rPr>
              <a:t>o</a:t>
            </a:r>
            <a:r>
              <a:rPr dirty="0" sz="1850" spc="70">
                <a:latin typeface="PMingLiU"/>
                <a:cs typeface="PMingLiU"/>
              </a:rPr>
              <a:t>g</a:t>
            </a:r>
            <a:r>
              <a:rPr dirty="0" sz="1850" spc="-145">
                <a:latin typeface="PMingLiU"/>
                <a:cs typeface="PMingLiU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algn="just" lvl="1" marL="852169" marR="457200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T</a:t>
            </a:r>
            <a:r>
              <a:rPr dirty="0" sz="1850">
                <a:latin typeface="Arial"/>
                <a:cs typeface="Arial"/>
              </a:rPr>
              <a:t>í</a:t>
            </a:r>
            <a:r>
              <a:rPr dirty="0" sz="1850" spc="10">
                <a:latin typeface="Arial"/>
                <a:cs typeface="Arial"/>
              </a:rPr>
              <a:t>pi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algo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queb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am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25">
                <a:latin typeface="Arial"/>
                <a:cs typeface="Arial"/>
              </a:rPr>
              <a:t>b</a:t>
            </a:r>
            <a:r>
              <a:rPr dirty="0" sz="1850" spc="15">
                <a:latin typeface="Arial"/>
                <a:cs typeface="Arial"/>
              </a:rPr>
              <a:t>lema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meno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ol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deles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independen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ajun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olu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ões</a:t>
            </a:r>
            <a:r>
              <a:rPr dirty="0" sz="1850" spc="15">
                <a:latin typeface="Arial"/>
                <a:cs typeface="Arial"/>
              </a:rPr>
              <a:t> depoi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lvl="1" marL="852169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Quando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0" i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1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milhã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35">
                <a:latin typeface="PMingLiU"/>
                <a:cs typeface="PMingLiU"/>
              </a:rPr>
              <a:t>l</a:t>
            </a:r>
            <a:r>
              <a:rPr dirty="0" sz="1850" spc="65">
                <a:latin typeface="PMingLiU"/>
                <a:cs typeface="PMingLiU"/>
              </a:rPr>
              <a:t>o</a:t>
            </a:r>
            <a:r>
              <a:rPr dirty="0" sz="1850" spc="95">
                <a:latin typeface="PMingLiU"/>
                <a:cs typeface="PMingLiU"/>
              </a:rPr>
              <a:t>g</a:t>
            </a:r>
            <a:r>
              <a:rPr dirty="0" baseline="-18518" sz="2025" spc="262">
                <a:latin typeface="PMingLiU"/>
                <a:cs typeface="PMingLiU"/>
              </a:rPr>
              <a:t>2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20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milhõe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lvl="1" marL="852169" marR="133350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Quando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0" i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2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milhõe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35">
                <a:latin typeface="PMingLiU"/>
                <a:cs typeface="PMingLiU"/>
              </a:rPr>
              <a:t>l</a:t>
            </a:r>
            <a:r>
              <a:rPr dirty="0" sz="1850" spc="65">
                <a:latin typeface="PMingLiU"/>
                <a:cs typeface="PMingLiU"/>
              </a:rPr>
              <a:t>o</a:t>
            </a:r>
            <a:r>
              <a:rPr dirty="0" sz="1850" spc="95">
                <a:latin typeface="PMingLiU"/>
                <a:cs typeface="PMingLiU"/>
              </a:rPr>
              <a:t>g</a:t>
            </a:r>
            <a:r>
              <a:rPr dirty="0" baseline="-18518" sz="2025" spc="262">
                <a:latin typeface="PMingLiU"/>
                <a:cs typeface="PMingLiU"/>
              </a:rPr>
              <a:t>2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0" i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42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milhõe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pou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mais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10">
                <a:latin typeface="Arial"/>
                <a:cs typeface="Arial"/>
              </a:rPr>
              <a:t> 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dob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9898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07198" y="836537"/>
            <a:ext cx="8737600" cy="5854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ct val="100000"/>
              </a:lnSpc>
              <a:tabLst>
                <a:tab pos="8711565" algn="l"/>
              </a:tabLst>
            </a:pP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Pr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ip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is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Cl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asse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 u="heavy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15" b="1" u="heavy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 u="heavy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b="1" u="heavy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2020"/>
              </a:spcBef>
              <a:tabLst>
                <a:tab pos="484505" algn="l"/>
              </a:tabLst>
            </a:pPr>
            <a:r>
              <a:rPr dirty="0" sz="1850" spc="-229">
                <a:latin typeface="Lucida Sans Unicode"/>
                <a:cs typeface="Lucida Sans Unicode"/>
              </a:rPr>
              <a:t>•</a:t>
            </a:r>
            <a:r>
              <a:rPr dirty="0" sz="1850" spc="-229">
                <a:latin typeface="Lucida Sans Unicode"/>
                <a:cs typeface="Lucida Sans Unicode"/>
              </a:rPr>
              <a:t>	</a:t>
            </a:r>
            <a:r>
              <a:rPr dirty="0" sz="1850" spc="405" i="1">
                <a:latin typeface="Arial"/>
                <a:cs typeface="Arial"/>
              </a:rPr>
              <a:t>f</a:t>
            </a:r>
            <a:r>
              <a:rPr dirty="0" sz="1850" spc="-315" i="1">
                <a:latin typeface="Arial"/>
                <a:cs typeface="Arial"/>
              </a:rPr>
              <a:t> 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baseline="28806" sz="2025" spc="262">
                <a:latin typeface="PMingLiU"/>
                <a:cs typeface="PMingLiU"/>
              </a:rPr>
              <a:t>2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marR="1233805" indent="-250825">
              <a:lnSpc>
                <a:spcPct val="122100"/>
              </a:lnSpc>
              <a:spcBef>
                <a:spcPts val="56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U</a:t>
            </a:r>
            <a:r>
              <a:rPr dirty="0" sz="1850" spc="25">
                <a:latin typeface="Arial"/>
                <a:cs typeface="Arial"/>
              </a:rPr>
              <a:t>m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algo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ompl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idade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baseline="28806" sz="2025" spc="262">
                <a:latin typeface="PMingLiU"/>
                <a:cs typeface="PMingLiU"/>
              </a:rPr>
              <a:t>2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di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20" b="1">
                <a:latin typeface="Arial"/>
                <a:cs typeface="Arial"/>
              </a:rPr>
              <a:t>comp</a:t>
            </a:r>
            <a:r>
              <a:rPr dirty="0" sz="1850" b="1">
                <a:latin typeface="Arial"/>
                <a:cs typeface="Arial"/>
              </a:rPr>
              <a:t>l</a:t>
            </a:r>
            <a:r>
              <a:rPr dirty="0" sz="1850" spc="-15" b="1">
                <a:latin typeface="Arial"/>
                <a:cs typeface="Arial"/>
              </a:rPr>
              <a:t>e</a:t>
            </a:r>
            <a:r>
              <a:rPr dirty="0" sz="1850" spc="15" b="1">
                <a:latin typeface="Arial"/>
                <a:cs typeface="Arial"/>
              </a:rPr>
              <a:t>x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20" b="1">
                <a:latin typeface="Arial"/>
                <a:cs typeface="Arial"/>
              </a:rPr>
              <a:t>dade</a:t>
            </a:r>
            <a:r>
              <a:rPr dirty="0" sz="1850" spc="15" b="1">
                <a:latin typeface="Arial"/>
                <a:cs typeface="Arial"/>
              </a:rPr>
              <a:t> quadrá</a:t>
            </a:r>
            <a:r>
              <a:rPr dirty="0" sz="1850" spc="5" b="1">
                <a:latin typeface="Arial"/>
                <a:cs typeface="Arial"/>
              </a:rPr>
              <a:t>t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15" b="1">
                <a:latin typeface="Arial"/>
                <a:cs typeface="Arial"/>
              </a:rPr>
              <a:t>ca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marR="311785" indent="-250825">
              <a:lnSpc>
                <a:spcPct val="122100"/>
              </a:lnSpc>
              <a:spcBef>
                <a:spcPts val="56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ens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dados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ados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m</a:t>
            </a:r>
            <a:r>
              <a:rPr dirty="0" sz="1850" spc="10">
                <a:latin typeface="Arial"/>
                <a:cs typeface="Arial"/>
              </a:rPr>
              <a:t>ui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-15">
                <a:latin typeface="Arial"/>
                <a:cs typeface="Arial"/>
              </a:rPr>
              <a:t>z</a:t>
            </a:r>
            <a:r>
              <a:rPr dirty="0" sz="1850" spc="15">
                <a:latin typeface="Arial"/>
                <a:cs typeface="Arial"/>
              </a:rPr>
              <a:t>es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anel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10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Quando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0" i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mil,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núme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ope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ões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dem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1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milhã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10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Semp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dob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a,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45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m</a:t>
            </a:r>
            <a:r>
              <a:rPr dirty="0" sz="1850" spc="10">
                <a:latin typeface="Arial"/>
                <a:cs typeface="Arial"/>
              </a:rPr>
              <a:t>ul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0">
                <a:latin typeface="Arial"/>
                <a:cs typeface="Arial"/>
              </a:rPr>
              <a:t>ipli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4.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10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Ú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eis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ol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25">
                <a:latin typeface="Arial"/>
                <a:cs typeface="Arial"/>
              </a:rPr>
              <a:t>b</a:t>
            </a:r>
            <a:r>
              <a:rPr dirty="0" sz="1850" spc="15">
                <a:latin typeface="Arial"/>
                <a:cs typeface="Arial"/>
              </a:rPr>
              <a:t>lemas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amanhos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ela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20">
                <a:latin typeface="Arial"/>
                <a:cs typeface="Arial"/>
              </a:rPr>
              <a:t>amen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pequeno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1614"/>
              </a:spcBef>
              <a:tabLst>
                <a:tab pos="484505" algn="l"/>
              </a:tabLst>
            </a:pPr>
            <a:r>
              <a:rPr dirty="0" sz="1850" spc="-229">
                <a:latin typeface="Lucida Sans Unicode"/>
                <a:cs typeface="Lucida Sans Unicode"/>
              </a:rPr>
              <a:t>•</a:t>
            </a:r>
            <a:r>
              <a:rPr dirty="0" sz="1850" spc="-229">
                <a:latin typeface="Lucida Sans Unicode"/>
                <a:cs typeface="Lucida Sans Unicode"/>
              </a:rPr>
              <a:t>	</a:t>
            </a:r>
            <a:r>
              <a:rPr dirty="0" sz="1850" spc="405" i="1">
                <a:latin typeface="Arial"/>
                <a:cs typeface="Arial"/>
              </a:rPr>
              <a:t>f</a:t>
            </a:r>
            <a:r>
              <a:rPr dirty="0" sz="1850" spc="-315" i="1">
                <a:latin typeface="Arial"/>
                <a:cs typeface="Arial"/>
              </a:rPr>
              <a:t> 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baseline="28806" sz="2025" spc="262">
                <a:latin typeface="PMingLiU"/>
                <a:cs typeface="PMingLiU"/>
              </a:rPr>
              <a:t>3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105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U</a:t>
            </a:r>
            <a:r>
              <a:rPr dirty="0" sz="1850" spc="25">
                <a:latin typeface="Arial"/>
                <a:cs typeface="Arial"/>
              </a:rPr>
              <a:t>m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algo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ompl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idade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baseline="28806" sz="2025" spc="262">
                <a:latin typeface="PMingLiU"/>
                <a:cs typeface="PMingLiU"/>
              </a:rPr>
              <a:t>3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di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20" b="1">
                <a:latin typeface="Arial"/>
                <a:cs typeface="Arial"/>
              </a:rPr>
              <a:t>comp</a:t>
            </a:r>
            <a:r>
              <a:rPr dirty="0" sz="1850" b="1">
                <a:latin typeface="Arial"/>
                <a:cs typeface="Arial"/>
              </a:rPr>
              <a:t>l</a:t>
            </a:r>
            <a:r>
              <a:rPr dirty="0" sz="1850" spc="-15" b="1">
                <a:latin typeface="Arial"/>
                <a:cs typeface="Arial"/>
              </a:rPr>
              <a:t>e</a:t>
            </a:r>
            <a:r>
              <a:rPr dirty="0" sz="1850" spc="15" b="1">
                <a:latin typeface="Arial"/>
                <a:cs typeface="Arial"/>
              </a:rPr>
              <a:t>x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20" b="1">
                <a:latin typeface="Arial"/>
                <a:cs typeface="Arial"/>
              </a:rPr>
              <a:t>dade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20" b="1">
                <a:latin typeface="Arial"/>
                <a:cs typeface="Arial"/>
              </a:rPr>
              <a:t>cúb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15" b="1">
                <a:latin typeface="Arial"/>
                <a:cs typeface="Arial"/>
              </a:rPr>
              <a:t>ca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10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Ú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eis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apenas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ol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pequenos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25">
                <a:latin typeface="Arial"/>
                <a:cs typeface="Arial"/>
              </a:rPr>
              <a:t>b</a:t>
            </a:r>
            <a:r>
              <a:rPr dirty="0" sz="1850" spc="15">
                <a:latin typeface="Arial"/>
                <a:cs typeface="Arial"/>
              </a:rPr>
              <a:t>lema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10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Quando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0" i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100,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núme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ope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ões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dem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1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milhã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10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Semp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dob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a,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45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f</a:t>
            </a:r>
            <a:r>
              <a:rPr dirty="0" sz="1850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m</a:t>
            </a:r>
            <a:r>
              <a:rPr dirty="0" sz="1850" spc="10">
                <a:latin typeface="Arial"/>
                <a:cs typeface="Arial"/>
              </a:rPr>
              <a:t>ul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0">
                <a:latin typeface="Arial"/>
                <a:cs typeface="Arial"/>
              </a:rPr>
              <a:t>ipli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8.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9898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07198" y="833218"/>
            <a:ext cx="8737600" cy="6069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ct val="100000"/>
              </a:lnSpc>
              <a:tabLst>
                <a:tab pos="8711565" algn="l"/>
              </a:tabLst>
            </a:pP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Pr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ip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is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Cl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asse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 u="heavy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15" b="1" u="heavy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 u="heavy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b="1" u="heavy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1835"/>
              </a:spcBef>
              <a:tabLst>
                <a:tab pos="484505" algn="l"/>
              </a:tabLst>
            </a:pPr>
            <a:r>
              <a:rPr dirty="0" sz="1850" spc="-229">
                <a:latin typeface="Lucida Sans Unicode"/>
                <a:cs typeface="Lucida Sans Unicode"/>
              </a:rPr>
              <a:t>•</a:t>
            </a:r>
            <a:r>
              <a:rPr dirty="0" sz="1850" spc="-229">
                <a:latin typeface="Lucida Sans Unicode"/>
                <a:cs typeface="Lucida Sans Unicode"/>
              </a:rPr>
              <a:t>	</a:t>
            </a:r>
            <a:r>
              <a:rPr dirty="0" sz="1850" spc="405" i="1">
                <a:latin typeface="Arial"/>
                <a:cs typeface="Arial"/>
              </a:rPr>
              <a:t>f</a:t>
            </a:r>
            <a:r>
              <a:rPr dirty="0" sz="1850" spc="-315" i="1">
                <a:latin typeface="Arial"/>
                <a:cs typeface="Arial"/>
              </a:rPr>
              <a:t> 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65">
                <a:latin typeface="PMingLiU"/>
                <a:cs typeface="PMingLiU"/>
              </a:rPr>
              <a:t>2</a:t>
            </a:r>
            <a:r>
              <a:rPr dirty="0" baseline="28806" sz="2025" spc="337" i="1">
                <a:latin typeface="Trebuchet MS"/>
                <a:cs typeface="Trebuchet MS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marR="1238250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U</a:t>
            </a:r>
            <a:r>
              <a:rPr dirty="0" sz="1850" spc="25">
                <a:latin typeface="Arial"/>
                <a:cs typeface="Arial"/>
              </a:rPr>
              <a:t>m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algo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ompl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idade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65">
                <a:latin typeface="PMingLiU"/>
                <a:cs typeface="PMingLiU"/>
              </a:rPr>
              <a:t>2</a:t>
            </a:r>
            <a:r>
              <a:rPr dirty="0" baseline="28806" sz="2025" spc="337" i="1">
                <a:latin typeface="Trebuchet MS"/>
                <a:cs typeface="Trebuchet MS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di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20" b="1">
                <a:latin typeface="Arial"/>
                <a:cs typeface="Arial"/>
              </a:rPr>
              <a:t>comp</a:t>
            </a:r>
            <a:r>
              <a:rPr dirty="0" sz="1850" b="1">
                <a:latin typeface="Arial"/>
                <a:cs typeface="Arial"/>
              </a:rPr>
              <a:t>l</a:t>
            </a:r>
            <a:r>
              <a:rPr dirty="0" sz="1850" spc="-15" b="1">
                <a:latin typeface="Arial"/>
                <a:cs typeface="Arial"/>
              </a:rPr>
              <a:t>e</a:t>
            </a:r>
            <a:r>
              <a:rPr dirty="0" sz="1850" spc="15" b="1">
                <a:latin typeface="Arial"/>
                <a:cs typeface="Arial"/>
              </a:rPr>
              <a:t>x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20" b="1">
                <a:latin typeface="Arial"/>
                <a:cs typeface="Arial"/>
              </a:rPr>
              <a:t>dade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-15" b="1">
                <a:latin typeface="Arial"/>
                <a:cs typeface="Arial"/>
              </a:rPr>
              <a:t>e</a:t>
            </a:r>
            <a:r>
              <a:rPr dirty="0" sz="1850" spc="20" b="1">
                <a:latin typeface="Arial"/>
                <a:cs typeface="Arial"/>
              </a:rPr>
              <a:t>xponenc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15" b="1">
                <a:latin typeface="Arial"/>
                <a:cs typeface="Arial"/>
              </a:rPr>
              <a:t>a</a:t>
            </a:r>
            <a:r>
              <a:rPr dirty="0" sz="1850" b="1">
                <a:latin typeface="Arial"/>
                <a:cs typeface="Arial"/>
              </a:rPr>
              <a:t>l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Ge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almen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ú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ob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v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á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marR="721995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olu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25">
                <a:latin typeface="Arial"/>
                <a:cs typeface="Arial"/>
              </a:rPr>
              <a:t>b</a:t>
            </a:r>
            <a:r>
              <a:rPr dirty="0" sz="1850" spc="15">
                <a:latin typeface="Arial"/>
                <a:cs typeface="Arial"/>
              </a:rPr>
              <a:t>lemas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30" b="1">
                <a:latin typeface="Arial"/>
                <a:cs typeface="Arial"/>
              </a:rPr>
              <a:t>f</a:t>
            </a:r>
            <a:r>
              <a:rPr dirty="0" sz="1850" spc="20" b="1">
                <a:latin typeface="Arial"/>
                <a:cs typeface="Arial"/>
              </a:rPr>
              <a:t>o</a:t>
            </a:r>
            <a:r>
              <a:rPr dirty="0" sz="1850" spc="-30" b="1">
                <a:latin typeface="Arial"/>
                <a:cs typeface="Arial"/>
              </a:rPr>
              <a:t>r</a:t>
            </a:r>
            <a:r>
              <a:rPr dirty="0" sz="1850" spc="15" b="1">
                <a:latin typeface="Arial"/>
                <a:cs typeface="Arial"/>
              </a:rPr>
              <a:t>ça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15" b="1">
                <a:latin typeface="Arial"/>
                <a:cs typeface="Arial"/>
              </a:rPr>
              <a:t>bru</a:t>
            </a:r>
            <a:r>
              <a:rPr dirty="0" sz="1850" spc="5" b="1">
                <a:latin typeface="Arial"/>
                <a:cs typeface="Arial"/>
              </a:rPr>
              <a:t>t</a:t>
            </a:r>
            <a:r>
              <a:rPr dirty="0" sz="1850" spc="15" b="1">
                <a:latin typeface="Arial"/>
                <a:cs typeface="Arial"/>
              </a:rPr>
              <a:t>a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ol</a:t>
            </a:r>
            <a:r>
              <a:rPr dirty="0" sz="1850" spc="10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ê</a:t>
            </a:r>
            <a:r>
              <a:rPr dirty="0" sz="1850" spc="5">
                <a:latin typeface="Arial"/>
                <a:cs typeface="Arial"/>
              </a:rPr>
              <a:t>-</a:t>
            </a:r>
            <a:r>
              <a:rPr dirty="0" sz="1850" spc="10">
                <a:latin typeface="Arial"/>
                <a:cs typeface="Arial"/>
              </a:rPr>
              <a:t>lo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Quando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0" i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20,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45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1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milhã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.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Quando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endParaRPr sz="18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59"/>
              </a:spcBef>
            </a:pPr>
            <a:r>
              <a:rPr dirty="0" sz="1850" spc="15">
                <a:latin typeface="Arial"/>
                <a:cs typeface="Arial"/>
              </a:rPr>
              <a:t>dob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a,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f</a:t>
            </a:r>
            <a:r>
              <a:rPr dirty="0" sz="1850" spc="5">
                <a:latin typeface="Arial"/>
                <a:cs typeface="Arial"/>
              </a:rPr>
              <a:t>ic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el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quad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ad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1485"/>
              </a:spcBef>
              <a:tabLst>
                <a:tab pos="484505" algn="l"/>
              </a:tabLst>
            </a:pPr>
            <a:r>
              <a:rPr dirty="0" sz="1850" spc="-229">
                <a:latin typeface="Lucida Sans Unicode"/>
                <a:cs typeface="Lucida Sans Unicode"/>
              </a:rPr>
              <a:t>•</a:t>
            </a:r>
            <a:r>
              <a:rPr dirty="0" sz="1850" spc="-229">
                <a:latin typeface="Lucida Sans Unicode"/>
                <a:cs typeface="Lucida Sans Unicode"/>
              </a:rPr>
              <a:t>	</a:t>
            </a:r>
            <a:r>
              <a:rPr dirty="0" sz="1850" spc="405" i="1">
                <a:latin typeface="Arial"/>
                <a:cs typeface="Arial"/>
              </a:rPr>
              <a:t>f</a:t>
            </a:r>
            <a:r>
              <a:rPr dirty="0" sz="1850" spc="-315" i="1">
                <a:latin typeface="Arial"/>
                <a:cs typeface="Arial"/>
              </a:rPr>
              <a:t> 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-60">
                <a:latin typeface="PMingLiU"/>
                <a:cs typeface="PMingLiU"/>
              </a:rPr>
              <a:t>!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marR="5080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U</a:t>
            </a:r>
            <a:r>
              <a:rPr dirty="0" sz="1850" spc="25">
                <a:latin typeface="Arial"/>
                <a:cs typeface="Arial"/>
              </a:rPr>
              <a:t>m</a:t>
            </a:r>
            <a:r>
              <a:rPr dirty="0" sz="1850" spc="-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algo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mo</a:t>
            </a:r>
            <a:r>
              <a:rPr dirty="0" sz="1850" spc="-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-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ompl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idade</a:t>
            </a:r>
            <a:r>
              <a:rPr dirty="0" sz="1850" spc="-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-60">
                <a:latin typeface="PMingLiU"/>
                <a:cs typeface="PMingLiU"/>
              </a:rPr>
              <a:t>!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30">
                <a:latin typeface="PMingLiU"/>
                <a:cs typeface="PMingLiU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-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di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 spc="-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ompl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idade</a:t>
            </a:r>
            <a:r>
              <a:rPr dirty="0" sz="1850" spc="-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ponen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ial,</a:t>
            </a:r>
            <a:r>
              <a:rPr dirty="0" sz="1850" spc="15">
                <a:latin typeface="Arial"/>
                <a:cs typeface="Arial"/>
              </a:rPr>
              <a:t> ape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ar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-60">
                <a:latin typeface="PMingLiU"/>
                <a:cs typeface="PMingLiU"/>
              </a:rPr>
              <a:t>!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ompo</a:t>
            </a:r>
            <a:r>
              <a:rPr dirty="0" sz="1850" spc="85">
                <a:latin typeface="Arial"/>
                <a:cs typeface="Arial"/>
              </a:rPr>
              <a:t>r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amen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m</a:t>
            </a:r>
            <a:r>
              <a:rPr dirty="0" sz="1850" spc="10">
                <a:latin typeface="Arial"/>
                <a:cs typeface="Arial"/>
              </a:rPr>
              <a:t>ui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pior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65">
                <a:latin typeface="PMingLiU"/>
                <a:cs typeface="PMingLiU"/>
              </a:rPr>
              <a:t>2</a:t>
            </a:r>
            <a:r>
              <a:rPr dirty="0" baseline="28806" sz="2025" spc="337" i="1">
                <a:latin typeface="Trebuchet MS"/>
                <a:cs typeface="Trebuchet MS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Ge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almen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30" b="1">
                <a:latin typeface="Arial"/>
                <a:cs typeface="Arial"/>
              </a:rPr>
              <a:t>f</a:t>
            </a:r>
            <a:r>
              <a:rPr dirty="0" sz="1850" spc="20" b="1">
                <a:latin typeface="Arial"/>
                <a:cs typeface="Arial"/>
              </a:rPr>
              <a:t>o</a:t>
            </a:r>
            <a:r>
              <a:rPr dirty="0" sz="1850" spc="-30" b="1">
                <a:latin typeface="Arial"/>
                <a:cs typeface="Arial"/>
              </a:rPr>
              <a:t>r</a:t>
            </a:r>
            <a:r>
              <a:rPr dirty="0" sz="1850" spc="15" b="1">
                <a:latin typeface="Arial"/>
                <a:cs typeface="Arial"/>
              </a:rPr>
              <a:t>ça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15" b="1">
                <a:latin typeface="Arial"/>
                <a:cs typeface="Arial"/>
              </a:rPr>
              <a:t>bru</a:t>
            </a:r>
            <a:r>
              <a:rPr dirty="0" sz="1850" spc="5" b="1">
                <a:latin typeface="Arial"/>
                <a:cs typeface="Arial"/>
              </a:rPr>
              <a:t>t</a:t>
            </a:r>
            <a:r>
              <a:rPr dirty="0" sz="1850" spc="15" b="1">
                <a:latin typeface="Arial"/>
                <a:cs typeface="Arial"/>
              </a:rPr>
              <a:t>a</a:t>
            </a:r>
            <a:r>
              <a:rPr dirty="0" sz="1850" spc="10" b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olu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25">
                <a:latin typeface="Arial"/>
                <a:cs typeface="Arial"/>
              </a:rPr>
              <a:t>b</a:t>
            </a:r>
            <a:r>
              <a:rPr dirty="0" sz="1850" spc="15">
                <a:latin typeface="Arial"/>
                <a:cs typeface="Arial"/>
              </a:rPr>
              <a:t>lema.</a:t>
            </a:r>
            <a:endParaRPr sz="1850">
              <a:latin typeface="Arial"/>
              <a:cs typeface="Arial"/>
            </a:endParaRPr>
          </a:p>
          <a:p>
            <a:pPr marL="601345">
              <a:lnSpc>
                <a:spcPct val="100000"/>
              </a:lnSpc>
              <a:spcBef>
                <a:spcPts val="975"/>
              </a:spcBef>
              <a:tabLst>
                <a:tab pos="852169" algn="l"/>
              </a:tabLst>
            </a:pPr>
            <a:r>
              <a:rPr dirty="0" sz="1850" spc="15" b="1">
                <a:latin typeface="Times New Roman"/>
                <a:cs typeface="Times New Roman"/>
              </a:rPr>
              <a:t>–</a:t>
            </a:r>
            <a:r>
              <a:rPr dirty="0" sz="1850" spc="15" b="1">
                <a:latin typeface="Times New Roman"/>
                <a:cs typeface="Times New Roman"/>
              </a:rPr>
              <a:t>	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65">
                <a:latin typeface="PMingLiU"/>
                <a:cs typeface="PMingLiU"/>
              </a:rPr>
              <a:t>2</a:t>
            </a:r>
            <a:r>
              <a:rPr dirty="0" sz="1850" spc="70">
                <a:latin typeface="PMingLiU"/>
                <a:cs typeface="PMingLiU"/>
              </a:rPr>
              <a:t>0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145">
                <a:latin typeface="Lucida Sans Unicode"/>
                <a:cs typeface="Lucida Sans Unicode"/>
              </a:rPr>
              <a:t>→</a:t>
            </a:r>
            <a:r>
              <a:rPr dirty="0" sz="1850" spc="-65">
                <a:latin typeface="Lucida Sans Unicode"/>
                <a:cs typeface="Lucida Sans Unicode"/>
              </a:rPr>
              <a:t> </a:t>
            </a:r>
            <a:r>
              <a:rPr dirty="0" sz="1850" spc="65">
                <a:latin typeface="PMingLiU"/>
                <a:cs typeface="PMingLiU"/>
              </a:rPr>
              <a:t>20</a:t>
            </a:r>
            <a:r>
              <a:rPr dirty="0" sz="1850" spc="-60">
                <a:latin typeface="PMingLiU"/>
                <a:cs typeface="PMingLiU"/>
              </a:rPr>
              <a:t>!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65">
                <a:latin typeface="PMingLiU"/>
                <a:cs typeface="PMingLiU"/>
              </a:rPr>
              <a:t>2432902008176640000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núme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19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</a:t>
            </a:r>
            <a:r>
              <a:rPr dirty="0" sz="1850">
                <a:latin typeface="Arial"/>
                <a:cs typeface="Arial"/>
              </a:rPr>
              <a:t>í</a:t>
            </a:r>
            <a:r>
              <a:rPr dirty="0" sz="1850" spc="10">
                <a:latin typeface="Arial"/>
                <a:cs typeface="Arial"/>
              </a:rPr>
              <a:t>gi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480">
                <a:latin typeface="PMingLiU"/>
                <a:cs typeface="PMingLiU"/>
              </a:rPr>
              <a:t>=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65">
                <a:latin typeface="PMingLiU"/>
                <a:cs typeface="PMingLiU"/>
              </a:rPr>
              <a:t>4</a:t>
            </a:r>
            <a:r>
              <a:rPr dirty="0" sz="1850" spc="70">
                <a:latin typeface="PMingLiU"/>
                <a:cs typeface="PMingLiU"/>
              </a:rPr>
              <a:t>0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145">
                <a:latin typeface="Lucida Sans Unicode"/>
                <a:cs typeface="Lucida Sans Unicode"/>
              </a:rPr>
              <a:t>→</a:t>
            </a:r>
            <a:r>
              <a:rPr dirty="0" sz="1850" spc="-65">
                <a:latin typeface="Lucida Sans Unicode"/>
                <a:cs typeface="Lucida Sans Unicode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núme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48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</a:t>
            </a:r>
            <a:r>
              <a:rPr dirty="0" sz="1850">
                <a:latin typeface="Arial"/>
                <a:cs typeface="Arial"/>
              </a:rPr>
              <a:t>í</a:t>
            </a:r>
            <a:r>
              <a:rPr dirty="0" sz="1850" spc="10">
                <a:latin typeface="Arial"/>
                <a:cs typeface="Arial"/>
              </a:rPr>
              <a:t>gi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0056" y="866482"/>
            <a:ext cx="6931659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Compl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(1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403722" y="1975326"/>
          <a:ext cx="5906135" cy="605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6749"/>
                <a:gridCol w="837590"/>
                <a:gridCol w="837704"/>
                <a:gridCol w="837590"/>
                <a:gridCol w="837577"/>
                <a:gridCol w="837704"/>
                <a:gridCol w="837590"/>
              </a:tblGrid>
              <a:tr h="302780">
                <a:tc rowSpan="2">
                  <a:txBody>
                    <a:bodyPr/>
                    <a:lstStyle/>
                    <a:p>
                      <a:pPr marL="97790" indent="387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Fun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ç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ão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3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u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st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 spc="-170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amanho</a:t>
                      </a:r>
                      <a:r>
                        <a:rPr dirty="0" sz="13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09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40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50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60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403722" y="2624677"/>
          <a:ext cx="5906135" cy="37960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6749"/>
                <a:gridCol w="837590"/>
                <a:gridCol w="837704"/>
                <a:gridCol w="837590"/>
                <a:gridCol w="837577"/>
                <a:gridCol w="837704"/>
                <a:gridCol w="837590"/>
              </a:tblGrid>
              <a:tr h="631151">
                <a:tc>
                  <a:txBody>
                    <a:bodyPr/>
                    <a:lstStyle/>
                    <a:p>
                      <a:pPr algn="r" marR="364490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350" i="1">
                          <a:latin typeface="Trebuchet MS"/>
                          <a:cs typeface="Trebuchet MS"/>
                        </a:rPr>
                        <a:t>n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00001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00002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00003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00004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00005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00006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1164">
                <a:tc>
                  <a:txBody>
                    <a:bodyPr/>
                    <a:lstStyle/>
                    <a:p>
                      <a:pPr algn="r" marR="33020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baseline="-20576" sz="2025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000">
                          <a:latin typeface="Lucida Sans Unicode"/>
                          <a:cs typeface="Lucida Sans Unicode"/>
                        </a:rPr>
                        <a:t>2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0001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0004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0009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0016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35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0036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1164">
                <a:tc>
                  <a:txBody>
                    <a:bodyPr/>
                    <a:lstStyle/>
                    <a:p>
                      <a:pPr algn="r" marR="33020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baseline="-20576" sz="2025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000">
                          <a:latin typeface="Lucida Sans Unicode"/>
                          <a:cs typeface="Lucida Sans Unicode"/>
                        </a:rPr>
                        <a:t>3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001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008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027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64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125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316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1164">
                <a:tc>
                  <a:txBody>
                    <a:bodyPr/>
                    <a:lstStyle/>
                    <a:p>
                      <a:pPr algn="r" marR="33020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baseline="-20576" sz="2025" i="1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000">
                          <a:latin typeface="Lucida Sans Unicode"/>
                          <a:cs typeface="Lucida Sans Unicode"/>
                        </a:rPr>
                        <a:t>5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24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min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5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min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13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min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1177">
                <a:tc>
                  <a:txBody>
                    <a:bodyPr/>
                    <a:lstStyle/>
                    <a:p>
                      <a:pPr algn="r" marR="32956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baseline="-20576" sz="2025">
                          <a:latin typeface="PMingLiU"/>
                          <a:cs typeface="PMingLiU"/>
                        </a:rPr>
                        <a:t>2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001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17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2730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min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12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dias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35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2247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anos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366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é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.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1164">
                <a:tc>
                  <a:txBody>
                    <a:bodyPr/>
                    <a:lstStyle/>
                    <a:p>
                      <a:pPr algn="r" marR="32956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baseline="-20576" sz="2025">
                          <a:latin typeface="PMingLiU"/>
                          <a:cs typeface="PMingLiU"/>
                        </a:rPr>
                        <a:t>3</a:t>
                      </a:r>
                      <a:r>
                        <a:rPr dirty="0" sz="1000" i="1">
                          <a:latin typeface="Arial"/>
                          <a:cs typeface="Arial"/>
                        </a:rPr>
                        <a:t>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059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58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min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anos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3855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é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.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baseline="27777" sz="1500">
                          <a:latin typeface="Lucida Sans Unicode"/>
                          <a:cs typeface="Lucida Sans Unicode"/>
                        </a:rPr>
                        <a:t>8</a:t>
                      </a:r>
                      <a:endParaRPr baseline="27777" sz="1500">
                        <a:latin typeface="Lucida Sans Unicode"/>
                        <a:cs typeface="Lucida Sans Unicode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é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.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baseline="-20576" sz="2025">
                          <a:latin typeface="PMingLiU"/>
                          <a:cs typeface="PMingLiU"/>
                        </a:rPr>
                        <a:t>10</a:t>
                      </a:r>
                      <a:r>
                        <a:rPr dirty="0" sz="1000" spc="-5">
                          <a:latin typeface="Lucida Sans Unicode"/>
                          <a:cs typeface="Lucida Sans Unicode"/>
                        </a:rPr>
                        <a:t>1</a:t>
                      </a:r>
                      <a:r>
                        <a:rPr dirty="0" sz="1000">
                          <a:latin typeface="Lucida Sans Unicode"/>
                          <a:cs typeface="Lucida Sans Unicode"/>
                        </a:rPr>
                        <a:t>3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3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é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.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0056" y="866482"/>
            <a:ext cx="6931659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Compl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(2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480760" y="1975326"/>
          <a:ext cx="5739765" cy="1132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4175"/>
                <a:gridCol w="1474000"/>
                <a:gridCol w="1474127"/>
                <a:gridCol w="1474012"/>
              </a:tblGrid>
              <a:tr h="1123226">
                <a:tc>
                  <a:txBody>
                    <a:bodyPr/>
                    <a:lstStyle/>
                    <a:p>
                      <a:pPr marL="386080" indent="-2552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Fun</a:t>
                      </a:r>
                      <a:r>
                        <a:rPr dirty="0" sz="1700" spc="-5">
                          <a:latin typeface="Arial"/>
                          <a:cs typeface="Arial"/>
                        </a:rPr>
                        <a:t>ç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ão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de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191770" marR="184150" indent="194310">
                        <a:lnSpc>
                          <a:spcPct val="143400"/>
                        </a:lnSpc>
                      </a:pPr>
                      <a:r>
                        <a:rPr dirty="0" sz="1700" spc="-5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u</a:t>
                      </a:r>
                      <a:r>
                        <a:rPr dirty="0" sz="170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 de</a:t>
                      </a:r>
                      <a:r>
                        <a:rPr dirty="0" sz="17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te</a:t>
                      </a:r>
                      <a:r>
                        <a:rPr dirty="0" sz="1700" spc="-5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po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Co</a:t>
                      </a:r>
                      <a:r>
                        <a:rPr dirty="0" sz="1700" spc="-5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putador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atual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Co</a:t>
                      </a:r>
                      <a:r>
                        <a:rPr dirty="0" sz="1700" spc="-5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putador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algn="ctr" marL="167640" marR="159385" indent="-635">
                        <a:lnSpc>
                          <a:spcPct val="143400"/>
                        </a:lnSpc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100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45">
                          <a:latin typeface="Arial"/>
                          <a:cs typeface="Arial"/>
                        </a:rPr>
                        <a:t>v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700" spc="-30">
                          <a:latin typeface="Arial"/>
                          <a:cs typeface="Arial"/>
                        </a:rPr>
                        <a:t>z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es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5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ais</a:t>
                      </a:r>
                      <a:r>
                        <a:rPr dirty="0" sz="17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rápido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Co</a:t>
                      </a:r>
                      <a:r>
                        <a:rPr dirty="0" sz="1700" spc="-5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putador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167005" marR="139700" indent="-20320">
                        <a:lnSpc>
                          <a:spcPct val="143400"/>
                        </a:lnSpc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1.000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45">
                          <a:latin typeface="Arial"/>
                          <a:cs typeface="Arial"/>
                        </a:rPr>
                        <a:t>v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700" spc="-30">
                          <a:latin typeface="Arial"/>
                          <a:cs typeface="Arial"/>
                        </a:rPr>
                        <a:t>z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es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5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ais</a:t>
                      </a:r>
                      <a:r>
                        <a:rPr dirty="0" sz="17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rápido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480760" y="3151028"/>
          <a:ext cx="5739765" cy="1503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4175"/>
                <a:gridCol w="1474000"/>
                <a:gridCol w="1474127"/>
                <a:gridCol w="1474012"/>
              </a:tblGrid>
              <a:tr h="363514">
                <a:tc>
                  <a:txBody>
                    <a:bodyPr/>
                    <a:lstStyle/>
                    <a:p>
                      <a:pPr algn="r" marR="5740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 i="1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438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574" sz="1800">
                          <a:latin typeface="Cambria"/>
                          <a:cs typeface="Cambria"/>
                        </a:rPr>
                        <a:t>1</a:t>
                      </a:r>
                      <a:endParaRPr baseline="-11574" sz="18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 spc="-5">
                          <a:latin typeface="PMingLiU"/>
                          <a:cs typeface="PMingLiU"/>
                        </a:rPr>
                        <a:t>1</a:t>
                      </a:r>
                      <a:r>
                        <a:rPr dirty="0" sz="1700" spc="-5">
                          <a:latin typeface="PMingLiU"/>
                          <a:cs typeface="PMingLiU"/>
                        </a:rPr>
                        <a:t>0</a:t>
                      </a:r>
                      <a:r>
                        <a:rPr dirty="0" sz="1700">
                          <a:latin typeface="PMingLiU"/>
                          <a:cs typeface="PMingLiU"/>
                        </a:rPr>
                        <a:t>0</a:t>
                      </a:r>
                      <a:r>
                        <a:rPr dirty="0" sz="1700" spc="3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70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574" sz="1800">
                          <a:latin typeface="Cambria"/>
                          <a:cs typeface="Cambria"/>
                        </a:rPr>
                        <a:t>1</a:t>
                      </a:r>
                      <a:endParaRPr baseline="-11574" sz="18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 spc="-5">
                          <a:latin typeface="PMingLiU"/>
                          <a:cs typeface="PMingLiU"/>
                        </a:rPr>
                        <a:t>100</a:t>
                      </a:r>
                      <a:r>
                        <a:rPr dirty="0" sz="1700">
                          <a:latin typeface="PMingLiU"/>
                          <a:cs typeface="PMingLiU"/>
                        </a:rPr>
                        <a:t>0</a:t>
                      </a:r>
                      <a:r>
                        <a:rPr dirty="0" sz="1700" spc="3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70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574" sz="1800">
                          <a:latin typeface="Cambria"/>
                          <a:cs typeface="Cambria"/>
                        </a:rPr>
                        <a:t>1</a:t>
                      </a:r>
                      <a:endParaRPr baseline="-11574" sz="18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r" marR="535940">
                        <a:lnSpc>
                          <a:spcPts val="1860"/>
                        </a:lnSpc>
                      </a:pPr>
                      <a:r>
                        <a:rPr dirty="0" baseline="-19607" sz="25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2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4389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70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574" sz="1800">
                          <a:latin typeface="Cambria"/>
                          <a:cs typeface="Cambria"/>
                        </a:rPr>
                        <a:t>2</a:t>
                      </a:r>
                      <a:endParaRPr baseline="-11574" sz="18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700" spc="-5">
                          <a:latin typeface="PMingLiU"/>
                          <a:cs typeface="PMingLiU"/>
                        </a:rPr>
                        <a:t>1</a:t>
                      </a:r>
                      <a:r>
                        <a:rPr dirty="0" sz="1700">
                          <a:latin typeface="PMingLiU"/>
                          <a:cs typeface="PMingLiU"/>
                        </a:rPr>
                        <a:t>0</a:t>
                      </a:r>
                      <a:r>
                        <a:rPr dirty="0" sz="1700" spc="3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70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574" sz="1800">
                          <a:latin typeface="Cambria"/>
                          <a:cs typeface="Cambria"/>
                        </a:rPr>
                        <a:t>2</a:t>
                      </a:r>
                      <a:endParaRPr baseline="-11574" sz="18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700" spc="-5">
                          <a:latin typeface="PMingLiU"/>
                          <a:cs typeface="PMingLiU"/>
                        </a:rPr>
                        <a:t>31</a:t>
                      </a:r>
                      <a:r>
                        <a:rPr dirty="0" sz="1700" i="1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700" spc="-18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PMingLiU"/>
                          <a:cs typeface="PMingLiU"/>
                        </a:rPr>
                        <a:t>6</a:t>
                      </a:r>
                      <a:r>
                        <a:rPr dirty="0" sz="1700" spc="3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70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574" sz="1800">
                          <a:latin typeface="Cambria"/>
                          <a:cs typeface="Cambria"/>
                        </a:rPr>
                        <a:t>2</a:t>
                      </a:r>
                      <a:endParaRPr baseline="-11574" sz="18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080">
                <a:tc>
                  <a:txBody>
                    <a:bodyPr/>
                    <a:lstStyle/>
                    <a:p>
                      <a:pPr algn="r" marR="535940">
                        <a:lnSpc>
                          <a:spcPts val="1860"/>
                        </a:lnSpc>
                      </a:pPr>
                      <a:r>
                        <a:rPr dirty="0" baseline="-21241" sz="25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200">
                          <a:latin typeface="Cambria"/>
                          <a:cs typeface="Cambria"/>
                        </a:rPr>
                        <a:t>3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4389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70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574" sz="1800">
                          <a:latin typeface="Cambria"/>
                          <a:cs typeface="Cambria"/>
                        </a:rPr>
                        <a:t>3</a:t>
                      </a:r>
                      <a:endParaRPr baseline="-11574" sz="18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700" spc="-5">
                          <a:latin typeface="PMingLiU"/>
                          <a:cs typeface="PMingLiU"/>
                        </a:rPr>
                        <a:t>4</a:t>
                      </a:r>
                      <a:r>
                        <a:rPr dirty="0" sz="1700" i="1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700" spc="-18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PMingLiU"/>
                          <a:cs typeface="PMingLiU"/>
                        </a:rPr>
                        <a:t>6</a:t>
                      </a:r>
                      <a:r>
                        <a:rPr dirty="0" sz="1700" spc="3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70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574" sz="1800">
                          <a:latin typeface="Cambria"/>
                          <a:cs typeface="Cambria"/>
                        </a:rPr>
                        <a:t>3</a:t>
                      </a:r>
                      <a:endParaRPr baseline="-11574" sz="18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700" spc="-5">
                          <a:latin typeface="PMingLiU"/>
                          <a:cs typeface="PMingLiU"/>
                        </a:rPr>
                        <a:t>1</a:t>
                      </a:r>
                      <a:r>
                        <a:rPr dirty="0" sz="1700">
                          <a:latin typeface="PMingLiU"/>
                          <a:cs typeface="PMingLiU"/>
                        </a:rPr>
                        <a:t>0</a:t>
                      </a:r>
                      <a:r>
                        <a:rPr dirty="0" sz="1700" spc="35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70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574" sz="1800">
                          <a:latin typeface="Cambria"/>
                          <a:cs typeface="Cambria"/>
                        </a:rPr>
                        <a:t>3</a:t>
                      </a:r>
                      <a:endParaRPr baseline="-11574" sz="18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88631">
                <a:tc>
                  <a:txBody>
                    <a:bodyPr/>
                    <a:lstStyle/>
                    <a:p>
                      <a:pPr algn="r" marR="536575">
                        <a:lnSpc>
                          <a:spcPts val="1864"/>
                        </a:lnSpc>
                      </a:pPr>
                      <a:r>
                        <a:rPr dirty="0" baseline="-19607" sz="2550" spc="-7">
                          <a:latin typeface="PMingLiU"/>
                          <a:cs typeface="PMingLiU"/>
                        </a:rPr>
                        <a:t>2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n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389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70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574" sz="1800">
                          <a:latin typeface="Cambria"/>
                          <a:cs typeface="Cambria"/>
                        </a:rPr>
                        <a:t>4</a:t>
                      </a:r>
                      <a:endParaRPr baseline="-11574" sz="18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70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574" sz="1800">
                          <a:latin typeface="Cambria"/>
                          <a:cs typeface="Cambria"/>
                        </a:rPr>
                        <a:t>4</a:t>
                      </a:r>
                      <a:r>
                        <a:rPr dirty="0" baseline="-11574" sz="18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baseline="-11574" sz="1800" spc="-89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700">
                          <a:latin typeface="PMingLiU"/>
                          <a:cs typeface="PMingLiU"/>
                        </a:rPr>
                        <a:t>+</a:t>
                      </a:r>
                      <a:r>
                        <a:rPr dirty="0" sz="1700" spc="-60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700" spc="-5">
                          <a:latin typeface="PMingLiU"/>
                          <a:cs typeface="PMingLiU"/>
                        </a:rPr>
                        <a:t>6</a:t>
                      </a:r>
                      <a:r>
                        <a:rPr dirty="0" sz="1700" i="1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700" spc="-18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PMingLiU"/>
                          <a:cs typeface="PMingLiU"/>
                        </a:rPr>
                        <a:t>6</a:t>
                      </a:r>
                      <a:endParaRPr sz="1700">
                        <a:latin typeface="PMingLiU"/>
                        <a:cs typeface="PMingLiU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70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11574" sz="1800">
                          <a:latin typeface="Cambria"/>
                          <a:cs typeface="Cambria"/>
                        </a:rPr>
                        <a:t>4</a:t>
                      </a:r>
                      <a:r>
                        <a:rPr dirty="0" baseline="-11574" sz="18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baseline="-11574" sz="1800" spc="-89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700">
                          <a:latin typeface="PMingLiU"/>
                          <a:cs typeface="PMingLiU"/>
                        </a:rPr>
                        <a:t>+</a:t>
                      </a:r>
                      <a:r>
                        <a:rPr dirty="0" sz="1700" spc="-60">
                          <a:latin typeface="PMingLiU"/>
                          <a:cs typeface="PMingLiU"/>
                        </a:rPr>
                        <a:t> </a:t>
                      </a:r>
                      <a:r>
                        <a:rPr dirty="0" sz="1700" spc="-5">
                          <a:latin typeface="PMingLiU"/>
                          <a:cs typeface="PMingLiU"/>
                        </a:rPr>
                        <a:t>1</a:t>
                      </a:r>
                      <a:r>
                        <a:rPr dirty="0" sz="1700">
                          <a:latin typeface="PMingLiU"/>
                          <a:cs typeface="PMingLiU"/>
                        </a:rPr>
                        <a:t>0</a:t>
                      </a:r>
                      <a:endParaRPr sz="1700">
                        <a:latin typeface="PMingLiU"/>
                        <a:cs typeface="PMingLiU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0056" y="855737"/>
            <a:ext cx="8737600" cy="60039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ct val="100000"/>
              </a:lnSpc>
              <a:tabLst>
                <a:tab pos="8711565" algn="l"/>
              </a:tabLst>
            </a:pP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 u="heavy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mos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85" b="1" u="heavy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olinomi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is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25" u="heavy">
                <a:solidFill>
                  <a:srgbClr val="007F7A"/>
                </a:solidFill>
                <a:latin typeface="Lucida Sans Unicode"/>
                <a:cs typeface="Lucida Sans Unicode"/>
              </a:rPr>
              <a:t>×</a:t>
            </a:r>
            <a:r>
              <a:rPr dirty="0" sz="2450" spc="-85" u="heavy">
                <a:solidFill>
                  <a:srgbClr val="007F7A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 u="heavy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mos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Ex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pon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is</a:t>
            </a:r>
            <a:r>
              <a:rPr dirty="0" sz="2450" b="1" u="heavy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22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 b="1">
                <a:latin typeface="Arial"/>
                <a:cs typeface="Arial"/>
              </a:rPr>
              <a:t>A</a:t>
            </a:r>
            <a:r>
              <a:rPr dirty="0" sz="1850" b="1">
                <a:latin typeface="Arial"/>
                <a:cs typeface="Arial"/>
              </a:rPr>
              <a:t>l</a:t>
            </a:r>
            <a:r>
              <a:rPr dirty="0" sz="1850" spc="15" b="1">
                <a:latin typeface="Arial"/>
                <a:cs typeface="Arial"/>
              </a:rPr>
              <a:t>gor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5" b="1">
                <a:latin typeface="Arial"/>
                <a:cs typeface="Arial"/>
              </a:rPr>
              <a:t>t</a:t>
            </a:r>
            <a:r>
              <a:rPr dirty="0" sz="1850" spc="25" b="1">
                <a:latin typeface="Arial"/>
                <a:cs typeface="Arial"/>
              </a:rPr>
              <a:t>mo</a:t>
            </a:r>
            <a:r>
              <a:rPr dirty="0" sz="1850" spc="10" b="1">
                <a:latin typeface="Arial"/>
                <a:cs typeface="Arial"/>
              </a:rPr>
              <a:t> </a:t>
            </a:r>
            <a:r>
              <a:rPr dirty="0" sz="1850" spc="-15" b="1">
                <a:latin typeface="Arial"/>
                <a:cs typeface="Arial"/>
              </a:rPr>
              <a:t>e</a:t>
            </a:r>
            <a:r>
              <a:rPr dirty="0" sz="1850" spc="20" b="1">
                <a:latin typeface="Arial"/>
                <a:cs typeface="Arial"/>
              </a:rPr>
              <a:t>xponenc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10" b="1">
                <a:latin typeface="Arial"/>
                <a:cs typeface="Arial"/>
              </a:rPr>
              <a:t>al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45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f</a:t>
            </a:r>
            <a:r>
              <a:rPr dirty="0" sz="1850" spc="15">
                <a:latin typeface="Arial"/>
                <a:cs typeface="Arial"/>
              </a:rPr>
              <a:t>un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ompl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idade</a:t>
            </a:r>
            <a:endParaRPr sz="18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59"/>
              </a:spcBef>
            </a:pP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-114" i="1">
                <a:latin typeface="Arial"/>
                <a:cs typeface="Arial"/>
              </a:rPr>
              <a:t>c</a:t>
            </a:r>
            <a:r>
              <a:rPr dirty="0" baseline="28806" sz="2025" spc="337" i="1">
                <a:latin typeface="Trebuchet MS"/>
                <a:cs typeface="Trebuchet MS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 i="1">
                <a:latin typeface="Arial"/>
                <a:cs typeface="Arial"/>
              </a:rPr>
              <a:t>,</a:t>
            </a:r>
            <a:r>
              <a:rPr dirty="0" sz="1850" spc="-200" i="1">
                <a:latin typeface="Arial"/>
                <a:cs typeface="Arial"/>
              </a:rPr>
              <a:t> </a:t>
            </a:r>
            <a:r>
              <a:rPr dirty="0" sz="1850" spc="-114" i="1">
                <a:latin typeface="Arial"/>
                <a:cs typeface="Arial"/>
              </a:rPr>
              <a:t>c</a:t>
            </a:r>
            <a:r>
              <a:rPr dirty="0" sz="1850" spc="10" i="1">
                <a:latin typeface="Arial"/>
                <a:cs typeface="Arial"/>
              </a:rPr>
              <a:t> </a:t>
            </a:r>
            <a:r>
              <a:rPr dirty="0" sz="1850" spc="380" i="1">
                <a:latin typeface="Arial"/>
                <a:cs typeface="Arial"/>
              </a:rPr>
              <a:t>&gt;</a:t>
            </a:r>
            <a:r>
              <a:rPr dirty="0" sz="1850" spc="10" i="1">
                <a:latin typeface="Arial"/>
                <a:cs typeface="Arial"/>
              </a:rPr>
              <a:t> </a:t>
            </a:r>
            <a:r>
              <a:rPr dirty="0" sz="1850" spc="65">
                <a:latin typeface="PMingLiU"/>
                <a:cs typeface="PMingLiU"/>
              </a:rPr>
              <a:t>1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5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 b="1">
                <a:latin typeface="Arial"/>
                <a:cs typeface="Arial"/>
              </a:rPr>
              <a:t>A</a:t>
            </a:r>
            <a:r>
              <a:rPr dirty="0" sz="1850" b="1">
                <a:latin typeface="Arial"/>
                <a:cs typeface="Arial"/>
              </a:rPr>
              <a:t>l</a:t>
            </a:r>
            <a:r>
              <a:rPr dirty="0" sz="1850" spc="15" b="1">
                <a:latin typeface="Arial"/>
                <a:cs typeface="Arial"/>
              </a:rPr>
              <a:t>gor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5" b="1">
                <a:latin typeface="Arial"/>
                <a:cs typeface="Arial"/>
              </a:rPr>
              <a:t>t</a:t>
            </a:r>
            <a:r>
              <a:rPr dirty="0" sz="1850" spc="25" b="1">
                <a:latin typeface="Arial"/>
                <a:cs typeface="Arial"/>
              </a:rPr>
              <a:t>mo</a:t>
            </a:r>
            <a:r>
              <a:rPr dirty="0" sz="1850" spc="10" b="1">
                <a:latin typeface="Arial"/>
                <a:cs typeface="Arial"/>
              </a:rPr>
              <a:t> </a:t>
            </a:r>
            <a:r>
              <a:rPr dirty="0" sz="1850" spc="20" b="1">
                <a:latin typeface="Arial"/>
                <a:cs typeface="Arial"/>
              </a:rPr>
              <a:t>po</a:t>
            </a:r>
            <a:r>
              <a:rPr dirty="0" sz="1850" b="1">
                <a:latin typeface="Arial"/>
                <a:cs typeface="Arial"/>
              </a:rPr>
              <a:t>l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20" b="1">
                <a:latin typeface="Arial"/>
                <a:cs typeface="Arial"/>
              </a:rPr>
              <a:t>nom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10" b="1">
                <a:latin typeface="Arial"/>
                <a:cs typeface="Arial"/>
              </a:rPr>
              <a:t>al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45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f</a:t>
            </a:r>
            <a:r>
              <a:rPr dirty="0" sz="1850" spc="15">
                <a:latin typeface="Arial"/>
                <a:cs typeface="Arial"/>
              </a:rPr>
              <a:t>un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ompl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idade</a:t>
            </a:r>
            <a:endParaRPr sz="18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59"/>
              </a:spcBef>
            </a:pP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-85" i="1">
                <a:latin typeface="Arial"/>
                <a:cs typeface="Arial"/>
              </a:rPr>
              <a:t>p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))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onde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85" i="1">
                <a:latin typeface="Arial"/>
                <a:cs typeface="Arial"/>
              </a:rPr>
              <a:t>p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40">
                <a:latin typeface="PMingLiU"/>
                <a:cs typeface="PMingLiU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polinômi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23825" indent="-250825">
              <a:lnSpc>
                <a:spcPct val="1209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di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0">
                <a:latin typeface="Arial"/>
                <a:cs typeface="Arial"/>
              </a:rPr>
              <a:t>in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ipos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algo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na</a:t>
            </a:r>
            <a:r>
              <a:rPr dirty="0" sz="1850" spc="5">
                <a:latin typeface="Arial"/>
                <a:cs typeface="Arial"/>
              </a:rPr>
              <a:t>-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ignif</a:t>
            </a:r>
            <a:r>
              <a:rPr dirty="0" sz="1850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quando</a:t>
            </a:r>
            <a:r>
              <a:rPr dirty="0" sz="1850" spc="10">
                <a:latin typeface="Arial"/>
                <a:cs typeface="Arial"/>
              </a:rPr>
              <a:t> 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amanho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25">
                <a:latin typeface="Arial"/>
                <a:cs typeface="Arial"/>
              </a:rPr>
              <a:t>b</a:t>
            </a:r>
            <a:r>
              <a:rPr dirty="0" sz="1850" spc="15">
                <a:latin typeface="Arial"/>
                <a:cs typeface="Arial"/>
              </a:rPr>
              <a:t>lema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ol</a:t>
            </a:r>
            <a:r>
              <a:rPr dirty="0" sz="1850" spc="10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ido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-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54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algo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polinomiais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mais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ú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á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ponen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iai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5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15">
                <a:latin typeface="Arial"/>
                <a:cs typeface="Arial"/>
              </a:rPr>
              <a:t>Algo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ponen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iais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ge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almen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ia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ões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qui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au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a.</a:t>
            </a:r>
            <a:endParaRPr sz="1850">
              <a:latin typeface="Arial"/>
              <a:cs typeface="Arial"/>
            </a:endParaRPr>
          </a:p>
          <a:p>
            <a:pPr marL="484505" marR="1443990" indent="-250825">
              <a:lnSpc>
                <a:spcPct val="1209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15">
                <a:latin typeface="Arial"/>
                <a:cs typeface="Arial"/>
              </a:rPr>
              <a:t>Algo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polinomiais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ge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almen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ob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idos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median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melhor</a:t>
            </a:r>
            <a:r>
              <a:rPr dirty="0" sz="1850" spc="15">
                <a:latin typeface="Arial"/>
                <a:cs typeface="Arial"/>
              </a:rPr>
              <a:t> 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endimen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25">
                <a:latin typeface="Arial"/>
                <a:cs typeface="Arial"/>
              </a:rPr>
              <a:t>b</a:t>
            </a:r>
            <a:r>
              <a:rPr dirty="0" sz="1850" spc="15">
                <a:latin typeface="Arial"/>
                <a:cs typeface="Arial"/>
              </a:rPr>
              <a:t>lema.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54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U</a:t>
            </a:r>
            <a:r>
              <a:rPr dirty="0" sz="1850" spc="25">
                <a:latin typeface="Arial"/>
                <a:cs typeface="Arial"/>
              </a:rPr>
              <a:t>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25">
                <a:latin typeface="Arial"/>
                <a:cs typeface="Arial"/>
              </a:rPr>
              <a:t>b</a:t>
            </a:r>
            <a:r>
              <a:rPr dirty="0" sz="1850" spc="15">
                <a:latin typeface="Arial"/>
                <a:cs typeface="Arial"/>
              </a:rPr>
              <a:t>lema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ide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ado:</a:t>
            </a:r>
            <a:endParaRPr sz="1850">
              <a:latin typeface="Arial"/>
              <a:cs typeface="Arial"/>
            </a:endParaRPr>
          </a:p>
          <a:p>
            <a:pPr lvl="1" marL="852169" indent="-250825">
              <a:lnSpc>
                <a:spcPct val="100000"/>
              </a:lnSpc>
              <a:spcBef>
                <a:spcPts val="100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10">
                <a:latin typeface="Arial"/>
                <a:cs typeface="Arial"/>
              </a:rPr>
              <a:t>in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á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el: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algo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polinomial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ol</a:t>
            </a:r>
            <a:r>
              <a:rPr dirty="0" sz="1850" spc="10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ê</a:t>
            </a:r>
            <a:r>
              <a:rPr dirty="0" sz="1850" spc="5">
                <a:latin typeface="Arial"/>
                <a:cs typeface="Arial"/>
              </a:rPr>
              <a:t>-</a:t>
            </a:r>
            <a:r>
              <a:rPr dirty="0" sz="1850" spc="5">
                <a:latin typeface="Arial"/>
                <a:cs typeface="Arial"/>
              </a:rPr>
              <a:t>l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lvl="1" marL="852169" indent="-250825">
              <a:lnSpc>
                <a:spcPct val="100000"/>
              </a:lnSpc>
              <a:spcBef>
                <a:spcPts val="10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1850" spc="20">
                <a:latin typeface="Arial"/>
                <a:cs typeface="Arial"/>
              </a:rPr>
              <a:t>bem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ol</a:t>
            </a:r>
            <a:r>
              <a:rPr dirty="0" sz="1850" spc="10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ido: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algo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polinomial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ol</a:t>
            </a:r>
            <a:r>
              <a:rPr dirty="0" sz="1850" spc="10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ê</a:t>
            </a:r>
            <a:r>
              <a:rPr dirty="0" sz="1850" spc="5">
                <a:latin typeface="Arial"/>
                <a:cs typeface="Arial"/>
              </a:rPr>
              <a:t>-</a:t>
            </a:r>
            <a:r>
              <a:rPr dirty="0" sz="1850" spc="5">
                <a:latin typeface="Arial"/>
                <a:cs typeface="Arial"/>
              </a:rPr>
              <a:t>l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0056" y="863967"/>
            <a:ext cx="8737600" cy="5798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 u="heavy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mos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85" b="1" u="heavy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olinomi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is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25" u="heavy">
                <a:solidFill>
                  <a:srgbClr val="007F7A"/>
                </a:solidFill>
                <a:latin typeface="Lucida Sans Unicode"/>
                <a:cs typeface="Lucida Sans Unicode"/>
              </a:rPr>
              <a:t>×</a:t>
            </a:r>
            <a:r>
              <a:rPr dirty="0" sz="2450" spc="-85" u="heavy">
                <a:solidFill>
                  <a:srgbClr val="007F7A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 u="heavy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mos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Ex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pon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is</a:t>
            </a:r>
            <a:r>
              <a:rPr dirty="0" sz="2450" b="1" u="heavy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484505" marR="931544" indent="-262255">
              <a:lnSpc>
                <a:spcPct val="118900"/>
              </a:lnSpc>
              <a:spcBef>
                <a:spcPts val="22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6990" indent="-262255">
              <a:lnSpc>
                <a:spcPct val="118900"/>
              </a:lnSpc>
              <a:spcBef>
                <a:spcPts val="13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baseline="30864" sz="2025" spc="217" i="1">
                <a:latin typeface="Trebuchet MS"/>
                <a:cs typeface="Trebuchet MS"/>
              </a:rPr>
              <a:t>n</a:t>
            </a:r>
            <a:r>
              <a:rPr dirty="0" baseline="30864" sz="2025" i="1">
                <a:latin typeface="Trebuchet MS"/>
                <a:cs typeface="Trebuchet MS"/>
              </a:rPr>
              <a:t> </a:t>
            </a:r>
            <a:r>
              <a:rPr dirty="0" baseline="30864" sz="2025" spc="-232" i="1">
                <a:latin typeface="Trebuchet MS"/>
                <a:cs typeface="Trebuchet MS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142">
                <a:latin typeface="PMingLiU"/>
                <a:cs typeface="PMingLiU"/>
              </a:rPr>
              <a:t>5</a:t>
            </a:r>
            <a:r>
              <a:rPr dirty="0" baseline="30864" sz="2025">
                <a:latin typeface="PMingLiU"/>
                <a:cs typeface="PMingLiU"/>
              </a:rPr>
              <a:t> </a:t>
            </a:r>
            <a:r>
              <a:rPr dirty="0" baseline="30864" sz="2025" spc="-67">
                <a:latin typeface="PMingLiU"/>
                <a:cs typeface="PMingLiU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78815" indent="-262255">
              <a:lnSpc>
                <a:spcPct val="118900"/>
              </a:lnSpc>
              <a:spcBef>
                <a:spcPts val="13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6095" indent="-262255">
              <a:lnSpc>
                <a:spcPct val="118900"/>
              </a:lnSpc>
              <a:spcBef>
                <a:spcPts val="13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28675" indent="-262255">
              <a:lnSpc>
                <a:spcPct val="118900"/>
              </a:lnSpc>
              <a:spcBef>
                <a:spcPts val="13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90031" y="4371896"/>
            <a:ext cx="2041034" cy="18544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939980" y="5469140"/>
            <a:ext cx="129539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5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55717" y="5469140"/>
            <a:ext cx="129539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5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91161" y="5033695"/>
            <a:ext cx="129539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5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66740" y="6028994"/>
            <a:ext cx="129539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5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26607" y="5095900"/>
            <a:ext cx="129539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5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69103" y="5095900"/>
            <a:ext cx="129539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5">
                <a:latin typeface="Times New Roman"/>
                <a:cs typeface="Times New Roman"/>
              </a:rPr>
              <a:t>9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0056" y="855737"/>
            <a:ext cx="8692515" cy="38169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Ex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 marL="484505" marR="30797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-20" b="1">
                <a:latin typeface="Arial"/>
                <a:cs typeface="Arial"/>
              </a:rPr>
              <a:t>x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v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-5" b="1">
                <a:latin typeface="Arial"/>
                <a:cs typeface="Arial"/>
              </a:rPr>
              <a:t>j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visi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vi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icie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visi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z.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marR="2247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baseline="-12345" sz="2025" spc="262">
                <a:latin typeface="PMingLiU"/>
                <a:cs typeface="PMingLiU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baseline="-12345" sz="2025" spc="262">
                <a:latin typeface="PMingLiU"/>
                <a:cs typeface="PMingLiU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baseline="-12345" sz="2025" spc="262">
                <a:latin typeface="PMingLiU"/>
                <a:cs typeface="PMingLiU"/>
              </a:rPr>
              <a:t>3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baseline="-12345" sz="2025" spc="262">
                <a:latin typeface="PMingLiU"/>
                <a:cs typeface="PMingLiU"/>
              </a:rPr>
              <a:t>4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â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ctr" marL="574040">
              <a:lnSpc>
                <a:spcPct val="100000"/>
              </a:lnSpc>
              <a:spcBef>
                <a:spcPts val="725"/>
              </a:spcBef>
            </a:pPr>
            <a:r>
              <a:rPr dirty="0" sz="1800" spc="-5">
                <a:latin typeface="Times New Roman"/>
                <a:cs typeface="Times New Roman"/>
              </a:rPr>
              <a:t>c</a:t>
            </a:r>
            <a:r>
              <a:rPr dirty="0" sz="1800" spc="-290">
                <a:latin typeface="Times New Roman"/>
                <a:cs typeface="Times New Roman"/>
              </a:rPr>
              <a:t> </a:t>
            </a:r>
            <a:r>
              <a:rPr dirty="0" baseline="-12077" sz="1725" spc="-7">
                <a:latin typeface="Times New Roman"/>
                <a:cs typeface="Times New Roman"/>
              </a:rPr>
              <a:t>1</a:t>
            </a:r>
            <a:endParaRPr baseline="-12077" sz="1725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33567" y="5366334"/>
            <a:ext cx="219710" cy="301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>
                <a:latin typeface="Times New Roman"/>
                <a:cs typeface="Times New Roman"/>
              </a:rPr>
              <a:t>c</a:t>
            </a:r>
            <a:r>
              <a:rPr dirty="0" sz="1800" spc="-290">
                <a:latin typeface="Times New Roman"/>
                <a:cs typeface="Times New Roman"/>
              </a:rPr>
              <a:t> </a:t>
            </a:r>
            <a:r>
              <a:rPr dirty="0" baseline="-12077" sz="1725" spc="-7">
                <a:latin typeface="Times New Roman"/>
                <a:cs typeface="Times New Roman"/>
              </a:rPr>
              <a:t>3</a:t>
            </a:r>
            <a:endParaRPr baseline="-12077" sz="1725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62690" y="5863971"/>
            <a:ext cx="1899285" cy="301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691639" algn="l"/>
              </a:tabLst>
            </a:pPr>
            <a:r>
              <a:rPr dirty="0" sz="1800" spc="-5">
                <a:latin typeface="Times New Roman"/>
                <a:cs typeface="Times New Roman"/>
              </a:rPr>
              <a:t>c</a:t>
            </a:r>
            <a:r>
              <a:rPr dirty="0" sz="1800" spc="-290">
                <a:latin typeface="Times New Roman"/>
                <a:cs typeface="Times New Roman"/>
              </a:rPr>
              <a:t> </a:t>
            </a:r>
            <a:r>
              <a:rPr dirty="0" baseline="-12077" sz="1725" spc="-7">
                <a:latin typeface="Times New Roman"/>
                <a:cs typeface="Times New Roman"/>
              </a:rPr>
              <a:t>2</a:t>
            </a:r>
            <a:r>
              <a:rPr dirty="0" baseline="-12077" sz="1725">
                <a:latin typeface="Times New Roman"/>
                <a:cs typeface="Times New Roman"/>
              </a:rPr>
              <a:t>	</a:t>
            </a:r>
            <a:r>
              <a:rPr dirty="0" sz="1800" spc="-5">
                <a:latin typeface="Times New Roman"/>
                <a:cs typeface="Times New Roman"/>
              </a:rPr>
              <a:t>c</a:t>
            </a:r>
            <a:r>
              <a:rPr dirty="0" sz="1800" spc="-290">
                <a:latin typeface="Times New Roman"/>
                <a:cs typeface="Times New Roman"/>
              </a:rPr>
              <a:t> </a:t>
            </a:r>
            <a:r>
              <a:rPr dirty="0" baseline="-12077" sz="1725" spc="-7">
                <a:latin typeface="Times New Roman"/>
                <a:cs typeface="Times New Roman"/>
              </a:rPr>
              <a:t>4</a:t>
            </a:r>
            <a:endParaRPr baseline="-12077" sz="1725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20022" y="6420995"/>
            <a:ext cx="8030209" cy="737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5080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&lt;</a:t>
            </a:r>
            <a:r>
              <a:rPr dirty="0" sz="2050" spc="-340" i="1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baseline="-12345" sz="2025" spc="262">
                <a:latin typeface="PMingLiU"/>
                <a:cs typeface="PMingLiU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baseline="-12345" sz="2025" spc="262">
                <a:latin typeface="PMingLiU"/>
                <a:cs typeface="PMingLiU"/>
              </a:rPr>
              <a:t>3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baseline="-12345" sz="2025" spc="262">
                <a:latin typeface="PMingLiU"/>
                <a:cs typeface="PMingLiU"/>
              </a:rPr>
              <a:t>4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baseline="-12345" sz="2025" spc="262">
                <a:latin typeface="PMingLiU"/>
                <a:cs typeface="PMingLiU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baseline="-12345" sz="2025" spc="142">
                <a:latin typeface="PMingLiU"/>
                <a:cs typeface="PMingLiU"/>
              </a:rPr>
              <a:t>1</a:t>
            </a:r>
            <a:r>
              <a:rPr dirty="0" baseline="-12345" sz="2025" spc="-52">
                <a:latin typeface="PMingLiU"/>
                <a:cs typeface="PMingLiU"/>
              </a:rPr>
              <a:t> </a:t>
            </a:r>
            <a:r>
              <a:rPr dirty="0" sz="2050" spc="375" i="1">
                <a:latin typeface="Arial"/>
                <a:cs typeface="Arial"/>
              </a:rPr>
              <a:t>&gt;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â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4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46710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7238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59740"/>
            <a:ext cx="8696960" cy="5808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Ex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7600"/>
              </a:lnSpc>
              <a:spcBef>
                <a:spcPts val="20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10489" indent="-262255">
              <a:lnSpc>
                <a:spcPct val="117600"/>
              </a:lnSpc>
              <a:spcBef>
                <a:spcPts val="11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!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â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40">
                <a:latin typeface="Arial"/>
                <a:cs typeface="Arial"/>
              </a:rPr>
              <a:t>n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!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4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50</a:t>
            </a:r>
            <a:r>
              <a:rPr dirty="0" sz="2050" spc="-125">
                <a:latin typeface="Tahoma"/>
                <a:cs typeface="Tahoma"/>
              </a:rPr>
              <a:t>!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≈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10</a:t>
            </a:r>
            <a:r>
              <a:rPr dirty="0" baseline="30864" sz="2025" spc="142">
                <a:latin typeface="PMingLiU"/>
                <a:cs typeface="PMingLiU"/>
              </a:rPr>
              <a:t>6</a:t>
            </a:r>
            <a:r>
              <a:rPr dirty="0" baseline="30864" sz="2025" spc="262">
                <a:latin typeface="PMingLiU"/>
                <a:cs typeface="PMingLiU"/>
              </a:rPr>
              <a:t>4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7785" indent="-262255">
              <a:lnSpc>
                <a:spcPct val="117600"/>
              </a:lnSpc>
              <a:spcBef>
                <a:spcPts val="11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Em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10</a:t>
            </a:r>
            <a:r>
              <a:rPr dirty="0" baseline="30864" sz="2025" spc="142">
                <a:latin typeface="PMingLiU"/>
                <a:cs typeface="PMingLiU"/>
              </a:rPr>
              <a:t>9</a:t>
            </a:r>
            <a:r>
              <a:rPr dirty="0" baseline="30864" sz="2025">
                <a:latin typeface="PMingLiU"/>
                <a:cs typeface="PMingLiU"/>
              </a:rPr>
              <a:t> </a:t>
            </a:r>
            <a:r>
              <a:rPr dirty="0" baseline="30864" sz="2025" spc="-67">
                <a:latin typeface="PMingLiU"/>
                <a:cs typeface="PMingLiU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10</a:t>
            </a:r>
            <a:r>
              <a:rPr dirty="0" baseline="30864" sz="2025" spc="142">
                <a:latin typeface="PMingLiU"/>
                <a:cs typeface="PMingLiU"/>
              </a:rPr>
              <a:t>45</a:t>
            </a:r>
            <a:r>
              <a:rPr dirty="0" baseline="30864" sz="2025" spc="75">
                <a:latin typeface="PMingLiU"/>
                <a:cs typeface="PMingLiU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17855" indent="-262255">
              <a:lnSpc>
                <a:spcPct val="117600"/>
              </a:lnSpc>
              <a:spcBef>
                <a:spcPts val="11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7238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59740"/>
            <a:ext cx="8556625" cy="58096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éc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ni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mos</a:t>
            </a:r>
            <a:endParaRPr sz="2450">
              <a:latin typeface="Arial"/>
              <a:cs typeface="Arial"/>
            </a:endParaRPr>
          </a:p>
          <a:p>
            <a:pPr marL="484505" marR="670560" indent="-262255">
              <a:lnSpc>
                <a:spcPct val="117600"/>
              </a:lnSpc>
              <a:spcBef>
                <a:spcPts val="20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7600"/>
              </a:lnSpc>
              <a:spcBef>
                <a:spcPts val="11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40">
                <a:latin typeface="Arial"/>
                <a:cs typeface="Arial"/>
              </a:rPr>
              <a:t>n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lvi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51230" indent="-262255">
              <a:lnSpc>
                <a:spcPct val="1175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lise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iliza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40">
                <a:latin typeface="Arial"/>
                <a:cs typeface="Arial"/>
              </a:rPr>
              <a:t>n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  <a:tab pos="2266315" algn="l"/>
              </a:tabLst>
            </a:pP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õ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rr</a:t>
            </a:r>
            <a:r>
              <a:rPr dirty="0" sz="2050" b="1">
                <a:latin typeface="Arial"/>
                <a:cs typeface="Arial"/>
              </a:rPr>
              <a:t>ê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67475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58023"/>
            <a:ext cx="8733790" cy="58273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mpo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2050">
              <a:latin typeface="Times New Roman"/>
              <a:cs typeface="Times New Roman"/>
            </a:endParaRPr>
          </a:p>
          <a:p>
            <a:pPr marL="484505" indent="-25082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-25">
                <a:latin typeface="Arial"/>
                <a:cs typeface="Arial"/>
              </a:rPr>
              <a:t>b</a:t>
            </a:r>
            <a:r>
              <a:rPr dirty="0" sz="1850" spc="10">
                <a:latin typeface="Arial"/>
                <a:cs typeface="Arial"/>
              </a:rPr>
              <a:t>ui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lei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ou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0">
                <a:latin typeface="Arial"/>
                <a:cs typeface="Arial"/>
              </a:rPr>
              <a:t>a:</a:t>
            </a:r>
            <a:r>
              <a:rPr dirty="0" sz="1850" spc="13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65">
                <a:latin typeface="PMingLiU"/>
                <a:cs typeface="PMingLiU"/>
              </a:rPr>
              <a:t>1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461645" indent="-250825">
              <a:lnSpc>
                <a:spcPct val="121600"/>
              </a:lnSpc>
              <a:spcBef>
                <a:spcPts val="11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Sequên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ia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omando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minado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pelo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maior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45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15">
                <a:latin typeface="Arial"/>
                <a:cs typeface="Arial"/>
              </a:rPr>
              <a:t> qualquer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equên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ia.</a:t>
            </a:r>
            <a:endParaRPr sz="1850">
              <a:latin typeface="Arial"/>
              <a:cs typeface="Arial"/>
            </a:endParaRPr>
          </a:p>
          <a:p>
            <a:pPr marL="484505" marR="80645" indent="-250825">
              <a:lnSpc>
                <a:spcPct val="121700"/>
              </a:lnSpc>
              <a:spcBef>
                <a:spcPts val="11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ão: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omandos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ondi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ional,</a:t>
            </a:r>
            <a:r>
              <a:rPr dirty="0" sz="1850" spc="15">
                <a:latin typeface="Arial"/>
                <a:cs typeface="Arial"/>
              </a:rPr>
              <a:t> mais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25">
                <a:latin typeface="Arial"/>
                <a:cs typeface="Arial"/>
              </a:rPr>
              <a:t>a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aliar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ondi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65">
                <a:latin typeface="PMingLiU"/>
                <a:cs typeface="PMingLiU"/>
              </a:rPr>
              <a:t>1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283845" indent="-250825">
              <a:lnSpc>
                <a:spcPct val="121600"/>
              </a:lnSpc>
              <a:spcBef>
                <a:spcPts val="11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15">
                <a:latin typeface="Arial"/>
                <a:cs typeface="Arial"/>
              </a:rPr>
              <a:t>Anel: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20">
                <a:latin typeface="Arial"/>
                <a:cs typeface="Arial"/>
              </a:rPr>
              <a:t>oma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6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anel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mais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25">
                <a:latin typeface="Arial"/>
                <a:cs typeface="Arial"/>
              </a:rPr>
              <a:t>a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aliar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ondi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15">
                <a:latin typeface="Arial"/>
                <a:cs typeface="Arial"/>
              </a:rPr>
              <a:t> 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mina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(</a:t>
            </a:r>
            <a:r>
              <a:rPr dirty="0" sz="1850" spc="15">
                <a:latin typeface="Arial"/>
                <a:cs typeface="Arial"/>
              </a:rPr>
              <a:t>ge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almen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5" i="1">
                <a:latin typeface="Arial"/>
                <a:cs typeface="Arial"/>
              </a:rPr>
              <a:t>O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65">
                <a:latin typeface="PMingLiU"/>
                <a:cs typeface="PMingLiU"/>
              </a:rPr>
              <a:t>1</a:t>
            </a:r>
            <a:r>
              <a:rPr dirty="0" sz="1850" spc="150">
                <a:latin typeface="PMingLiU"/>
                <a:cs typeface="PMingLiU"/>
              </a:rPr>
              <a:t>)</a:t>
            </a:r>
            <a:r>
              <a:rPr dirty="0" sz="1850" spc="5">
                <a:latin typeface="Arial"/>
                <a:cs typeface="Arial"/>
              </a:rPr>
              <a:t>)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m</a:t>
            </a:r>
            <a:r>
              <a:rPr dirty="0" sz="1850" spc="10">
                <a:latin typeface="Arial"/>
                <a:cs typeface="Arial"/>
              </a:rPr>
              <a:t>ul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0">
                <a:latin typeface="Arial"/>
                <a:cs typeface="Arial"/>
              </a:rPr>
              <a:t>ipli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pelo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núme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õe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5080" indent="-250825">
              <a:lnSpc>
                <a:spcPct val="121600"/>
              </a:lnSpc>
              <a:spcBef>
                <a:spcPts val="11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 b="1">
                <a:latin typeface="Arial"/>
                <a:cs typeface="Arial"/>
              </a:rPr>
              <a:t>P</a:t>
            </a:r>
            <a:r>
              <a:rPr dirty="0" sz="1850" spc="-30" b="1">
                <a:latin typeface="Arial"/>
                <a:cs typeface="Arial"/>
              </a:rPr>
              <a:t>r</a:t>
            </a:r>
            <a:r>
              <a:rPr dirty="0" sz="1850" spc="20" b="1">
                <a:latin typeface="Arial"/>
                <a:cs typeface="Arial"/>
              </a:rPr>
              <a:t>oced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20" b="1">
                <a:latin typeface="Arial"/>
                <a:cs typeface="Arial"/>
              </a:rPr>
              <a:t>men</a:t>
            </a:r>
            <a:r>
              <a:rPr dirty="0" sz="1850" spc="5" b="1">
                <a:latin typeface="Arial"/>
                <a:cs typeface="Arial"/>
              </a:rPr>
              <a:t>t</a:t>
            </a:r>
            <a:r>
              <a:rPr dirty="0" sz="1850" spc="20" b="1">
                <a:latin typeface="Arial"/>
                <a:cs typeface="Arial"/>
              </a:rPr>
              <a:t>os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20" b="1">
                <a:latin typeface="Arial"/>
                <a:cs typeface="Arial"/>
              </a:rPr>
              <a:t>não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15" b="1">
                <a:latin typeface="Arial"/>
                <a:cs typeface="Arial"/>
              </a:rPr>
              <a:t>recu</a:t>
            </a:r>
            <a:r>
              <a:rPr dirty="0" sz="1850" spc="-20" b="1">
                <a:latin typeface="Arial"/>
                <a:cs typeface="Arial"/>
              </a:rPr>
              <a:t>r</a:t>
            </a:r>
            <a:r>
              <a:rPr dirty="0" sz="1850" spc="15" b="1">
                <a:latin typeface="Arial"/>
                <a:cs typeface="Arial"/>
              </a:rPr>
              <a:t>s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-45" b="1">
                <a:latin typeface="Arial"/>
                <a:cs typeface="Arial"/>
              </a:rPr>
              <a:t>v</a:t>
            </a:r>
            <a:r>
              <a:rPr dirty="0" sz="1850" spc="20" b="1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ompu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adamen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um,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ini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iando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hamam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10">
                <a:latin typeface="Arial"/>
                <a:cs typeface="Arial"/>
              </a:rPr>
              <a:t> 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edimen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-60">
                <a:latin typeface="Arial"/>
                <a:cs typeface="Arial"/>
              </a:rPr>
              <a:t>A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alia</a:t>
            </a:r>
            <a:r>
              <a:rPr dirty="0" sz="1850" spc="5">
                <a:latin typeface="Arial"/>
                <a:cs typeface="Arial"/>
              </a:rPr>
              <a:t>-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hamam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já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25">
                <a:latin typeface="Arial"/>
                <a:cs typeface="Arial"/>
              </a:rPr>
              <a:t>a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aliados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(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ili</a:t>
            </a:r>
            <a:r>
              <a:rPr dirty="0" sz="1850" spc="10">
                <a:latin typeface="Arial"/>
                <a:cs typeface="Arial"/>
              </a:rPr>
              <a:t>z</a:t>
            </a:r>
            <a:r>
              <a:rPr dirty="0" sz="1850" spc="15">
                <a:latin typeface="Arial"/>
                <a:cs typeface="Arial"/>
              </a:rPr>
              <a:t>ando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empos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)</a:t>
            </a:r>
            <a:r>
              <a:rPr dirty="0" sz="1850" spc="5">
                <a:latin typeface="Arial"/>
                <a:cs typeface="Arial"/>
              </a:rPr>
              <a:t>.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2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epe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ido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hegar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5">
                <a:latin typeface="Arial"/>
                <a:cs typeface="Arial"/>
              </a:rPr>
              <a:t>g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ama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in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ipal.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 b="1">
                <a:latin typeface="Arial"/>
                <a:cs typeface="Arial"/>
              </a:rPr>
              <a:t>P</a:t>
            </a:r>
            <a:r>
              <a:rPr dirty="0" sz="1850" spc="-30" b="1">
                <a:latin typeface="Arial"/>
                <a:cs typeface="Arial"/>
              </a:rPr>
              <a:t>r</a:t>
            </a:r>
            <a:r>
              <a:rPr dirty="0" sz="1850" spc="20" b="1">
                <a:latin typeface="Arial"/>
                <a:cs typeface="Arial"/>
              </a:rPr>
              <a:t>oced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20" b="1">
                <a:latin typeface="Arial"/>
                <a:cs typeface="Arial"/>
              </a:rPr>
              <a:t>men</a:t>
            </a:r>
            <a:r>
              <a:rPr dirty="0" sz="1850" spc="5" b="1">
                <a:latin typeface="Arial"/>
                <a:cs typeface="Arial"/>
              </a:rPr>
              <a:t>t</a:t>
            </a:r>
            <a:r>
              <a:rPr dirty="0" sz="1850" spc="20" b="1">
                <a:latin typeface="Arial"/>
                <a:cs typeface="Arial"/>
              </a:rPr>
              <a:t>os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15" b="1">
                <a:latin typeface="Arial"/>
                <a:cs typeface="Arial"/>
              </a:rPr>
              <a:t>recu</a:t>
            </a:r>
            <a:r>
              <a:rPr dirty="0" sz="1850" spc="-20" b="1">
                <a:latin typeface="Arial"/>
                <a:cs typeface="Arial"/>
              </a:rPr>
              <a:t>r</a:t>
            </a:r>
            <a:r>
              <a:rPr dirty="0" sz="1850" spc="15" b="1">
                <a:latin typeface="Arial"/>
                <a:cs typeface="Arial"/>
              </a:rPr>
              <a:t>s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-45" b="1">
                <a:latin typeface="Arial"/>
                <a:cs typeface="Arial"/>
              </a:rPr>
              <a:t>v</a:t>
            </a:r>
            <a:r>
              <a:rPr dirty="0" sz="1850" spc="20" b="1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iada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f</a:t>
            </a:r>
            <a:r>
              <a:rPr dirty="0" sz="1850" spc="15">
                <a:latin typeface="Arial"/>
                <a:cs typeface="Arial"/>
              </a:rPr>
              <a:t>un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ompl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idade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405" i="1">
                <a:latin typeface="Arial"/>
                <a:cs typeface="Arial"/>
              </a:rPr>
              <a:t>f</a:t>
            </a:r>
            <a:r>
              <a:rPr dirty="0" sz="1850" spc="-315" i="1">
                <a:latin typeface="Arial"/>
                <a:cs typeface="Arial"/>
              </a:rPr>
              <a:t> </a:t>
            </a:r>
            <a:r>
              <a:rPr dirty="0" sz="1850" spc="150">
                <a:latin typeface="PMingLiU"/>
                <a:cs typeface="PMingLiU"/>
              </a:rPr>
              <a:t>(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50">
                <a:latin typeface="PMingLiU"/>
                <a:cs typeface="PMingLiU"/>
              </a:rPr>
              <a:t>)</a:t>
            </a:r>
            <a:endParaRPr sz="1850">
              <a:latin typeface="PMingLiU"/>
              <a:cs typeface="PMingLiU"/>
            </a:endParaRPr>
          </a:p>
          <a:p>
            <a:pPr marL="484505">
              <a:lnSpc>
                <a:spcPct val="100000"/>
              </a:lnSpc>
              <a:spcBef>
                <a:spcPts val="480"/>
              </a:spcBef>
            </a:pP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10">
                <a:latin typeface="Arial"/>
                <a:cs typeface="Arial"/>
              </a:rPr>
              <a:t>sc</a:t>
            </a:r>
            <a:r>
              <a:rPr dirty="0" sz="1850" spc="15">
                <a:latin typeface="Arial"/>
                <a:cs typeface="Arial"/>
              </a:rPr>
              <a:t>onhe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ida,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onde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10" i="1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mede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amanho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gumen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9898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19898" y="122312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3073" y="843279"/>
            <a:ext cx="8641080" cy="135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-3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2130"/>
              </a:spcBef>
            </a:pPr>
            <a:r>
              <a:rPr dirty="0" sz="1850" spc="15">
                <a:latin typeface="Arial"/>
                <a:cs typeface="Arial"/>
              </a:rPr>
              <a:t>Algo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20">
                <a:latin typeface="Arial"/>
                <a:cs typeface="Arial"/>
              </a:rPr>
              <a:t>mo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denar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elemen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onjun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75" i="1">
                <a:latin typeface="Arial"/>
                <a:cs typeface="Arial"/>
              </a:rPr>
              <a:t>A</a:t>
            </a:r>
            <a:r>
              <a:rPr dirty="0" sz="1850" spc="5" i="1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dem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sc</a:t>
            </a:r>
            <a:r>
              <a:rPr dirty="0" sz="1850" spc="15">
                <a:latin typeface="Arial"/>
                <a:cs typeface="Arial"/>
              </a:rPr>
              <a:t>enden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35" b="1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Orden</a:t>
            </a:r>
            <a:r>
              <a:rPr dirty="0" sz="1700" spc="45">
                <a:latin typeface="Arial"/>
                <a:cs typeface="Arial"/>
              </a:rPr>
              <a:t>a</a:t>
            </a:r>
            <a:r>
              <a:rPr dirty="0" sz="1700" spc="150">
                <a:latin typeface="Arial"/>
                <a:cs typeface="Arial"/>
              </a:rPr>
              <a:t>(</a:t>
            </a:r>
            <a:r>
              <a:rPr dirty="0" sz="1700" spc="20">
                <a:latin typeface="Arial"/>
                <a:cs typeface="Arial"/>
              </a:rPr>
              <a:t>TipoVeto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4050" y="2277554"/>
            <a:ext cx="4582160" cy="34563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14629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00">
                <a:latin typeface="Lucida Sans Unicode"/>
                <a:cs typeface="Lucida Sans Unicode"/>
              </a:rPr>
              <a:t>∗</a:t>
            </a:r>
            <a:r>
              <a:rPr dirty="0" sz="1700" spc="-35" i="1">
                <a:latin typeface="Arial"/>
                <a:cs typeface="Arial"/>
              </a:rPr>
              <a:t>orden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04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95" i="1">
                <a:latin typeface="Arial"/>
                <a:cs typeface="Arial"/>
              </a:rPr>
              <a:t> </a:t>
            </a:r>
            <a:r>
              <a:rPr dirty="0" sz="1700" spc="70" i="1">
                <a:latin typeface="Arial"/>
                <a:cs typeface="Arial"/>
              </a:rPr>
              <a:t>v</a:t>
            </a:r>
            <a:r>
              <a:rPr dirty="0" sz="1700" spc="75" i="1">
                <a:latin typeface="Arial"/>
                <a:cs typeface="Arial"/>
              </a:rPr>
              <a:t>eto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9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spc="-20" i="1">
                <a:latin typeface="Arial"/>
                <a:cs typeface="Arial"/>
              </a:rPr>
              <a:t> </a:t>
            </a:r>
            <a:r>
              <a:rPr dirty="0" sz="1700" spc="-225" i="1">
                <a:latin typeface="Arial"/>
                <a:cs typeface="Arial"/>
              </a:rPr>
              <a:t>e</a:t>
            </a:r>
            <a:r>
              <a:rPr dirty="0" sz="1700" spc="15" i="1">
                <a:latin typeface="Arial"/>
                <a:cs typeface="Arial"/>
              </a:rPr>
              <a:t>m</a:t>
            </a:r>
            <a:r>
              <a:rPr dirty="0" sz="1700" spc="25" i="1">
                <a:latin typeface="Arial"/>
                <a:cs typeface="Arial"/>
              </a:rPr>
              <a:t> </a:t>
            </a:r>
            <a:r>
              <a:rPr dirty="0" sz="1700" spc="-100" i="1">
                <a:latin typeface="Arial"/>
                <a:cs typeface="Arial"/>
              </a:rPr>
              <a:t>orde</a:t>
            </a:r>
            <a:r>
              <a:rPr dirty="0" sz="1700" spc="15" i="1">
                <a:latin typeface="Arial"/>
                <a:cs typeface="Arial"/>
              </a:rPr>
              <a:t>m</a:t>
            </a:r>
            <a:r>
              <a:rPr dirty="0" sz="1700" spc="215" i="1">
                <a:latin typeface="Arial"/>
                <a:cs typeface="Arial"/>
              </a:rPr>
              <a:t> </a:t>
            </a:r>
            <a:r>
              <a:rPr dirty="0" sz="1700" spc="-35" i="1">
                <a:latin typeface="Arial"/>
                <a:cs typeface="Arial"/>
              </a:rPr>
              <a:t>ascendent</a:t>
            </a:r>
            <a:r>
              <a:rPr dirty="0" sz="1700" spc="75" i="1">
                <a:latin typeface="Arial"/>
                <a:cs typeface="Arial"/>
              </a:rPr>
              <a:t>e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675"/>
              </a:spcBef>
              <a:tabLst>
                <a:tab pos="647700" algn="l"/>
                <a:tab pos="969010" algn="l"/>
              </a:tabLst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mi</a:t>
            </a:r>
            <a:r>
              <a:rPr dirty="0" sz="1700" spc="9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07010">
              <a:lnSpc>
                <a:spcPct val="100000"/>
              </a:lnSpc>
              <a:spcBef>
                <a:spcPts val="675"/>
              </a:spcBef>
              <a:tabLst>
                <a:tab pos="946150" algn="l"/>
                <a:tab pos="1514475" algn="l"/>
                <a:tab pos="1696720" algn="l"/>
                <a:tab pos="226441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35635">
              <a:lnSpc>
                <a:spcPct val="100000"/>
              </a:lnSpc>
              <a:spcBef>
                <a:spcPts val="675"/>
              </a:spcBef>
              <a:tabLst>
                <a:tab pos="1803400" algn="l"/>
                <a:tab pos="2371725" algn="l"/>
                <a:tab pos="3228975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80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55320">
              <a:lnSpc>
                <a:spcPct val="100000"/>
              </a:lnSpc>
              <a:spcBef>
                <a:spcPts val="675"/>
              </a:spcBef>
              <a:tabLst>
                <a:tab pos="96710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30">
                <a:latin typeface="Lucida Sans Unicode"/>
                <a:cs typeface="Lucida Sans Unicode"/>
              </a:rPr>
              <a:t> </a:t>
            </a:r>
            <a:r>
              <a:rPr dirty="0" sz="1700" spc="100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</a:t>
            </a:r>
            <a:r>
              <a:rPr dirty="0" sz="1700" spc="125">
                <a:latin typeface="Arial"/>
                <a:cs typeface="Arial"/>
              </a:rPr>
              <a:t>[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240">
                <a:latin typeface="Lucida Sans Unicode"/>
                <a:cs typeface="Lucida Sans Unicode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43255">
              <a:lnSpc>
                <a:spcPct val="100000"/>
              </a:lnSpc>
              <a:spcBef>
                <a:spcPts val="675"/>
              </a:spcBef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360">
                <a:latin typeface="Lucida Sans Unicode"/>
                <a:cs typeface="Lucida Sans Unicode"/>
              </a:rPr>
              <a:t> </a:t>
            </a:r>
            <a:r>
              <a:rPr dirty="0" sz="1700" spc="70" i="1">
                <a:latin typeface="Arial"/>
                <a:cs typeface="Arial"/>
              </a:rPr>
              <a:t>t</a:t>
            </a:r>
            <a:r>
              <a:rPr dirty="0" sz="1700" spc="65" i="1">
                <a:latin typeface="Arial"/>
                <a:cs typeface="Arial"/>
              </a:rPr>
              <a:t>r</a:t>
            </a:r>
            <a:r>
              <a:rPr dirty="0" sz="1700" spc="75" i="1">
                <a:latin typeface="Arial"/>
                <a:cs typeface="Arial"/>
              </a:rPr>
              <a:t>o</a:t>
            </a:r>
            <a:r>
              <a:rPr dirty="0" sz="1700" spc="70" i="1">
                <a:latin typeface="Arial"/>
                <a:cs typeface="Arial"/>
              </a:rPr>
              <a:t>c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90" i="1">
                <a:latin typeface="Arial"/>
                <a:cs typeface="Arial"/>
              </a:rPr>
              <a:t> </a:t>
            </a:r>
            <a:r>
              <a:rPr dirty="0" sz="1700" spc="35" i="1">
                <a:latin typeface="Arial"/>
                <a:cs typeface="Arial"/>
              </a:rPr>
              <a:t>A</a:t>
            </a:r>
            <a:r>
              <a:rPr dirty="0" sz="1700" spc="125" i="1">
                <a:latin typeface="Arial"/>
                <a:cs typeface="Arial"/>
              </a:rPr>
              <a:t>[</a:t>
            </a:r>
            <a:r>
              <a:rPr dirty="0" sz="1700" spc="-50" i="1">
                <a:latin typeface="Arial"/>
                <a:cs typeface="Arial"/>
              </a:rPr>
              <a:t>m</a:t>
            </a:r>
            <a:r>
              <a:rPr dirty="0" sz="1700" spc="-60" i="1">
                <a:latin typeface="Arial"/>
                <a:cs typeface="Arial"/>
              </a:rPr>
              <a:t>i</a:t>
            </a:r>
            <a:r>
              <a:rPr dirty="0" sz="1700" spc="190" i="1">
                <a:latin typeface="Arial"/>
                <a:cs typeface="Arial"/>
              </a:rPr>
              <a:t>n</a:t>
            </a:r>
            <a:r>
              <a:rPr dirty="0" sz="1700" spc="5" i="1">
                <a:latin typeface="Arial"/>
                <a:cs typeface="Arial"/>
              </a:rPr>
              <a:t>]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4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spc="160" i="1">
                <a:latin typeface="Arial"/>
                <a:cs typeface="Arial"/>
              </a:rPr>
              <a:t> </a:t>
            </a:r>
            <a:r>
              <a:rPr dirty="0" sz="1700" spc="35" i="1">
                <a:latin typeface="Arial"/>
                <a:cs typeface="Arial"/>
              </a:rPr>
              <a:t>A</a:t>
            </a:r>
            <a:r>
              <a:rPr dirty="0" sz="1700" spc="5" i="1">
                <a:latin typeface="Arial"/>
                <a:cs typeface="Arial"/>
              </a:rPr>
              <a:t>[</a:t>
            </a:r>
            <a:r>
              <a:rPr dirty="0" sz="1700" spc="-60" i="1">
                <a:latin typeface="Arial"/>
                <a:cs typeface="Arial"/>
              </a:rPr>
              <a:t> </a:t>
            </a:r>
            <a:r>
              <a:rPr dirty="0" sz="1700" i="1">
                <a:latin typeface="Arial"/>
                <a:cs typeface="Arial"/>
              </a:rPr>
              <a:t>i</a:t>
            </a:r>
            <a:r>
              <a:rPr dirty="0" sz="1700" spc="-60" i="1">
                <a:latin typeface="Arial"/>
                <a:cs typeface="Arial"/>
              </a:rPr>
              <a:t> </a:t>
            </a:r>
            <a:r>
              <a:rPr dirty="0" sz="1700" spc="5" i="1">
                <a:latin typeface="Arial"/>
                <a:cs typeface="Arial"/>
              </a:rPr>
              <a:t>]</a:t>
            </a:r>
            <a:r>
              <a:rPr dirty="0" sz="1700" spc="-175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627380">
              <a:lnSpc>
                <a:spcPct val="100000"/>
              </a:lnSpc>
              <a:spcBef>
                <a:spcPts val="675"/>
              </a:spcBef>
            </a:pP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125">
                <a:latin typeface="Arial"/>
                <a:cs typeface="Arial"/>
              </a:rPr>
              <a:t>[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5">
                <a:latin typeface="Lucida Sans Unicode"/>
                <a:cs typeface="Lucida Sans Unicode"/>
              </a:rPr>
              <a:t> </a:t>
            </a:r>
            <a:r>
              <a:rPr dirty="0" sz="1700" spc="110">
                <a:latin typeface="Arial"/>
                <a:cs typeface="Arial"/>
              </a:rPr>
              <a:t>1]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08965" marR="1602105">
              <a:lnSpc>
                <a:spcPct val="133100"/>
              </a:lnSpc>
              <a:tabLst>
                <a:tab pos="1050925" algn="l"/>
                <a:tab pos="2443480" algn="l"/>
              </a:tabLst>
            </a:pP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125">
                <a:latin typeface="Arial"/>
                <a:cs typeface="Arial"/>
              </a:rPr>
              <a:t>[</a:t>
            </a:r>
            <a:r>
              <a:rPr dirty="0" sz="1700" spc="-50">
                <a:latin typeface="Arial"/>
                <a:cs typeface="Arial"/>
              </a:rPr>
              <a:t>m</a:t>
            </a:r>
            <a:r>
              <a:rPr dirty="0" sz="1700" spc="-60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0">
                <a:latin typeface="Lucida Sans Unicode"/>
                <a:cs typeface="Lucida Sans Unicode"/>
              </a:rPr>
              <a:t> </a:t>
            </a:r>
            <a:r>
              <a:rPr dirty="0" sz="1700" spc="114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6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5">
                <a:latin typeface="Lucida Sans Unicode"/>
                <a:cs typeface="Lucida Sans Unicode"/>
              </a:rPr>
              <a:t> </a:t>
            </a:r>
            <a:r>
              <a:rPr dirty="0" sz="1700" spc="110">
                <a:latin typeface="Arial"/>
                <a:cs typeface="Arial"/>
              </a:rPr>
              <a:t>1]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0">
                <a:latin typeface="Lucida Sans Unicode"/>
                <a:cs typeface="Lucida Sans Unicode"/>
              </a:rPr>
              <a:t> </a:t>
            </a:r>
            <a:r>
              <a:rPr dirty="0" sz="1700" spc="114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4213" y="5727585"/>
            <a:ext cx="527050" cy="615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r" marR="508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07836" y="2158850"/>
            <a:ext cx="3536950" cy="15290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3525" marR="5080" indent="-250825">
              <a:lnSpc>
                <a:spcPct val="124400"/>
              </a:lnSpc>
              <a:buFont typeface="Lucida Sans Unicode"/>
              <a:buChar char="•"/>
              <a:tabLst>
                <a:tab pos="264160" algn="l"/>
                <a:tab pos="1452245" algn="l"/>
                <a:tab pos="1722755" algn="l"/>
                <a:tab pos="2538730" algn="l"/>
              </a:tabLst>
            </a:pPr>
            <a:r>
              <a:rPr dirty="0" sz="1850" spc="15">
                <a:latin typeface="Arial"/>
                <a:cs typeface="Arial"/>
              </a:rPr>
              <a:t>Sele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iona</a:t>
            </a:r>
            <a:r>
              <a:rPr dirty="0" sz="1850">
                <a:latin typeface="Arial"/>
                <a:cs typeface="Arial"/>
              </a:rPr>
              <a:t>	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>
                <a:latin typeface="Arial"/>
                <a:cs typeface="Arial"/>
              </a:rPr>
              <a:t>	</a:t>
            </a:r>
            <a:r>
              <a:rPr dirty="0" sz="1850" spc="15">
                <a:latin typeface="Arial"/>
                <a:cs typeface="Arial"/>
              </a:rPr>
              <a:t>menor</a:t>
            </a:r>
            <a:r>
              <a:rPr dirty="0" sz="1850">
                <a:latin typeface="Arial"/>
                <a:cs typeface="Arial"/>
              </a:rPr>
              <a:t>	</a:t>
            </a:r>
            <a:r>
              <a:rPr dirty="0" sz="1850" spc="15">
                <a:latin typeface="Arial"/>
                <a:cs typeface="Arial"/>
              </a:rPr>
              <a:t>elemen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5">
                <a:latin typeface="Arial"/>
                <a:cs typeface="Arial"/>
              </a:rPr>
              <a:t> 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onjun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263525" marR="5080" indent="-250825">
              <a:lnSpc>
                <a:spcPct val="124500"/>
              </a:lnSpc>
              <a:spcBef>
                <a:spcPts val="785"/>
              </a:spcBef>
              <a:buFont typeface="Lucida Sans Unicode"/>
              <a:buChar char="•"/>
              <a:tabLst>
                <a:tab pos="264160" algn="l"/>
              </a:tabLst>
            </a:pPr>
            <a:r>
              <a:rPr dirty="0" sz="1850" spc="-21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7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7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</a:t>
            </a:r>
            <a:r>
              <a:rPr dirty="0" sz="1850" spc="7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7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imei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7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ele-</a:t>
            </a:r>
            <a:r>
              <a:rPr dirty="0" sz="1850" spc="15">
                <a:latin typeface="Arial"/>
                <a:cs typeface="Arial"/>
              </a:rPr>
              <a:t> 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75" i="1">
                <a:latin typeface="Arial"/>
                <a:cs typeface="Arial"/>
              </a:rPr>
              <a:t>A</a:t>
            </a:r>
            <a:r>
              <a:rPr dirty="0" sz="1850" spc="-60">
                <a:latin typeface="PMingLiU"/>
                <a:cs typeface="PMingLiU"/>
              </a:rPr>
              <a:t>[</a:t>
            </a:r>
            <a:r>
              <a:rPr dirty="0" sz="1850" spc="65">
                <a:latin typeface="PMingLiU"/>
                <a:cs typeface="PMingLiU"/>
              </a:rPr>
              <a:t>1</a:t>
            </a:r>
            <a:r>
              <a:rPr dirty="0" sz="1850" spc="-60">
                <a:latin typeface="PMingLiU"/>
                <a:cs typeface="PMingLiU"/>
              </a:rPr>
              <a:t>]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07836" y="3831386"/>
            <a:ext cx="1448435" cy="382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3525" indent="-250825">
              <a:lnSpc>
                <a:spcPct val="100000"/>
              </a:lnSpc>
              <a:buFont typeface="Lucida Sans Unicode"/>
              <a:buChar char="•"/>
              <a:tabLst>
                <a:tab pos="264160" algn="l"/>
                <a:tab pos="1182370" algn="l"/>
              </a:tabLst>
            </a:pPr>
            <a:r>
              <a:rPr dirty="0" sz="1850" spc="2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epi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>
                <a:latin typeface="Arial"/>
                <a:cs typeface="Arial"/>
              </a:rPr>
              <a:t>	</a:t>
            </a:r>
            <a:r>
              <a:rPr dirty="0" sz="1850" spc="15">
                <a:latin typeface="Arial"/>
                <a:cs typeface="Arial"/>
              </a:rPr>
              <a:t>as</a:t>
            </a:r>
            <a:endParaRPr sz="1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57533" y="3831386"/>
            <a:ext cx="1887220" cy="293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758190" algn="l"/>
              </a:tabLst>
            </a:pPr>
            <a:r>
              <a:rPr dirty="0" sz="1850" spc="15">
                <a:latin typeface="Arial"/>
                <a:cs typeface="Arial"/>
              </a:rPr>
              <a:t>duas</a:t>
            </a:r>
            <a:r>
              <a:rPr dirty="0" sz="1850" spc="15">
                <a:latin typeface="Arial"/>
                <a:cs typeface="Arial"/>
              </a:rPr>
              <a:t>	</a:t>
            </a:r>
            <a:r>
              <a:rPr dirty="0" sz="1850" spc="15">
                <a:latin typeface="Arial"/>
                <a:cs typeface="Arial"/>
              </a:rPr>
              <a:t>ope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ões</a:t>
            </a:r>
            <a:endParaRPr sz="1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58724" y="4113494"/>
            <a:ext cx="3286125" cy="1063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24400"/>
              </a:lnSpc>
            </a:pP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ima</a:t>
            </a:r>
            <a:r>
              <a:rPr dirty="0" sz="185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</a:t>
            </a:r>
            <a:r>
              <a:rPr dirty="0" sz="185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-120" i="1">
                <a:latin typeface="Arial"/>
                <a:cs typeface="Arial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-190">
                <a:latin typeface="Lucida Sans Unicode"/>
                <a:cs typeface="Lucida Sans Unicode"/>
              </a:rPr>
              <a:t> </a:t>
            </a:r>
            <a:r>
              <a:rPr dirty="0" sz="1850" spc="70">
                <a:latin typeface="PMingLiU"/>
                <a:cs typeface="PMingLiU"/>
              </a:rPr>
              <a:t>1</a:t>
            </a:r>
            <a:r>
              <a:rPr dirty="0" sz="1850" spc="35">
                <a:latin typeface="PMingLiU"/>
                <a:cs typeface="PMingLiU"/>
              </a:rPr>
              <a:t> </a:t>
            </a:r>
            <a:r>
              <a:rPr dirty="0" sz="1850" spc="15">
                <a:latin typeface="Arial"/>
                <a:cs typeface="Arial"/>
              </a:rPr>
              <a:t>elemen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st</a:t>
            </a:r>
            <a:r>
              <a:rPr dirty="0" sz="1850" spc="15">
                <a:latin typeface="Arial"/>
                <a:cs typeface="Arial"/>
              </a:rPr>
              <a:t>an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-4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depois</a:t>
            </a:r>
            <a:r>
              <a:rPr dirty="0" sz="1850" spc="-6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</a:t>
            </a:r>
            <a:r>
              <a:rPr dirty="0" sz="1850" spc="-5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 spc="-60">
                <a:latin typeface="Arial"/>
                <a:cs typeface="Arial"/>
              </a:rPr>
              <a:t> </a:t>
            </a:r>
            <a:r>
              <a:rPr dirty="0" sz="1850" spc="100" i="1">
                <a:latin typeface="Arial"/>
                <a:cs typeface="Arial"/>
              </a:rPr>
              <a:t>n</a:t>
            </a:r>
            <a:r>
              <a:rPr dirty="0" sz="1850" spc="-315" i="1">
                <a:latin typeface="Arial"/>
                <a:cs typeface="Arial"/>
              </a:rPr>
              <a:t> </a:t>
            </a:r>
            <a:r>
              <a:rPr dirty="0" sz="1850" spc="-10">
                <a:latin typeface="Lucida Sans Unicode"/>
                <a:cs typeface="Lucida Sans Unicode"/>
              </a:rPr>
              <a:t>−</a:t>
            </a:r>
            <a:r>
              <a:rPr dirty="0" sz="1850" spc="-385">
                <a:latin typeface="Lucida Sans Unicode"/>
                <a:cs typeface="Lucida Sans Unicode"/>
              </a:rPr>
              <a:t> </a:t>
            </a:r>
            <a:r>
              <a:rPr dirty="0" sz="1850" spc="65">
                <a:latin typeface="PMingLiU"/>
                <a:cs typeface="PMingLiU"/>
              </a:rPr>
              <a:t>2</a:t>
            </a:r>
            <a:r>
              <a:rPr dirty="0" sz="1850" spc="10">
                <a:latin typeface="Arial"/>
                <a:cs typeface="Arial"/>
              </a:rPr>
              <a:t>, a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st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apenas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um.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5741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-3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Inte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 marR="5035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Am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139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SS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2352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5">
                <a:latin typeface="Tahoma"/>
                <a:cs typeface="Tahoma"/>
              </a:rPr>
              <a:t>))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</a:t>
            </a:r>
            <a:r>
              <a:rPr dirty="0" sz="2050" spc="-20">
                <a:latin typeface="Arial"/>
                <a:cs typeface="Arial"/>
              </a:rPr>
              <a:t>gr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nota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0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285">
                <a:latin typeface="Lucida Sans Unicode"/>
                <a:cs typeface="Lucida Sans Unicode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280">
                <a:latin typeface="Tahoma"/>
                <a:cs typeface="Tahom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×</a:t>
            </a:r>
            <a:r>
              <a:rPr dirty="0" sz="2050" spc="-285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0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285">
                <a:latin typeface="Lucida Sans Unicode"/>
                <a:cs typeface="Lucida Sans Unicode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me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</a:t>
            </a:r>
            <a:r>
              <a:rPr dirty="0" sz="2050" spc="-20">
                <a:latin typeface="Arial"/>
                <a:cs typeface="Arial"/>
              </a:rPr>
              <a:t>gr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produt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nota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556625" cy="2864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-3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Ex</a:t>
            </a:r>
            <a:r>
              <a:rPr dirty="0" sz="2050">
                <a:latin typeface="Arial"/>
                <a:cs typeface="Arial"/>
              </a:rPr>
              <a:t>te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m,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0" i="1">
                <a:latin typeface="Arial"/>
                <a:cs typeface="Arial"/>
              </a:rPr>
              <a:t>m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5">
                <a:latin typeface="Tahoma"/>
                <a:cs typeface="Tahoma"/>
              </a:rPr>
              <a:t>))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ó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5" b="1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82344" y="3781869"/>
            <a:ext cx="1224915" cy="420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71635" y="3651326"/>
            <a:ext cx="256540" cy="4438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340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02419" y="3800347"/>
            <a:ext cx="375920" cy="3632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1340"/>
              </a:lnSpc>
            </a:pPr>
            <a:r>
              <a:rPr dirty="0" sz="1350" spc="145" i="1">
                <a:latin typeface="Trebuchet MS"/>
                <a:cs typeface="Trebuchet MS"/>
              </a:rPr>
              <a:t>n</a:t>
            </a:r>
            <a:r>
              <a:rPr dirty="0" sz="1350" spc="345">
                <a:latin typeface="Arial"/>
                <a:cs typeface="Arial"/>
              </a:rPr>
              <a:t>−</a:t>
            </a:r>
            <a:r>
              <a:rPr dirty="0" sz="1350" spc="80">
                <a:latin typeface="PMingLiU"/>
                <a:cs typeface="PMingLiU"/>
              </a:rPr>
              <a:t>1 1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63607" y="3781869"/>
            <a:ext cx="1059815" cy="420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96892" y="3748354"/>
            <a:ext cx="633095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25095" algn="l"/>
              </a:tabLst>
            </a:pPr>
            <a:r>
              <a:rPr dirty="0" sz="1350" spc="-745" i="1">
                <a:latin typeface="Trebuchet MS"/>
                <a:cs typeface="Trebuchet MS"/>
              </a:rPr>
              <a:t>n</a:t>
            </a:r>
            <a:r>
              <a:rPr dirty="0" sz="1350" spc="5" u="sng">
                <a:latin typeface="Times New Roman"/>
                <a:cs typeface="Times New Roman"/>
              </a:rPr>
              <a:t> </a:t>
            </a:r>
            <a:r>
              <a:rPr dirty="0" sz="1350" u="sng">
                <a:latin typeface="Times New Roman"/>
                <a:cs typeface="Times New Roman"/>
              </a:rPr>
              <a:t>	</a:t>
            </a:r>
            <a:r>
              <a:rPr dirty="0" sz="1350" spc="145">
                <a:latin typeface="PMingLiU"/>
                <a:cs typeface="PMingLiU"/>
              </a:rPr>
              <a:t>(</a:t>
            </a:r>
            <a:r>
              <a:rPr dirty="0" sz="1350" spc="145" i="1">
                <a:latin typeface="Trebuchet MS"/>
                <a:cs typeface="Trebuchet MS"/>
              </a:rPr>
              <a:t>n</a:t>
            </a:r>
            <a:r>
              <a:rPr dirty="0" sz="1350" spc="345" u="sng">
                <a:latin typeface="Arial"/>
                <a:cs typeface="Arial"/>
              </a:rPr>
              <a:t>−</a:t>
            </a:r>
            <a:r>
              <a:rPr dirty="0" sz="1350" spc="95" u="sng">
                <a:latin typeface="PMingLiU"/>
                <a:cs typeface="PMingLiU"/>
              </a:rPr>
              <a:t>1</a:t>
            </a:r>
            <a:r>
              <a:rPr dirty="0" sz="1350" spc="145" u="sng">
                <a:latin typeface="PMingLiU"/>
                <a:cs typeface="PMingLiU"/>
              </a:rPr>
              <a:t>)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54181" y="3961180"/>
            <a:ext cx="118745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03494" y="3781869"/>
            <a:ext cx="22542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75">
                <a:latin typeface="Tahoma"/>
                <a:cs typeface="Tahoma"/>
              </a:rPr>
              <a:t>=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15203" y="3750170"/>
            <a:ext cx="106045" cy="144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z="1000" spc="-5">
                <a:latin typeface="Lucida Sans Unicode"/>
                <a:cs typeface="Lucida Sans Unicode"/>
              </a:rPr>
              <a:t>2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02389" y="3767442"/>
            <a:ext cx="229870" cy="421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75"/>
              </a:lnSpc>
              <a:tabLst>
                <a:tab pos="216535" algn="l"/>
              </a:tabLst>
            </a:pP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spc="145" i="1" u="sng">
                <a:latin typeface="Trebuchet MS"/>
                <a:cs typeface="Trebuchet MS"/>
              </a:rPr>
              <a:t>	</a:t>
            </a:r>
            <a:endParaRPr sz="1350">
              <a:latin typeface="Trebuchet MS"/>
              <a:cs typeface="Trebuchet MS"/>
            </a:endParaRPr>
          </a:p>
          <a:p>
            <a:pPr marL="67945">
              <a:lnSpc>
                <a:spcPts val="1575"/>
              </a:lnSpc>
            </a:pP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79375" y="3767442"/>
            <a:ext cx="138430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45" i="1" u="sng">
                <a:latin typeface="Trebuchet MS"/>
                <a:cs typeface="Trebuchet MS"/>
              </a:rPr>
              <a:t>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89319" y="3961180"/>
            <a:ext cx="118745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90882" y="3781869"/>
            <a:ext cx="1459230" cy="420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512445" algn="l"/>
              </a:tabLst>
            </a:pP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25">
                <a:latin typeface="Lucida Sans Unicode"/>
                <a:cs typeface="Lucida Sans Unicode"/>
              </a:rPr>
              <a:t>	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262">
                <a:latin typeface="PMingLiU"/>
                <a:cs typeface="PMingLiU"/>
              </a:rPr>
              <a:t>2</a:t>
            </a:r>
            <a:r>
              <a:rPr dirty="0" sz="2050" spc="-5">
                <a:latin typeface="Tahoma"/>
                <a:cs typeface="Tahoma"/>
              </a:rPr>
              <a:t>)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0026" y="4272734"/>
            <a:ext cx="8207375" cy="21570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baseline="30864" sz="2025" spc="262">
                <a:latin typeface="PMingLiU"/>
                <a:cs typeface="PMingLiU"/>
              </a:rPr>
              <a:t>2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3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484"/>
              </a:spcBef>
            </a:pP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tro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3714115" cy="20281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-3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Times New Roman"/>
              <a:cs typeface="Times New Roman"/>
            </a:endParaRPr>
          </a:p>
          <a:p>
            <a:pPr marL="32384" marR="2005964" indent="403225">
              <a:lnSpc>
                <a:spcPct val="129700"/>
              </a:lnSpc>
              <a:tabLst>
                <a:tab pos="467995" algn="l"/>
                <a:tab pos="769620" algn="l"/>
              </a:tabLst>
            </a:pPr>
            <a:r>
              <a:rPr dirty="0" sz="1700" spc="-30">
                <a:latin typeface="Arial"/>
                <a:cs typeface="Arial"/>
              </a:rPr>
              <a:t>Pesquis</a:t>
            </a:r>
            <a:r>
              <a:rPr dirty="0" sz="1700" spc="100">
                <a:latin typeface="Arial"/>
                <a:cs typeface="Arial"/>
              </a:rPr>
              <a:t>a</a:t>
            </a:r>
            <a:r>
              <a:rPr dirty="0" sz="1700" spc="80">
                <a:latin typeface="Arial"/>
                <a:cs typeface="Arial"/>
              </a:rPr>
              <a:t>(</a:t>
            </a:r>
            <a:r>
              <a:rPr dirty="0" sz="1700" spc="165">
                <a:latin typeface="Arial"/>
                <a:cs typeface="Arial"/>
              </a:rPr>
              <a:t>n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(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≤</a:t>
            </a:r>
            <a:r>
              <a:rPr dirty="0" sz="1700" spc="-60">
                <a:latin typeface="Lucida Sans Unicode"/>
                <a:cs typeface="Lucida Sans Unicode"/>
              </a:rPr>
              <a:t> </a:t>
            </a:r>
            <a:r>
              <a:rPr dirty="0" sz="1700" spc="190">
                <a:latin typeface="PMingLiU"/>
                <a:cs typeface="PMingLiU"/>
              </a:rPr>
              <a:t>1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2384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‘</a:t>
            </a:r>
            <a:r>
              <a:rPr dirty="0" sz="1700" spc="15">
                <a:latin typeface="Arial"/>
                <a:cs typeface="Arial"/>
              </a:rPr>
              <a:t>i</a:t>
            </a:r>
            <a:r>
              <a:rPr dirty="0" sz="1700" spc="25">
                <a:latin typeface="Arial"/>
                <a:cs typeface="Arial"/>
              </a:rPr>
              <a:t>n</a:t>
            </a:r>
            <a:r>
              <a:rPr dirty="0" sz="1700" spc="25">
                <a:latin typeface="Arial"/>
                <a:cs typeface="Arial"/>
              </a:rPr>
              <a:t>s</a:t>
            </a:r>
            <a:r>
              <a:rPr dirty="0" sz="1700" spc="25">
                <a:latin typeface="Arial"/>
                <a:cs typeface="Arial"/>
              </a:rPr>
              <a:t>p</a:t>
            </a:r>
            <a:r>
              <a:rPr dirty="0" sz="1700" spc="25">
                <a:latin typeface="Arial"/>
                <a:cs typeface="Arial"/>
              </a:rPr>
              <a:t>e</a:t>
            </a:r>
            <a:r>
              <a:rPr dirty="0" sz="1700" spc="25">
                <a:latin typeface="Arial"/>
                <a:cs typeface="Arial"/>
              </a:rPr>
              <a:t>c</a:t>
            </a:r>
            <a:r>
              <a:rPr dirty="0" sz="1700" spc="15">
                <a:latin typeface="Arial"/>
                <a:cs typeface="Arial"/>
              </a:rPr>
              <a:t>i</a:t>
            </a:r>
            <a:r>
              <a:rPr dirty="0" sz="1700" spc="25">
                <a:latin typeface="Arial"/>
                <a:cs typeface="Arial"/>
              </a:rPr>
              <a:t>o</a:t>
            </a:r>
            <a:r>
              <a:rPr dirty="0" sz="1700" spc="25">
                <a:latin typeface="Arial"/>
                <a:cs typeface="Arial"/>
              </a:rPr>
              <a:t>n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e</a:t>
            </a:r>
            <a:r>
              <a:rPr dirty="0" sz="1700" spc="-40">
                <a:latin typeface="Arial"/>
                <a:cs typeface="Arial"/>
              </a:rPr>
              <a:t>l</a:t>
            </a:r>
            <a:r>
              <a:rPr dirty="0" sz="1700" spc="-30">
                <a:latin typeface="Arial"/>
                <a:cs typeface="Arial"/>
              </a:rPr>
              <a:t>e</a:t>
            </a:r>
            <a:r>
              <a:rPr dirty="0" sz="1700" spc="-25">
                <a:latin typeface="Arial"/>
                <a:cs typeface="Arial"/>
              </a:rPr>
              <a:t>m</a:t>
            </a:r>
            <a:r>
              <a:rPr dirty="0" sz="1700" spc="-30">
                <a:latin typeface="Arial"/>
                <a:cs typeface="Arial"/>
              </a:rPr>
              <a:t>e</a:t>
            </a:r>
            <a:r>
              <a:rPr dirty="0" sz="1700" spc="-30">
                <a:latin typeface="Arial"/>
                <a:cs typeface="Arial"/>
              </a:rPr>
              <a:t>n</a:t>
            </a:r>
            <a:r>
              <a:rPr dirty="0" sz="1700" spc="-35">
                <a:latin typeface="Arial"/>
                <a:cs typeface="Arial"/>
              </a:rPr>
              <a:t>t</a:t>
            </a:r>
            <a:r>
              <a:rPr dirty="0" sz="1700" spc="-3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</a:t>
            </a:r>
            <a:r>
              <a:rPr dirty="0" sz="1700" spc="25">
                <a:latin typeface="Arial"/>
                <a:cs typeface="Arial"/>
              </a:rPr>
              <a:t>e</a:t>
            </a:r>
            <a:r>
              <a:rPr dirty="0" sz="1700" spc="25">
                <a:latin typeface="Arial"/>
                <a:cs typeface="Arial"/>
              </a:rPr>
              <a:t>r</a:t>
            </a:r>
            <a:r>
              <a:rPr dirty="0" sz="1700" spc="30">
                <a:latin typeface="Arial"/>
                <a:cs typeface="Arial"/>
              </a:rPr>
              <a:t>m</a:t>
            </a:r>
            <a:r>
              <a:rPr dirty="0" sz="1700" spc="20">
                <a:latin typeface="Arial"/>
                <a:cs typeface="Arial"/>
              </a:rPr>
              <a:t>i</a:t>
            </a:r>
            <a:r>
              <a:rPr dirty="0" sz="1700" spc="25">
                <a:latin typeface="Arial"/>
                <a:cs typeface="Arial"/>
              </a:rPr>
              <a:t>n</a:t>
            </a:r>
            <a:r>
              <a:rPr dirty="0" sz="1700" spc="10">
                <a:latin typeface="Arial"/>
                <a:cs typeface="Arial"/>
              </a:rPr>
              <a:t>e</a:t>
            </a:r>
            <a:endParaRPr sz="1700">
              <a:latin typeface="Arial"/>
              <a:cs typeface="Arial"/>
            </a:endParaRPr>
          </a:p>
          <a:p>
            <a:pPr marL="441325">
              <a:lnSpc>
                <a:spcPct val="100000"/>
              </a:lnSpc>
              <a:spcBef>
                <a:spcPts val="605"/>
              </a:spcBef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45" b="1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13535" y="2949867"/>
            <a:ext cx="232727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>
                <a:latin typeface="Arial"/>
                <a:cs typeface="Arial"/>
              </a:rPr>
              <a:t>‘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inspecion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element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0174" y="2949867"/>
            <a:ext cx="333375" cy="606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3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4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69607" y="2872920"/>
            <a:ext cx="3034665" cy="6832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2540">
              <a:lnSpc>
                <a:spcPct val="129700"/>
              </a:lnSpc>
            </a:pPr>
            <a:r>
              <a:rPr dirty="0" sz="1700" spc="-5">
                <a:latin typeface="Arial"/>
                <a:cs typeface="Arial"/>
              </a:rPr>
              <a:t>par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cad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6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u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do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ele</a:t>
            </a:r>
            <a:r>
              <a:rPr dirty="0" sz="1700" spc="-25">
                <a:latin typeface="Arial"/>
                <a:cs typeface="Arial"/>
              </a:rPr>
              <a:t>m</a:t>
            </a:r>
            <a:r>
              <a:rPr dirty="0" sz="1700" spc="-25">
                <a:latin typeface="Arial"/>
                <a:cs typeface="Arial"/>
              </a:rPr>
              <a:t>ento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Pesquis</a:t>
            </a:r>
            <a:r>
              <a:rPr dirty="0" sz="1700" spc="100">
                <a:latin typeface="Arial"/>
                <a:cs typeface="Arial"/>
              </a:rPr>
              <a:t>a</a:t>
            </a:r>
            <a:r>
              <a:rPr dirty="0" sz="1700" spc="80">
                <a:latin typeface="Arial"/>
                <a:cs typeface="Arial"/>
              </a:rPr>
              <a:t>(</a:t>
            </a:r>
            <a:r>
              <a:rPr dirty="0" sz="1700" spc="12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/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3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0021" y="3622179"/>
            <a:ext cx="8001634" cy="3056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76275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2250">
              <a:latin typeface="Times New Roman"/>
              <a:cs typeface="Times New Roman"/>
            </a:endParaRPr>
          </a:p>
          <a:p>
            <a:pPr marL="274955" marR="342265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425" i="1">
                <a:latin typeface="Arial"/>
                <a:cs typeface="Arial"/>
              </a:rPr>
              <a:t>f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rr</a:t>
            </a:r>
            <a:r>
              <a:rPr dirty="0" sz="2050" b="1">
                <a:latin typeface="Arial"/>
                <a:cs typeface="Arial"/>
              </a:rPr>
              <a:t>ê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40">
                <a:latin typeface="Arial"/>
                <a:cs typeface="Arial"/>
              </a:rPr>
              <a:t>n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293836" y="3435578"/>
            <a:ext cx="104139" cy="0"/>
          </a:xfrm>
          <a:custGeom>
            <a:avLst/>
            <a:gdLst/>
            <a:ahLst/>
            <a:cxnLst/>
            <a:rect l="l" t="t" r="r" b="b"/>
            <a:pathLst>
              <a:path w="104140" h="0">
                <a:moveTo>
                  <a:pt x="0" y="0"/>
                </a:moveTo>
                <a:lnTo>
                  <a:pt x="1038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10056" y="855737"/>
            <a:ext cx="8546465" cy="6260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-3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marR="4064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794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78613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rr</a:t>
            </a:r>
            <a:r>
              <a:rPr dirty="0" sz="2050" b="1">
                <a:latin typeface="Arial"/>
                <a:cs typeface="Arial"/>
              </a:rPr>
              <a:t>ê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baseline="30864" sz="2025" spc="142">
                <a:latin typeface="PMingLiU"/>
                <a:cs typeface="PMingLiU"/>
              </a:rPr>
              <a:t>o</a:t>
            </a:r>
            <a:r>
              <a:rPr dirty="0" baseline="30864" sz="2025">
                <a:latin typeface="PMingLiU"/>
                <a:cs typeface="PMingLiU"/>
              </a:rPr>
              <a:t> </a:t>
            </a:r>
            <a:r>
              <a:rPr dirty="0" baseline="30864" sz="2025" spc="-67">
                <a:latin typeface="PMingLiU"/>
                <a:cs typeface="PMingLiU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65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2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  <a:tab pos="2896235" algn="l"/>
              </a:tabLst>
            </a:pP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i="1">
                <a:latin typeface="Arial"/>
                <a:cs typeface="Arial"/>
              </a:rPr>
              <a:t>	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)</a:t>
            </a:r>
            <a:endParaRPr sz="2050">
              <a:latin typeface="Arial"/>
              <a:cs typeface="Arial"/>
            </a:endParaRPr>
          </a:p>
          <a:p>
            <a:pPr marL="484505" marR="49530" indent="-262890">
              <a:lnSpc>
                <a:spcPct val="116300"/>
              </a:lnSpc>
              <a:spcBef>
                <a:spcPts val="1080"/>
              </a:spcBef>
              <a:tabLst>
                <a:tab pos="484505" algn="l"/>
              </a:tabLst>
            </a:pPr>
            <a:r>
              <a:rPr dirty="0" sz="2050" spc="-265">
                <a:latin typeface="Lucida Sans Unicode"/>
                <a:cs typeface="Lucida Sans Unicode"/>
              </a:rPr>
              <a:t>•</a:t>
            </a:r>
            <a:r>
              <a:rPr dirty="0" sz="2050" spc="-265">
                <a:latin typeface="Lucida Sans Unicode"/>
                <a:cs typeface="Lucida Sans Unicode"/>
              </a:rPr>
              <a:t>	</a:t>
            </a: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4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9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9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9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13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ant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-4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puta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baseline="30864" sz="2025" spc="120" i="1">
                <a:latin typeface="Trebuchet MS"/>
                <a:cs typeface="Trebuchet MS"/>
              </a:rPr>
              <a:t>k</a:t>
            </a:r>
            <a:r>
              <a:rPr dirty="0" baseline="30864" sz="2025" spc="-427" i="1">
                <a:latin typeface="Trebuchet MS"/>
                <a:cs typeface="Trebuchet MS"/>
              </a:rPr>
              <a:t> 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144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olu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rrê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&lt;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&gt;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22012" y="3971378"/>
            <a:ext cx="98425" cy="323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32044" y="3971378"/>
            <a:ext cx="98425" cy="323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9997" y="5093804"/>
            <a:ext cx="8521065" cy="1543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274955" marR="5080">
              <a:lnSpc>
                <a:spcPct val="119700"/>
              </a:lnSpc>
            </a:pP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baseline="30864" sz="2025" spc="262">
                <a:latin typeface="PMingLiU"/>
                <a:cs typeface="PMingLiU"/>
              </a:rPr>
              <a:t>2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baseline="30864" sz="2025" spc="262">
                <a:latin typeface="PMingLiU"/>
                <a:cs typeface="PMingLiU"/>
              </a:rPr>
              <a:t>3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300">
                <a:latin typeface="Tahoma"/>
                <a:cs typeface="Tahoma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repre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geo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onad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300">
                <a:latin typeface="Tahoma"/>
                <a:cs typeface="Tahoma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gua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881883" y="2584197"/>
          <a:ext cx="5466080" cy="2153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5086"/>
                <a:gridCol w="418388"/>
                <a:gridCol w="3212252"/>
              </a:tblGrid>
              <a:tr h="1232655">
                <a:tc>
                  <a:txBody>
                    <a:bodyPr/>
                    <a:lstStyle/>
                    <a:p>
                      <a:pPr marL="1186180">
                        <a:lnSpc>
                          <a:spcPct val="100000"/>
                        </a:lnSpc>
                      </a:pPr>
                      <a:r>
                        <a:rPr dirty="0" sz="205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050" spc="-29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</a:t>
                      </a:r>
                      <a:endParaRPr sz="2050">
                        <a:latin typeface="Tahoma"/>
                        <a:cs typeface="Tahoma"/>
                      </a:endParaRPr>
                    </a:p>
                    <a:p>
                      <a:pPr marL="92900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dirty="0" sz="205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050" spc="-29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</a:t>
                      </a:r>
                      <a:endParaRPr sz="2050">
                        <a:latin typeface="Tahoma"/>
                        <a:cs typeface="Tahoma"/>
                      </a:endParaRPr>
                    </a:p>
                    <a:p>
                      <a:pPr marL="67246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dirty="0" sz="205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050" spc="-29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</a:pPr>
                      <a:r>
                        <a:rPr dirty="0" sz="205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dirty="0" sz="205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dirty="0" sz="205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</a:pP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 spc="-11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205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050" spc="-29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</a:t>
                      </a:r>
                      <a:endParaRPr sz="2050">
                        <a:latin typeface="Tahoma"/>
                        <a:cs typeface="Tahoma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205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205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050" spc="-29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</a:t>
                      </a:r>
                      <a:endParaRPr sz="2050">
                        <a:latin typeface="Tahoma"/>
                        <a:cs typeface="Tahoma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205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205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050" spc="-29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517550">
                <a:tc>
                  <a:txBody>
                    <a:bodyPr/>
                    <a:lstStyle/>
                    <a:p>
                      <a:pPr algn="r" marR="101600">
                        <a:lnSpc>
                          <a:spcPts val="2300"/>
                        </a:lnSpc>
                      </a:pPr>
                      <a:r>
                        <a:rPr dirty="0" sz="2050" spc="-575">
                          <a:latin typeface="Arial"/>
                          <a:cs typeface="Arial"/>
                        </a:rPr>
                        <a:t>.</a:t>
                      </a:r>
                      <a:r>
                        <a:rPr dirty="0" baseline="-18970" sz="3075">
                          <a:latin typeface="Arial"/>
                          <a:cs typeface="Arial"/>
                        </a:rPr>
                        <a:t>.</a:t>
                      </a:r>
                      <a:endParaRPr baseline="-18970" sz="3075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baseline="-18970" sz="3075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2300"/>
                        </a:lnSpc>
                      </a:pPr>
                      <a:r>
                        <a:rPr dirty="0" sz="2050" spc="-575">
                          <a:latin typeface="Arial"/>
                          <a:cs typeface="Arial"/>
                        </a:rPr>
                        <a:t>.</a:t>
                      </a:r>
                      <a:r>
                        <a:rPr dirty="0" baseline="-18970" sz="3075">
                          <a:latin typeface="Arial"/>
                          <a:cs typeface="Arial"/>
                        </a:rPr>
                        <a:t>.</a:t>
                      </a:r>
                      <a:endParaRPr baseline="-18970" sz="3075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402710">
                <a:tc>
                  <a:txBody>
                    <a:bodyPr/>
                    <a:lstStyle/>
                    <a:p>
                      <a:pPr algn="r" marR="1016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205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050" spc="-29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2050" spc="-3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5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2050" spc="-30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05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2050" spc="-30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05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2050" spc="-30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2050">
                          <a:latin typeface="Tahoma"/>
                          <a:cs typeface="Tahoma"/>
                        </a:rPr>
                        <a:t>=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2050" spc="-3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5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2050" spc="-30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05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2050" spc="-30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05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2050" spc="-30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205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205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050" spc="-29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2050" spc="-3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5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2050" spc="-30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05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2050" spc="-30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05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dirty="0" sz="2050" spc="-30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050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2050">
                          <a:latin typeface="Tahoma"/>
                          <a:cs typeface="Tahoma"/>
                        </a:rPr>
                        <a:t>)</a:t>
                      </a:r>
                      <a:endParaRPr sz="205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0056" y="866482"/>
            <a:ext cx="768604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olu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rrê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ia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10048" y="1554619"/>
            <a:ext cx="7877809" cy="1347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baseline="30864" sz="2025" spc="262">
                <a:latin typeface="PMingLiU"/>
                <a:cs typeface="PMingLiU"/>
              </a:rPr>
              <a:t>2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baseline="30864" sz="2025" spc="262">
                <a:latin typeface="PMingLiU"/>
                <a:cs typeface="PMingLiU"/>
              </a:rPr>
              <a:t>3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endParaRPr sz="2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300">
                <a:latin typeface="Tahoma"/>
                <a:cs typeface="Tahoma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10">
                <a:latin typeface="Lucida Sans Unicode"/>
                <a:cs typeface="Lucida Sans Unicode"/>
              </a:rPr>
              <a:t> 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5">
                <a:latin typeface="Tahoma"/>
                <a:cs typeface="Tahoma"/>
              </a:rPr>
              <a:t>)</a:t>
            </a:r>
            <a:endParaRPr sz="2050">
              <a:latin typeface="Tahoma"/>
              <a:cs typeface="Tahoma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300">
                <a:latin typeface="Tahoma"/>
                <a:cs typeface="Tahoma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18139" y="2911221"/>
            <a:ext cx="985519" cy="223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909319" algn="l"/>
              </a:tabLst>
            </a:pPr>
            <a:r>
              <a:rPr dirty="0" baseline="4115" sz="2025" spc="750">
                <a:latin typeface="Arial"/>
                <a:cs typeface="Arial"/>
              </a:rPr>
              <a:t>∞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5">
                <a:latin typeface="Times New Roman"/>
                <a:cs typeface="Times New Roman"/>
              </a:rPr>
              <a:t>	</a:t>
            </a:r>
            <a:r>
              <a:rPr dirty="0" sz="1350" spc="80" i="1">
                <a:latin typeface="Trebuchet MS"/>
                <a:cs typeface="Trebuchet MS"/>
              </a:rPr>
              <a:t>i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82344" y="2917532"/>
            <a:ext cx="4431030" cy="382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992245" algn="l"/>
              </a:tabLst>
            </a:pP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entã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baseline="45751" sz="2550" spc="2010">
                <a:latin typeface="Arial"/>
                <a:cs typeface="Arial"/>
              </a:rPr>
              <a:t>.</a:t>
            </a:r>
            <a:r>
              <a:rPr dirty="0" baseline="-20576" sz="2025" spc="120" i="1">
                <a:latin typeface="Trebuchet MS"/>
                <a:cs typeface="Trebuchet MS"/>
              </a:rPr>
              <a:t>i</a:t>
            </a:r>
            <a:r>
              <a:rPr dirty="0" baseline="-20576" sz="2025" spc="630">
                <a:latin typeface="PMingLiU"/>
                <a:cs typeface="PMingLiU"/>
              </a:rPr>
              <a:t>=</a:t>
            </a:r>
            <a:r>
              <a:rPr dirty="0" baseline="-20576" sz="2025" spc="262">
                <a:latin typeface="PMingLiU"/>
                <a:cs typeface="PMingLiU"/>
              </a:rPr>
              <a:t>0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Tahoma"/>
                <a:cs typeface="Tahoma"/>
              </a:rPr>
              <a:t>	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18923" y="3109988"/>
            <a:ext cx="369570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95">
                <a:latin typeface="PMingLiU"/>
                <a:cs typeface="PMingLiU"/>
              </a:rPr>
              <a:t>1</a:t>
            </a:r>
            <a:r>
              <a:rPr dirty="0" sz="1350" spc="345">
                <a:latin typeface="Arial"/>
                <a:cs typeface="Arial"/>
              </a:rPr>
              <a:t>−</a:t>
            </a:r>
            <a:r>
              <a:rPr dirty="0" sz="1350" spc="-170">
                <a:latin typeface="Arial"/>
                <a:cs typeface="Arial"/>
              </a:rPr>
              <a:t> </a:t>
            </a:r>
            <a:r>
              <a:rPr dirty="0" baseline="30555" sz="1500" spc="-7" u="sng">
                <a:latin typeface="Lucida Sans Unicode"/>
                <a:cs typeface="Lucida Sans Unicode"/>
              </a:rPr>
              <a:t>1</a:t>
            </a:r>
            <a:endParaRPr baseline="30555" sz="15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82613" y="3223018"/>
            <a:ext cx="106045" cy="144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z="1000" spc="-5">
                <a:latin typeface="Lucida Sans Unicode"/>
                <a:cs typeface="Lucida Sans Unicode"/>
              </a:rPr>
              <a:t>3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31915" y="2642742"/>
            <a:ext cx="770255" cy="488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569595" algn="l"/>
              </a:tabLst>
            </a:pPr>
            <a:r>
              <a:rPr dirty="0" sz="1700" spc="790">
                <a:latin typeface="Arial"/>
                <a:cs typeface="Arial"/>
              </a:rPr>
              <a:t>.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baseline="-69958" sz="2025" spc="7" u="sng">
                <a:latin typeface="Times New Roman"/>
                <a:cs typeface="Times New Roman"/>
              </a:rPr>
              <a:t> </a:t>
            </a:r>
            <a:r>
              <a:rPr dirty="0" baseline="-69958" sz="2025" u="sng">
                <a:latin typeface="Times New Roman"/>
                <a:cs typeface="Times New Roman"/>
              </a:rPr>
              <a:t> </a:t>
            </a:r>
            <a:r>
              <a:rPr dirty="0" baseline="-69958" sz="2025" spc="104" u="sng">
                <a:latin typeface="Times New Roman"/>
                <a:cs typeface="Times New Roman"/>
              </a:rPr>
              <a:t> </a:t>
            </a:r>
            <a:r>
              <a:rPr dirty="0" baseline="-69958" sz="2025" spc="142" u="sng">
                <a:latin typeface="PMingLiU"/>
                <a:cs typeface="PMingLiU"/>
              </a:rPr>
              <a:t>1</a:t>
            </a:r>
            <a:r>
              <a:rPr dirty="0" baseline="-69958" sz="2025" u="sng">
                <a:latin typeface="PMingLiU"/>
                <a:cs typeface="PMingLiU"/>
              </a:rPr>
              <a:t>	</a:t>
            </a:r>
            <a:r>
              <a:rPr dirty="0" baseline="-69958" sz="2025" spc="-217">
                <a:latin typeface="PMingLiU"/>
                <a:cs typeface="PMingLiU"/>
              </a:rPr>
              <a:t> </a:t>
            </a:r>
            <a:r>
              <a:rPr dirty="0" sz="1700" spc="790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48068" y="2903105"/>
            <a:ext cx="231140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95" u="sng">
                <a:latin typeface="PMingLiU"/>
                <a:cs typeface="PMingLiU"/>
              </a:rPr>
              <a:t>3</a:t>
            </a:r>
            <a:r>
              <a:rPr dirty="0" sz="1350" spc="145" i="1" u="sng">
                <a:latin typeface="Trebuchet MS"/>
                <a:cs typeface="Trebuchet MS"/>
              </a:rPr>
              <a:t>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49174" y="2917532"/>
            <a:ext cx="629285" cy="420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67665" algn="l"/>
              </a:tabLst>
            </a:pP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75">
                <a:latin typeface="Tahoma"/>
                <a:cs typeface="Tahoma"/>
              </a:rPr>
              <a:t>	</a:t>
            </a:r>
            <a:r>
              <a:rPr dirty="0" baseline="-28806" sz="2025" spc="142">
                <a:latin typeface="PMingLiU"/>
                <a:cs typeface="PMingLiU"/>
              </a:rPr>
              <a:t>2</a:t>
            </a:r>
            <a:r>
              <a:rPr dirty="0" baseline="-28806" sz="2025" spc="142">
                <a:latin typeface="PMingLiU"/>
                <a:cs typeface="PMingLiU"/>
              </a:rPr>
              <a:t> </a:t>
            </a:r>
            <a:r>
              <a:rPr dirty="0" baseline="-28806" sz="2025" spc="-82">
                <a:latin typeface="PMingLiU"/>
                <a:cs typeface="PMingLiU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0011" y="3470691"/>
            <a:ext cx="7879715" cy="17830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300">
                <a:latin typeface="Tahoma"/>
                <a:cs typeface="Tahoma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r>
              <a:rPr dirty="0" sz="2050" spc="-305">
                <a:latin typeface="Lucida Sans Unicode"/>
                <a:cs typeface="Lucida Sans Unicode"/>
              </a:rPr>
              <a:t> 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ivis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baseline="30864" sz="2025" spc="217" i="1">
                <a:latin typeface="Trebuchet MS"/>
                <a:cs typeface="Trebuchet MS"/>
              </a:rPr>
              <a:t>x</a:t>
            </a:r>
            <a:r>
              <a:rPr dirty="0" baseline="30864" sz="2025" i="1">
                <a:latin typeface="Trebuchet MS"/>
                <a:cs typeface="Trebuchet MS"/>
              </a:rPr>
              <a:t> </a:t>
            </a:r>
            <a:r>
              <a:rPr dirty="0" baseline="30864" sz="2025" spc="-232" i="1">
                <a:latin typeface="Trebuchet MS"/>
                <a:cs typeface="Trebuchet MS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baseline="30864" sz="2025" spc="337" i="1">
                <a:latin typeface="Trebuchet MS"/>
                <a:cs typeface="Trebuchet MS"/>
              </a:rPr>
              <a:t>x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90">
                <a:latin typeface="Tahoma"/>
                <a:cs typeface="Tahoma"/>
              </a:rPr>
              <a:t>l</a:t>
            </a:r>
            <a:r>
              <a:rPr dirty="0" sz="2050" spc="-105">
                <a:latin typeface="Tahoma"/>
                <a:cs typeface="Tahoma"/>
              </a:rPr>
              <a:t>o</a:t>
            </a:r>
            <a:r>
              <a:rPr dirty="0" sz="2050" spc="-100">
                <a:latin typeface="Tahoma"/>
                <a:cs typeface="Tahoma"/>
              </a:rPr>
              <a:t>g</a:t>
            </a:r>
            <a:r>
              <a:rPr dirty="0" baseline="-20576" sz="2025" spc="142">
                <a:latin typeface="PMingLiU"/>
                <a:cs typeface="PMingLiU"/>
              </a:rPr>
              <a:t>3</a:t>
            </a:r>
            <a:r>
              <a:rPr dirty="0" baseline="-20576" sz="2025" spc="120">
                <a:latin typeface="PMingLiU"/>
                <a:cs typeface="PMingLiU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98127" y="5398389"/>
            <a:ext cx="326390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80" i="1">
                <a:latin typeface="Trebuchet MS"/>
                <a:cs typeface="Trebuchet MS"/>
              </a:rPr>
              <a:t>i</a:t>
            </a:r>
            <a:r>
              <a:rPr dirty="0" sz="1350" spc="420">
                <a:latin typeface="PMingLiU"/>
                <a:cs typeface="PMingLiU"/>
              </a:rPr>
              <a:t>=</a:t>
            </a:r>
            <a:r>
              <a:rPr dirty="0" sz="1350" spc="95">
                <a:latin typeface="PMingLiU"/>
                <a:cs typeface="PMingLiU"/>
              </a:rPr>
              <a:t>0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21050" y="5230253"/>
            <a:ext cx="1027430" cy="421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375"/>
              </a:lnSpc>
            </a:pPr>
            <a:r>
              <a:rPr dirty="0" sz="1350" spc="145" i="1" u="sng">
                <a:latin typeface="Trebuchet MS"/>
                <a:cs typeface="Trebuchet MS"/>
              </a:rPr>
              <a:t>n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ts val="1375"/>
              </a:lnSpc>
              <a:tabLst>
                <a:tab pos="829944" algn="l"/>
              </a:tabLst>
            </a:pPr>
            <a:r>
              <a:rPr dirty="0" baseline="-16460" sz="2025" spc="142">
                <a:latin typeface="PMingLiU"/>
                <a:cs typeface="PMingLiU"/>
              </a:rPr>
              <a:t>3</a:t>
            </a:r>
            <a:r>
              <a:rPr dirty="0" sz="1000" spc="235" i="1">
                <a:latin typeface="Arial"/>
                <a:cs typeface="Arial"/>
              </a:rPr>
              <a:t>i</a:t>
            </a:r>
            <a:r>
              <a:rPr dirty="0" sz="1000" spc="235" i="1">
                <a:latin typeface="Arial"/>
                <a:cs typeface="Arial"/>
              </a:rPr>
              <a:t>	</a:t>
            </a:r>
            <a:r>
              <a:rPr dirty="0" baseline="-16460" sz="2025" spc="142">
                <a:latin typeface="PMingLiU"/>
                <a:cs typeface="PMingLiU"/>
              </a:rPr>
              <a:t>3</a:t>
            </a:r>
            <a:r>
              <a:rPr dirty="0" sz="1000" spc="220" i="1">
                <a:latin typeface="Arial"/>
                <a:cs typeface="Arial"/>
              </a:rPr>
              <a:t>x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33403" y="5398389"/>
            <a:ext cx="326390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80" i="1">
                <a:latin typeface="Trebuchet MS"/>
                <a:cs typeface="Trebuchet MS"/>
              </a:rPr>
              <a:t>i</a:t>
            </a:r>
            <a:r>
              <a:rPr dirty="0" sz="1350" spc="420">
                <a:latin typeface="PMingLiU"/>
                <a:cs typeface="PMingLiU"/>
              </a:rPr>
              <a:t>=</a:t>
            </a:r>
            <a:r>
              <a:rPr dirty="0" sz="1350" spc="95">
                <a:latin typeface="PMingLiU"/>
                <a:cs typeface="PMingLiU"/>
              </a:rPr>
              <a:t>0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82318" y="5244680"/>
            <a:ext cx="520636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797685" algn="l"/>
              </a:tabLst>
            </a:pP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baseline="45751" sz="2550" spc="2010">
                <a:latin typeface="Arial"/>
                <a:cs typeface="Arial"/>
              </a:rPr>
              <a:t>.</a:t>
            </a:r>
            <a:r>
              <a:rPr dirty="0" baseline="34979" sz="2025" spc="217" i="1">
                <a:latin typeface="Trebuchet MS"/>
                <a:cs typeface="Trebuchet MS"/>
              </a:rPr>
              <a:t>x</a:t>
            </a:r>
            <a:r>
              <a:rPr dirty="0" baseline="34979" sz="2025" spc="517">
                <a:latin typeface="Arial"/>
                <a:cs typeface="Arial"/>
              </a:rPr>
              <a:t>−</a:t>
            </a:r>
            <a:r>
              <a:rPr dirty="0" baseline="34979" sz="2025" spc="142">
                <a:latin typeface="PMingLiU"/>
                <a:cs typeface="PMingLiU"/>
              </a:rPr>
              <a:t>1</a:t>
            </a:r>
            <a:r>
              <a:rPr dirty="0" baseline="34979" sz="2025">
                <a:latin typeface="PMingLiU"/>
                <a:cs typeface="PMingLiU"/>
              </a:rPr>
              <a:t>	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sz="2050" spc="-290" i="1">
                <a:latin typeface="Arial"/>
                <a:cs typeface="Arial"/>
              </a:rPr>
              <a:t> 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 </a:t>
            </a:r>
            <a:r>
              <a:rPr dirty="0" baseline="32921" sz="2025" spc="217" i="1" u="sng">
                <a:latin typeface="Trebuchet MS"/>
                <a:cs typeface="Trebuchet MS"/>
              </a:rPr>
              <a:t>n</a:t>
            </a:r>
            <a:r>
              <a:rPr dirty="0" baseline="32921" sz="2025" spc="187" i="1">
                <a:latin typeface="Trebuchet MS"/>
                <a:cs typeface="Trebuchet MS"/>
              </a:rPr>
              <a:t> 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baseline="45751" sz="2550" spc="2010">
                <a:latin typeface="Arial"/>
                <a:cs typeface="Arial"/>
              </a:rPr>
              <a:t>.</a:t>
            </a:r>
            <a:r>
              <a:rPr dirty="0" baseline="34979" sz="2025" spc="217" i="1">
                <a:latin typeface="Trebuchet MS"/>
                <a:cs typeface="Trebuchet MS"/>
              </a:rPr>
              <a:t>x</a:t>
            </a:r>
            <a:r>
              <a:rPr dirty="0" baseline="34979" sz="2025" spc="517">
                <a:latin typeface="Arial"/>
                <a:cs typeface="Arial"/>
              </a:rPr>
              <a:t>−</a:t>
            </a:r>
            <a:r>
              <a:rPr dirty="0" baseline="34979" sz="2025" spc="262">
                <a:latin typeface="PMingLiU"/>
                <a:cs typeface="PMingLiU"/>
              </a:rPr>
              <a:t>1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10">
                <a:latin typeface="Tahoma"/>
                <a:cs typeface="Tahoma"/>
              </a:rPr>
              <a:t>3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baseline="30864" sz="2025" spc="120" i="1">
                <a:latin typeface="Trebuchet MS"/>
                <a:cs typeface="Trebuchet MS"/>
              </a:rPr>
              <a:t>i</a:t>
            </a:r>
            <a:r>
              <a:rPr dirty="0" baseline="30864" sz="2025" spc="202" i="1">
                <a:latin typeface="Trebuchet MS"/>
                <a:cs typeface="Trebuchet MS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83525" y="5159146"/>
            <a:ext cx="106045" cy="144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z="1000" spc="-5">
                <a:latin typeface="Lucida Sans Unicode"/>
                <a:cs typeface="Lucida Sans Unicode"/>
              </a:rPr>
              <a:t>1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296112" y="5313972"/>
            <a:ext cx="80645" cy="0"/>
          </a:xfrm>
          <a:custGeom>
            <a:avLst/>
            <a:gdLst/>
            <a:ahLst/>
            <a:cxnLst/>
            <a:rect l="l" t="t" r="r" b="b"/>
            <a:pathLst>
              <a:path w="80645" h="0">
                <a:moveTo>
                  <a:pt x="0" y="0"/>
                </a:moveTo>
                <a:lnTo>
                  <a:pt x="8023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762432" y="5186248"/>
            <a:ext cx="725170" cy="257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45" i="1">
                <a:latin typeface="Trebuchet MS"/>
                <a:cs typeface="Trebuchet MS"/>
              </a:rPr>
              <a:t>n</a:t>
            </a:r>
            <a:r>
              <a:rPr dirty="0" sz="1350" spc="120">
                <a:latin typeface="PMingLiU"/>
                <a:cs typeface="PMingLiU"/>
              </a:rPr>
              <a:t>(1</a:t>
            </a:r>
            <a:r>
              <a:rPr dirty="0" sz="1350" spc="345">
                <a:latin typeface="Arial"/>
                <a:cs typeface="Arial"/>
              </a:rPr>
              <a:t>−</a:t>
            </a:r>
            <a:r>
              <a:rPr dirty="0" sz="1350" spc="145">
                <a:latin typeface="PMingLiU"/>
                <a:cs typeface="PMingLiU"/>
              </a:rPr>
              <a:t>(</a:t>
            </a:r>
            <a:r>
              <a:rPr dirty="0" sz="1350" spc="-145">
                <a:latin typeface="PMingLiU"/>
                <a:cs typeface="PMingLiU"/>
              </a:rPr>
              <a:t> </a:t>
            </a:r>
            <a:r>
              <a:rPr dirty="0" baseline="-30555" sz="1500" spc="-7">
                <a:latin typeface="Lucida Sans Unicode"/>
                <a:cs typeface="Lucida Sans Unicode"/>
              </a:rPr>
              <a:t>3</a:t>
            </a:r>
            <a:r>
              <a:rPr dirty="0" baseline="-30555" sz="1500" spc="-165">
                <a:latin typeface="Lucida Sans Unicode"/>
                <a:cs typeface="Lucida Sans Unicode"/>
              </a:rPr>
              <a:t> </a:t>
            </a:r>
            <a:r>
              <a:rPr dirty="0" sz="1350" spc="145">
                <a:latin typeface="PMingLiU"/>
                <a:cs typeface="PMingLiU"/>
              </a:rPr>
              <a:t>)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62063" y="5168975"/>
            <a:ext cx="116839" cy="142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r>
              <a:rPr dirty="0" sz="1000" spc="220" i="1">
                <a:latin typeface="Arial"/>
                <a:cs typeface="Arial"/>
              </a:rPr>
              <a:t>x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775132" y="5439359"/>
            <a:ext cx="875030" cy="0"/>
          </a:xfrm>
          <a:custGeom>
            <a:avLst/>
            <a:gdLst/>
            <a:ahLst/>
            <a:cxnLst/>
            <a:rect l="l" t="t" r="r" b="b"/>
            <a:pathLst>
              <a:path w="875029" h="0">
                <a:moveTo>
                  <a:pt x="0" y="0"/>
                </a:moveTo>
                <a:lnTo>
                  <a:pt x="874509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90968" y="5564873"/>
            <a:ext cx="80645" cy="0"/>
          </a:xfrm>
          <a:custGeom>
            <a:avLst/>
            <a:gdLst/>
            <a:ahLst/>
            <a:cxnLst/>
            <a:rect l="l" t="t" r="r" b="b"/>
            <a:pathLst>
              <a:path w="80645" h="0">
                <a:moveTo>
                  <a:pt x="0" y="0"/>
                </a:moveTo>
                <a:lnTo>
                  <a:pt x="8023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942340" y="5437136"/>
            <a:ext cx="540385" cy="257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55"/>
              </a:lnSpc>
            </a:pPr>
            <a:r>
              <a:rPr dirty="0" sz="1350" spc="120">
                <a:latin typeface="PMingLiU"/>
                <a:cs typeface="PMingLiU"/>
              </a:rPr>
              <a:t>(1</a:t>
            </a:r>
            <a:r>
              <a:rPr dirty="0" sz="1350" spc="345">
                <a:latin typeface="Arial"/>
                <a:cs typeface="Arial"/>
              </a:rPr>
              <a:t>−</a:t>
            </a:r>
            <a:r>
              <a:rPr dirty="0" sz="1350" spc="-170">
                <a:latin typeface="Arial"/>
                <a:cs typeface="Arial"/>
              </a:rPr>
              <a:t> </a:t>
            </a:r>
            <a:r>
              <a:rPr dirty="0" baseline="30555" sz="1500" spc="-7">
                <a:latin typeface="Lucida Sans Unicode"/>
                <a:cs typeface="Lucida Sans Unicode"/>
              </a:rPr>
              <a:t>1</a:t>
            </a:r>
            <a:r>
              <a:rPr dirty="0" baseline="30555" sz="1500" spc="-172">
                <a:latin typeface="Lucida Sans Unicode"/>
                <a:cs typeface="Lucida Sans Unicode"/>
              </a:rPr>
              <a:t> </a:t>
            </a:r>
            <a:r>
              <a:rPr dirty="0" sz="1350" spc="145">
                <a:latin typeface="PMingLiU"/>
                <a:cs typeface="PMingLiU"/>
              </a:rPr>
              <a:t>)</a:t>
            </a:r>
            <a:endParaRPr sz="1350">
              <a:latin typeface="PMingLiU"/>
              <a:cs typeface="PMingLiU"/>
            </a:endParaRPr>
          </a:p>
          <a:p>
            <a:pPr marL="348615">
              <a:lnSpc>
                <a:spcPts val="765"/>
              </a:lnSpc>
            </a:pPr>
            <a:r>
              <a:rPr dirty="0" sz="1000" spc="-5">
                <a:latin typeface="Lucida Sans Unicode"/>
                <a:cs typeface="Lucida Sans Unicode"/>
              </a:rPr>
              <a:t>3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564590" y="5244680"/>
            <a:ext cx="84137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aseline="47325" sz="2025" spc="217">
                <a:latin typeface="PMingLiU"/>
                <a:cs typeface="PMingLiU"/>
              </a:rPr>
              <a:t>)</a:t>
            </a:r>
            <a:r>
              <a:rPr dirty="0" baseline="47325" sz="2025" spc="217">
                <a:latin typeface="PMingLiU"/>
                <a:cs typeface="PMingLiU"/>
              </a:rPr>
              <a:t> </a:t>
            </a:r>
            <a:r>
              <a:rPr dirty="0" baseline="47325" sz="2025" spc="-60">
                <a:latin typeface="PMingLiU"/>
                <a:cs typeface="PMingLiU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185">
                <a:latin typeface="Tahoma"/>
                <a:cs typeface="Tahoma"/>
              </a:rPr>
              <a:t> </a:t>
            </a:r>
            <a:r>
              <a:rPr dirty="0" sz="2050" spc="-110">
                <a:latin typeface="Tahoma"/>
                <a:cs typeface="Tahoma"/>
              </a:rPr>
              <a:t>1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 spc="75">
                <a:latin typeface="Tahoma"/>
                <a:cs typeface="Tahoma"/>
              </a:rPr>
              <a:t>=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79790" y="5246255"/>
            <a:ext cx="231140" cy="4057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8580" marR="5080" indent="-56515">
              <a:lnSpc>
                <a:spcPts val="1530"/>
              </a:lnSpc>
            </a:pPr>
            <a:r>
              <a:rPr dirty="0" sz="1350" spc="95" u="sng">
                <a:latin typeface="PMingLiU"/>
                <a:cs typeface="PMingLiU"/>
              </a:rPr>
              <a:t>3</a:t>
            </a:r>
            <a:r>
              <a:rPr dirty="0" sz="1350" spc="145" i="1" u="sng">
                <a:latin typeface="Trebuchet MS"/>
                <a:cs typeface="Trebuchet MS"/>
              </a:rPr>
              <a:t>n</a:t>
            </a:r>
            <a:r>
              <a:rPr dirty="0" sz="1350" spc="80" i="1">
                <a:latin typeface="Trebuchet MS"/>
                <a:cs typeface="Trebuchet MS"/>
              </a:rPr>
              <a:t> </a:t>
            </a:r>
            <a:r>
              <a:rPr dirty="0" sz="1350" spc="95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058605" y="5230253"/>
            <a:ext cx="118745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95" u="sng">
                <a:latin typeface="PMingLiU"/>
                <a:cs typeface="PMingLiU"/>
              </a:rPr>
              <a:t>1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69998" y="5244680"/>
            <a:ext cx="506095" cy="420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15">
                <a:latin typeface="Lucida Sans Unicode"/>
                <a:cs typeface="Lucida Sans Unicode"/>
              </a:rPr>
              <a:t> </a:t>
            </a:r>
            <a:r>
              <a:rPr dirty="0" baseline="-28806" sz="2025" spc="142">
                <a:latin typeface="PMingLiU"/>
                <a:cs typeface="PMingLiU"/>
              </a:rPr>
              <a:t>2</a:t>
            </a:r>
            <a:r>
              <a:rPr dirty="0" baseline="-28806" sz="2025" spc="-217">
                <a:latin typeface="PMingLiU"/>
                <a:cs typeface="PMingLiU"/>
              </a:rPr>
              <a:t> 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20021" y="5834811"/>
            <a:ext cx="4678045" cy="420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-5">
                <a:latin typeface="Tahoma"/>
                <a:cs typeface="Tahom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5">
                <a:latin typeface="Tahoma"/>
                <a:cs typeface="Tahom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73465" cy="31362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Lingu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4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asca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(1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1950">
              <a:latin typeface="Times New Roman"/>
              <a:cs typeface="Times New Roman"/>
            </a:endParaRPr>
          </a:p>
          <a:p>
            <a:pPr marL="484505" marR="5080" indent="-250825">
              <a:lnSpc>
                <a:spcPct val="1245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5">
                <a:latin typeface="Arial"/>
                <a:cs typeface="Arial"/>
              </a:rPr>
              <a:t>g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amas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ados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li</a:t>
            </a:r>
            <a:r>
              <a:rPr dirty="0" sz="1850" spc="10">
                <a:latin typeface="Arial"/>
                <a:cs typeface="Arial"/>
              </a:rPr>
              <a:t>v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20">
                <a:latin typeface="Arial"/>
                <a:cs typeface="Arial"/>
              </a:rPr>
              <a:t>am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apenas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>
                <a:latin typeface="Arial"/>
                <a:cs typeface="Arial"/>
              </a:rPr>
              <a:t>í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bá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15">
                <a:latin typeface="Arial"/>
                <a:cs typeface="Arial"/>
              </a:rPr>
              <a:t> 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60">
                <a:latin typeface="Arial"/>
                <a:cs typeface="Arial"/>
              </a:rPr>
              <a:t>P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al.</a:t>
            </a:r>
            <a:endParaRPr sz="1850">
              <a:latin typeface="Arial"/>
              <a:cs typeface="Arial"/>
            </a:endParaRPr>
          </a:p>
          <a:p>
            <a:pPr marL="484505" marR="880110" indent="-250825">
              <a:lnSpc>
                <a:spcPct val="124500"/>
              </a:lnSpc>
              <a:spcBef>
                <a:spcPts val="14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São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v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adas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55">
                <a:latin typeface="Arial"/>
                <a:cs typeface="Arial"/>
              </a:rPr>
              <a:t>f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ilidades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mais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25">
                <a:latin typeface="Arial"/>
                <a:cs typeface="Arial"/>
              </a:rPr>
              <a:t>a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an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adas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di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pon</a:t>
            </a:r>
            <a:r>
              <a:rPr dirty="0" sz="1850">
                <a:latin typeface="Arial"/>
                <a:cs typeface="Arial"/>
              </a:rPr>
              <a:t>í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algumas</a:t>
            </a:r>
            <a:r>
              <a:rPr dirty="0" sz="1850" spc="15">
                <a:latin typeface="Arial"/>
                <a:cs typeface="Arial"/>
              </a:rPr>
              <a:t> implemen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õe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354330" indent="-250825">
              <a:lnSpc>
                <a:spcPct val="124500"/>
              </a:lnSpc>
              <a:spcBef>
                <a:spcPts val="14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N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emos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linguagem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ua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alidad</a:t>
            </a:r>
            <a:r>
              <a:rPr dirty="0" sz="1850" spc="-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apenas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20">
                <a:latin typeface="Arial"/>
                <a:cs typeface="Arial"/>
              </a:rPr>
              <a:t>aminamos</a:t>
            </a:r>
            <a:r>
              <a:rPr dirty="0" sz="1850" spc="15">
                <a:latin typeface="Arial"/>
                <a:cs typeface="Arial"/>
              </a:rPr>
              <a:t> algumas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>
                <a:latin typeface="Arial"/>
                <a:cs typeface="Arial"/>
              </a:rPr>
              <a:t>í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7452359" cy="1076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Lingu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4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asca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(2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40008" y="2151054"/>
            <a:ext cx="3295015" cy="2524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49300"/>
              </a:lnSpc>
            </a:pP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abe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alho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5">
                <a:latin typeface="Arial"/>
                <a:cs typeface="Arial"/>
              </a:rPr>
              <a:t>gr</a:t>
            </a:r>
            <a:r>
              <a:rPr dirty="0" sz="1850" spc="20">
                <a:latin typeface="Arial"/>
                <a:cs typeface="Arial"/>
              </a:rPr>
              <a:t>ama</a:t>
            </a:r>
            <a:r>
              <a:rPr dirty="0" sz="1850" spc="15">
                <a:latin typeface="Arial"/>
                <a:cs typeface="Arial"/>
              </a:rPr>
              <a:t> de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la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ó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ulo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 b="1">
                <a:latin typeface="Arial"/>
                <a:cs typeface="Arial"/>
              </a:rPr>
              <a:t>go</a:t>
            </a:r>
            <a:r>
              <a:rPr dirty="0" sz="1850" spc="5" b="1">
                <a:latin typeface="Arial"/>
                <a:cs typeface="Arial"/>
              </a:rPr>
              <a:t>t</a:t>
            </a:r>
            <a:r>
              <a:rPr dirty="0" sz="1850" spc="20" b="1">
                <a:latin typeface="Arial"/>
                <a:cs typeface="Arial"/>
              </a:rPr>
              <a:t>o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def</a:t>
            </a:r>
            <a:r>
              <a:rPr dirty="0" sz="1850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ni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 spc="5">
                <a:latin typeface="Arial"/>
                <a:cs typeface="Arial"/>
              </a:rPr>
              <a:t>st</a:t>
            </a:r>
            <a:r>
              <a:rPr dirty="0" sz="1850" spc="15">
                <a:latin typeface="Arial"/>
                <a:cs typeface="Arial"/>
              </a:rPr>
              <a:t>an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es</a:t>
            </a:r>
            <a:r>
              <a:rPr dirty="0" sz="1850" spc="10">
                <a:latin typeface="Arial"/>
                <a:cs typeface="Arial"/>
              </a:rPr>
              <a:t> def</a:t>
            </a:r>
            <a:r>
              <a:rPr dirty="0" sz="1850">
                <a:latin typeface="Arial"/>
                <a:cs typeface="Arial"/>
              </a:rPr>
              <a:t>i</a:t>
            </a:r>
            <a:r>
              <a:rPr dirty="0" sz="1850" spc="10">
                <a:latin typeface="Arial"/>
                <a:cs typeface="Arial"/>
              </a:rPr>
              <a:t>ni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ipos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dados</a:t>
            </a:r>
            <a:r>
              <a:rPr dirty="0" sz="1850" spc="15">
                <a:latin typeface="Arial"/>
                <a:cs typeface="Arial"/>
              </a:rPr>
              <a:t> de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la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iá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eis</a:t>
            </a:r>
            <a:r>
              <a:rPr dirty="0" sz="1850" spc="15">
                <a:latin typeface="Arial"/>
                <a:cs typeface="Arial"/>
              </a:rPr>
              <a:t> de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la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ubp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5">
                <a:latin typeface="Arial"/>
                <a:cs typeface="Arial"/>
              </a:rPr>
              <a:t>gr</a:t>
            </a:r>
            <a:r>
              <a:rPr dirty="0" sz="1850" spc="20">
                <a:latin typeface="Arial"/>
                <a:cs typeface="Arial"/>
              </a:rPr>
              <a:t>amas</a:t>
            </a:r>
            <a:endParaRPr sz="1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22409" y="2151054"/>
            <a:ext cx="1277620" cy="37547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R="302895">
              <a:lnSpc>
                <a:spcPct val="149300"/>
              </a:lnSpc>
            </a:pPr>
            <a:r>
              <a:rPr dirty="0" sz="1850" spc="20" b="1">
                <a:latin typeface="Arial"/>
                <a:cs typeface="Arial"/>
              </a:rPr>
              <a:t>p</a:t>
            </a:r>
            <a:r>
              <a:rPr dirty="0" sz="1850" spc="-30" b="1">
                <a:latin typeface="Arial"/>
                <a:cs typeface="Arial"/>
              </a:rPr>
              <a:t>r</a:t>
            </a:r>
            <a:r>
              <a:rPr dirty="0" sz="1850" spc="20" b="1">
                <a:latin typeface="Arial"/>
                <a:cs typeface="Arial"/>
              </a:rPr>
              <a:t>ogram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b="1">
                <a:latin typeface="Arial"/>
                <a:cs typeface="Arial"/>
              </a:rPr>
              <a:t>l</a:t>
            </a:r>
            <a:r>
              <a:rPr dirty="0" sz="1850" spc="15" b="1">
                <a:latin typeface="Arial"/>
                <a:cs typeface="Arial"/>
              </a:rPr>
              <a:t>abel</a:t>
            </a:r>
            <a:r>
              <a:rPr dirty="0" sz="1850" spc="15" b="1">
                <a:latin typeface="Arial"/>
                <a:cs typeface="Arial"/>
              </a:rPr>
              <a:t> const </a:t>
            </a:r>
            <a:r>
              <a:rPr dirty="0" sz="1850" spc="5" b="1">
                <a:latin typeface="Arial"/>
                <a:cs typeface="Arial"/>
              </a:rPr>
              <a:t>t</a:t>
            </a:r>
            <a:r>
              <a:rPr dirty="0" sz="1850" spc="20" b="1">
                <a:latin typeface="Arial"/>
                <a:cs typeface="Arial"/>
              </a:rPr>
              <a:t>ype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49300"/>
              </a:lnSpc>
            </a:pPr>
            <a:r>
              <a:rPr dirty="0" sz="1850" spc="-25" b="1">
                <a:latin typeface="Arial"/>
                <a:cs typeface="Arial"/>
              </a:rPr>
              <a:t>v</a:t>
            </a:r>
            <a:r>
              <a:rPr dirty="0" sz="1850" spc="15" b="1">
                <a:latin typeface="Arial"/>
                <a:cs typeface="Arial"/>
              </a:rPr>
              <a:t>ar</a:t>
            </a:r>
            <a:r>
              <a:rPr dirty="0" sz="1850" spc="15" b="1">
                <a:latin typeface="Arial"/>
                <a:cs typeface="Arial"/>
              </a:rPr>
              <a:t> p</a:t>
            </a:r>
            <a:r>
              <a:rPr dirty="0" sz="1850" spc="-30" b="1">
                <a:latin typeface="Arial"/>
                <a:cs typeface="Arial"/>
              </a:rPr>
              <a:t>r</a:t>
            </a:r>
            <a:r>
              <a:rPr dirty="0" sz="1850" spc="15" b="1">
                <a:latin typeface="Arial"/>
                <a:cs typeface="Arial"/>
              </a:rPr>
              <a:t>ocedure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r>
              <a:rPr dirty="0" sz="1850" spc="15">
                <a:latin typeface="Arial"/>
                <a:cs typeface="Arial"/>
              </a:rPr>
              <a:t>ou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 b="1">
                <a:latin typeface="Arial"/>
                <a:cs typeface="Arial"/>
              </a:rPr>
              <a:t>f</a:t>
            </a:r>
            <a:r>
              <a:rPr dirty="0" sz="1850" spc="20" b="1">
                <a:latin typeface="Arial"/>
                <a:cs typeface="Arial"/>
              </a:rPr>
              <a:t>unc</a:t>
            </a:r>
            <a:r>
              <a:rPr dirty="0" sz="1850" spc="5" b="1">
                <a:latin typeface="Arial"/>
                <a:cs typeface="Arial"/>
              </a:rPr>
              <a:t>ti</a:t>
            </a:r>
            <a:r>
              <a:rPr dirty="0" sz="1850" spc="20" b="1">
                <a:latin typeface="Arial"/>
                <a:cs typeface="Arial"/>
              </a:rPr>
              <a:t>on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r>
              <a:rPr dirty="0" sz="1850" spc="20" b="1">
                <a:latin typeface="Arial"/>
                <a:cs typeface="Arial"/>
              </a:rPr>
              <a:t>beg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20" b="1">
                <a:latin typeface="Arial"/>
                <a:cs typeface="Arial"/>
              </a:rPr>
              <a:t>n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1850" spc="-520">
                <a:latin typeface="Arial"/>
                <a:cs typeface="Arial"/>
              </a:rPr>
              <a:t>.</a:t>
            </a:r>
            <a:r>
              <a:rPr dirty="0" baseline="-21021" sz="2775" spc="-780">
                <a:latin typeface="Arial"/>
                <a:cs typeface="Arial"/>
              </a:rPr>
              <a:t>.</a:t>
            </a:r>
            <a:r>
              <a:rPr dirty="0" baseline="-42042" sz="2775" spc="7">
                <a:latin typeface="Arial"/>
                <a:cs typeface="Arial"/>
              </a:rPr>
              <a:t>.</a:t>
            </a:r>
            <a:endParaRPr baseline="-42042" sz="2775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40012" y="5624982"/>
            <a:ext cx="2523490" cy="280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10"/>
              </a:lnSpc>
            </a:pP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omandos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5">
                <a:latin typeface="Arial"/>
                <a:cs typeface="Arial"/>
              </a:rPr>
              <a:t>gr</a:t>
            </a:r>
            <a:r>
              <a:rPr dirty="0" sz="1850" spc="20">
                <a:latin typeface="Arial"/>
                <a:cs typeface="Arial"/>
              </a:rPr>
              <a:t>ama</a:t>
            </a:r>
            <a:endParaRPr sz="1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22409" y="6396850"/>
            <a:ext cx="426084" cy="280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10"/>
              </a:lnSpc>
            </a:pPr>
            <a:r>
              <a:rPr dirty="0" sz="1850" spc="20" b="1">
                <a:latin typeface="Arial"/>
                <a:cs typeface="Arial"/>
              </a:rPr>
              <a:t>end</a:t>
            </a:r>
            <a:endParaRPr sz="18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616898" y="2160333"/>
            <a:ext cx="5523865" cy="0"/>
          </a:xfrm>
          <a:custGeom>
            <a:avLst/>
            <a:gdLst/>
            <a:ahLst/>
            <a:cxnLst/>
            <a:rect l="l" t="t" r="r" b="b"/>
            <a:pathLst>
              <a:path w="5523865" h="0">
                <a:moveTo>
                  <a:pt x="0" y="0"/>
                </a:moveTo>
                <a:lnTo>
                  <a:pt x="552354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21305" y="2160270"/>
            <a:ext cx="0" cy="4667885"/>
          </a:xfrm>
          <a:custGeom>
            <a:avLst/>
            <a:gdLst/>
            <a:ahLst/>
            <a:cxnLst/>
            <a:rect l="l" t="t" r="r" b="b"/>
            <a:pathLst>
              <a:path w="0" h="4667884">
                <a:moveTo>
                  <a:pt x="0" y="4667783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136052" y="2160270"/>
            <a:ext cx="0" cy="4667885"/>
          </a:xfrm>
          <a:custGeom>
            <a:avLst/>
            <a:gdLst/>
            <a:ahLst/>
            <a:cxnLst/>
            <a:rect l="l" t="t" r="r" b="b"/>
            <a:pathLst>
              <a:path w="0" h="4667884">
                <a:moveTo>
                  <a:pt x="0" y="4667783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616898" y="6828002"/>
            <a:ext cx="5523865" cy="0"/>
          </a:xfrm>
          <a:custGeom>
            <a:avLst/>
            <a:gdLst/>
            <a:ahLst/>
            <a:cxnLst/>
            <a:rect l="l" t="t" r="r" b="b"/>
            <a:pathLst>
              <a:path w="5523865" h="0">
                <a:moveTo>
                  <a:pt x="0" y="0"/>
                </a:moveTo>
                <a:lnTo>
                  <a:pt x="552354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523605" cy="48494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60325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asca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906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ilimi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 i="1">
                <a:latin typeface="Arial"/>
                <a:cs typeface="Arial"/>
              </a:rPr>
              <a:t>sim</a:t>
            </a:r>
            <a:r>
              <a:rPr dirty="0" sz="2050" i="1">
                <a:latin typeface="Arial"/>
                <a:cs typeface="Arial"/>
              </a:rPr>
              <a:t>p</a:t>
            </a:r>
            <a:r>
              <a:rPr dirty="0" sz="2050" i="1">
                <a:latin typeface="Arial"/>
                <a:cs typeface="Arial"/>
              </a:rPr>
              <a:t>l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35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u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i="1">
                <a:latin typeface="Arial"/>
                <a:cs typeface="Arial"/>
              </a:rPr>
              <a:t>u</a:t>
            </a:r>
            <a:r>
              <a:rPr dirty="0" sz="2050" spc="-20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d</a:t>
            </a:r>
            <a:r>
              <a:rPr dirty="0" sz="2050" i="1">
                <a:latin typeface="Arial"/>
                <a:cs typeface="Arial"/>
              </a:rPr>
              <a:t>o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p</a:t>
            </a:r>
            <a:r>
              <a:rPr dirty="0" sz="2050" i="1">
                <a:latin typeface="Arial"/>
                <a:cs typeface="Arial"/>
              </a:rPr>
              <a:t>o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d</a:t>
            </a:r>
            <a:r>
              <a:rPr dirty="0" sz="2050" i="1">
                <a:latin typeface="Arial"/>
                <a:cs typeface="Arial"/>
              </a:rPr>
              <a:t>o</a:t>
            </a:r>
            <a:r>
              <a:rPr dirty="0" sz="2050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026400" cy="24466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(1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ivis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005"/>
              </a:spcBef>
              <a:tabLst>
                <a:tab pos="852169" algn="l"/>
              </a:tabLst>
            </a:pPr>
            <a:r>
              <a:rPr dirty="0" sz="2050" spc="5" b="1">
                <a:latin typeface="Times New Roman"/>
                <a:cs typeface="Times New Roman"/>
              </a:rPr>
              <a:t>–</a:t>
            </a:r>
            <a:r>
              <a:rPr dirty="0" sz="2050" spc="5" b="1">
                <a:latin typeface="Times New Roman"/>
                <a:cs typeface="Times New Roman"/>
              </a:rPr>
              <a:t>	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s;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935"/>
              </a:spcBef>
            </a:pPr>
            <a:r>
              <a:rPr dirty="0" sz="1850" spc="5" b="1">
                <a:latin typeface="Arial"/>
                <a:cs typeface="Arial"/>
              </a:rPr>
              <a:t>t</a:t>
            </a:r>
            <a:r>
              <a:rPr dirty="0" sz="1850" spc="20" b="1">
                <a:latin typeface="Arial"/>
                <a:cs typeface="Arial"/>
              </a:rPr>
              <a:t>ype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=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(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melh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z</a:t>
            </a:r>
            <a:r>
              <a:rPr dirty="0" sz="1850" spc="10">
                <a:latin typeface="Arial"/>
                <a:cs typeface="Arial"/>
              </a:rPr>
              <a:t>ul,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)</a:t>
            </a:r>
            <a:r>
              <a:rPr dirty="0" sz="1850" spc="5">
                <a:latin typeface="Arial"/>
                <a:cs typeface="Arial"/>
              </a:rPr>
              <a:t>;</a:t>
            </a:r>
            <a:endParaRPr sz="1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48954" y="3281260"/>
            <a:ext cx="92075" cy="381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520">
                <a:latin typeface="Arial"/>
                <a:cs typeface="Arial"/>
              </a:rPr>
              <a:t>.</a:t>
            </a:r>
            <a:r>
              <a:rPr dirty="0" baseline="-21021" sz="2775" spc="7">
                <a:latin typeface="Arial"/>
                <a:cs typeface="Arial"/>
              </a:rPr>
              <a:t>.</a:t>
            </a:r>
            <a:endParaRPr baseline="-21021" sz="2775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48954" y="3456254"/>
            <a:ext cx="1188085" cy="643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850" spc="-25" b="1">
                <a:latin typeface="Arial"/>
                <a:cs typeface="Arial"/>
              </a:rPr>
              <a:t>v</a:t>
            </a:r>
            <a:r>
              <a:rPr dirty="0" sz="1850" spc="15" b="1">
                <a:latin typeface="Arial"/>
                <a:cs typeface="Arial"/>
              </a:rPr>
              <a:t>ar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6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;</a:t>
            </a:r>
            <a:endParaRPr sz="1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48954" y="4068902"/>
            <a:ext cx="92075" cy="381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520">
                <a:latin typeface="Arial"/>
                <a:cs typeface="Arial"/>
              </a:rPr>
              <a:t>.</a:t>
            </a:r>
            <a:r>
              <a:rPr dirty="0" baseline="-21021" sz="2775" spc="7">
                <a:latin typeface="Arial"/>
                <a:cs typeface="Arial"/>
              </a:rPr>
              <a:t>.</a:t>
            </a:r>
            <a:endParaRPr baseline="-21021" sz="2775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48954" y="4243781"/>
            <a:ext cx="1017269" cy="644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850" spc="15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:</a:t>
            </a:r>
            <a:r>
              <a:rPr dirty="0" sz="1850" spc="20">
                <a:latin typeface="Arial"/>
                <a:cs typeface="Arial"/>
              </a:rPr>
              <a:t>=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a;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4835525" cy="1836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(2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22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83919">
              <a:lnSpc>
                <a:spcPct val="100000"/>
              </a:lnSpc>
              <a:spcBef>
                <a:spcPts val="1365"/>
              </a:spcBef>
            </a:pPr>
            <a:r>
              <a:rPr dirty="0" sz="1850" spc="5" b="1">
                <a:latin typeface="Arial"/>
                <a:cs typeface="Arial"/>
              </a:rPr>
              <a:t>t</a:t>
            </a:r>
            <a:r>
              <a:rPr dirty="0" sz="1850" spc="20" b="1">
                <a:latin typeface="Arial"/>
                <a:cs typeface="Arial"/>
              </a:rPr>
              <a:t>ype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ano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=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1900</a:t>
            </a:r>
            <a:r>
              <a:rPr dirty="0" sz="1850">
                <a:latin typeface="Arial"/>
                <a:cs typeface="Arial"/>
              </a:rPr>
              <a:t>..</a:t>
            </a:r>
            <a:r>
              <a:rPr dirty="0" sz="1850" spc="15">
                <a:latin typeface="Arial"/>
                <a:cs typeface="Arial"/>
              </a:rPr>
              <a:t>1999;</a:t>
            </a:r>
            <a:endParaRPr sz="1850">
              <a:latin typeface="Arial"/>
              <a:cs typeface="Arial"/>
            </a:endParaRPr>
          </a:p>
          <a:p>
            <a:pPr marL="883919">
              <a:lnSpc>
                <a:spcPct val="100000"/>
              </a:lnSpc>
              <a:spcBef>
                <a:spcPts val="540"/>
              </a:spcBef>
            </a:pPr>
            <a:r>
              <a:rPr dirty="0" sz="1850" spc="5" b="1">
                <a:latin typeface="Arial"/>
                <a:cs typeface="Arial"/>
              </a:rPr>
              <a:t>t</a:t>
            </a:r>
            <a:r>
              <a:rPr dirty="0" sz="1850" spc="20" b="1">
                <a:latin typeface="Arial"/>
                <a:cs typeface="Arial"/>
              </a:rPr>
              <a:t>ype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le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=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’A’</a:t>
            </a:r>
            <a:r>
              <a:rPr dirty="0" sz="1850">
                <a:latin typeface="Arial"/>
                <a:cs typeface="Arial"/>
              </a:rPr>
              <a:t>..</a:t>
            </a:r>
            <a:r>
              <a:rPr dirty="0" sz="1850" spc="10">
                <a:latin typeface="Arial"/>
                <a:cs typeface="Arial"/>
              </a:rPr>
              <a:t>’Z’;</a:t>
            </a:r>
            <a:endParaRPr sz="1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1708" y="2671355"/>
            <a:ext cx="92075" cy="381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-520">
                <a:latin typeface="Arial"/>
                <a:cs typeface="Arial"/>
              </a:rPr>
              <a:t>.</a:t>
            </a:r>
            <a:r>
              <a:rPr dirty="0" baseline="-21021" sz="2775" spc="7">
                <a:latin typeface="Arial"/>
                <a:cs typeface="Arial"/>
              </a:rPr>
              <a:t>.</a:t>
            </a:r>
            <a:endParaRPr baseline="-21021" sz="2775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82344" y="2846235"/>
            <a:ext cx="8265159" cy="18573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11480">
              <a:lnSpc>
                <a:spcPct val="100000"/>
              </a:lnSpc>
            </a:pP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11480">
              <a:lnSpc>
                <a:spcPct val="100000"/>
              </a:lnSpc>
              <a:spcBef>
                <a:spcPts val="540"/>
              </a:spcBef>
            </a:pPr>
            <a:r>
              <a:rPr dirty="0" sz="1850" spc="-25" b="1">
                <a:latin typeface="Arial"/>
                <a:cs typeface="Arial"/>
              </a:rPr>
              <a:t>v</a:t>
            </a:r>
            <a:r>
              <a:rPr dirty="0" sz="1850" spc="15" b="1">
                <a:latin typeface="Arial"/>
                <a:cs typeface="Arial"/>
              </a:rPr>
              <a:t>ar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ano;</a:t>
            </a:r>
            <a:endParaRPr sz="1850">
              <a:latin typeface="Arial"/>
              <a:cs typeface="Arial"/>
            </a:endParaRPr>
          </a:p>
          <a:p>
            <a:pPr marL="411480">
              <a:lnSpc>
                <a:spcPct val="100000"/>
              </a:lnSpc>
              <a:spcBef>
                <a:spcPts val="540"/>
              </a:spcBef>
            </a:pPr>
            <a:r>
              <a:rPr dirty="0" sz="1850" spc="-25" b="1">
                <a:latin typeface="Arial"/>
                <a:cs typeface="Arial"/>
              </a:rPr>
              <a:t>v</a:t>
            </a:r>
            <a:r>
              <a:rPr dirty="0" sz="1850" spc="15" b="1">
                <a:latin typeface="Arial"/>
                <a:cs typeface="Arial"/>
              </a:rPr>
              <a:t>ar</a:t>
            </a:r>
            <a:r>
              <a:rPr dirty="0" sz="1850" spc="5" b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b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le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a;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19700"/>
              </a:lnSpc>
              <a:spcBef>
                <a:spcPts val="905"/>
              </a:spcBef>
            </a:pP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õe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a:=198</a:t>
            </a:r>
            <a:r>
              <a:rPr dirty="0" sz="2050" spc="5">
                <a:latin typeface="Arial"/>
                <a:cs typeface="Arial"/>
              </a:rPr>
              <a:t>6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b:=</a:t>
            </a:r>
            <a:r>
              <a:rPr dirty="0" sz="2050" spc="5">
                <a:latin typeface="Arial"/>
                <a:cs typeface="Arial"/>
              </a:rPr>
              <a:t>‘B’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a:=200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b:=</a:t>
            </a:r>
            <a:r>
              <a:rPr dirty="0" sz="2050" spc="5">
                <a:latin typeface="Arial"/>
                <a:cs typeface="Arial"/>
              </a:rPr>
              <a:t>7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697595" cy="6115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dos</a:t>
            </a:r>
            <a:endParaRPr sz="2450">
              <a:latin typeface="Arial"/>
              <a:cs typeface="Arial"/>
            </a:endParaRPr>
          </a:p>
          <a:p>
            <a:pPr marL="484505" marR="10223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marR="5080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rr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spc="-5" b="1">
                <a:latin typeface="Arial"/>
                <a:cs typeface="Arial"/>
              </a:rPr>
              <a:t>j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 lvl="1" marL="852169" marR="597535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g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499745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spc="-5" b="1">
                <a:latin typeface="Arial"/>
                <a:cs typeface="Arial"/>
              </a:rPr>
              <a:t>j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35">
                <a:latin typeface="Lucida Sans Unicode"/>
                <a:cs typeface="Lucida Sans Unicode"/>
              </a:rPr>
              <a:t>∗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0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-6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dirty="0" sz="2050" spc="1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dad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te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5358130" cy="1800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njo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50215" marR="401955">
              <a:lnSpc>
                <a:spcPct val="119700"/>
              </a:lnSpc>
              <a:tabLst>
                <a:tab pos="1941195" algn="l"/>
              </a:tabLst>
            </a:pPr>
            <a:r>
              <a:rPr dirty="0" sz="2050" b="1">
                <a:latin typeface="Arial"/>
                <a:cs typeface="Arial"/>
              </a:rPr>
              <a:t>typ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rr</a:t>
            </a:r>
            <a:r>
              <a:rPr dirty="0" sz="2050" spc="-4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y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[1..80</a:t>
            </a:r>
            <a:r>
              <a:rPr dirty="0" sz="2050">
                <a:latin typeface="Arial"/>
                <a:cs typeface="Arial"/>
              </a:rPr>
              <a:t>]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ha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;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typ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iz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rr</a:t>
            </a:r>
            <a:r>
              <a:rPr dirty="0" sz="2050" spc="-4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y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[1..5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1..5</a:t>
            </a:r>
            <a:r>
              <a:rPr dirty="0" sz="2050">
                <a:latin typeface="Arial"/>
                <a:cs typeface="Arial"/>
              </a:rPr>
              <a:t>]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rea</a:t>
            </a:r>
            <a:r>
              <a:rPr dirty="0" sz="2050">
                <a:latin typeface="Arial"/>
                <a:cs typeface="Arial"/>
              </a:rPr>
              <a:t>l;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typ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26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rr</a:t>
            </a:r>
            <a:r>
              <a:rPr dirty="0" sz="2050" spc="-4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y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[1..3</a:t>
            </a:r>
            <a:r>
              <a:rPr dirty="0" sz="2050">
                <a:latin typeface="Arial"/>
                <a:cs typeface="Arial"/>
              </a:rPr>
              <a:t>]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rea</a:t>
            </a:r>
            <a:r>
              <a:rPr dirty="0" sz="2050">
                <a:latin typeface="Arial"/>
                <a:cs typeface="Arial"/>
              </a:rPr>
              <a:t>l;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7711" y="2656532"/>
            <a:ext cx="1214755" cy="1132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dirty="0" sz="2050" b="1">
                <a:latin typeface="Arial"/>
                <a:cs typeface="Arial"/>
              </a:rPr>
              <a:t>typ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typ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typ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eto</a:t>
            </a:r>
            <a:r>
              <a:rPr dirty="0" sz="2050" spc="5">
                <a:latin typeface="Arial"/>
                <a:cs typeface="Arial"/>
              </a:rPr>
              <a:t>r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8751" y="2718079"/>
            <a:ext cx="3501390" cy="1071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rr</a:t>
            </a:r>
            <a:r>
              <a:rPr dirty="0" sz="2050" spc="-4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y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[ano</a:t>
            </a:r>
            <a:r>
              <a:rPr dirty="0" sz="2050">
                <a:latin typeface="Arial"/>
                <a:cs typeface="Arial"/>
              </a:rPr>
              <a:t>]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ha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pa</a:t>
            </a:r>
            <a:r>
              <a:rPr dirty="0" sz="2050" spc="-4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ke</a:t>
            </a:r>
            <a:r>
              <a:rPr dirty="0" sz="2050" spc="5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rr</a:t>
            </a:r>
            <a:r>
              <a:rPr dirty="0" sz="2050" spc="-4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y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[1..n</a:t>
            </a:r>
            <a:r>
              <a:rPr dirty="0" sz="2050">
                <a:latin typeface="Arial"/>
                <a:cs typeface="Arial"/>
              </a:rPr>
              <a:t>]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ha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rr</a:t>
            </a:r>
            <a:r>
              <a:rPr dirty="0" sz="2050" spc="-4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y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[1..n</a:t>
            </a:r>
            <a:r>
              <a:rPr dirty="0" sz="2050">
                <a:latin typeface="Arial"/>
                <a:cs typeface="Arial"/>
              </a:rPr>
              <a:t>]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ntege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0055" y="4018686"/>
            <a:ext cx="7211695" cy="25330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tant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de</a:t>
            </a:r>
            <a:r>
              <a:rPr dirty="0" sz="2050" spc="5">
                <a:latin typeface="Arial"/>
                <a:cs typeface="Arial"/>
              </a:rPr>
              <a:t>cl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50215">
              <a:lnSpc>
                <a:spcPct val="100000"/>
              </a:lnSpc>
              <a:spcBef>
                <a:spcPts val="1889"/>
              </a:spcBef>
            </a:pPr>
            <a:r>
              <a:rPr dirty="0" sz="2050" b="1">
                <a:latin typeface="Arial"/>
                <a:cs typeface="Arial"/>
              </a:rPr>
              <a:t>cons</a:t>
            </a:r>
            <a:r>
              <a:rPr dirty="0" sz="2050" spc="5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20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50">
                <a:latin typeface="Arial"/>
                <a:cs typeface="Arial"/>
              </a:rPr>
              <a:t>Dad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50215">
              <a:lnSpc>
                <a:spcPct val="100000"/>
              </a:lnSpc>
            </a:pPr>
            <a:r>
              <a:rPr dirty="0" sz="2050" spc="-4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x: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una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õe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[1]:=0.75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[2]:=0.8</a:t>
            </a:r>
            <a:r>
              <a:rPr dirty="0" sz="2050" spc="5">
                <a:latin typeface="Arial"/>
                <a:cs typeface="Arial"/>
              </a:rPr>
              <a:t>5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[3]:=1.</a:t>
            </a:r>
            <a:r>
              <a:rPr dirty="0" sz="2050" spc="5">
                <a:latin typeface="Arial"/>
                <a:cs typeface="Arial"/>
              </a:rPr>
              <a:t>5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0056" y="866482"/>
            <a:ext cx="598106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gi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(1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447711" y="1595767"/>
            <a:ext cx="1148715" cy="323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b="1">
                <a:latin typeface="Arial"/>
                <a:cs typeface="Arial"/>
              </a:rPr>
              <a:t>typ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dat</a:t>
            </a:r>
            <a:r>
              <a:rPr dirty="0" sz="2050" spc="5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7711" y="3092183"/>
            <a:ext cx="1483995" cy="323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b="1">
                <a:latin typeface="Arial"/>
                <a:cs typeface="Arial"/>
              </a:rPr>
              <a:t>typ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40306" y="3466287"/>
            <a:ext cx="873760" cy="14452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data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m,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f)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38751" y="1595767"/>
            <a:ext cx="2219960" cy="36899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1149350">
              <a:lnSpc>
                <a:spcPct val="100000"/>
              </a:lnSpc>
            </a:pP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eco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spc="5" b="1">
                <a:latin typeface="Arial"/>
                <a:cs typeface="Arial"/>
              </a:rPr>
              <a:t>d</a:t>
            </a:r>
            <a:endParaRPr sz="205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484"/>
              </a:spcBef>
            </a:pP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1..31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484"/>
              </a:spcBef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1..12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algn="ctr" marR="1195070">
              <a:lnSpc>
                <a:spcPct val="100000"/>
              </a:lnSpc>
              <a:spcBef>
                <a:spcPts val="484"/>
              </a:spcBef>
            </a:pPr>
            <a:r>
              <a:rPr dirty="0" sz="2050" b="1">
                <a:latin typeface="Arial"/>
                <a:cs typeface="Arial"/>
              </a:rPr>
              <a:t>end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algn="ctr" marR="894080">
              <a:lnSpc>
                <a:spcPct val="100000"/>
              </a:lnSpc>
              <a:spcBef>
                <a:spcPts val="484"/>
              </a:spcBef>
            </a:pP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eco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spc="5" b="1">
                <a:latin typeface="Arial"/>
                <a:cs typeface="Arial"/>
              </a:rPr>
              <a:t>d</a:t>
            </a:r>
            <a:endParaRPr sz="2050">
              <a:latin typeface="Arial"/>
              <a:cs typeface="Arial"/>
            </a:endParaRPr>
          </a:p>
          <a:p>
            <a:pPr marL="599440" marR="5080">
              <a:lnSpc>
                <a:spcPct val="119700"/>
              </a:lnSpc>
            </a:pP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obreno</a:t>
            </a:r>
            <a:r>
              <a:rPr dirty="0" sz="2050" spc="10">
                <a:latin typeface="Arial"/>
                <a:cs typeface="Arial"/>
              </a:rPr>
              <a:t>me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rono</a:t>
            </a:r>
            <a:r>
              <a:rPr dirty="0" sz="2050" spc="10">
                <a:latin typeface="Arial"/>
                <a:cs typeface="Arial"/>
              </a:rPr>
              <a:t>me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er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xo</a:t>
            </a:r>
            <a:endParaRPr sz="2050">
              <a:latin typeface="Arial"/>
              <a:cs typeface="Arial"/>
            </a:endParaRPr>
          </a:p>
          <a:p>
            <a:pPr algn="ctr" marR="939800">
              <a:lnSpc>
                <a:spcPct val="100000"/>
              </a:lnSpc>
              <a:spcBef>
                <a:spcPts val="484"/>
              </a:spcBef>
            </a:pPr>
            <a:r>
              <a:rPr dirty="0" sz="2050" b="1">
                <a:latin typeface="Arial"/>
                <a:cs typeface="Arial"/>
              </a:rPr>
              <a:t>end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5981065" cy="19792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gi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(2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050" spc="5">
                <a:latin typeface="Arial"/>
                <a:cs typeface="Arial"/>
              </a:rPr>
              <a:t>De</a:t>
            </a:r>
            <a:r>
              <a:rPr dirty="0" sz="2050" spc="5">
                <a:latin typeface="Arial"/>
                <a:cs typeface="Arial"/>
              </a:rPr>
              <a:t>cl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50215">
              <a:lnSpc>
                <a:spcPct val="100000"/>
              </a:lnSpc>
            </a:pPr>
            <a:r>
              <a:rPr dirty="0" sz="2050" spc="-4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oa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pode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uído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7711" y="3013262"/>
            <a:ext cx="1927860" cy="1132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dirty="0" sz="2050" spc="-70">
                <a:latin typeface="Arial"/>
                <a:cs typeface="Arial"/>
              </a:rPr>
              <a:t>p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obreno</a:t>
            </a:r>
            <a:r>
              <a:rPr dirty="0" sz="2050" spc="10">
                <a:latin typeface="Arial"/>
                <a:cs typeface="Arial"/>
              </a:rPr>
              <a:t>me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.p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rono</a:t>
            </a:r>
            <a:r>
              <a:rPr dirty="0" sz="2050" spc="10">
                <a:latin typeface="Arial"/>
                <a:cs typeface="Arial"/>
              </a:rPr>
              <a:t>me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.an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er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.d</a:t>
            </a:r>
            <a:r>
              <a:rPr dirty="0" sz="2050" spc="5">
                <a:latin typeface="Arial"/>
                <a:cs typeface="Arial"/>
              </a:rPr>
              <a:t>ia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68658" y="3074809"/>
            <a:ext cx="1383030" cy="1071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5">
                <a:latin typeface="Arial"/>
                <a:cs typeface="Arial"/>
              </a:rPr>
              <a:t>: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’</a:t>
            </a:r>
            <a:r>
              <a:rPr dirty="0" sz="2050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ivi</a:t>
            </a:r>
            <a:r>
              <a:rPr dirty="0" sz="2050">
                <a:latin typeface="Arial"/>
                <a:cs typeface="Arial"/>
              </a:rPr>
              <a:t>an</a:t>
            </a:r>
            <a:r>
              <a:rPr dirty="0" sz="2050">
                <a:latin typeface="Arial"/>
                <a:cs typeface="Arial"/>
              </a:rPr>
              <a:t>i’;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 spc="-5">
                <a:latin typeface="Arial"/>
                <a:cs typeface="Arial"/>
              </a:rPr>
              <a:t>: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’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’;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 spc="-5">
                <a:latin typeface="Arial"/>
                <a:cs typeface="Arial"/>
              </a:rPr>
              <a:t>: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21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7711" y="4135574"/>
            <a:ext cx="2810510" cy="758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19700"/>
              </a:lnSpc>
              <a:tabLst>
                <a:tab pos="2133600" algn="l"/>
              </a:tabLst>
            </a:pPr>
            <a:r>
              <a:rPr dirty="0" sz="2050" spc="-70">
                <a:latin typeface="Arial"/>
                <a:cs typeface="Arial"/>
              </a:rPr>
              <a:t>p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: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;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0">
                <a:latin typeface="Arial"/>
                <a:cs typeface="Arial"/>
              </a:rPr>
              <a:t>p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xo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spc="-5">
                <a:latin typeface="Arial"/>
                <a:cs typeface="Arial"/>
              </a:rPr>
              <a:t>: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0056" y="866482"/>
            <a:ext cx="561975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Conjun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447698" y="1534220"/>
            <a:ext cx="1629410" cy="1132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dirty="0" sz="2050" b="1">
                <a:latin typeface="Arial"/>
                <a:cs typeface="Arial"/>
              </a:rPr>
              <a:t>typ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on</a:t>
            </a:r>
            <a:r>
              <a:rPr dirty="0" sz="2050">
                <a:latin typeface="Arial"/>
                <a:cs typeface="Arial"/>
              </a:rPr>
              <a:t>ji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typ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on</a:t>
            </a:r>
            <a:r>
              <a:rPr dirty="0" sz="2050" spc="5">
                <a:latin typeface="Arial"/>
                <a:cs typeface="Arial"/>
              </a:rPr>
              <a:t>jc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typ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on</a:t>
            </a:r>
            <a:r>
              <a:rPr dirty="0" sz="2050" spc="5">
                <a:latin typeface="Arial"/>
                <a:cs typeface="Arial"/>
              </a:rPr>
              <a:t>jc</a:t>
            </a:r>
            <a:r>
              <a:rPr dirty="0" sz="2050">
                <a:latin typeface="Arial"/>
                <a:cs typeface="Arial"/>
              </a:rPr>
              <a:t>ha</a:t>
            </a:r>
            <a:r>
              <a:rPr dirty="0" sz="2050" spc="5">
                <a:latin typeface="Arial"/>
                <a:cs typeface="Arial"/>
              </a:rPr>
              <a:t>r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12032" y="1595767"/>
            <a:ext cx="1615440" cy="1071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se</a:t>
            </a:r>
            <a:r>
              <a:rPr dirty="0" sz="2050" spc="5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1..9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se</a:t>
            </a:r>
            <a:r>
              <a:rPr dirty="0" sz="2050" spc="5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se</a:t>
            </a:r>
            <a:r>
              <a:rPr dirty="0" sz="2050" spc="5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ha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0044" y="2896501"/>
            <a:ext cx="4728210" cy="2728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50215" indent="-438150">
              <a:lnSpc>
                <a:spcPct val="100000"/>
              </a:lnSpc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50215">
              <a:lnSpc>
                <a:spcPct val="100000"/>
              </a:lnSpc>
            </a:pPr>
            <a:r>
              <a:rPr dirty="0" sz="2050" b="1">
                <a:latin typeface="Arial"/>
                <a:cs typeface="Arial"/>
              </a:rPr>
              <a:t>typ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a)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50" spc="5">
                <a:latin typeface="Arial"/>
                <a:cs typeface="Arial"/>
              </a:rPr>
              <a:t>De</a:t>
            </a:r>
            <a:r>
              <a:rPr dirty="0" sz="2050" spc="5">
                <a:latin typeface="Arial"/>
                <a:cs typeface="Arial"/>
              </a:rPr>
              <a:t>cl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ada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50215">
              <a:lnSpc>
                <a:spcPct val="100000"/>
              </a:lnSpc>
            </a:pPr>
            <a:r>
              <a:rPr dirty="0" sz="2050" spc="-4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 spc="2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on</a:t>
            </a:r>
            <a:r>
              <a:rPr dirty="0" sz="2050">
                <a:latin typeface="Arial"/>
                <a:cs typeface="Arial"/>
              </a:rPr>
              <a:t>ji</a:t>
            </a:r>
            <a:r>
              <a:rPr dirty="0" sz="2050">
                <a:latin typeface="Arial"/>
                <a:cs typeface="Arial"/>
              </a:rPr>
              <a:t>nt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450215">
              <a:lnSpc>
                <a:spcPct val="100000"/>
              </a:lnSpc>
              <a:spcBef>
                <a:spcPts val="484"/>
              </a:spcBef>
            </a:pPr>
            <a:r>
              <a:rPr dirty="0" sz="2050" spc="-4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220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rr</a:t>
            </a:r>
            <a:r>
              <a:rPr dirty="0" sz="2050" spc="-4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y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[1..5</a:t>
            </a:r>
            <a:r>
              <a:rPr dirty="0" sz="2050">
                <a:latin typeface="Arial"/>
                <a:cs typeface="Arial"/>
              </a:rPr>
              <a:t>]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on</a:t>
            </a:r>
            <a:r>
              <a:rPr dirty="0" sz="2050" spc="5">
                <a:latin typeface="Arial"/>
                <a:cs typeface="Arial"/>
              </a:rPr>
              <a:t>jc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450215">
              <a:lnSpc>
                <a:spcPct val="100000"/>
              </a:lnSpc>
              <a:spcBef>
                <a:spcPts val="484"/>
              </a:spcBef>
            </a:pPr>
            <a:r>
              <a:rPr dirty="0" sz="2050" spc="-4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105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on</a:t>
            </a:r>
            <a:r>
              <a:rPr dirty="0" sz="2050" spc="5">
                <a:latin typeface="Arial"/>
                <a:cs typeface="Arial"/>
              </a:rPr>
              <a:t>jc</a:t>
            </a:r>
            <a:r>
              <a:rPr dirty="0" sz="2050">
                <a:latin typeface="Arial"/>
                <a:cs typeface="Arial"/>
              </a:rPr>
              <a:t>ha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6596380" cy="10115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Conjun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pode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uído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uído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7711" y="2045598"/>
            <a:ext cx="579755" cy="15068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dirty="0" sz="2050" spc="5">
                <a:latin typeface="Arial"/>
                <a:cs typeface="Arial"/>
              </a:rPr>
              <a:t>ci cc</a:t>
            </a:r>
            <a:r>
              <a:rPr dirty="0" sz="2050">
                <a:latin typeface="Arial"/>
                <a:cs typeface="Arial"/>
              </a:rPr>
              <a:t>[2</a:t>
            </a:r>
            <a:r>
              <a:rPr dirty="0" sz="2050">
                <a:latin typeface="Arial"/>
                <a:cs typeface="Arial"/>
              </a:rPr>
              <a:t>]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 spc="5">
                <a:latin typeface="Arial"/>
                <a:cs typeface="Arial"/>
              </a:rPr>
              <a:t>cc</a:t>
            </a:r>
            <a:r>
              <a:rPr dirty="0" sz="2050">
                <a:latin typeface="Arial"/>
                <a:cs typeface="Arial"/>
              </a:rPr>
              <a:t>[4</a:t>
            </a:r>
            <a:r>
              <a:rPr dirty="0" sz="2050">
                <a:latin typeface="Arial"/>
                <a:cs typeface="Arial"/>
              </a:rPr>
              <a:t>]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 spc="5">
                <a:latin typeface="Arial"/>
                <a:cs typeface="Arial"/>
              </a:rPr>
              <a:t>cc</a:t>
            </a:r>
            <a:r>
              <a:rPr dirty="0" sz="2050">
                <a:latin typeface="Arial"/>
                <a:cs typeface="Arial"/>
              </a:rPr>
              <a:t>[5</a:t>
            </a:r>
            <a:r>
              <a:rPr dirty="0" sz="2050">
                <a:latin typeface="Arial"/>
                <a:cs typeface="Arial"/>
              </a:rPr>
              <a:t>]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05974" y="2107145"/>
            <a:ext cx="2278380" cy="14452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5">
                <a:latin typeface="Arial"/>
                <a:cs typeface="Arial"/>
              </a:rPr>
              <a:t>: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[1,4,9]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 spc="-5">
                <a:latin typeface="Arial"/>
                <a:cs typeface="Arial"/>
              </a:rPr>
              <a:t>: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[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ho..ro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a]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 spc="-5">
                <a:latin typeface="Arial"/>
                <a:cs typeface="Arial"/>
              </a:rPr>
              <a:t>: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[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]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 spc="-5">
                <a:latin typeface="Arial"/>
                <a:cs typeface="Arial"/>
              </a:rPr>
              <a:t>: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[a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a]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0056" y="3720322"/>
            <a:ext cx="8047990" cy="758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dade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nter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ão</a:t>
            </a:r>
            <a:r>
              <a:rPr dirty="0" sz="2050" spc="5">
                <a:latin typeface="Arial"/>
                <a:cs typeface="Arial"/>
              </a:rPr>
              <a:t>”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pre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“un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ão</a:t>
            </a:r>
            <a:r>
              <a:rPr dirty="0" sz="2050" spc="5">
                <a:latin typeface="Arial"/>
                <a:cs typeface="Arial"/>
              </a:rPr>
              <a:t>”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“d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eren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a”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pre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ede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“pe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ten</a:t>
            </a:r>
            <a:r>
              <a:rPr dirty="0" sz="2050" spc="5">
                <a:latin typeface="Arial"/>
                <a:cs typeface="Arial"/>
              </a:rPr>
              <a:t>ce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a”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7711" y="4708385"/>
            <a:ext cx="1834514" cy="14452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>
                <a:latin typeface="Arial"/>
                <a:cs typeface="Arial"/>
              </a:rPr>
              <a:t>[1..5,7</a:t>
            </a:r>
            <a:r>
              <a:rPr dirty="0" sz="2050">
                <a:latin typeface="Arial"/>
                <a:cs typeface="Arial"/>
              </a:rPr>
              <a:t>]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335">
                <a:latin typeface="Lucida Sans Unicode"/>
                <a:cs typeface="Lucida Sans Unicode"/>
              </a:rPr>
              <a:t>∗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Arial"/>
                <a:cs typeface="Arial"/>
              </a:rPr>
              <a:t>[4,6,8</a:t>
            </a:r>
            <a:r>
              <a:rPr dirty="0" sz="2050">
                <a:latin typeface="Arial"/>
                <a:cs typeface="Arial"/>
              </a:rPr>
              <a:t>]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>
                <a:latin typeface="Arial"/>
                <a:cs typeface="Arial"/>
              </a:rPr>
              <a:t>[1..3,5</a:t>
            </a:r>
            <a:r>
              <a:rPr dirty="0" sz="2050">
                <a:latin typeface="Arial"/>
                <a:cs typeface="Arial"/>
              </a:rPr>
              <a:t>]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75">
                <a:latin typeface="Tahoma"/>
                <a:cs typeface="Tahoma"/>
              </a:rPr>
              <a:t>+</a:t>
            </a:r>
            <a:r>
              <a:rPr dirty="0" sz="2050" spc="-70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[4,6</a:t>
            </a:r>
            <a:r>
              <a:rPr dirty="0" sz="2050">
                <a:latin typeface="Arial"/>
                <a:cs typeface="Arial"/>
              </a:rPr>
              <a:t>]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>
                <a:latin typeface="Arial"/>
                <a:cs typeface="Arial"/>
              </a:rPr>
              <a:t>[1..3,5</a:t>
            </a:r>
            <a:r>
              <a:rPr dirty="0" sz="2050">
                <a:latin typeface="Arial"/>
                <a:cs typeface="Arial"/>
              </a:rPr>
              <a:t>]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Arial"/>
                <a:cs typeface="Arial"/>
              </a:rPr>
              <a:t>[2,4</a:t>
            </a:r>
            <a:r>
              <a:rPr dirty="0" sz="2050">
                <a:latin typeface="Arial"/>
                <a:cs typeface="Arial"/>
              </a:rPr>
              <a:t>]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5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[1..5</a:t>
            </a:r>
            <a:r>
              <a:rPr dirty="0" sz="2050">
                <a:latin typeface="Arial"/>
                <a:cs typeface="Arial"/>
              </a:rPr>
              <a:t>]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60532" y="4708385"/>
            <a:ext cx="973455" cy="14452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[4</a:t>
            </a:r>
            <a:r>
              <a:rPr dirty="0" sz="2050">
                <a:latin typeface="Arial"/>
                <a:cs typeface="Arial"/>
              </a:rPr>
              <a:t>]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[1..6</a:t>
            </a:r>
            <a:r>
              <a:rPr dirty="0" sz="2050">
                <a:latin typeface="Arial"/>
                <a:cs typeface="Arial"/>
              </a:rPr>
              <a:t>]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[1,3,5</a:t>
            </a:r>
            <a:r>
              <a:rPr dirty="0" sz="2050">
                <a:latin typeface="Arial"/>
                <a:cs typeface="Arial"/>
              </a:rPr>
              <a:t>]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0056" y="866482"/>
            <a:ext cx="541210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2852" y="1401216"/>
            <a:ext cx="4830445" cy="33756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spc="165" b="1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N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3</a:t>
            </a:r>
            <a:r>
              <a:rPr dirty="0" sz="1700" spc="10">
                <a:latin typeface="Arial"/>
                <a:cs typeface="Arial"/>
              </a:rPr>
              <a:t>0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7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85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cha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10" b="1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TipoAlf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[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75"/>
              </a:spcBef>
              <a:tabLst>
                <a:tab pos="1643380" algn="l"/>
                <a:tab pos="1854200" algn="l"/>
                <a:tab pos="2818765" algn="l"/>
              </a:tabLst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Di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80" b="1">
                <a:latin typeface="Arial"/>
                <a:cs typeface="Arial"/>
              </a:rPr>
              <a:t> </a:t>
            </a:r>
            <a:r>
              <a:rPr dirty="0" sz="1700" spc="-170">
                <a:latin typeface="Arial"/>
                <a:cs typeface="Arial"/>
              </a:rPr>
              <a:t>M</a:t>
            </a:r>
            <a:r>
              <a:rPr dirty="0" sz="1700" spc="-170">
                <a:latin typeface="Arial"/>
                <a:cs typeface="Arial"/>
              </a:rPr>
              <a:t>e</a:t>
            </a:r>
            <a:r>
              <a:rPr dirty="0" sz="1700" spc="7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TipoDat</a:t>
            </a:r>
            <a:r>
              <a:rPr dirty="0" sz="1700" spc="16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7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30504" marR="1076325" indent="8890">
              <a:lnSpc>
                <a:spcPts val="2720"/>
              </a:lnSpc>
              <a:spcBef>
                <a:spcPts val="200"/>
              </a:spcBef>
            </a:pPr>
            <a:r>
              <a:rPr dirty="0" sz="1700" spc="50">
                <a:latin typeface="Arial"/>
                <a:cs typeface="Arial"/>
              </a:rPr>
              <a:t>TipoAlf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Sobrenom</a:t>
            </a:r>
            <a:r>
              <a:rPr dirty="0" sz="1700" spc="5">
                <a:latin typeface="Arial"/>
                <a:cs typeface="Arial"/>
              </a:rPr>
              <a:t>e,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PrimeiroNom</a:t>
            </a:r>
            <a:r>
              <a:rPr dirty="0" sz="1700" spc="12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TipoDat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Aniversari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03200">
              <a:lnSpc>
                <a:spcPct val="100000"/>
              </a:lnSpc>
              <a:spcBef>
                <a:spcPts val="470"/>
              </a:spcBef>
            </a:pPr>
            <a:r>
              <a:rPr dirty="0" sz="1700" spc="-235" b="1">
                <a:latin typeface="Arial"/>
                <a:cs typeface="Arial"/>
              </a:rPr>
              <a:t>enu</a:t>
            </a:r>
            <a:r>
              <a:rPr dirty="0" sz="1700" spc="15" b="1">
                <a:latin typeface="Arial"/>
                <a:cs typeface="Arial"/>
              </a:rPr>
              <a:t>m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Ma</a:t>
            </a:r>
            <a:r>
              <a:rPr dirty="0" sz="1700" spc="-4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-220">
                <a:latin typeface="Arial"/>
                <a:cs typeface="Arial"/>
              </a:rPr>
              <a:t>Fe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Se</a:t>
            </a:r>
            <a:r>
              <a:rPr dirty="0" sz="1700" spc="-105">
                <a:latin typeface="Arial"/>
                <a:cs typeface="Arial"/>
              </a:rPr>
              <a:t>x</a:t>
            </a:r>
            <a:r>
              <a:rPr dirty="0" sz="1700" spc="15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Pesso</a:t>
            </a:r>
            <a:r>
              <a:rPr dirty="0" sz="1700" spc="9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675"/>
              </a:spcBef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mai</a:t>
            </a:r>
            <a:r>
              <a:rPr dirty="0" sz="1700" spc="7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15">
                <a:latin typeface="Arial"/>
                <a:cs typeface="Arial"/>
              </a:rPr>
              <a:t>g</a:t>
            </a:r>
            <a:r>
              <a:rPr dirty="0" sz="1700" spc="10">
                <a:latin typeface="Arial"/>
                <a:cs typeface="Arial"/>
              </a:rPr>
              <a:t>c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cha</a:t>
            </a:r>
            <a:r>
              <a:rPr dirty="0" sz="1700" spc="65" b="1">
                <a:latin typeface="Arial"/>
                <a:cs typeface="Arial"/>
              </a:rPr>
              <a:t>r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175">
                <a:latin typeface="Lucida Sans Unicode"/>
                <a:cs typeface="Lucida Sans Unicode"/>
              </a:rPr>
              <a:t> </a:t>
            </a:r>
            <a:r>
              <a:rPr dirty="0" sz="1700" spc="15">
                <a:latin typeface="Arial"/>
                <a:cs typeface="Arial"/>
              </a:rPr>
              <a:t>arg</a:t>
            </a: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FIL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-185">
                <a:latin typeface="Lucida Sans Unicode"/>
                <a:cs typeface="Lucida Sans Unicode"/>
              </a:rPr>
              <a:t>∗</a:t>
            </a:r>
            <a:r>
              <a:rPr dirty="0" sz="1700" spc="-20">
                <a:latin typeface="Arial"/>
                <a:cs typeface="Arial"/>
              </a:rPr>
              <a:t>Velh</a:t>
            </a:r>
            <a:r>
              <a:rPr dirty="0" sz="1700" spc="12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-225">
                <a:latin typeface="Lucida Sans Unicode"/>
                <a:cs typeface="Lucida Sans Unicode"/>
              </a:rPr>
              <a:t>∗</a:t>
            </a:r>
            <a:r>
              <a:rPr dirty="0" sz="1700" spc="-120">
                <a:latin typeface="Arial"/>
                <a:cs typeface="Arial"/>
              </a:rPr>
              <a:t>Nov</a:t>
            </a:r>
            <a:r>
              <a:rPr dirty="0" sz="1700" spc="12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Pesso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0985">
              <a:lnSpc>
                <a:spcPct val="100000"/>
              </a:lnSpc>
              <a:spcBef>
                <a:spcPts val="675"/>
              </a:spcBef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Velh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fope</a:t>
            </a:r>
            <a:r>
              <a:rPr dirty="0" sz="1700" spc="125">
                <a:latin typeface="Arial"/>
                <a:cs typeface="Arial"/>
              </a:rPr>
              <a:t>n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5">
                <a:latin typeface="Arial"/>
                <a:cs typeface="Arial"/>
              </a:rPr>
              <a:t>arg</a:t>
            </a:r>
            <a:r>
              <a:rPr dirty="0" sz="1700" spc="175">
                <a:latin typeface="Arial"/>
                <a:cs typeface="Arial"/>
              </a:rPr>
              <a:t>v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7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NU</a:t>
            </a:r>
            <a:r>
              <a:rPr dirty="0" sz="1700" spc="-195">
                <a:latin typeface="Arial"/>
                <a:cs typeface="Arial"/>
              </a:rPr>
              <a:t>L</a:t>
            </a:r>
            <a:r>
              <a:rPr dirty="0" sz="1700" spc="10">
                <a:latin typeface="Arial"/>
                <a:cs typeface="Arial"/>
              </a:rPr>
              <a:t>L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7214" y="4851362"/>
            <a:ext cx="5992495" cy="23406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36220">
              <a:lnSpc>
                <a:spcPct val="100000"/>
              </a:lnSpc>
              <a:tabLst>
                <a:tab pos="44640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arquiv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na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9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pod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s</a:t>
            </a:r>
            <a:r>
              <a:rPr dirty="0" sz="1700" spc="4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abert</a:t>
            </a:r>
            <a:r>
              <a:rPr dirty="0" sz="1700" spc="215">
                <a:latin typeface="Arial"/>
                <a:cs typeface="Arial"/>
              </a:rPr>
              <a:t>o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150">
                <a:latin typeface="Arial"/>
                <a:cs typeface="Arial"/>
              </a:rPr>
              <a:t>e</a:t>
            </a:r>
            <a:r>
              <a:rPr dirty="0" sz="1700" spc="140">
                <a:latin typeface="Arial"/>
                <a:cs typeface="Arial"/>
              </a:rPr>
              <a:t>xi</a:t>
            </a:r>
            <a:r>
              <a:rPr dirty="0" sz="1700" spc="5">
                <a:latin typeface="Arial"/>
                <a:cs typeface="Arial"/>
              </a:rPr>
              <a:t>t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36220">
              <a:lnSpc>
                <a:spcPct val="100000"/>
              </a:lnSpc>
              <a:spcBef>
                <a:spcPts val="675"/>
              </a:spcBef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(</a:t>
            </a:r>
            <a:r>
              <a:rPr dirty="0" sz="1700" spc="-120">
                <a:latin typeface="Arial"/>
                <a:cs typeface="Arial"/>
              </a:rPr>
              <a:t>Nov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fope</a:t>
            </a:r>
            <a:r>
              <a:rPr dirty="0" sz="1700" spc="125">
                <a:latin typeface="Arial"/>
                <a:cs typeface="Arial"/>
              </a:rPr>
              <a:t>n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5">
                <a:latin typeface="Arial"/>
                <a:cs typeface="Arial"/>
              </a:rPr>
              <a:t>arg</a:t>
            </a:r>
            <a:r>
              <a:rPr dirty="0" sz="1700" spc="175">
                <a:latin typeface="Arial"/>
                <a:cs typeface="Arial"/>
              </a:rPr>
              <a:t>v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"w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7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NU</a:t>
            </a:r>
            <a:r>
              <a:rPr dirty="0" sz="1700" spc="-195">
                <a:latin typeface="Arial"/>
                <a:cs typeface="Arial"/>
              </a:rPr>
              <a:t>L</a:t>
            </a:r>
            <a:r>
              <a:rPr dirty="0" sz="1700" spc="-60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6220">
              <a:lnSpc>
                <a:spcPct val="100000"/>
              </a:lnSpc>
              <a:spcBef>
                <a:spcPts val="675"/>
              </a:spcBef>
              <a:tabLst>
                <a:tab pos="44640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arquiv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na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9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pod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s</a:t>
            </a:r>
            <a:r>
              <a:rPr dirty="0" sz="1700" spc="4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abert</a:t>
            </a:r>
            <a:r>
              <a:rPr dirty="0" sz="1700" spc="215">
                <a:latin typeface="Arial"/>
                <a:cs typeface="Arial"/>
              </a:rPr>
              <a:t>o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150">
                <a:latin typeface="Arial"/>
                <a:cs typeface="Arial"/>
              </a:rPr>
              <a:t>e</a:t>
            </a:r>
            <a:r>
              <a:rPr dirty="0" sz="1700" spc="140">
                <a:latin typeface="Arial"/>
                <a:cs typeface="Arial"/>
              </a:rPr>
              <a:t>xi</a:t>
            </a:r>
            <a:r>
              <a:rPr dirty="0" sz="1700" spc="5">
                <a:latin typeface="Arial"/>
                <a:cs typeface="Arial"/>
              </a:rPr>
              <a:t>t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1325" marR="5080" indent="-233679">
              <a:lnSpc>
                <a:spcPct val="133100"/>
              </a:lnSpc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fr</a:t>
            </a:r>
            <a:r>
              <a:rPr dirty="0" sz="1700" spc="60">
                <a:latin typeface="Arial"/>
                <a:cs typeface="Arial"/>
              </a:rPr>
              <a:t>ea</a:t>
            </a:r>
            <a:r>
              <a:rPr dirty="0" sz="1700" spc="40">
                <a:latin typeface="Arial"/>
                <a:cs typeface="Arial"/>
              </a:rPr>
              <a:t>d</a:t>
            </a:r>
            <a:r>
              <a:rPr dirty="0" sz="1700" spc="-10">
                <a:latin typeface="Arial"/>
                <a:cs typeface="Arial"/>
              </a:rPr>
              <a:t>(</a:t>
            </a:r>
            <a:r>
              <a:rPr dirty="0" sz="1700" spc="25">
                <a:latin typeface="Arial"/>
                <a:cs typeface="Arial"/>
              </a:rPr>
              <a:t>&amp;</a:t>
            </a:r>
            <a:r>
              <a:rPr dirty="0" sz="1700" spc="35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35" b="1">
                <a:latin typeface="Arial"/>
                <a:cs typeface="Arial"/>
              </a:rPr>
              <a:t>sizeo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spc="-315" b="1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(</a:t>
            </a:r>
            <a:r>
              <a:rPr dirty="0" sz="1700" spc="-90">
                <a:latin typeface="Arial"/>
                <a:cs typeface="Arial"/>
              </a:rPr>
              <a:t>Pesso</a:t>
            </a:r>
            <a:r>
              <a:rPr dirty="0" sz="1700" spc="9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Velh</a:t>
            </a:r>
            <a:r>
              <a:rPr dirty="0" sz="1700" spc="10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125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fwrit</a:t>
            </a:r>
            <a:r>
              <a:rPr dirty="0" sz="1700" spc="125">
                <a:latin typeface="Arial"/>
                <a:cs typeface="Arial"/>
              </a:rPr>
              <a:t>e</a:t>
            </a:r>
            <a:r>
              <a:rPr dirty="0" sz="1700" spc="-10">
                <a:latin typeface="Arial"/>
                <a:cs typeface="Arial"/>
              </a:rPr>
              <a:t>(</a:t>
            </a:r>
            <a:r>
              <a:rPr dirty="0" sz="1700" spc="25">
                <a:latin typeface="Arial"/>
                <a:cs typeface="Arial"/>
              </a:rPr>
              <a:t>&amp;</a:t>
            </a:r>
            <a:r>
              <a:rPr dirty="0" sz="1700" spc="35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35" b="1">
                <a:latin typeface="Arial"/>
                <a:cs typeface="Arial"/>
              </a:rPr>
              <a:t>sizeo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spc="-315" b="1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(</a:t>
            </a:r>
            <a:r>
              <a:rPr dirty="0" sz="1700" spc="-90">
                <a:latin typeface="Arial"/>
                <a:cs typeface="Arial"/>
              </a:rPr>
              <a:t>Pesso</a:t>
            </a:r>
            <a:r>
              <a:rPr dirty="0" sz="1700" spc="9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35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Nov</a:t>
            </a:r>
            <a:r>
              <a:rPr dirty="0" sz="1700" spc="9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675"/>
              </a:spcBef>
              <a:tabLst>
                <a:tab pos="1826895" algn="l"/>
              </a:tabLst>
            </a:pPr>
            <a:r>
              <a:rPr dirty="0" sz="1700" spc="85">
                <a:latin typeface="Arial"/>
                <a:cs typeface="Arial"/>
              </a:rPr>
              <a:t>fclos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(</a:t>
            </a:r>
            <a:r>
              <a:rPr dirty="0" sz="1700" spc="-25">
                <a:latin typeface="Arial"/>
                <a:cs typeface="Arial"/>
              </a:rPr>
              <a:t>Velh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85">
                <a:latin typeface="Arial"/>
                <a:cs typeface="Arial"/>
              </a:rPr>
              <a:t>fclos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(</a:t>
            </a:r>
            <a:r>
              <a:rPr dirty="0" sz="1700" spc="-120">
                <a:latin typeface="Arial"/>
                <a:cs typeface="Arial"/>
              </a:rPr>
              <a:t>Nov</a:t>
            </a:r>
            <a:r>
              <a:rPr dirty="0" sz="1700" spc="12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11454" y="2387854"/>
            <a:ext cx="3136265" cy="2117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24500"/>
              </a:lnSpc>
            </a:pPr>
            <a:r>
              <a:rPr dirty="0" sz="1850" spc="25">
                <a:latin typeface="Arial"/>
                <a:cs typeface="Arial"/>
              </a:rPr>
              <a:t>O</a:t>
            </a:r>
            <a:r>
              <a:rPr dirty="0" sz="1850" spc="24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5">
                <a:latin typeface="Arial"/>
                <a:cs typeface="Arial"/>
              </a:rPr>
              <a:t>gr</a:t>
            </a:r>
            <a:r>
              <a:rPr dirty="0" sz="1850" spc="20">
                <a:latin typeface="Arial"/>
                <a:cs typeface="Arial"/>
              </a:rPr>
              <a:t>ama</a:t>
            </a:r>
            <a:r>
              <a:rPr dirty="0" sz="1850" spc="24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ao</a:t>
            </a:r>
            <a:r>
              <a:rPr dirty="0" sz="1850" spc="24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lado</a:t>
            </a:r>
            <a:r>
              <a:rPr dirty="0" sz="1850" spc="24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opia</a:t>
            </a:r>
            <a:r>
              <a:rPr dirty="0" sz="1850" spc="24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eúdo</a:t>
            </a:r>
            <a:r>
              <a:rPr dirty="0" sz="1850" spc="-8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-8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qui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80">
                <a:latin typeface="Arial"/>
                <a:cs typeface="Arial"/>
              </a:rPr>
              <a:t> </a:t>
            </a:r>
            <a:r>
              <a:rPr dirty="0" sz="1850" spc="-1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elho</a:t>
            </a:r>
            <a:r>
              <a:rPr dirty="0" sz="1850" spc="-8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no</a:t>
            </a:r>
            <a:r>
              <a:rPr dirty="0" sz="1850" spc="10">
                <a:latin typeface="Arial"/>
                <a:cs typeface="Arial"/>
              </a:rPr>
              <a:t> a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qui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6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N</a:t>
            </a:r>
            <a:r>
              <a:rPr dirty="0" sz="1850" spc="-15">
                <a:latin typeface="Arial"/>
                <a:cs typeface="Arial"/>
              </a:rPr>
              <a:t>o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.</a:t>
            </a:r>
            <a:r>
              <a:rPr dirty="0" sz="1850">
                <a:latin typeface="Arial"/>
                <a:cs typeface="Arial"/>
              </a:rPr>
              <a:t> </a:t>
            </a:r>
            <a:r>
              <a:rPr dirty="0" sz="1850" spc="90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(</a:t>
            </a:r>
            <a:r>
              <a:rPr dirty="0" sz="1850" spc="20">
                <a:latin typeface="Arial"/>
                <a:cs typeface="Arial"/>
              </a:rPr>
              <a:t>A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-25">
                <a:latin typeface="Arial"/>
                <a:cs typeface="Arial"/>
              </a:rPr>
              <a:t>b</a:t>
            </a:r>
            <a:r>
              <a:rPr dirty="0" sz="1850" spc="10">
                <a:latin typeface="Arial"/>
                <a:cs typeface="Arial"/>
              </a:rPr>
              <a:t>ui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16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15">
                <a:latin typeface="Arial"/>
                <a:cs typeface="Arial"/>
              </a:rPr>
              <a:t> nomes</a:t>
            </a:r>
            <a:r>
              <a:rPr dirty="0" sz="1850">
                <a:latin typeface="Arial"/>
                <a:cs typeface="Arial"/>
              </a:rPr>
              <a:t> </a:t>
            </a:r>
            <a:r>
              <a:rPr dirty="0" sz="1850" spc="-22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>
                <a:latin typeface="Arial"/>
                <a:cs typeface="Arial"/>
              </a:rPr>
              <a:t> </a:t>
            </a:r>
            <a:r>
              <a:rPr dirty="0" sz="1850" spc="-21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qui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os</a:t>
            </a:r>
            <a:r>
              <a:rPr dirty="0" sz="1850">
                <a:latin typeface="Arial"/>
                <a:cs typeface="Arial"/>
              </a:rPr>
              <a:t> </a:t>
            </a:r>
            <a:r>
              <a:rPr dirty="0" sz="1850" spc="-220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xt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nos</a:t>
            </a:r>
            <a:r>
              <a:rPr dirty="0" sz="1850" spc="15">
                <a:latin typeface="Arial"/>
                <a:cs typeface="Arial"/>
              </a:rPr>
              <a:t> ao</a:t>
            </a:r>
            <a:r>
              <a:rPr dirty="0" sz="1850" spc="12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5">
                <a:latin typeface="Arial"/>
                <a:cs typeface="Arial"/>
              </a:rPr>
              <a:t>gr</a:t>
            </a:r>
            <a:r>
              <a:rPr dirty="0" sz="1850" spc="20">
                <a:latin typeface="Arial"/>
                <a:cs typeface="Arial"/>
              </a:rPr>
              <a:t>ama</a:t>
            </a:r>
            <a:r>
              <a:rPr dirty="0" sz="1850" spc="120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ia</a:t>
            </a:r>
            <a:r>
              <a:rPr dirty="0" sz="1850" spc="12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12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ompi-</a:t>
            </a:r>
            <a:r>
              <a:rPr dirty="0" sz="1850" spc="10">
                <a:latin typeface="Arial"/>
                <a:cs typeface="Arial"/>
              </a:rPr>
              <a:t> lador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ompilado</a:t>
            </a:r>
            <a:r>
              <a:rPr dirty="0" sz="1850" spc="-85">
                <a:latin typeface="Arial"/>
                <a:cs typeface="Arial"/>
              </a:rPr>
              <a:t>r</a:t>
            </a:r>
            <a:r>
              <a:rPr dirty="0" sz="1850">
                <a:latin typeface="Arial"/>
                <a:cs typeface="Arial"/>
              </a:rPr>
              <a:t>.</a:t>
            </a:r>
            <a:r>
              <a:rPr dirty="0" sz="1850" spc="10">
                <a:latin typeface="Arial"/>
                <a:cs typeface="Arial"/>
              </a:rPr>
              <a:t>)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588375" cy="31362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(1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1950">
              <a:latin typeface="Times New Roman"/>
              <a:cs typeface="Times New Roman"/>
            </a:endParaRPr>
          </a:p>
          <a:p>
            <a:pPr marL="484505" marR="5080" indent="-250825">
              <a:lnSpc>
                <a:spcPct val="1245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São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ú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iar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as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dados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 b="1">
                <a:latin typeface="Arial"/>
                <a:cs typeface="Arial"/>
              </a:rPr>
              <a:t>encadeadas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ipo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li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á</a:t>
            </a:r>
            <a:r>
              <a:rPr dirty="0" sz="1850" spc="65">
                <a:latin typeface="Arial"/>
                <a:cs typeface="Arial"/>
              </a:rPr>
              <a:t>r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es</a:t>
            </a:r>
            <a:r>
              <a:rPr dirty="0" sz="1850" spc="10">
                <a:latin typeface="Arial"/>
                <a:cs typeface="Arial"/>
              </a:rPr>
              <a:t> 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5">
                <a:latin typeface="Arial"/>
                <a:cs typeface="Arial"/>
              </a:rPr>
              <a:t>g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-55">
                <a:latin typeface="Arial"/>
                <a:cs typeface="Arial"/>
              </a:rPr>
              <a:t>f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15">
                <a:latin typeface="Arial"/>
                <a:cs typeface="Arial"/>
              </a:rPr>
              <a:t>s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922655" indent="-250825">
              <a:lnSpc>
                <a:spcPct val="124500"/>
              </a:lnSpc>
              <a:spcBef>
                <a:spcPts val="14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0">
                <a:latin typeface="Arial"/>
                <a:cs typeface="Arial"/>
              </a:rPr>
              <a:t>U</a:t>
            </a:r>
            <a:r>
              <a:rPr dirty="0" sz="1850" spc="25">
                <a:latin typeface="Arial"/>
                <a:cs typeface="Arial"/>
              </a:rPr>
              <a:t>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apon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ador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iá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el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-55">
                <a:latin typeface="Arial"/>
                <a:cs typeface="Arial"/>
              </a:rPr>
              <a:t>f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ia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iá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el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 b="1">
                <a:latin typeface="Arial"/>
                <a:cs typeface="Arial"/>
              </a:rPr>
              <a:t>a</a:t>
            </a:r>
            <a:r>
              <a:rPr dirty="0" sz="1850" b="1">
                <a:latin typeface="Arial"/>
                <a:cs typeface="Arial"/>
              </a:rPr>
              <a:t>l</a:t>
            </a:r>
            <a:r>
              <a:rPr dirty="0" sz="1850" spc="20" b="1">
                <a:latin typeface="Arial"/>
                <a:cs typeface="Arial"/>
              </a:rPr>
              <a:t>ocada</a:t>
            </a:r>
            <a:r>
              <a:rPr dirty="0" sz="1850" spc="15" b="1">
                <a:latin typeface="Arial"/>
                <a:cs typeface="Arial"/>
              </a:rPr>
              <a:t> d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20" b="1">
                <a:latin typeface="Arial"/>
                <a:cs typeface="Arial"/>
              </a:rPr>
              <a:t>nam</a:t>
            </a:r>
            <a:r>
              <a:rPr dirty="0" sz="1850" b="1">
                <a:latin typeface="Arial"/>
                <a:cs typeface="Arial"/>
              </a:rPr>
              <a:t>i</a:t>
            </a:r>
            <a:r>
              <a:rPr dirty="0" sz="1850" spc="20" b="1">
                <a:latin typeface="Arial"/>
                <a:cs typeface="Arial"/>
              </a:rPr>
              <a:t>camen</a:t>
            </a:r>
            <a:r>
              <a:rPr dirty="0" sz="1850" spc="5" b="1">
                <a:latin typeface="Arial"/>
                <a:cs typeface="Arial"/>
              </a:rPr>
              <a:t>t</a:t>
            </a:r>
            <a:r>
              <a:rPr dirty="0" sz="1850" spc="15" b="1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662305" indent="-250825">
              <a:lnSpc>
                <a:spcPct val="124500"/>
              </a:lnSpc>
              <a:spcBef>
                <a:spcPts val="14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1850" spc="25">
                <a:latin typeface="Arial"/>
                <a:cs typeface="Arial"/>
              </a:rPr>
              <a:t>Em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ge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al,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iá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el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-55">
                <a:latin typeface="Arial"/>
                <a:cs typeface="Arial"/>
              </a:rPr>
              <a:t>f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iada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é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def</a:t>
            </a:r>
            <a:r>
              <a:rPr dirty="0" sz="1850">
                <a:latin typeface="Arial"/>
                <a:cs typeface="Arial"/>
              </a:rPr>
              <a:t>i</a:t>
            </a:r>
            <a:r>
              <a:rPr dirty="0" sz="1850" spc="15">
                <a:latin typeface="Arial"/>
                <a:cs typeface="Arial"/>
              </a:rPr>
              <a:t>nida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egi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15">
                <a:latin typeface="Arial"/>
                <a:cs typeface="Arial"/>
              </a:rPr>
              <a:t> apon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ador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-1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ou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elemen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me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20">
                <a:latin typeface="Arial"/>
                <a:cs typeface="Arial"/>
              </a:rPr>
              <a:t>mo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0">
                <a:latin typeface="Arial"/>
                <a:cs typeface="Arial"/>
              </a:rPr>
              <a:t>ip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2" y="866482"/>
            <a:ext cx="4977765" cy="47174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(2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50215">
              <a:lnSpc>
                <a:spcPct val="100000"/>
              </a:lnSpc>
            </a:pPr>
            <a:r>
              <a:rPr dirty="0" sz="2050" b="1">
                <a:latin typeface="Arial"/>
                <a:cs typeface="Arial"/>
              </a:rPr>
              <a:t>typ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pontado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Courier New"/>
                <a:cs typeface="Courier New"/>
              </a:rPr>
              <a:t>^</a:t>
            </a:r>
            <a:r>
              <a:rPr dirty="0" sz="2050" spc="5">
                <a:latin typeface="Arial"/>
                <a:cs typeface="Arial"/>
              </a:rPr>
              <a:t>No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450215">
              <a:lnSpc>
                <a:spcPct val="100000"/>
              </a:lnSpc>
              <a:spcBef>
                <a:spcPts val="484"/>
              </a:spcBef>
            </a:pPr>
            <a:r>
              <a:rPr dirty="0" sz="2050" b="1">
                <a:latin typeface="Arial"/>
                <a:cs typeface="Arial"/>
              </a:rPr>
              <a:t>typ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eco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spc="5" b="1">
                <a:latin typeface="Arial"/>
                <a:cs typeface="Arial"/>
              </a:rPr>
              <a:t>d</a:t>
            </a:r>
            <a:endParaRPr sz="2050">
              <a:latin typeface="Arial"/>
              <a:cs typeface="Arial"/>
            </a:endParaRPr>
          </a:p>
          <a:p>
            <a:pPr marL="1886585" marR="942975">
              <a:lnSpc>
                <a:spcPct val="119700"/>
              </a:lnSpc>
            </a:pPr>
            <a:r>
              <a:rPr dirty="0" sz="2050" spc="5">
                <a:latin typeface="Arial"/>
                <a:cs typeface="Arial"/>
              </a:rPr>
              <a:t>Ch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ntege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A</a:t>
            </a:r>
            <a:r>
              <a:rPr dirty="0" sz="2050">
                <a:latin typeface="Arial"/>
                <a:cs typeface="Arial"/>
              </a:rPr>
              <a:t>pont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pontado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12700" indent="1640839">
              <a:lnSpc>
                <a:spcPct val="100000"/>
              </a:lnSpc>
              <a:spcBef>
                <a:spcPts val="484"/>
              </a:spcBef>
            </a:pPr>
            <a:r>
              <a:rPr dirty="0" sz="2050" b="1">
                <a:latin typeface="Arial"/>
                <a:cs typeface="Arial"/>
              </a:rPr>
              <a:t>end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50">
                <a:latin typeface="Arial"/>
                <a:cs typeface="Arial"/>
              </a:rPr>
              <a:t>Dad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50215">
              <a:lnSpc>
                <a:spcPct val="100000"/>
              </a:lnSpc>
            </a:pPr>
            <a:r>
              <a:rPr dirty="0" sz="2050" spc="-4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ta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pontado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ada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75736" y="5942825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0" y="0"/>
                </a:moveTo>
                <a:lnTo>
                  <a:pt x="0" y="248826"/>
                </a:lnTo>
                <a:lnTo>
                  <a:pt x="497646" y="248826"/>
                </a:lnTo>
                <a:lnTo>
                  <a:pt x="497646" y="0"/>
                </a:lnTo>
                <a:lnTo>
                  <a:pt x="0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508184" y="5935916"/>
            <a:ext cx="233045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5">
                <a:latin typeface="Times New Roman"/>
                <a:cs typeface="Times New Roman"/>
              </a:rPr>
              <a:t>50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19853" y="5942825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0" y="0"/>
                </a:moveTo>
                <a:lnTo>
                  <a:pt x="0" y="248826"/>
                </a:lnTo>
                <a:lnTo>
                  <a:pt x="497652" y="248826"/>
                </a:lnTo>
                <a:lnTo>
                  <a:pt x="497652" y="0"/>
                </a:lnTo>
                <a:lnTo>
                  <a:pt x="0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699774" y="5935916"/>
            <a:ext cx="336550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5">
                <a:latin typeface="Times New Roman"/>
                <a:cs typeface="Times New Roman"/>
              </a:rPr>
              <a:t>100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59270" y="5942825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40" h="248920">
                <a:moveTo>
                  <a:pt x="0" y="0"/>
                </a:moveTo>
                <a:lnTo>
                  <a:pt x="0" y="248826"/>
                </a:lnTo>
                <a:lnTo>
                  <a:pt x="497646" y="248826"/>
                </a:lnTo>
                <a:lnTo>
                  <a:pt x="497646" y="0"/>
                </a:lnTo>
                <a:lnTo>
                  <a:pt x="0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241912" y="6067234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 h="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746470" y="602576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41465"/>
                </a:moveTo>
                <a:lnTo>
                  <a:pt x="0" y="0"/>
                </a:lnTo>
                <a:lnTo>
                  <a:pt x="20739" y="41465"/>
                </a:lnTo>
                <a:lnTo>
                  <a:pt x="20739" y="74647"/>
                </a:lnTo>
                <a:lnTo>
                  <a:pt x="103682" y="41465"/>
                </a:lnTo>
                <a:close/>
              </a:path>
              <a:path w="104139" h="83185">
                <a:moveTo>
                  <a:pt x="20739" y="74647"/>
                </a:moveTo>
                <a:lnTo>
                  <a:pt x="20739" y="41465"/>
                </a:lnTo>
                <a:lnTo>
                  <a:pt x="0" y="82943"/>
                </a:lnTo>
                <a:lnTo>
                  <a:pt x="20739" y="746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746470" y="602576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41769" y="602576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103670" y="41465"/>
                </a:moveTo>
                <a:lnTo>
                  <a:pt x="0" y="0"/>
                </a:lnTo>
                <a:lnTo>
                  <a:pt x="20726" y="41465"/>
                </a:lnTo>
                <a:lnTo>
                  <a:pt x="20726" y="74651"/>
                </a:lnTo>
                <a:lnTo>
                  <a:pt x="103670" y="41465"/>
                </a:lnTo>
                <a:close/>
              </a:path>
              <a:path w="104140" h="83185">
                <a:moveTo>
                  <a:pt x="20726" y="74651"/>
                </a:moveTo>
                <a:lnTo>
                  <a:pt x="20726" y="41465"/>
                </a:lnTo>
                <a:lnTo>
                  <a:pt x="0" y="82943"/>
                </a:lnTo>
                <a:lnTo>
                  <a:pt x="20726" y="746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741769" y="602576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481328" y="6067234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 h="0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985886" y="602576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103670" y="41465"/>
                </a:moveTo>
                <a:lnTo>
                  <a:pt x="0" y="0"/>
                </a:lnTo>
                <a:lnTo>
                  <a:pt x="20739" y="41465"/>
                </a:lnTo>
                <a:lnTo>
                  <a:pt x="20739" y="74646"/>
                </a:lnTo>
                <a:lnTo>
                  <a:pt x="103670" y="41465"/>
                </a:lnTo>
                <a:close/>
              </a:path>
              <a:path w="104140" h="83185">
                <a:moveTo>
                  <a:pt x="20739" y="74646"/>
                </a:moveTo>
                <a:lnTo>
                  <a:pt x="20739" y="41465"/>
                </a:lnTo>
                <a:lnTo>
                  <a:pt x="0" y="82943"/>
                </a:lnTo>
                <a:lnTo>
                  <a:pt x="20739" y="746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985886" y="602576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873385" y="594282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31"/>
                </a:lnTo>
                <a:lnTo>
                  <a:pt x="0" y="248831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117503" y="594282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31"/>
                </a:lnTo>
                <a:lnTo>
                  <a:pt x="0" y="248831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356919" y="594282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31"/>
                </a:lnTo>
                <a:lnTo>
                  <a:pt x="0" y="248831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753677" y="6067234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 h="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258236" y="602576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41465"/>
                </a:moveTo>
                <a:lnTo>
                  <a:pt x="0" y="0"/>
                </a:lnTo>
                <a:lnTo>
                  <a:pt x="20739" y="41465"/>
                </a:lnTo>
                <a:lnTo>
                  <a:pt x="20739" y="74647"/>
                </a:lnTo>
                <a:lnTo>
                  <a:pt x="103682" y="41465"/>
                </a:lnTo>
                <a:close/>
              </a:path>
              <a:path w="104139" h="83185">
                <a:moveTo>
                  <a:pt x="20739" y="74647"/>
                </a:moveTo>
                <a:lnTo>
                  <a:pt x="20739" y="41465"/>
                </a:lnTo>
                <a:lnTo>
                  <a:pt x="0" y="82943"/>
                </a:lnTo>
                <a:lnTo>
                  <a:pt x="20739" y="746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258236" y="602576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997795" y="6067234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 h="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502353" y="602576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41465"/>
                </a:moveTo>
                <a:lnTo>
                  <a:pt x="0" y="0"/>
                </a:lnTo>
                <a:lnTo>
                  <a:pt x="20739" y="41465"/>
                </a:lnTo>
                <a:lnTo>
                  <a:pt x="20739" y="74647"/>
                </a:lnTo>
                <a:lnTo>
                  <a:pt x="103682" y="41465"/>
                </a:lnTo>
                <a:close/>
              </a:path>
              <a:path w="104139" h="83185">
                <a:moveTo>
                  <a:pt x="20739" y="74647"/>
                </a:moveTo>
                <a:lnTo>
                  <a:pt x="20739" y="41465"/>
                </a:lnTo>
                <a:lnTo>
                  <a:pt x="0" y="82943"/>
                </a:lnTo>
                <a:lnTo>
                  <a:pt x="20739" y="746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502353" y="602576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975693" y="5864034"/>
            <a:ext cx="1300480" cy="3282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918210" algn="l"/>
              </a:tabLst>
            </a:pPr>
            <a:r>
              <a:rPr dirty="0" sz="1600" spc="5">
                <a:latin typeface="Times New Roman"/>
                <a:cs typeface="Times New Roman"/>
              </a:rPr>
              <a:t>...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 spc="5" u="sng">
                <a:latin typeface="Times New Roman"/>
                <a:cs typeface="Times New Roman"/>
              </a:rPr>
              <a:t> </a:t>
            </a:r>
            <a:r>
              <a:rPr dirty="0" sz="1600" u="sng">
                <a:latin typeface="Times New Roman"/>
                <a:cs typeface="Times New Roman"/>
              </a:rPr>
              <a:t>	</a:t>
            </a:r>
            <a:r>
              <a:rPr dirty="0" sz="1600" spc="55">
                <a:latin typeface="Times New Roman"/>
                <a:cs typeface="Times New Roman"/>
              </a:rPr>
              <a:t> </a:t>
            </a:r>
            <a:r>
              <a:rPr dirty="0" baseline="-19097" sz="2400" spc="22">
                <a:latin typeface="Times New Roman"/>
                <a:cs typeface="Times New Roman"/>
              </a:rPr>
              <a:t>200</a:t>
            </a:r>
            <a:endParaRPr baseline="-19097"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05545" y="5926239"/>
            <a:ext cx="440690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0">
                <a:latin typeface="Times New Roman"/>
                <a:cs typeface="Times New Roman"/>
              </a:rPr>
              <a:t>Lista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152892" y="5926239"/>
            <a:ext cx="244475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1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4206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v</a:t>
            </a:r>
            <a:r>
              <a:rPr dirty="0" sz="2050" spc="-5" b="1">
                <a:latin typeface="Arial"/>
                <a:cs typeface="Arial"/>
              </a:rPr>
              <a:t>í</a:t>
            </a:r>
            <a:r>
              <a:rPr dirty="0" sz="2050" spc="-30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g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32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 marR="5080">
              <a:lnSpc>
                <a:spcPct val="119700"/>
              </a:lnSpc>
              <a:spcBef>
                <a:spcPts val="1405"/>
              </a:spcBef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tre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pro</a:t>
            </a:r>
            <a:r>
              <a:rPr dirty="0" sz="2050" spc="-20">
                <a:latin typeface="Arial"/>
                <a:cs typeface="Arial"/>
              </a:rPr>
              <a:t>gr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aba</a:t>
            </a:r>
            <a:r>
              <a:rPr dirty="0" sz="2050" spc="5">
                <a:latin typeface="Arial"/>
                <a:cs typeface="Arial"/>
              </a:rPr>
              <a:t>ixo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ntat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orret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5">
                <a:latin typeface="Arial"/>
                <a:cs typeface="Arial"/>
              </a:rPr>
              <a:t> E</a:t>
            </a:r>
            <a:r>
              <a:rPr dirty="0" sz="2050">
                <a:latin typeface="Arial"/>
                <a:cs typeface="Arial"/>
              </a:rPr>
              <a:t>ntretant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and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er</a:t>
            </a:r>
            <a:r>
              <a:rPr dirty="0" sz="2050" spc="10">
                <a:latin typeface="Arial"/>
                <a:cs typeface="Arial"/>
              </a:rPr>
              <a:t>SS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utad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pr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quand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gua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er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50215" marR="6755130">
              <a:lnSpc>
                <a:spcPct val="119700"/>
              </a:lnSpc>
              <a:spcBef>
                <a:spcPts val="1405"/>
              </a:spcBef>
            </a:pP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then</a:t>
            </a:r>
            <a:r>
              <a:rPr dirty="0" sz="2050" spc="5">
                <a:latin typeface="Arial"/>
                <a:cs typeface="Arial"/>
              </a:rPr>
              <a:t>; 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: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+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312784" cy="2353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ass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4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arâ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et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(1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-4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-4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á</a:t>
            </a:r>
            <a:r>
              <a:rPr dirty="0" sz="205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l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20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ê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â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 spc="15">
                <a:latin typeface="Times New Roman"/>
                <a:cs typeface="Times New Roman"/>
              </a:rPr>
              <a:t>.</a:t>
            </a:r>
            <a:r>
              <a:rPr dirty="0" sz="1200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5">
                <a:latin typeface="Times New Roman"/>
                <a:cs typeface="Times New Roman"/>
              </a:rPr>
              <a:t>nt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oduçã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Seçã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7335" y="343777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9898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03068" y="833218"/>
            <a:ext cx="8741410" cy="6381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  <a:tabLst>
                <a:tab pos="8728075" algn="l"/>
              </a:tabLst>
            </a:pPr>
            <a:r>
              <a:rPr dirty="0" sz="2450" spc="-60" b="1" u="heavy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ass</a:t>
            </a:r>
            <a:r>
              <a:rPr dirty="0" sz="2450" spc="-15" b="1" u="heavy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40" b="1" u="heavy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 u="heavy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 u="heavy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arâ</a:t>
            </a:r>
            <a:r>
              <a:rPr dirty="0" sz="2450" spc="25" b="1" u="heavy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et</a:t>
            </a:r>
            <a:r>
              <a:rPr dirty="0" sz="2450" spc="-40" b="1" u="heavy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(2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)</a:t>
            </a:r>
            <a:r>
              <a:rPr dirty="0" sz="2450" b="1" u="heavy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230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</a:pPr>
            <a:r>
              <a:rPr dirty="0" sz="1850" spc="20">
                <a:latin typeface="Arial"/>
                <a:cs typeface="Arial"/>
              </a:rPr>
              <a:t>E</a:t>
            </a:r>
            <a:r>
              <a:rPr dirty="0" sz="1850" spc="-45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emplo: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Soma</a:t>
            </a:r>
            <a:r>
              <a:rPr dirty="0" sz="1850" spc="20">
                <a:latin typeface="Arial"/>
                <a:cs typeface="Arial"/>
              </a:rPr>
              <a:t>U</a:t>
            </a:r>
            <a:r>
              <a:rPr dirty="0" sz="1850" spc="25">
                <a:latin typeface="Arial"/>
                <a:cs typeface="Arial"/>
              </a:rPr>
              <a:t>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ebe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âme</a:t>
            </a:r>
            <a:r>
              <a:rPr dirty="0" sz="1850" spc="5">
                <a:latin typeface="Arial"/>
                <a:cs typeface="Arial"/>
              </a:rPr>
              <a:t>tr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0" i="1">
                <a:latin typeface="Arial"/>
                <a:cs typeface="Arial"/>
              </a:rPr>
              <a:t>x</a:t>
            </a:r>
            <a:r>
              <a:rPr dirty="0" sz="1850" spc="10" i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alor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pa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20">
                <a:latin typeface="Arial"/>
                <a:cs typeface="Arial"/>
              </a:rPr>
              <a:t>âme</a:t>
            </a:r>
            <a:r>
              <a:rPr dirty="0" sz="1850" spc="5">
                <a:latin typeface="Arial"/>
                <a:cs typeface="Arial"/>
              </a:rPr>
              <a:t>tr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5" i="1">
                <a:latin typeface="Arial"/>
                <a:cs typeface="Arial"/>
              </a:rPr>
              <a:t>y</a:t>
            </a:r>
            <a:r>
              <a:rPr dirty="0" sz="1850" spc="75" i="1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iá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0">
                <a:latin typeface="Arial"/>
                <a:cs typeface="Arial"/>
              </a:rPr>
              <a:t>el.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06565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spc="35" b="1">
                <a:latin typeface="Arial"/>
                <a:cs typeface="Arial"/>
              </a:rPr>
              <a:t> </a:t>
            </a:r>
            <a:r>
              <a:rPr dirty="0" sz="1700" spc="-295">
                <a:latin typeface="Arial"/>
                <a:cs typeface="Arial"/>
              </a:rPr>
              <a:t>SomaU</a:t>
            </a:r>
            <a:r>
              <a:rPr dirty="0" sz="1700" spc="-155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100" b="1">
                <a:latin typeface="Arial"/>
                <a:cs typeface="Arial"/>
              </a:rPr>
              <a:t>t</a:t>
            </a:r>
            <a:r>
              <a:rPr dirty="0" sz="1700" spc="-290">
                <a:latin typeface="Lucida Sans Unicode"/>
                <a:cs typeface="Lucida Sans Unicode"/>
              </a:rPr>
              <a:t>∗</a:t>
            </a:r>
            <a:r>
              <a:rPr dirty="0" sz="1700" spc="135">
                <a:latin typeface="Arial"/>
                <a:cs typeface="Arial"/>
              </a:rPr>
              <a:t>y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x</a:t>
            </a:r>
            <a:r>
              <a:rPr dirty="0" sz="1700" spc="25">
                <a:latin typeface="Arial"/>
                <a:cs typeface="Arial"/>
              </a:rPr>
              <a:t>+1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870">
              <a:lnSpc>
                <a:spcPct val="100000"/>
              </a:lnSpc>
              <a:spcBef>
                <a:spcPts val="605"/>
              </a:spcBef>
            </a:pPr>
            <a:r>
              <a:rPr dirty="0" sz="1700" spc="-290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y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(</a:t>
            </a:r>
            <a:r>
              <a:rPr dirty="0" sz="1700" spc="-145">
                <a:latin typeface="Lucida Sans Unicode"/>
                <a:cs typeface="Lucida Sans Unicode"/>
              </a:rPr>
              <a:t>∗</a:t>
            </a:r>
            <a:r>
              <a:rPr dirty="0" sz="1700" spc="70">
                <a:latin typeface="Arial"/>
                <a:cs typeface="Arial"/>
              </a:rPr>
              <a:t>y</a:t>
            </a:r>
            <a:r>
              <a:rPr dirty="0" sz="1700" spc="75">
                <a:latin typeface="Arial"/>
                <a:cs typeface="Arial"/>
              </a:rPr>
              <a:t>)+1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05"/>
              </a:spcBef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"</a:t>
            </a:r>
            <a:r>
              <a:rPr dirty="0" sz="1700" spc="-90">
                <a:latin typeface="Arial"/>
                <a:cs typeface="Arial"/>
              </a:rPr>
              <a:t>Funca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-295">
                <a:latin typeface="Arial"/>
                <a:cs typeface="Arial"/>
              </a:rPr>
              <a:t>SomaU</a:t>
            </a:r>
            <a:r>
              <a:rPr dirty="0" sz="1700" spc="-28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%</a:t>
            </a:r>
            <a:r>
              <a:rPr dirty="0" sz="1700" spc="130">
                <a:latin typeface="Arial"/>
                <a:cs typeface="Arial"/>
              </a:rPr>
              <a:t>d\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x</a:t>
            </a:r>
            <a:r>
              <a:rPr dirty="0" sz="1700" spc="120">
                <a:latin typeface="Arial"/>
                <a:cs typeface="Arial"/>
              </a:rPr>
              <a:t>,</a:t>
            </a:r>
            <a:r>
              <a:rPr dirty="0" sz="1700" spc="-165">
                <a:latin typeface="Lucida Sans Unicode"/>
                <a:cs typeface="Lucida Sans Unicode"/>
              </a:rPr>
              <a:t>∗</a:t>
            </a:r>
            <a:r>
              <a:rPr dirty="0" sz="1700" spc="210">
                <a:latin typeface="Arial"/>
                <a:cs typeface="Arial"/>
              </a:rPr>
              <a:t>y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mai</a:t>
            </a:r>
            <a:r>
              <a:rPr dirty="0" sz="1700" spc="114">
                <a:latin typeface="Arial"/>
                <a:cs typeface="Arial"/>
              </a:rPr>
              <a:t>n</a:t>
            </a:r>
            <a:r>
              <a:rPr dirty="0" sz="1700" spc="185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92405" marR="7113270" indent="-149225">
              <a:lnSpc>
                <a:spcPct val="129700"/>
              </a:lnSpc>
              <a:tabLst>
                <a:tab pos="24447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5" b="1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a</a:t>
            </a:r>
            <a:r>
              <a:rPr dirty="0" sz="1700" spc="85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100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b</a:t>
            </a:r>
            <a:r>
              <a:rPr dirty="0" sz="1700" spc="25">
                <a:latin typeface="Arial"/>
                <a:cs typeface="Arial"/>
              </a:rPr>
              <a:t>=0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95">
                <a:latin typeface="Arial"/>
                <a:cs typeface="Arial"/>
              </a:rPr>
              <a:t>SomaU</a:t>
            </a:r>
            <a:r>
              <a:rPr dirty="0" sz="1700" spc="-155">
                <a:latin typeface="Arial"/>
                <a:cs typeface="Arial"/>
              </a:rPr>
              <a:t>m</a:t>
            </a:r>
            <a:r>
              <a:rPr dirty="0" sz="1700" spc="100">
                <a:latin typeface="Arial"/>
                <a:cs typeface="Arial"/>
              </a:rPr>
              <a:t>(</a:t>
            </a:r>
            <a:r>
              <a:rPr dirty="0" sz="1700" spc="-50">
                <a:latin typeface="Arial"/>
                <a:cs typeface="Arial"/>
              </a:rPr>
              <a:t>a</a:t>
            </a:r>
            <a:r>
              <a:rPr dirty="0" sz="1700" spc="25">
                <a:latin typeface="Arial"/>
                <a:cs typeface="Arial"/>
              </a:rPr>
              <a:t>,</a:t>
            </a:r>
            <a:r>
              <a:rPr dirty="0" sz="1700" spc="-30">
                <a:latin typeface="Arial"/>
                <a:cs typeface="Arial"/>
              </a:rPr>
              <a:t>&amp;</a:t>
            </a:r>
            <a:r>
              <a:rPr dirty="0" sz="1700" spc="10">
                <a:latin typeface="Arial"/>
                <a:cs typeface="Arial"/>
              </a:rPr>
              <a:t>b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05"/>
              </a:spcBef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"</a:t>
            </a:r>
            <a:r>
              <a:rPr dirty="0" sz="1700" spc="-80">
                <a:latin typeface="Arial"/>
                <a:cs typeface="Arial"/>
              </a:rPr>
              <a:t>Progra</a:t>
            </a:r>
            <a:r>
              <a:rPr dirty="0" sz="1700" spc="-8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principa</a:t>
            </a:r>
            <a:r>
              <a:rPr dirty="0" sz="1700" spc="130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%</a:t>
            </a:r>
            <a:r>
              <a:rPr dirty="0" sz="1700" spc="130">
                <a:latin typeface="Arial"/>
                <a:cs typeface="Arial"/>
              </a:rPr>
              <a:t>d\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,</a:t>
            </a:r>
            <a:r>
              <a:rPr dirty="0" sz="1700" spc="160">
                <a:latin typeface="Arial"/>
                <a:cs typeface="Arial"/>
              </a:rPr>
              <a:t>b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2410">
              <a:lnSpc>
                <a:spcPct val="100000"/>
              </a:lnSpc>
              <a:spcBef>
                <a:spcPts val="605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30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160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15925" marR="5095240" indent="-399415">
              <a:lnSpc>
                <a:spcPct val="169500"/>
              </a:lnSpc>
              <a:spcBef>
                <a:spcPts val="1285"/>
              </a:spcBef>
              <a:tabLst>
                <a:tab pos="3505200" algn="l"/>
              </a:tabLst>
            </a:pPr>
            <a:r>
              <a:rPr dirty="0" sz="1850" spc="2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0">
                <a:latin typeface="Arial"/>
                <a:cs typeface="Arial"/>
              </a:rPr>
              <a:t>ul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ado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ex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</a:t>
            </a:r>
            <a:r>
              <a:rPr dirty="0" sz="1850" spc="10">
                <a:latin typeface="Arial"/>
                <a:cs typeface="Arial"/>
              </a:rPr>
              <a:t>ç</a:t>
            </a:r>
            <a:r>
              <a:rPr dirty="0" sz="1850" spc="15">
                <a:latin typeface="Arial"/>
                <a:cs typeface="Arial"/>
              </a:rPr>
              <a:t>ão:</a:t>
            </a:r>
            <a:r>
              <a:rPr dirty="0" sz="1850" spc="15">
                <a:latin typeface="Arial"/>
                <a:cs typeface="Arial"/>
              </a:rPr>
              <a:t> 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edimen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Soma</a:t>
            </a:r>
            <a:r>
              <a:rPr dirty="0" sz="1850" spc="20">
                <a:latin typeface="Arial"/>
                <a:cs typeface="Arial"/>
              </a:rPr>
              <a:t>U</a:t>
            </a:r>
            <a:r>
              <a:rPr dirty="0" sz="1850" spc="25">
                <a:latin typeface="Arial"/>
                <a:cs typeface="Arial"/>
              </a:rPr>
              <a:t>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5">
                <a:latin typeface="Arial"/>
                <a:cs typeface="Arial"/>
              </a:rPr>
              <a:t>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1</a:t>
            </a:r>
            <a:r>
              <a:rPr dirty="0" sz="1850">
                <a:latin typeface="Arial"/>
                <a:cs typeface="Arial"/>
              </a:rPr>
              <a:t>	</a:t>
            </a:r>
            <a:r>
              <a:rPr dirty="0" sz="1850" spc="15">
                <a:latin typeface="Arial"/>
                <a:cs typeface="Arial"/>
              </a:rPr>
              <a:t>1</a:t>
            </a:r>
            <a:endParaRPr sz="1850">
              <a:latin typeface="Arial"/>
              <a:cs typeface="Arial"/>
            </a:endParaRPr>
          </a:p>
          <a:p>
            <a:pPr marL="415925">
              <a:lnSpc>
                <a:spcPct val="100000"/>
              </a:lnSpc>
              <a:spcBef>
                <a:spcPts val="540"/>
              </a:spcBef>
              <a:tabLst>
                <a:tab pos="3023235" algn="l"/>
                <a:tab pos="3505200" algn="l"/>
              </a:tabLst>
            </a:pPr>
            <a:r>
              <a:rPr dirty="0" sz="1850" spc="20">
                <a:latin typeface="Arial"/>
                <a:cs typeface="Arial"/>
              </a:rPr>
              <a:t>P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-5">
                <a:latin typeface="Arial"/>
                <a:cs typeface="Arial"/>
              </a:rPr>
              <a:t>gr</a:t>
            </a:r>
            <a:r>
              <a:rPr dirty="0" sz="1850" spc="20">
                <a:latin typeface="Arial"/>
                <a:cs typeface="Arial"/>
              </a:rPr>
              <a:t>ama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in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0">
                <a:latin typeface="Arial"/>
                <a:cs typeface="Arial"/>
              </a:rPr>
              <a:t>ipal</a:t>
            </a:r>
            <a:r>
              <a:rPr dirty="0" sz="1850">
                <a:latin typeface="Arial"/>
                <a:cs typeface="Arial"/>
              </a:rPr>
              <a:t>	</a:t>
            </a:r>
            <a:r>
              <a:rPr dirty="0" sz="1850" spc="5">
                <a:latin typeface="Arial"/>
                <a:cs typeface="Arial"/>
              </a:rPr>
              <a:t>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0</a:t>
            </a:r>
            <a:r>
              <a:rPr dirty="0" sz="1850">
                <a:latin typeface="Arial"/>
                <a:cs typeface="Arial"/>
              </a:rPr>
              <a:t>	</a:t>
            </a:r>
            <a:r>
              <a:rPr dirty="0" sz="1850" spc="15">
                <a:latin typeface="Arial"/>
                <a:cs typeface="Arial"/>
              </a:rPr>
              <a:t>1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transp-cap1.dvi</dc:title>
  <dcterms:created xsi:type="dcterms:W3CDTF">2015-08-04T20:38:17Z</dcterms:created>
  <dcterms:modified xsi:type="dcterms:W3CDTF">2015-08-04T20:38:17Z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2010-08-30T00:00:00Z</vt:filetime>
  </property>
  <property fmtid="{D5CDD505-2E9C-101B-9397-08002B2CF9AE}" pid="3" name="Creator">
    <vt:lpwstr>dvips(k) 5.98 Copyright 2009 Radical Eye Software</vt:lpwstr>
  </property>
  <property fmtid="{D5CDD505-2E9C-101B-9397-08002B2CF9AE}" pid="4" name="LastSaved">
    <vt:filetime>2015-08-04T00:00:00Z</vt:filetime>
  </property>
</Properties>
</file>