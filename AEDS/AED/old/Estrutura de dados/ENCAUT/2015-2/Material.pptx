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5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7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3" r:id="rId3"/>
    <p:sldMasterId id="2147483679" r:id="rId4"/>
    <p:sldMasterId id="2147483685" r:id="rId5"/>
    <p:sldMasterId id="2147483691" r:id="rId6"/>
    <p:sldMasterId id="2147483697" r:id="rId7"/>
    <p:sldMasterId id="2147483703" r:id="rId8"/>
  </p:sldMasterIdLst>
  <p:sldIdLst>
    <p:sldId id="256" r:id="rId9"/>
    <p:sldId id="308" r:id="rId10"/>
    <p:sldId id="309" r:id="rId11"/>
    <p:sldId id="310" r:id="rId12"/>
    <p:sldId id="311" r:id="rId13"/>
    <p:sldId id="312" r:id="rId14"/>
    <p:sldId id="439" r:id="rId15"/>
    <p:sldId id="313" r:id="rId16"/>
    <p:sldId id="314" r:id="rId17"/>
    <p:sldId id="339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6" r:id="rId44"/>
    <p:sldId id="327" r:id="rId45"/>
    <p:sldId id="328" r:id="rId46"/>
    <p:sldId id="329" r:id="rId47"/>
    <p:sldId id="330" r:id="rId48"/>
    <p:sldId id="331" r:id="rId49"/>
    <p:sldId id="332" r:id="rId50"/>
    <p:sldId id="333" r:id="rId51"/>
    <p:sldId id="334" r:id="rId52"/>
    <p:sldId id="335" r:id="rId53"/>
    <p:sldId id="336" r:id="rId54"/>
    <p:sldId id="337" r:id="rId55"/>
    <p:sldId id="338" r:id="rId56"/>
    <p:sldId id="359" r:id="rId57"/>
    <p:sldId id="360" r:id="rId58"/>
    <p:sldId id="361" r:id="rId59"/>
    <p:sldId id="362" r:id="rId60"/>
    <p:sldId id="364" r:id="rId61"/>
    <p:sldId id="366" r:id="rId62"/>
    <p:sldId id="415" r:id="rId63"/>
    <p:sldId id="416" r:id="rId64"/>
    <p:sldId id="417" r:id="rId65"/>
    <p:sldId id="418" r:id="rId66"/>
    <p:sldId id="419" r:id="rId67"/>
    <p:sldId id="420" r:id="rId68"/>
    <p:sldId id="421" r:id="rId69"/>
    <p:sldId id="422" r:id="rId70"/>
    <p:sldId id="423" r:id="rId71"/>
    <p:sldId id="424" r:id="rId72"/>
    <p:sldId id="425" r:id="rId73"/>
    <p:sldId id="426" r:id="rId74"/>
    <p:sldId id="427" r:id="rId75"/>
    <p:sldId id="428" r:id="rId76"/>
    <p:sldId id="429" r:id="rId77"/>
    <p:sldId id="430" r:id="rId78"/>
    <p:sldId id="431" r:id="rId79"/>
    <p:sldId id="432" r:id="rId80"/>
    <p:sldId id="433" r:id="rId81"/>
    <p:sldId id="434" r:id="rId82"/>
    <p:sldId id="435" r:id="rId83"/>
    <p:sldId id="436" r:id="rId84"/>
    <p:sldId id="437" r:id="rId85"/>
    <p:sldId id="438" r:id="rId86"/>
    <p:sldId id="411" r:id="rId87"/>
    <p:sldId id="412" r:id="rId88"/>
    <p:sldId id="413" r:id="rId89"/>
    <p:sldId id="414" r:id="rId90"/>
    <p:sldId id="440" r:id="rId91"/>
    <p:sldId id="441" r:id="rId92"/>
    <p:sldId id="442" r:id="rId93"/>
    <p:sldId id="257" r:id="rId94"/>
    <p:sldId id="258" r:id="rId95"/>
    <p:sldId id="259" r:id="rId96"/>
    <p:sldId id="260" r:id="rId97"/>
    <p:sldId id="261" r:id="rId98"/>
    <p:sldId id="262" r:id="rId99"/>
    <p:sldId id="263" r:id="rId100"/>
    <p:sldId id="264" r:id="rId101"/>
    <p:sldId id="265" r:id="rId102"/>
    <p:sldId id="266" r:id="rId103"/>
    <p:sldId id="267" r:id="rId104"/>
    <p:sldId id="268" r:id="rId105"/>
    <p:sldId id="269" r:id="rId106"/>
    <p:sldId id="270" r:id="rId107"/>
    <p:sldId id="271" r:id="rId108"/>
    <p:sldId id="272" r:id="rId109"/>
    <p:sldId id="273" r:id="rId110"/>
    <p:sldId id="274" r:id="rId111"/>
    <p:sldId id="275" r:id="rId112"/>
    <p:sldId id="276" r:id="rId113"/>
    <p:sldId id="277" r:id="rId114"/>
    <p:sldId id="278" r:id="rId115"/>
    <p:sldId id="279" r:id="rId116"/>
    <p:sldId id="280" r:id="rId117"/>
    <p:sldId id="281" r:id="rId118"/>
    <p:sldId id="282" r:id="rId119"/>
    <p:sldId id="283" r:id="rId120"/>
    <p:sldId id="284" r:id="rId121"/>
    <p:sldId id="285" r:id="rId122"/>
    <p:sldId id="286" r:id="rId123"/>
    <p:sldId id="287" r:id="rId124"/>
    <p:sldId id="288" r:id="rId125"/>
    <p:sldId id="289" r:id="rId126"/>
    <p:sldId id="290" r:id="rId127"/>
    <p:sldId id="291" r:id="rId128"/>
    <p:sldId id="292" r:id="rId129"/>
    <p:sldId id="293" r:id="rId130"/>
    <p:sldId id="294" r:id="rId131"/>
    <p:sldId id="295" r:id="rId132"/>
    <p:sldId id="296" r:id="rId133"/>
    <p:sldId id="297" r:id="rId134"/>
    <p:sldId id="298" r:id="rId135"/>
    <p:sldId id="299" r:id="rId136"/>
    <p:sldId id="300" r:id="rId137"/>
    <p:sldId id="301" r:id="rId138"/>
    <p:sldId id="302" r:id="rId139"/>
    <p:sldId id="303" r:id="rId140"/>
    <p:sldId id="443" r:id="rId141"/>
    <p:sldId id="304" r:id="rId142"/>
    <p:sldId id="305" r:id="rId143"/>
    <p:sldId id="306" r:id="rId144"/>
    <p:sldId id="307" r:id="rId145"/>
    <p:sldId id="444" r:id="rId146"/>
    <p:sldId id="445" r:id="rId147"/>
    <p:sldId id="446" r:id="rId148"/>
    <p:sldId id="447" r:id="rId149"/>
    <p:sldId id="448" r:id="rId150"/>
    <p:sldId id="449" r:id="rId151"/>
    <p:sldId id="450" r:id="rId152"/>
    <p:sldId id="451" r:id="rId153"/>
    <p:sldId id="452" r:id="rId154"/>
    <p:sldId id="453" r:id="rId155"/>
    <p:sldId id="454" r:id="rId156"/>
    <p:sldId id="455" r:id="rId157"/>
    <p:sldId id="456" r:id="rId158"/>
    <p:sldId id="457" r:id="rId159"/>
    <p:sldId id="458" r:id="rId160"/>
    <p:sldId id="459" r:id="rId161"/>
    <p:sldId id="460" r:id="rId162"/>
    <p:sldId id="461" r:id="rId163"/>
    <p:sldId id="462" r:id="rId164"/>
    <p:sldId id="463" r:id="rId165"/>
    <p:sldId id="464" r:id="rId166"/>
    <p:sldId id="465" r:id="rId167"/>
    <p:sldId id="466" r:id="rId168"/>
    <p:sldId id="467" r:id="rId169"/>
    <p:sldId id="468" r:id="rId170"/>
    <p:sldId id="517" r:id="rId171"/>
    <p:sldId id="469" r:id="rId172"/>
    <p:sldId id="470" r:id="rId173"/>
    <p:sldId id="471" r:id="rId174"/>
    <p:sldId id="472" r:id="rId175"/>
    <p:sldId id="473" r:id="rId176"/>
    <p:sldId id="474" r:id="rId177"/>
    <p:sldId id="475" r:id="rId178"/>
    <p:sldId id="476" r:id="rId179"/>
    <p:sldId id="477" r:id="rId180"/>
    <p:sldId id="478" r:id="rId181"/>
    <p:sldId id="479" r:id="rId182"/>
    <p:sldId id="480" r:id="rId183"/>
    <p:sldId id="481" r:id="rId184"/>
    <p:sldId id="482" r:id="rId185"/>
    <p:sldId id="483" r:id="rId186"/>
    <p:sldId id="484" r:id="rId187"/>
    <p:sldId id="485" r:id="rId188"/>
    <p:sldId id="486" r:id="rId189"/>
    <p:sldId id="487" r:id="rId190"/>
    <p:sldId id="488" r:id="rId191"/>
    <p:sldId id="489" r:id="rId192"/>
    <p:sldId id="490" r:id="rId193"/>
    <p:sldId id="491" r:id="rId194"/>
    <p:sldId id="492" r:id="rId195"/>
    <p:sldId id="493" r:id="rId196"/>
    <p:sldId id="494" r:id="rId197"/>
    <p:sldId id="495" r:id="rId198"/>
    <p:sldId id="496" r:id="rId199"/>
    <p:sldId id="497" r:id="rId200"/>
    <p:sldId id="498" r:id="rId201"/>
    <p:sldId id="499" r:id="rId202"/>
    <p:sldId id="500" r:id="rId203"/>
    <p:sldId id="501" r:id="rId204"/>
    <p:sldId id="502" r:id="rId205"/>
    <p:sldId id="503" r:id="rId206"/>
    <p:sldId id="504" r:id="rId207"/>
    <p:sldId id="505" r:id="rId208"/>
    <p:sldId id="506" r:id="rId209"/>
    <p:sldId id="507" r:id="rId210"/>
    <p:sldId id="508" r:id="rId211"/>
    <p:sldId id="509" r:id="rId212"/>
    <p:sldId id="510" r:id="rId213"/>
    <p:sldId id="511" r:id="rId214"/>
    <p:sldId id="512" r:id="rId215"/>
    <p:sldId id="513" r:id="rId216"/>
    <p:sldId id="514" r:id="rId217"/>
    <p:sldId id="515" r:id="rId218"/>
    <p:sldId id="516" r:id="rId219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278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09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63" Type="http://schemas.openxmlformats.org/officeDocument/2006/relationships/slide" Target="slides/slide55.xml"/><Relationship Id="rId84" Type="http://schemas.openxmlformats.org/officeDocument/2006/relationships/slide" Target="slides/slide76.xml"/><Relationship Id="rId138" Type="http://schemas.openxmlformats.org/officeDocument/2006/relationships/slide" Target="slides/slide130.xml"/><Relationship Id="rId159" Type="http://schemas.openxmlformats.org/officeDocument/2006/relationships/slide" Target="slides/slide151.xml"/><Relationship Id="rId170" Type="http://schemas.openxmlformats.org/officeDocument/2006/relationships/slide" Target="slides/slide162.xml"/><Relationship Id="rId191" Type="http://schemas.openxmlformats.org/officeDocument/2006/relationships/slide" Target="slides/slide183.xml"/><Relationship Id="rId205" Type="http://schemas.openxmlformats.org/officeDocument/2006/relationships/slide" Target="slides/slide197.xml"/><Relationship Id="rId107" Type="http://schemas.openxmlformats.org/officeDocument/2006/relationships/slide" Target="slides/slide99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53" Type="http://schemas.openxmlformats.org/officeDocument/2006/relationships/slide" Target="slides/slide45.xml"/><Relationship Id="rId74" Type="http://schemas.openxmlformats.org/officeDocument/2006/relationships/slide" Target="slides/slide66.xml"/><Relationship Id="rId128" Type="http://schemas.openxmlformats.org/officeDocument/2006/relationships/slide" Target="slides/slide120.xml"/><Relationship Id="rId149" Type="http://schemas.openxmlformats.org/officeDocument/2006/relationships/slide" Target="slides/slide141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7.xml"/><Relationship Id="rId160" Type="http://schemas.openxmlformats.org/officeDocument/2006/relationships/slide" Target="slides/slide152.xml"/><Relationship Id="rId181" Type="http://schemas.openxmlformats.org/officeDocument/2006/relationships/slide" Target="slides/slide173.xml"/><Relationship Id="rId216" Type="http://schemas.openxmlformats.org/officeDocument/2006/relationships/slide" Target="slides/slide208.xml"/><Relationship Id="rId211" Type="http://schemas.openxmlformats.org/officeDocument/2006/relationships/slide" Target="slides/slide203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113" Type="http://schemas.openxmlformats.org/officeDocument/2006/relationships/slide" Target="slides/slide105.xml"/><Relationship Id="rId118" Type="http://schemas.openxmlformats.org/officeDocument/2006/relationships/slide" Target="slides/slide110.xml"/><Relationship Id="rId134" Type="http://schemas.openxmlformats.org/officeDocument/2006/relationships/slide" Target="slides/slide126.xml"/><Relationship Id="rId139" Type="http://schemas.openxmlformats.org/officeDocument/2006/relationships/slide" Target="slides/slide131.xml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150" Type="http://schemas.openxmlformats.org/officeDocument/2006/relationships/slide" Target="slides/slide142.xml"/><Relationship Id="rId155" Type="http://schemas.openxmlformats.org/officeDocument/2006/relationships/slide" Target="slides/slide147.xml"/><Relationship Id="rId171" Type="http://schemas.openxmlformats.org/officeDocument/2006/relationships/slide" Target="slides/slide163.xml"/><Relationship Id="rId176" Type="http://schemas.openxmlformats.org/officeDocument/2006/relationships/slide" Target="slides/slide168.xml"/><Relationship Id="rId192" Type="http://schemas.openxmlformats.org/officeDocument/2006/relationships/slide" Target="slides/slide184.xml"/><Relationship Id="rId197" Type="http://schemas.openxmlformats.org/officeDocument/2006/relationships/slide" Target="slides/slide189.xml"/><Relationship Id="rId206" Type="http://schemas.openxmlformats.org/officeDocument/2006/relationships/slide" Target="slides/slide198.xml"/><Relationship Id="rId201" Type="http://schemas.openxmlformats.org/officeDocument/2006/relationships/slide" Target="slides/slide193.xml"/><Relationship Id="rId222" Type="http://schemas.openxmlformats.org/officeDocument/2006/relationships/theme" Target="theme/theme1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59" Type="http://schemas.openxmlformats.org/officeDocument/2006/relationships/slide" Target="slides/slide51.xml"/><Relationship Id="rId103" Type="http://schemas.openxmlformats.org/officeDocument/2006/relationships/slide" Target="slides/slide95.xml"/><Relationship Id="rId108" Type="http://schemas.openxmlformats.org/officeDocument/2006/relationships/slide" Target="slides/slide100.xml"/><Relationship Id="rId124" Type="http://schemas.openxmlformats.org/officeDocument/2006/relationships/slide" Target="slides/slide116.xml"/><Relationship Id="rId129" Type="http://schemas.openxmlformats.org/officeDocument/2006/relationships/slide" Target="slides/slide121.xml"/><Relationship Id="rId54" Type="http://schemas.openxmlformats.org/officeDocument/2006/relationships/slide" Target="slides/slide46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91" Type="http://schemas.openxmlformats.org/officeDocument/2006/relationships/slide" Target="slides/slide83.xml"/><Relationship Id="rId96" Type="http://schemas.openxmlformats.org/officeDocument/2006/relationships/slide" Target="slides/slide88.xml"/><Relationship Id="rId140" Type="http://schemas.openxmlformats.org/officeDocument/2006/relationships/slide" Target="slides/slide132.xml"/><Relationship Id="rId145" Type="http://schemas.openxmlformats.org/officeDocument/2006/relationships/slide" Target="slides/slide137.xml"/><Relationship Id="rId161" Type="http://schemas.openxmlformats.org/officeDocument/2006/relationships/slide" Target="slides/slide153.xml"/><Relationship Id="rId166" Type="http://schemas.openxmlformats.org/officeDocument/2006/relationships/slide" Target="slides/slide158.xml"/><Relationship Id="rId182" Type="http://schemas.openxmlformats.org/officeDocument/2006/relationships/slide" Target="slides/slide174.xml"/><Relationship Id="rId187" Type="http://schemas.openxmlformats.org/officeDocument/2006/relationships/slide" Target="slides/slide179.xml"/><Relationship Id="rId217" Type="http://schemas.openxmlformats.org/officeDocument/2006/relationships/slide" Target="slides/slide20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12" Type="http://schemas.openxmlformats.org/officeDocument/2006/relationships/slide" Target="slides/slide204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49" Type="http://schemas.openxmlformats.org/officeDocument/2006/relationships/slide" Target="slides/slide41.xml"/><Relationship Id="rId114" Type="http://schemas.openxmlformats.org/officeDocument/2006/relationships/slide" Target="slides/slide106.xml"/><Relationship Id="rId119" Type="http://schemas.openxmlformats.org/officeDocument/2006/relationships/slide" Target="slides/slide111.xml"/><Relationship Id="rId44" Type="http://schemas.openxmlformats.org/officeDocument/2006/relationships/slide" Target="slides/slide36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130" Type="http://schemas.openxmlformats.org/officeDocument/2006/relationships/slide" Target="slides/slide122.xml"/><Relationship Id="rId135" Type="http://schemas.openxmlformats.org/officeDocument/2006/relationships/slide" Target="slides/slide127.xml"/><Relationship Id="rId151" Type="http://schemas.openxmlformats.org/officeDocument/2006/relationships/slide" Target="slides/slide143.xml"/><Relationship Id="rId156" Type="http://schemas.openxmlformats.org/officeDocument/2006/relationships/slide" Target="slides/slide148.xml"/><Relationship Id="rId177" Type="http://schemas.openxmlformats.org/officeDocument/2006/relationships/slide" Target="slides/slide169.xml"/><Relationship Id="rId198" Type="http://schemas.openxmlformats.org/officeDocument/2006/relationships/slide" Target="slides/slide190.xml"/><Relationship Id="rId172" Type="http://schemas.openxmlformats.org/officeDocument/2006/relationships/slide" Target="slides/slide164.xml"/><Relationship Id="rId193" Type="http://schemas.openxmlformats.org/officeDocument/2006/relationships/slide" Target="slides/slide185.xml"/><Relationship Id="rId202" Type="http://schemas.openxmlformats.org/officeDocument/2006/relationships/slide" Target="slides/slide194.xml"/><Relationship Id="rId207" Type="http://schemas.openxmlformats.org/officeDocument/2006/relationships/slide" Target="slides/slide199.xml"/><Relationship Id="rId223" Type="http://schemas.openxmlformats.org/officeDocument/2006/relationships/tableStyles" Target="tableStyles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109" Type="http://schemas.openxmlformats.org/officeDocument/2006/relationships/slide" Target="slides/slide10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slide" Target="slides/slide89.xml"/><Relationship Id="rId104" Type="http://schemas.openxmlformats.org/officeDocument/2006/relationships/slide" Target="slides/slide96.xml"/><Relationship Id="rId120" Type="http://schemas.openxmlformats.org/officeDocument/2006/relationships/slide" Target="slides/slide112.xml"/><Relationship Id="rId125" Type="http://schemas.openxmlformats.org/officeDocument/2006/relationships/slide" Target="slides/slide117.xml"/><Relationship Id="rId141" Type="http://schemas.openxmlformats.org/officeDocument/2006/relationships/slide" Target="slides/slide133.xml"/><Relationship Id="rId146" Type="http://schemas.openxmlformats.org/officeDocument/2006/relationships/slide" Target="slides/slide138.xml"/><Relationship Id="rId167" Type="http://schemas.openxmlformats.org/officeDocument/2006/relationships/slide" Target="slides/slide159.xml"/><Relationship Id="rId188" Type="http://schemas.openxmlformats.org/officeDocument/2006/relationships/slide" Target="slides/slide180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162" Type="http://schemas.openxmlformats.org/officeDocument/2006/relationships/slide" Target="slides/slide154.xml"/><Relationship Id="rId183" Type="http://schemas.openxmlformats.org/officeDocument/2006/relationships/slide" Target="slides/slide175.xml"/><Relationship Id="rId213" Type="http://schemas.openxmlformats.org/officeDocument/2006/relationships/slide" Target="slides/slide205.xml"/><Relationship Id="rId218" Type="http://schemas.openxmlformats.org/officeDocument/2006/relationships/slide" Target="slides/slide21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110" Type="http://schemas.openxmlformats.org/officeDocument/2006/relationships/slide" Target="slides/slide102.xml"/><Relationship Id="rId115" Type="http://schemas.openxmlformats.org/officeDocument/2006/relationships/slide" Target="slides/slide107.xml"/><Relationship Id="rId131" Type="http://schemas.openxmlformats.org/officeDocument/2006/relationships/slide" Target="slides/slide123.xml"/><Relationship Id="rId136" Type="http://schemas.openxmlformats.org/officeDocument/2006/relationships/slide" Target="slides/slide128.xml"/><Relationship Id="rId157" Type="http://schemas.openxmlformats.org/officeDocument/2006/relationships/slide" Target="slides/slide149.xml"/><Relationship Id="rId178" Type="http://schemas.openxmlformats.org/officeDocument/2006/relationships/slide" Target="slides/slide170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52" Type="http://schemas.openxmlformats.org/officeDocument/2006/relationships/slide" Target="slides/slide144.xml"/><Relationship Id="rId173" Type="http://schemas.openxmlformats.org/officeDocument/2006/relationships/slide" Target="slides/slide165.xml"/><Relationship Id="rId194" Type="http://schemas.openxmlformats.org/officeDocument/2006/relationships/slide" Target="slides/slide186.xml"/><Relationship Id="rId199" Type="http://schemas.openxmlformats.org/officeDocument/2006/relationships/slide" Target="slides/slide191.xml"/><Relationship Id="rId203" Type="http://schemas.openxmlformats.org/officeDocument/2006/relationships/slide" Target="slides/slide195.xml"/><Relationship Id="rId208" Type="http://schemas.openxmlformats.org/officeDocument/2006/relationships/slide" Target="slides/slide200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100" Type="http://schemas.openxmlformats.org/officeDocument/2006/relationships/slide" Target="slides/slide92.xml"/><Relationship Id="rId105" Type="http://schemas.openxmlformats.org/officeDocument/2006/relationships/slide" Target="slides/slide97.xml"/><Relationship Id="rId126" Type="http://schemas.openxmlformats.org/officeDocument/2006/relationships/slide" Target="slides/slide118.xml"/><Relationship Id="rId147" Type="http://schemas.openxmlformats.org/officeDocument/2006/relationships/slide" Target="slides/slide139.xml"/><Relationship Id="rId168" Type="http://schemas.openxmlformats.org/officeDocument/2006/relationships/slide" Target="slides/slide160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slide" Target="slides/slide85.xml"/><Relationship Id="rId98" Type="http://schemas.openxmlformats.org/officeDocument/2006/relationships/slide" Target="slides/slide90.xml"/><Relationship Id="rId121" Type="http://schemas.openxmlformats.org/officeDocument/2006/relationships/slide" Target="slides/slide113.xml"/><Relationship Id="rId142" Type="http://schemas.openxmlformats.org/officeDocument/2006/relationships/slide" Target="slides/slide134.xml"/><Relationship Id="rId163" Type="http://schemas.openxmlformats.org/officeDocument/2006/relationships/slide" Target="slides/slide155.xml"/><Relationship Id="rId184" Type="http://schemas.openxmlformats.org/officeDocument/2006/relationships/slide" Target="slides/slide176.xml"/><Relationship Id="rId189" Type="http://schemas.openxmlformats.org/officeDocument/2006/relationships/slide" Target="slides/slide181.xml"/><Relationship Id="rId219" Type="http://schemas.openxmlformats.org/officeDocument/2006/relationships/slide" Target="slides/slide211.xml"/><Relationship Id="rId3" Type="http://schemas.openxmlformats.org/officeDocument/2006/relationships/slideMaster" Target="slideMasters/slideMaster3.xml"/><Relationship Id="rId214" Type="http://schemas.openxmlformats.org/officeDocument/2006/relationships/slide" Target="slides/slide206.xml"/><Relationship Id="rId25" Type="http://schemas.openxmlformats.org/officeDocument/2006/relationships/slide" Target="slides/slide17.xml"/><Relationship Id="rId46" Type="http://schemas.openxmlformats.org/officeDocument/2006/relationships/slide" Target="slides/slide38.xml"/><Relationship Id="rId67" Type="http://schemas.openxmlformats.org/officeDocument/2006/relationships/slide" Target="slides/slide59.xml"/><Relationship Id="rId116" Type="http://schemas.openxmlformats.org/officeDocument/2006/relationships/slide" Target="slides/slide108.xml"/><Relationship Id="rId137" Type="http://schemas.openxmlformats.org/officeDocument/2006/relationships/slide" Target="slides/slide129.xml"/><Relationship Id="rId158" Type="http://schemas.openxmlformats.org/officeDocument/2006/relationships/slide" Target="slides/slide150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62" Type="http://schemas.openxmlformats.org/officeDocument/2006/relationships/slide" Target="slides/slide54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111" Type="http://schemas.openxmlformats.org/officeDocument/2006/relationships/slide" Target="slides/slide103.xml"/><Relationship Id="rId132" Type="http://schemas.openxmlformats.org/officeDocument/2006/relationships/slide" Target="slides/slide124.xml"/><Relationship Id="rId153" Type="http://schemas.openxmlformats.org/officeDocument/2006/relationships/slide" Target="slides/slide145.xml"/><Relationship Id="rId174" Type="http://schemas.openxmlformats.org/officeDocument/2006/relationships/slide" Target="slides/slide166.xml"/><Relationship Id="rId179" Type="http://schemas.openxmlformats.org/officeDocument/2006/relationships/slide" Target="slides/slide171.xml"/><Relationship Id="rId195" Type="http://schemas.openxmlformats.org/officeDocument/2006/relationships/slide" Target="slides/slide187.xml"/><Relationship Id="rId209" Type="http://schemas.openxmlformats.org/officeDocument/2006/relationships/slide" Target="slides/slide201.xml"/><Relationship Id="rId190" Type="http://schemas.openxmlformats.org/officeDocument/2006/relationships/slide" Target="slides/slide182.xml"/><Relationship Id="rId204" Type="http://schemas.openxmlformats.org/officeDocument/2006/relationships/slide" Target="slides/slide196.xml"/><Relationship Id="rId220" Type="http://schemas.openxmlformats.org/officeDocument/2006/relationships/presProps" Target="presProps.xml"/><Relationship Id="rId15" Type="http://schemas.openxmlformats.org/officeDocument/2006/relationships/slide" Target="slides/slide7.xml"/><Relationship Id="rId36" Type="http://schemas.openxmlformats.org/officeDocument/2006/relationships/slide" Target="slides/slide28.xml"/><Relationship Id="rId57" Type="http://schemas.openxmlformats.org/officeDocument/2006/relationships/slide" Target="slides/slide49.xml"/><Relationship Id="rId106" Type="http://schemas.openxmlformats.org/officeDocument/2006/relationships/slide" Target="slides/slide98.xml"/><Relationship Id="rId127" Type="http://schemas.openxmlformats.org/officeDocument/2006/relationships/slide" Target="slides/slide11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52" Type="http://schemas.openxmlformats.org/officeDocument/2006/relationships/slide" Target="slides/slide44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94" Type="http://schemas.openxmlformats.org/officeDocument/2006/relationships/slide" Target="slides/slide86.xml"/><Relationship Id="rId99" Type="http://schemas.openxmlformats.org/officeDocument/2006/relationships/slide" Target="slides/slide91.xml"/><Relationship Id="rId101" Type="http://schemas.openxmlformats.org/officeDocument/2006/relationships/slide" Target="slides/slide93.xml"/><Relationship Id="rId122" Type="http://schemas.openxmlformats.org/officeDocument/2006/relationships/slide" Target="slides/slide114.xml"/><Relationship Id="rId143" Type="http://schemas.openxmlformats.org/officeDocument/2006/relationships/slide" Target="slides/slide135.xml"/><Relationship Id="rId148" Type="http://schemas.openxmlformats.org/officeDocument/2006/relationships/slide" Target="slides/slide140.xml"/><Relationship Id="rId164" Type="http://schemas.openxmlformats.org/officeDocument/2006/relationships/slide" Target="slides/slide156.xml"/><Relationship Id="rId169" Type="http://schemas.openxmlformats.org/officeDocument/2006/relationships/slide" Target="slides/slide161.xml"/><Relationship Id="rId185" Type="http://schemas.openxmlformats.org/officeDocument/2006/relationships/slide" Target="slides/slide17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80" Type="http://schemas.openxmlformats.org/officeDocument/2006/relationships/slide" Target="slides/slide172.xml"/><Relationship Id="rId210" Type="http://schemas.openxmlformats.org/officeDocument/2006/relationships/slide" Target="slides/slide202.xml"/><Relationship Id="rId215" Type="http://schemas.openxmlformats.org/officeDocument/2006/relationships/slide" Target="slides/slide207.xml"/><Relationship Id="rId26" Type="http://schemas.openxmlformats.org/officeDocument/2006/relationships/slide" Target="slides/slide18.xml"/><Relationship Id="rId47" Type="http://schemas.openxmlformats.org/officeDocument/2006/relationships/slide" Target="slides/slide39.xml"/><Relationship Id="rId68" Type="http://schemas.openxmlformats.org/officeDocument/2006/relationships/slide" Target="slides/slide60.xml"/><Relationship Id="rId89" Type="http://schemas.openxmlformats.org/officeDocument/2006/relationships/slide" Target="slides/slide81.xml"/><Relationship Id="rId112" Type="http://schemas.openxmlformats.org/officeDocument/2006/relationships/slide" Target="slides/slide104.xml"/><Relationship Id="rId133" Type="http://schemas.openxmlformats.org/officeDocument/2006/relationships/slide" Target="slides/slide125.xml"/><Relationship Id="rId154" Type="http://schemas.openxmlformats.org/officeDocument/2006/relationships/slide" Target="slides/slide146.xml"/><Relationship Id="rId175" Type="http://schemas.openxmlformats.org/officeDocument/2006/relationships/slide" Target="slides/slide167.xml"/><Relationship Id="rId196" Type="http://schemas.openxmlformats.org/officeDocument/2006/relationships/slide" Target="slides/slide188.xml"/><Relationship Id="rId200" Type="http://schemas.openxmlformats.org/officeDocument/2006/relationships/slide" Target="slides/slide192.xml"/><Relationship Id="rId16" Type="http://schemas.openxmlformats.org/officeDocument/2006/relationships/slide" Target="slides/slide8.xml"/><Relationship Id="rId221" Type="http://schemas.openxmlformats.org/officeDocument/2006/relationships/viewProps" Target="viewProps.xml"/><Relationship Id="rId37" Type="http://schemas.openxmlformats.org/officeDocument/2006/relationships/slide" Target="slides/slide29.xml"/><Relationship Id="rId58" Type="http://schemas.openxmlformats.org/officeDocument/2006/relationships/slide" Target="slides/slide50.xml"/><Relationship Id="rId79" Type="http://schemas.openxmlformats.org/officeDocument/2006/relationships/slide" Target="slides/slide71.xml"/><Relationship Id="rId102" Type="http://schemas.openxmlformats.org/officeDocument/2006/relationships/slide" Target="slides/slide94.xml"/><Relationship Id="rId123" Type="http://schemas.openxmlformats.org/officeDocument/2006/relationships/slide" Target="slides/slide115.xml"/><Relationship Id="rId144" Type="http://schemas.openxmlformats.org/officeDocument/2006/relationships/slide" Target="slides/slide136.xml"/><Relationship Id="rId90" Type="http://schemas.openxmlformats.org/officeDocument/2006/relationships/slide" Target="slides/slide82.xml"/><Relationship Id="rId165" Type="http://schemas.openxmlformats.org/officeDocument/2006/relationships/slide" Target="slides/slide157.xml"/><Relationship Id="rId186" Type="http://schemas.openxmlformats.org/officeDocument/2006/relationships/slide" Target="slides/slide17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54"/>
            <a:ext cx="9089390" cy="653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9"/>
            <a:ext cx="748537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219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6"/>
            <a:ext cx="465162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9/29/2015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9/29/2015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9/29/2015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670" y="7027584"/>
            <a:ext cx="2459482" cy="276999"/>
          </a:xfrm>
        </p:spPr>
        <p:txBody>
          <a:bodyPr/>
          <a:lstStyle/>
          <a:p>
            <a:fld id="{C0329E4D-311F-49AC-882D-B648C5504FF0}" type="datetimeFigureOut">
              <a:rPr lang="pt-BR" smtClean="0"/>
              <a:t>29/09/2015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5772" y="7027584"/>
            <a:ext cx="3421887" cy="27699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99248" y="7027584"/>
            <a:ext cx="2459482" cy="276999"/>
          </a:xfrm>
        </p:spPr>
        <p:txBody>
          <a:bodyPr/>
          <a:lstStyle/>
          <a:p>
            <a:fld id="{8FB07F6C-0016-4895-A221-D3E20ADBC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581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5583" y="505072"/>
            <a:ext cx="9222232" cy="661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93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79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8444" y="2561975"/>
            <a:ext cx="438848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8032"/>
            <a:ext cx="465162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145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841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381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40"/>
            <a:ext cx="748537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3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8228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85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34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307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70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128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9784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2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054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184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880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6" y="4231665"/>
            <a:ext cx="748537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381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551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91210" y="2492945"/>
            <a:ext cx="3660775" cy="269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21" y="1737995"/>
            <a:ext cx="4651629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30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81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25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6431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0626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3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15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20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87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04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4"/>
            <a:ext cx="908939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1" y="4231640"/>
            <a:ext cx="748537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5021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0072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1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5716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8789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4008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4684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4400" y="2061063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0" y="0"/>
                </a:moveTo>
                <a:lnTo>
                  <a:pt x="0" y="114414"/>
                </a:lnTo>
                <a:lnTo>
                  <a:pt x="8863050" y="114414"/>
                </a:lnTo>
                <a:lnTo>
                  <a:pt x="886305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9959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2479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4201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03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7429" y="2615806"/>
            <a:ext cx="7278573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86" y="1737996"/>
            <a:ext cx="9624059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46"/>
            <a:ext cx="3421887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6"/>
            <a:ext cx="2459482" cy="276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4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505" y="568989"/>
            <a:ext cx="9518421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79" y="1932332"/>
            <a:ext cx="89052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8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8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33654" y="729556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16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37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583" y="505035"/>
            <a:ext cx="9222232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435" y="1292281"/>
            <a:ext cx="932256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8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8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025444" y="7243791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2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61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74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7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12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11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64" y="207107"/>
            <a:ext cx="935987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5514" y="1309056"/>
            <a:ext cx="8722370" cy="3154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2" y="7027569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69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83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98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71" y="7027551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51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39" y="7295536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89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307069" y="48726"/>
            <a:ext cx="1031747" cy="7552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0219" y="144675"/>
            <a:ext cx="9712960" cy="592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1" i="0">
                <a:solidFill>
                  <a:srgbClr val="4C4C4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16684" y="3627880"/>
            <a:ext cx="6860033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rgbClr val="FF0000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7" y="7027544"/>
            <a:ext cx="342188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4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04625" y="7295529"/>
            <a:ext cx="207009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‹nº›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42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10485" y="2283269"/>
            <a:ext cx="5472429" cy="1320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9/29/2015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518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algoritmosufjf/material" TargetMode="External"/><Relationship Id="rId2" Type="http://schemas.openxmlformats.org/officeDocument/2006/relationships/hyperlink" Target="http://www.dcc.ufmg.br/algoritmos-jav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mitpress.mit.edu/algorithms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site/algoritmosturmaespecial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pc="15" dirty="0"/>
              <a:t>E</a:t>
            </a:r>
            <a:r>
              <a:rPr spc="10" dirty="0"/>
              <a:t>st</a:t>
            </a:r>
            <a:r>
              <a:rPr spc="70" dirty="0"/>
              <a:t>r</a:t>
            </a:r>
            <a:r>
              <a:rPr spc="15" dirty="0"/>
              <a:t>utu</a:t>
            </a:r>
            <a:r>
              <a:rPr spc="-35" dirty="0"/>
              <a:t>r</a:t>
            </a:r>
            <a:r>
              <a:rPr spc="15" dirty="0"/>
              <a:t>as</a:t>
            </a:r>
            <a:r>
              <a:rPr spc="5" dirty="0"/>
              <a:t> </a:t>
            </a:r>
            <a:r>
              <a:rPr spc="15" dirty="0"/>
              <a:t>de</a:t>
            </a:r>
            <a:r>
              <a:rPr spc="5" dirty="0"/>
              <a:t> </a:t>
            </a:r>
            <a:r>
              <a:rPr spc="15" dirty="0" smtClean="0"/>
              <a:t>Dados</a:t>
            </a:r>
            <a:endParaRPr sz="5325" baseline="24256" dirty="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41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74604" y="5228285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 da Costa Alves </a:t>
            </a:r>
            <a:r>
              <a:rPr lang="pt-BR" sz="1700" spc="5" dirty="0" err="1" smtClean="0">
                <a:latin typeface="Arial"/>
                <a:cs typeface="Arial"/>
              </a:rPr>
              <a:t>Basilio</a:t>
            </a:r>
            <a:endParaRPr lang="pt-BR" sz="1700" spc="5" dirty="0" smtClean="0">
              <a:latin typeface="Arial"/>
              <a:cs typeface="Arial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3258895" y="5726440"/>
            <a:ext cx="4145279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pt-BR" sz="1700" spc="5" dirty="0" smtClean="0">
                <a:latin typeface="Arial"/>
                <a:cs typeface="Arial"/>
              </a:rPr>
              <a:t>samuelbasilio@leopoldina.cefetmg.br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/>
              <a:t>Apresentação da Disciplina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534670" y="1763222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5" dirty="0">
                <a:latin typeface="Calibri"/>
                <a:cs typeface="Calibri"/>
              </a:rPr>
              <a:t>Ho</a:t>
            </a:r>
            <a:r>
              <a:rPr lang="pt-BR" spc="-64" dirty="0">
                <a:latin typeface="Calibri"/>
                <a:cs typeface="Calibri"/>
              </a:rPr>
              <a:t>r</a:t>
            </a:r>
            <a:r>
              <a:rPr lang="pt-BR" dirty="0" smtClean="0">
                <a:latin typeface="Calibri"/>
                <a:cs typeface="Calibri"/>
              </a:rPr>
              <a:t>á</a:t>
            </a:r>
            <a:r>
              <a:rPr lang="pt-BR" spc="-5" dirty="0">
                <a:latin typeface="Calibri"/>
                <a:cs typeface="Calibri"/>
              </a:rPr>
              <a:t>r</a:t>
            </a:r>
            <a:r>
              <a:rPr lang="pt-BR" spc="5" dirty="0">
                <a:latin typeface="Calibri"/>
                <a:cs typeface="Calibri"/>
              </a:rPr>
              <a:t>ios </a:t>
            </a:r>
            <a:r>
              <a:rPr lang="pt-BR" dirty="0" smtClean="0">
                <a:latin typeface="Calibri"/>
                <a:cs typeface="Calibri"/>
              </a:rPr>
              <a:t>: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CMA06 – Teoria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Terça 13:20 – 15:00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CMA07 – Laboratório 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Terça 17:00 </a:t>
            </a:r>
            <a:r>
              <a:rPr lang="pt-BR" dirty="0">
                <a:latin typeface="Calibri"/>
                <a:cs typeface="Calibri"/>
              </a:rPr>
              <a:t>– </a:t>
            </a:r>
            <a:r>
              <a:rPr lang="pt-BR" dirty="0" smtClean="0">
                <a:latin typeface="Calibri"/>
                <a:cs typeface="Calibri"/>
              </a:rPr>
              <a:t>18:40; </a:t>
            </a: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s</a:t>
            </a:r>
            <a:r>
              <a:rPr lang="pt-BR" spc="5" dirty="0">
                <a:latin typeface="Calibri"/>
                <a:cs typeface="Calibri"/>
              </a:rPr>
              <a:t>e</a:t>
            </a:r>
            <a:r>
              <a:rPr lang="pt-BR" spc="-5" dirty="0">
                <a:latin typeface="Calibri"/>
                <a:cs typeface="Calibri"/>
              </a:rPr>
              <a:t>m</a:t>
            </a:r>
            <a:r>
              <a:rPr lang="pt-BR" dirty="0" smtClean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n</a:t>
            </a:r>
            <a:r>
              <a:rPr lang="pt-BR" dirty="0" smtClean="0">
                <a:latin typeface="Calibri"/>
                <a:cs typeface="Calibri"/>
              </a:rPr>
              <a:t>al por disciplina:</a:t>
            </a:r>
            <a:endParaRPr lang="pt-BR" dirty="0">
              <a:latin typeface="Calibri"/>
              <a:cs typeface="Calibri"/>
            </a:endParaRP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>
                <a:latin typeface="Calibri"/>
                <a:cs typeface="Calibri"/>
              </a:rPr>
              <a:t>2</a:t>
            </a:r>
            <a:r>
              <a:rPr lang="pt-BR" spc="14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>
                <a:latin typeface="Calibri"/>
                <a:cs typeface="Calibri"/>
              </a:rPr>
              <a:t>s;</a:t>
            </a:r>
          </a:p>
          <a:p>
            <a:pPr marR="83888">
              <a:lnSpc>
                <a:spcPct val="101725"/>
              </a:lnSpc>
              <a:spcBef>
                <a:spcPts val="713"/>
              </a:spcBef>
            </a:pPr>
            <a:r>
              <a:rPr lang="pt-BR" spc="-5" dirty="0">
                <a:latin typeface="Calibri"/>
                <a:cs typeface="Calibri"/>
              </a:rPr>
              <a:t>C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-50" dirty="0">
                <a:latin typeface="Calibri"/>
                <a:cs typeface="Calibri"/>
              </a:rPr>
              <a:t>r</a:t>
            </a:r>
            <a:r>
              <a:rPr lang="pt-BR" spc="-54" dirty="0">
                <a:latin typeface="Calibri"/>
                <a:cs typeface="Calibri"/>
              </a:rPr>
              <a:t>g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dirty="0">
                <a:latin typeface="Calibri"/>
                <a:cs typeface="Calibri"/>
              </a:rPr>
              <a:t>o</a:t>
            </a:r>
            <a:r>
              <a:rPr lang="pt-BR" spc="-59" dirty="0">
                <a:latin typeface="Calibri"/>
                <a:cs typeface="Calibri"/>
              </a:rPr>
              <a:t>r</a:t>
            </a:r>
            <a:r>
              <a:rPr lang="pt-BR" dirty="0">
                <a:latin typeface="Calibri"/>
                <a:cs typeface="Calibri"/>
              </a:rPr>
              <a:t>ár</a:t>
            </a:r>
            <a:r>
              <a:rPr lang="pt-BR" spc="-5" dirty="0">
                <a:latin typeface="Calibri"/>
                <a:cs typeface="Calibri"/>
              </a:rPr>
              <a:t>i</a:t>
            </a:r>
            <a:r>
              <a:rPr lang="pt-BR" dirty="0">
                <a:latin typeface="Calibri"/>
                <a:cs typeface="Calibri"/>
              </a:rPr>
              <a:t>a</a:t>
            </a:r>
            <a:r>
              <a:rPr lang="pt-BR" spc="9" dirty="0">
                <a:latin typeface="Calibri"/>
                <a:cs typeface="Calibri"/>
              </a:rPr>
              <a:t>  total </a:t>
            </a:r>
            <a:r>
              <a:rPr lang="pt-BR" dirty="0" smtClean="0">
                <a:latin typeface="Calibri"/>
                <a:cs typeface="Calibri"/>
              </a:rPr>
              <a:t>por </a:t>
            </a:r>
            <a:r>
              <a:rPr lang="pt-BR" dirty="0">
                <a:latin typeface="Calibri"/>
                <a:cs typeface="Calibri"/>
              </a:rPr>
              <a:t>disciplina :</a:t>
            </a:r>
          </a:p>
          <a:p>
            <a:pPr marL="439821" marR="83888" lvl="1">
              <a:lnSpc>
                <a:spcPct val="101725"/>
              </a:lnSpc>
              <a:spcBef>
                <a:spcPts val="602"/>
              </a:spcBef>
            </a:pPr>
            <a:r>
              <a:rPr lang="pt-BR" dirty="0" smtClean="0">
                <a:latin typeface="Calibri"/>
                <a:cs typeface="Calibri"/>
              </a:rPr>
              <a:t>30</a:t>
            </a:r>
            <a:r>
              <a:rPr lang="pt-BR" spc="-5" dirty="0">
                <a:latin typeface="Calibri"/>
                <a:cs typeface="Calibri"/>
              </a:rPr>
              <a:t>h</a:t>
            </a:r>
            <a:r>
              <a:rPr lang="pt-BR" spc="-50" dirty="0">
                <a:latin typeface="Calibri"/>
                <a:cs typeface="Calibri"/>
              </a:rPr>
              <a:t>/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spc="-5" dirty="0">
                <a:latin typeface="Calibri"/>
                <a:cs typeface="Calibri"/>
              </a:rPr>
              <a:t>ul</a:t>
            </a:r>
            <a:r>
              <a:rPr lang="pt-BR" spc="5" dirty="0">
                <a:latin typeface="Calibri"/>
                <a:cs typeface="Calibri"/>
              </a:rPr>
              <a:t>a</a:t>
            </a:r>
            <a:r>
              <a:rPr lang="pt-BR" dirty="0" smtClean="0">
                <a:latin typeface="Calibri"/>
                <a:cs typeface="Calibri"/>
              </a:rPr>
              <a:t>s</a:t>
            </a:r>
            <a:r>
              <a:rPr lang="pt-BR" dirty="0">
                <a:latin typeface="Calibri"/>
                <a:cs typeface="Calibri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16688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02005" y="349289"/>
            <a:ext cx="9089390" cy="1586864"/>
          </a:xfrm>
        </p:spPr>
        <p:txBody>
          <a:bodyPr>
            <a:normAutofit/>
          </a:bodyPr>
          <a:lstStyle/>
          <a:p>
            <a:r>
              <a:rPr lang="pt-BR" dirty="0" smtClean="0"/>
              <a:t>Pré-requisitos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900" y="1720889"/>
            <a:ext cx="9624060" cy="5373511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CMA01 -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CMA02 - </a:t>
            </a:r>
            <a:r>
              <a:rPr lang="pt-BR" dirty="0" err="1"/>
              <a:t>Lab</a:t>
            </a:r>
            <a:r>
              <a:rPr lang="pt-BR" dirty="0"/>
              <a:t> </a:t>
            </a:r>
            <a:r>
              <a:rPr lang="pt-BR" dirty="0" err="1"/>
              <a:t>Programacão</a:t>
            </a:r>
            <a:r>
              <a:rPr lang="pt-BR" dirty="0"/>
              <a:t> de Computadores </a:t>
            </a:r>
            <a:r>
              <a:rPr lang="pt-BR" dirty="0" smtClean="0"/>
              <a:t>I</a:t>
            </a: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controle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Alternativa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Repetição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Declaração e escopo de variáveis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err="1" smtClean="0">
                <a:latin typeface="Calibri"/>
                <a:cs typeface="Calibri"/>
              </a:rPr>
              <a:t>Subrotinas</a:t>
            </a:r>
            <a:endParaRPr lang="pt-BR" dirty="0" smtClean="0">
              <a:latin typeface="Calibri"/>
              <a:cs typeface="Calibri"/>
            </a:endParaRP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Funções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Procedimentos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Estruturas de dados homogêneas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numéricos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Vetores de caracteres</a:t>
            </a:r>
          </a:p>
          <a:p>
            <a:pPr marR="83888" lvl="2">
              <a:lnSpc>
                <a:spcPct val="101725"/>
              </a:lnSpc>
              <a:spcBef>
                <a:spcPts val="684"/>
              </a:spcBef>
            </a:pPr>
            <a:r>
              <a:rPr lang="pt-BR" dirty="0" smtClean="0">
                <a:latin typeface="Calibri"/>
                <a:cs typeface="Calibri"/>
              </a:rPr>
              <a:t>Matrizes</a:t>
            </a: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 smtClean="0">
              <a:latin typeface="Calibri"/>
              <a:cs typeface="Calibri"/>
            </a:endParaRPr>
          </a:p>
          <a:p>
            <a:pPr marR="83888" lvl="1">
              <a:lnSpc>
                <a:spcPct val="101725"/>
              </a:lnSpc>
              <a:spcBef>
                <a:spcPts val="684"/>
              </a:spcBef>
            </a:pPr>
            <a:endParaRPr lang="pt-BR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557279" y="791857"/>
            <a:ext cx="7630926" cy="13040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101725"/>
              </a:lnSpc>
              <a:spcBef>
                <a:spcPts val="2948"/>
              </a:spcBef>
            </a:pPr>
            <a:endParaRPr lang="pt-BR" spc="5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681" y="1983414"/>
            <a:ext cx="7787567" cy="34909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29154">
              <a:lnSpc>
                <a:spcPts val="1935"/>
              </a:lnSpc>
              <a:spcBef>
                <a:spcPts val="96"/>
              </a:spcBef>
            </a:pPr>
            <a:r>
              <a:rPr lang="pt-BR" sz="2700" i="1" dirty="0"/>
              <a:t>A disciplina deverá possibilitar ao estudante:</a:t>
            </a:r>
          </a:p>
          <a:p>
            <a:pPr marL="12698" marR="29154">
              <a:lnSpc>
                <a:spcPts val="1935"/>
              </a:lnSpc>
              <a:spcBef>
                <a:spcPts val="96"/>
              </a:spcBef>
            </a:pPr>
            <a:endParaRPr lang="pt-BR" sz="2700" dirty="0">
              <a:latin typeface="Calibri"/>
              <a:cs typeface="Calibri"/>
            </a:endParaRP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Familiaridade com as principais estruturas de dados e suas abstrações.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criar estruturas de dados com alocação estática e dinâmica de memória.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Capacidade de utilizar os conceitos relativos ao projeto e implementação de aplicações utilizando as estruturas de dados clássicas: listas, filas, pilhas e árvores.</a:t>
            </a:r>
          </a:p>
          <a:p>
            <a:pPr marL="534089" marR="29154" indent="-521391">
              <a:spcBef>
                <a:spcPts val="96"/>
              </a:spcBef>
              <a:buFont typeface="+mj-lt"/>
              <a:buAutoNum type="arabicPeriod"/>
            </a:pPr>
            <a:r>
              <a:rPr lang="pt-BR" sz="2700" dirty="0">
                <a:latin typeface="Calibri"/>
                <a:cs typeface="Calibri"/>
              </a:rPr>
              <a:t>Domínio dos conceitos relativos ao projeto, implementação e uso de algoritmos de pesquisa e ordenação.</a:t>
            </a: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dirty="0" err="1"/>
              <a:t>Objetivos</a:t>
            </a:r>
            <a:r>
              <a:rPr dirty="0"/>
              <a:t> </a:t>
            </a:r>
            <a:r>
              <a:rPr dirty="0" err="1" smtClean="0"/>
              <a:t>Gerais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462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6"/>
            <a:ext cx="7519828" cy="13901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3" y="1951247"/>
            <a:ext cx="196849" cy="3682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860"/>
              </a:lnSpc>
              <a:spcBef>
                <a:spcPts val="143"/>
              </a:spcBef>
            </a:pPr>
            <a:endParaRPr sz="27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0442" y="2342645"/>
            <a:ext cx="8505144" cy="14274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Conceitos introdutórios em estruturas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Tipos abstratos de dados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Estruturas de dados: listas, pilhas, filas e árvores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pesquisa</a:t>
            </a:r>
          </a:p>
          <a:p>
            <a:pPr marL="534089" marR="45714" indent="-521391">
              <a:lnSpc>
                <a:spcPct val="150000"/>
              </a:lnSpc>
              <a:spcBef>
                <a:spcPts val="127"/>
              </a:spcBef>
              <a:buFont typeface="+mj-lt"/>
              <a:buAutoNum type="arabicPeriod"/>
            </a:pPr>
            <a:r>
              <a:rPr lang="pt-BR" sz="2700" dirty="0"/>
              <a:t>Algoritmos de ordenação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4177846"/>
            <a:ext cx="152653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ct val="95825"/>
              </a:lnSpc>
              <a:spcBef>
                <a:spcPts val="100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object 9"/>
          <p:cNvSpPr txBox="1"/>
          <p:nvPr/>
        </p:nvSpPr>
        <p:spPr>
          <a:xfrm>
            <a:off x="1557279" y="604603"/>
            <a:ext cx="7630926" cy="1304035"/>
          </a:xfrm>
          <a:prstGeom prst="rect">
            <a:avLst/>
          </a:prstGeom>
        </p:spPr>
        <p:txBody>
          <a:bodyPr vert="horz" lIns="104278" tIns="52139" rIns="104278" bIns="52139" rtlCol="0" anchor="ctr">
            <a:normAutofit/>
          </a:bodyPr>
          <a:lstStyle>
            <a:lvl1pPr>
              <a:spcBef>
                <a:spcPct val="0"/>
              </a:spcBef>
              <a:buNone/>
              <a:defRPr sz="40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 smtClean="0"/>
              <a:t>Conteúdo da Disciplina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35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Principais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Referências</a:t>
            </a: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sz="4600" spc="-114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Bibliográficas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7924831" cy="4814278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ZIVIANI, N. Projeto de Algoritmos, com implementações em </a:t>
            </a:r>
            <a:r>
              <a:rPr lang="pt-BR" dirty="0" smtClean="0"/>
              <a:t>Pascal e C. </a:t>
            </a:r>
            <a:r>
              <a:rPr lang="pt-BR" dirty="0"/>
              <a:t>Editora </a:t>
            </a:r>
            <a:r>
              <a:rPr lang="pt-BR" dirty="0" smtClean="0"/>
              <a:t>Pioneira, 4</a:t>
            </a:r>
            <a:r>
              <a:rPr lang="pt-BR" baseline="30000" dirty="0" smtClean="0"/>
              <a:t>a</a:t>
            </a:r>
            <a:r>
              <a:rPr lang="pt-BR" dirty="0"/>
              <a:t> edição, </a:t>
            </a:r>
            <a:r>
              <a:rPr lang="pt-BR" dirty="0" smtClean="0"/>
              <a:t>1999.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 smtClean="0"/>
              <a:t>: </a:t>
            </a:r>
            <a:r>
              <a:rPr lang="pt-BR" u="sng" dirty="0" smtClean="0">
                <a:hlinkClick r:id="rId2"/>
              </a:rPr>
              <a:t>http</a:t>
            </a:r>
            <a:r>
              <a:rPr lang="pt-BR" u="sng" dirty="0">
                <a:hlinkClick r:id="rId2"/>
              </a:rPr>
              <a:t>://www.dcc.ufmg.br/algoritmos-java</a:t>
            </a:r>
            <a:r>
              <a:rPr lang="pt-BR" u="sng" dirty="0" smtClean="0">
                <a:hlinkClick r:id="rId2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/>
              <a:t>SILVA, R.L.S. e OLIVEIRA, A. M. Algoritmos em C </a:t>
            </a:r>
            <a:r>
              <a:rPr lang="pt-BR" dirty="0" smtClean="0"/>
              <a:t>, 1 edição. 2014</a:t>
            </a:r>
            <a:r>
              <a:rPr lang="pt-BR" dirty="0"/>
              <a:t> 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i="1" dirty="0"/>
              <a:t> </a:t>
            </a:r>
            <a:r>
              <a:rPr lang="pt-BR" i="1" dirty="0" smtClean="0"/>
              <a:t>        Site </a:t>
            </a:r>
            <a:r>
              <a:rPr lang="pt-BR" i="1" dirty="0"/>
              <a:t>do autor</a:t>
            </a:r>
            <a:r>
              <a:rPr lang="pt-BR" i="1" dirty="0" smtClean="0"/>
              <a:t>: </a:t>
            </a:r>
            <a:r>
              <a:rPr lang="pt-BR" i="1" dirty="0" smtClean="0">
                <a:hlinkClick r:id="rId3"/>
              </a:rPr>
              <a:t>https://sites.google.com/site/algoritmosufjf/material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endParaRPr lang="pt-BR" u="sng" dirty="0" smtClean="0"/>
          </a:p>
          <a:p>
            <a:pPr marL="325869" indent="-325869">
              <a:lnSpc>
                <a:spcPct val="150000"/>
              </a:lnSpc>
              <a:buFont typeface="Arial" pitchFamily="34" charset="0"/>
              <a:buChar char="•"/>
            </a:pPr>
            <a:r>
              <a:rPr lang="pt-BR" dirty="0" smtClean="0"/>
              <a:t>CORMEN</a:t>
            </a:r>
            <a:r>
              <a:rPr lang="pt-BR" dirty="0"/>
              <a:t>, T. H. et.al. Algoritmos: teoria e prática, 3 edição. Ed. Campus, 2002.</a:t>
            </a:r>
            <a:r>
              <a:rPr lang="pt-BR" i="1" dirty="0"/>
              <a:t> </a:t>
            </a:r>
            <a:endParaRPr lang="pt-BR" i="1" dirty="0" smtClean="0"/>
          </a:p>
          <a:p>
            <a:pPr lvl="1">
              <a:lnSpc>
                <a:spcPct val="150000"/>
              </a:lnSpc>
            </a:pPr>
            <a:r>
              <a:rPr lang="pt-BR" i="1" dirty="0" smtClean="0"/>
              <a:t>Site </a:t>
            </a:r>
            <a:r>
              <a:rPr lang="pt-BR" i="1" dirty="0"/>
              <a:t>do autor</a:t>
            </a:r>
            <a:r>
              <a:rPr lang="pt-BR" dirty="0"/>
              <a:t>: </a:t>
            </a:r>
            <a:r>
              <a:rPr lang="pt-BR" u="sng" dirty="0">
                <a:hlinkClick r:id="rId4"/>
              </a:rPr>
              <a:t>http://mitpress.mit.edu/algorithms</a:t>
            </a:r>
            <a:r>
              <a:rPr lang="pt-BR" u="sng" dirty="0" smtClean="0">
                <a:hlinkClick r:id="rId4"/>
              </a:rPr>
              <a:t>/</a:t>
            </a:r>
            <a:endParaRPr lang="pt-BR" u="sng" dirty="0" smtClean="0"/>
          </a:p>
          <a:p>
            <a:pPr lvl="1">
              <a:lnSpc>
                <a:spcPct val="150000"/>
              </a:lnSpc>
            </a:pPr>
            <a:endParaRPr lang="pt-BR" dirty="0"/>
          </a:p>
          <a:p>
            <a:pPr marL="325869" indent="-325869">
              <a:buFont typeface="Arial" pitchFamily="34" charset="0"/>
              <a:buChar char="•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68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918" y="950125"/>
            <a:ext cx="7717954" cy="51445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7292" marR="33805" algn="ctr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Links para vídeo aulas</a:t>
            </a:r>
            <a:endParaRPr lang="pt-BR" sz="4600" spc="-114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marL="817292" marR="33805">
              <a:lnSpc>
                <a:spcPts val="4584"/>
              </a:lnSpc>
              <a:spcBef>
                <a:spcPts val="229"/>
              </a:spcBef>
            </a:pPr>
            <a:endParaRPr sz="4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0022" y="19589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0022" y="445822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0022" y="500686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310022" y="5555503"/>
            <a:ext cx="15265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150"/>
              </a:lnSpc>
              <a:spcBef>
                <a:spcPts val="107"/>
              </a:spcBef>
            </a:pPr>
            <a:endParaRPr dirty="0">
              <a:latin typeface="Arial"/>
              <a:cs typeface="Arial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95577" y="2346568"/>
            <a:ext cx="8242123" cy="536184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pt-BR" sz="2800" dirty="0">
                <a:hlinkClick r:id="rId2"/>
              </a:rPr>
              <a:t>https://sites.google.com/site/algoritmosturmaespecial</a:t>
            </a:r>
            <a:r>
              <a:rPr lang="pt-BR" sz="2800" dirty="0" smtClean="0">
                <a:hlinkClick r:id="rId2"/>
              </a:rPr>
              <a:t>/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602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1310022" y="1947845"/>
            <a:ext cx="215899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65"/>
              </a:lnSpc>
              <a:spcBef>
                <a:spcPts val="159"/>
              </a:spcBef>
            </a:pPr>
            <a:endParaRPr sz="3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0998" y="1440762"/>
            <a:ext cx="8072669" cy="772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662"/>
              </a:lnSpc>
              <a:spcBef>
                <a:spcPts val="105"/>
              </a:spcBef>
            </a:pPr>
            <a:endParaRPr sz="3000" spc="-5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75922" y="1970825"/>
            <a:ext cx="576047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5234" y="1970825"/>
            <a:ext cx="937503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7307" y="1970825"/>
            <a:ext cx="471614" cy="4063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154"/>
              </a:lnSpc>
              <a:spcBef>
                <a:spcPts val="157"/>
              </a:spcBef>
            </a:pP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7217" y="3159028"/>
            <a:ext cx="258879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760"/>
              </a:lnSpc>
              <a:spcBef>
                <a:spcPts val="138"/>
              </a:spcBef>
            </a:pP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685" y="1404163"/>
            <a:ext cx="9484876" cy="752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r>
              <a:rPr lang="pt-BR" sz="2300" dirty="0"/>
              <a:t>Avaliação 1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Avaliação 2</a:t>
            </a:r>
          </a:p>
          <a:p>
            <a:pPr lvl="1"/>
            <a:r>
              <a:rPr lang="pt-BR" sz="2300" dirty="0"/>
              <a:t>30 </a:t>
            </a:r>
            <a:r>
              <a:rPr lang="pt-BR" sz="2300" dirty="0" smtClean="0"/>
              <a:t>pontos</a:t>
            </a:r>
          </a:p>
          <a:p>
            <a:pPr lvl="1"/>
            <a:endParaRPr lang="pt-BR" sz="2300" dirty="0" smtClean="0"/>
          </a:p>
          <a:p>
            <a:r>
              <a:rPr lang="pt-BR" sz="2300" dirty="0" smtClean="0"/>
              <a:t>Avaliação 3</a:t>
            </a:r>
          </a:p>
          <a:p>
            <a:pPr lvl="1"/>
            <a:r>
              <a:rPr lang="pt-BR" sz="2300" dirty="0" smtClean="0"/>
              <a:t>30 pontos</a:t>
            </a:r>
          </a:p>
          <a:p>
            <a:pPr lvl="1"/>
            <a:endParaRPr lang="pt-BR" sz="2300" dirty="0"/>
          </a:p>
          <a:p>
            <a:r>
              <a:rPr lang="pt-BR" sz="2300" dirty="0" smtClean="0"/>
              <a:t>Implementações</a:t>
            </a:r>
            <a:endParaRPr lang="pt-BR" sz="2300" dirty="0"/>
          </a:p>
          <a:p>
            <a:pPr lvl="1"/>
            <a:r>
              <a:rPr lang="pt-BR" sz="2300" dirty="0" smtClean="0"/>
              <a:t>10 pontos</a:t>
            </a:r>
          </a:p>
          <a:p>
            <a:pPr lvl="1"/>
            <a:endParaRPr lang="pt-BR" sz="2300" dirty="0"/>
          </a:p>
          <a:p>
            <a:r>
              <a:rPr lang="pt-BR" sz="2300" dirty="0"/>
              <a:t>Total 100 pontos</a:t>
            </a:r>
          </a:p>
          <a:p>
            <a:endParaRPr lang="pt-BR" sz="2300" dirty="0"/>
          </a:p>
          <a:p>
            <a:r>
              <a:rPr lang="pt-BR" sz="2300" dirty="0"/>
              <a:t>Aproveitamento mínimo de 60%.</a:t>
            </a:r>
          </a:p>
          <a:p>
            <a:r>
              <a:rPr lang="pt-BR" sz="2300" dirty="0"/>
              <a:t>Presença mínima: 75%. (Em ambas disciplinas)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4495" y="3944689"/>
            <a:ext cx="164845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2345"/>
              </a:lnSpc>
              <a:spcBef>
                <a:spcPts val="117"/>
              </a:spcBef>
            </a:pPr>
            <a:endParaRPr sz="22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1649415" y="425450"/>
            <a:ext cx="8076172" cy="7878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087013" marR="51429">
              <a:lnSpc>
                <a:spcPts val="4584"/>
              </a:lnSpc>
              <a:spcBef>
                <a:spcPts val="229"/>
              </a:spcBef>
            </a:pPr>
            <a:r>
              <a:rPr lang="pt-BR"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Método de Avaliação </a:t>
            </a:r>
            <a:r>
              <a:rPr lang="pt-BR" sz="3600" spc="5" baseline="3103" dirty="0">
                <a:latin typeface="Calibri"/>
                <a:cs typeface="Calibri"/>
              </a:rPr>
              <a:t>(previsão)</a:t>
            </a:r>
            <a:endParaRPr sz="2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80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431166" y="950087"/>
            <a:ext cx="226288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4584"/>
              </a:lnSpc>
              <a:spcBef>
                <a:spcPts val="229"/>
              </a:spcBef>
            </a:pPr>
            <a:r>
              <a:rPr sz="4600" spc="-114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Dúvidas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0019" y="2033492"/>
            <a:ext cx="228853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>
              <a:lnSpc>
                <a:spcPts val="3374"/>
              </a:lnSpc>
              <a:spcBef>
                <a:spcPts val="16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75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  <a:p>
            <a:pPr marL="12698">
              <a:lnSpc>
                <a:spcPct val="95825"/>
              </a:lnSpc>
              <a:spcBef>
                <a:spcPts val="928"/>
              </a:spcBef>
            </a:pPr>
            <a:r>
              <a:rPr sz="3200" dirty="0">
                <a:latin typeface="Arial"/>
                <a:cs typeface="Arial"/>
              </a:rPr>
              <a:t>•</a:t>
            </a:r>
            <a:endParaRPr sz="32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2918" y="2058074"/>
            <a:ext cx="2207579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98" marR="61708">
              <a:lnSpc>
                <a:spcPts val="3360"/>
              </a:lnSpc>
              <a:spcBef>
                <a:spcPts val="168"/>
              </a:spcBef>
            </a:pPr>
            <a:r>
              <a:rPr sz="4800" spc="-5" baseline="3413" dirty="0">
                <a:latin typeface="Calibri"/>
                <a:cs typeface="Calibri"/>
              </a:rPr>
              <a:t>Dú</a:t>
            </a:r>
            <a:r>
              <a:rPr sz="4800" spc="5" baseline="3413" dirty="0">
                <a:latin typeface="Calibri"/>
                <a:cs typeface="Calibri"/>
              </a:rPr>
              <a:t>v</a:t>
            </a:r>
            <a:r>
              <a:rPr sz="4800" spc="-5" baseline="3413" dirty="0">
                <a:latin typeface="Calibri"/>
                <a:cs typeface="Calibri"/>
              </a:rPr>
              <a:t>id</a:t>
            </a:r>
            <a:r>
              <a:rPr sz="4800" baseline="3413" dirty="0">
                <a:latin typeface="Calibri"/>
                <a:cs typeface="Calibri"/>
              </a:rPr>
              <a:t>a</a:t>
            </a:r>
            <a:r>
              <a:rPr sz="4800" spc="-5" baseline="3413" dirty="0">
                <a:latin typeface="Calibri"/>
                <a:cs typeface="Calibri"/>
              </a:rPr>
              <a:t>s</a:t>
            </a:r>
            <a:r>
              <a:rPr sz="4800" baseline="3413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  <a:p>
            <a:pPr marL="12698">
              <a:lnSpc>
                <a:spcPts val="4609"/>
              </a:lnSpc>
              <a:spcBef>
                <a:spcPts val="122"/>
              </a:spcBef>
            </a:pPr>
            <a:r>
              <a:rPr sz="3200" spc="-59" dirty="0">
                <a:latin typeface="Calibri"/>
                <a:cs typeface="Calibri"/>
              </a:rPr>
              <a:t>P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0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g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29" dirty="0">
                <a:latin typeface="Calibri"/>
                <a:cs typeface="Calibri"/>
              </a:rPr>
              <a:t>n</a:t>
            </a:r>
            <a:r>
              <a:rPr sz="3200" spc="-39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S</a:t>
            </a:r>
            <a:r>
              <a:rPr sz="3200" spc="-5" dirty="0">
                <a:latin typeface="Calibri"/>
                <a:cs typeface="Calibri"/>
              </a:rPr>
              <a:t>u</a:t>
            </a:r>
            <a:r>
              <a:rPr sz="3200" spc="-19" dirty="0">
                <a:latin typeface="Calibri"/>
                <a:cs typeface="Calibri"/>
              </a:rPr>
              <a:t>g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39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 </a:t>
            </a:r>
            <a:r>
              <a:rPr sz="3200" spc="-59" dirty="0">
                <a:latin typeface="Calibri"/>
                <a:cs typeface="Calibri"/>
              </a:rPr>
              <a:t>R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quisi</a:t>
            </a:r>
            <a:r>
              <a:rPr sz="3200" spc="-19" dirty="0">
                <a:latin typeface="Calibri"/>
                <a:cs typeface="Calibri"/>
              </a:rPr>
              <a:t>ç</a:t>
            </a:r>
            <a:r>
              <a:rPr sz="3200" dirty="0">
                <a:latin typeface="Calibri"/>
                <a:cs typeface="Calibri"/>
              </a:rPr>
              <a:t>õ</a:t>
            </a:r>
            <a:r>
              <a:rPr sz="3200" spc="5" dirty="0">
                <a:latin typeface="Calibri"/>
                <a:cs typeface="Calibri"/>
              </a:rPr>
              <a:t>e</a:t>
            </a:r>
            <a:r>
              <a:rPr sz="3200" spc="-5" dirty="0">
                <a:latin typeface="Calibri"/>
                <a:cs typeface="Calibri"/>
              </a:rPr>
              <a:t>s</a:t>
            </a:r>
            <a:r>
              <a:rPr sz="3200" dirty="0">
                <a:latin typeface="Calibri"/>
                <a:cs typeface="Calibri"/>
              </a:rPr>
              <a:t>?</a:t>
            </a:r>
            <a:endParaRPr sz="3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63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95890"/>
            <a:ext cx="6210300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dirty="0"/>
              <a:t>R</a:t>
            </a:r>
            <a:r>
              <a:rPr sz="3300" spc="-15" dirty="0"/>
              <a:t>E</a:t>
            </a:r>
            <a:r>
              <a:rPr sz="3300" dirty="0"/>
              <a:t>V</a:t>
            </a:r>
            <a:r>
              <a:rPr sz="3300" spc="-10" dirty="0"/>
              <a:t>I</a:t>
            </a:r>
            <a:r>
              <a:rPr sz="3300" dirty="0"/>
              <a:t>SÃ</a:t>
            </a:r>
            <a:r>
              <a:rPr sz="3300" spc="-5" dirty="0"/>
              <a:t>O:</a:t>
            </a:r>
            <a:r>
              <a:rPr sz="3300" spc="10" dirty="0"/>
              <a:t> </a:t>
            </a:r>
            <a:r>
              <a:rPr sz="3300" spc="-5" dirty="0"/>
              <a:t>T</a:t>
            </a:r>
            <a:r>
              <a:rPr sz="3300" dirty="0"/>
              <a:t>i</a:t>
            </a:r>
            <a:r>
              <a:rPr sz="3300" spc="0" dirty="0"/>
              <a:t>p</a:t>
            </a:r>
            <a:r>
              <a:rPr sz="3300" spc="-5" dirty="0"/>
              <a:t>os</a:t>
            </a:r>
            <a:r>
              <a:rPr sz="3300" spc="5" dirty="0"/>
              <a:t> </a:t>
            </a:r>
            <a:r>
              <a:rPr sz="3300" spc="-5" dirty="0"/>
              <a:t>de</a:t>
            </a:r>
            <a:r>
              <a:rPr sz="3300" spc="5" dirty="0"/>
              <a:t> </a:t>
            </a:r>
            <a:r>
              <a:rPr sz="3300" dirty="0"/>
              <a:t>S</a:t>
            </a:r>
            <a:r>
              <a:rPr sz="3300" spc="-5" dirty="0"/>
              <a:t>ub</a:t>
            </a:r>
            <a:r>
              <a:rPr sz="3300" spc="0" dirty="0"/>
              <a:t>r</a:t>
            </a:r>
            <a:r>
              <a:rPr sz="3300" spc="-5" dirty="0"/>
              <a:t>o</a:t>
            </a:r>
            <a:r>
              <a:rPr sz="3300" dirty="0"/>
              <a:t>ti</a:t>
            </a:r>
            <a:r>
              <a:rPr sz="3300" spc="0" dirty="0"/>
              <a:t>n</a:t>
            </a:r>
            <a:r>
              <a:rPr sz="3300" spc="-5" dirty="0"/>
              <a:t>as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4711698" y="2500814"/>
            <a:ext cx="2625090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im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(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8313" y="2500814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4088" y="1892739"/>
            <a:ext cx="3683635" cy="1342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6075" indent="-333375">
              <a:buClr>
                <a:srgbClr val="852A33"/>
              </a:buClr>
              <a:buSzPct val="69696"/>
              <a:buFont typeface="Wingdings"/>
              <a:buChar char=""/>
              <a:tabLst>
                <a:tab pos="34671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R="5080" algn="r">
              <a:spcBef>
                <a:spcPts val="108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480059" algn="r">
              <a:spcBef>
                <a:spcPts val="37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1" y="3239586"/>
            <a:ext cx="6254115" cy="15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123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pri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”,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+b);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960" algn="ctr">
              <a:spcBef>
                <a:spcPts val="28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8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47980" indent="-335280">
              <a:buClr>
                <a:srgbClr val="852A33"/>
              </a:buClr>
              <a:buSzPct val="69696"/>
              <a:buFont typeface="Wingdings"/>
              <a:buChar char=""/>
              <a:tabLst>
                <a:tab pos="34798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9346" y="4867151"/>
            <a:ext cx="161480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a, int</a:t>
            </a:r>
            <a:r>
              <a:rPr sz="230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b)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16170" y="4867152"/>
            <a:ext cx="2321560" cy="7505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b="1" spc="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23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Soma</a:t>
            </a:r>
            <a:r>
              <a:rPr sz="230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Courier New"/>
                <a:cs typeface="Courier New"/>
              </a:rPr>
              <a:t>(int</a:t>
            </a:r>
            <a:endParaRPr sz="23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6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77" y="5621373"/>
            <a:ext cx="10318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4093" y="5621373"/>
            <a:ext cx="103505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(a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+b)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14655" y="5989871"/>
            <a:ext cx="193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90125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7983" y="155603"/>
            <a:ext cx="8274684" cy="1180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5" dirty="0"/>
              <a:t>P</a:t>
            </a:r>
            <a:r>
              <a:rPr spc="5" dirty="0"/>
              <a:t>a</a:t>
            </a:r>
            <a:r>
              <a:rPr dirty="0"/>
              <a:t>r</a:t>
            </a:r>
            <a:r>
              <a:rPr spc="5" dirty="0"/>
              <a:t>âme</a:t>
            </a:r>
            <a:r>
              <a:rPr dirty="0"/>
              <a:t>tr</a:t>
            </a:r>
            <a:r>
              <a:rPr spc="-5" dirty="0"/>
              <a:t>o</a:t>
            </a:r>
            <a:r>
              <a:rPr dirty="0"/>
              <a:t>s</a:t>
            </a:r>
            <a:r>
              <a:rPr spc="15" dirty="0"/>
              <a:t> </a:t>
            </a:r>
            <a:r>
              <a:rPr spc="-5" dirty="0"/>
              <a:t>d</a:t>
            </a:r>
            <a:r>
              <a:rPr dirty="0"/>
              <a:t>e </a:t>
            </a:r>
            <a:r>
              <a:rPr spc="0" dirty="0"/>
              <a:t>u</a:t>
            </a:r>
            <a:r>
              <a:rPr spc="5" dirty="0"/>
              <a:t>m</a:t>
            </a:r>
            <a:r>
              <a:rPr dirty="0"/>
              <a:t>a </a:t>
            </a:r>
            <a:r>
              <a:rPr spc="5" dirty="0"/>
              <a:t>s</a:t>
            </a:r>
            <a:r>
              <a:rPr spc="-5" dirty="0"/>
              <a:t>ub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t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a</a:t>
            </a:r>
            <a:r>
              <a:rPr spc="15" dirty="0"/>
              <a:t> </a:t>
            </a:r>
            <a:r>
              <a:rPr spc="5" dirty="0"/>
              <a:t>e</a:t>
            </a:r>
            <a:r>
              <a:rPr dirty="0"/>
              <a:t>m</a:t>
            </a:r>
            <a:r>
              <a:rPr spc="-10" dirty="0"/>
              <a:t> </a:t>
            </a:r>
            <a:r>
              <a:rPr dirty="0"/>
              <a:t>C </a:t>
            </a: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2807" y="2450594"/>
            <a:ext cx="579120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55067" y="2450594"/>
            <a:ext cx="2549525" cy="360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780" algn="l"/>
                <a:tab pos="2048510" algn="l"/>
              </a:tabLst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	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4" y="2379117"/>
            <a:ext cx="5601970" cy="853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400"/>
              </a:lnSpc>
              <a:tabLst>
                <a:tab pos="1470660" algn="l"/>
                <a:tab pos="2083435" algn="l"/>
                <a:tab pos="2988945" algn="l"/>
                <a:tab pos="4382770" algn="l"/>
              </a:tabLst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	por	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	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	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74" y="3786232"/>
            <a:ext cx="9058910" cy="2125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20800"/>
              </a:lnSpc>
            </a:pP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Cha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u="heavy" spc="11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por  </a:t>
            </a:r>
            <a:r>
              <a:rPr sz="2300" u="heavy" spc="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u="heavy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300" u="heavy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u="heavy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u="heavy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u="heavy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:  </a:t>
            </a:r>
            <a:r>
              <a:rPr sz="2300" spc="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1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gumen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r>
              <a:rPr sz="23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3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2300" spc="-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â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srgbClr val="FF0000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srgbClr val="FF0000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665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1806955" y="1845790"/>
            <a:ext cx="4481830" cy="104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0886" y="2546241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955" y="2894970"/>
            <a:ext cx="4161790" cy="43010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640080">
              <a:lnSpc>
                <a:spcPts val="3240"/>
              </a:lnSpc>
              <a:spcBef>
                <a:spcPts val="10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ts val="325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6955" y="1051210"/>
            <a:ext cx="7646670" cy="7668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3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39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5484" y="1950884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37762" y="1950884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654" y="2269105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87067" y="2269105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05432" y="2269132"/>
            <a:ext cx="2252345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9364" y="2904106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2434" y="3222329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5436" y="385882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05484" y="4495323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19072" y="5201638"/>
            <a:ext cx="3729354" cy="294953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0">
              <a:lnSpc>
                <a:spcPts val="234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5431" y="5612998"/>
            <a:ext cx="4161790" cy="19237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78459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6152" y="1978293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48428" y="1978293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2322" y="229651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97747" y="229651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6113" y="2296514"/>
            <a:ext cx="2252345" cy="9796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0029" y="2933012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3099" y="3251260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1" y="3886235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52" y="4522732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74603" y="5229299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0786" y="5229299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96795" y="5597519"/>
            <a:ext cx="2313940" cy="344325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174625">
              <a:spcBef>
                <a:spcPts val="22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099" y="5954723"/>
            <a:ext cx="4161790" cy="1609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0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56292" y="1051184"/>
            <a:ext cx="14973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55951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78288"/>
          </a:xfrm>
          <a:prstGeom prst="rect">
            <a:avLst/>
          </a:prstGeom>
        </p:spPr>
        <p:txBody>
          <a:bodyPr vert="horz" wrap="square" lIns="0" tIns="595121" rIns="0" bIns="0" rtlCol="0">
            <a:spAutoFit/>
          </a:bodyPr>
          <a:lstStyle/>
          <a:p>
            <a:pPr marL="715010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715010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1031875">
              <a:lnSpc>
                <a:spcPct val="100000"/>
              </a:lnSpc>
              <a:spcBef>
                <a:spcPts val="3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1031875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8136" y="3493372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88083" y="4551674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8083" y="1051210"/>
            <a:ext cx="7766050" cy="856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10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5" y="1871449"/>
            <a:ext cx="4919980" cy="397811"/>
          </a:xfrm>
          <a:custGeom>
            <a:avLst/>
            <a:gdLst/>
            <a:ahLst/>
            <a:cxnLst/>
            <a:rect l="l" t="t" r="r" b="b"/>
            <a:pathLst>
              <a:path w="4919980" h="398144">
                <a:moveTo>
                  <a:pt x="0" y="0"/>
                </a:moveTo>
                <a:lnTo>
                  <a:pt x="0" y="397763"/>
                </a:lnTo>
                <a:lnTo>
                  <a:pt x="4919471" y="397763"/>
                </a:lnTo>
                <a:lnTo>
                  <a:pt x="491947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2988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88591" y="2358693"/>
            <a:ext cx="2627630" cy="385756"/>
          </a:xfrm>
          <a:custGeom>
            <a:avLst/>
            <a:gdLst/>
            <a:ahLst/>
            <a:cxnLst/>
            <a:rect l="l" t="t" r="r" b="b"/>
            <a:pathLst>
              <a:path w="2627629" h="386080">
                <a:moveTo>
                  <a:pt x="0" y="0"/>
                </a:moveTo>
                <a:lnTo>
                  <a:pt x="0" y="385571"/>
                </a:lnTo>
                <a:lnTo>
                  <a:pt x="2627375" y="385571"/>
                </a:lnTo>
                <a:lnTo>
                  <a:pt x="262737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89660" y="1393568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21935" y="1393568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75830" y="1710294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871255" y="17102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89621" y="1710268"/>
            <a:ext cx="2252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6599" y="2346764"/>
            <a:ext cx="1935480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06652" y="2983261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89609" y="330153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89660" y="3938007"/>
            <a:ext cx="16173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89607" y="4542537"/>
            <a:ext cx="4161790" cy="24369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68803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06955" y="1051209"/>
            <a:ext cx="7646670" cy="728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5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806955" y="1772726"/>
            <a:ext cx="4481830" cy="978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760886" y="2407700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3955" y="2725922"/>
            <a:ext cx="1299845" cy="63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07008" y="3362418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6955" y="4420721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2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955291" y="2747013"/>
            <a:ext cx="1967864" cy="393369"/>
          </a:xfrm>
          <a:custGeom>
            <a:avLst/>
            <a:gdLst/>
            <a:ahLst/>
            <a:cxnLst/>
            <a:rect l="l" t="t" r="r" b="b"/>
            <a:pathLst>
              <a:path w="1967864" h="393700">
                <a:moveTo>
                  <a:pt x="0" y="0"/>
                </a:moveTo>
                <a:lnTo>
                  <a:pt x="0" y="393191"/>
                </a:lnTo>
                <a:lnTo>
                  <a:pt x="1967483" y="393191"/>
                </a:lnTo>
                <a:lnTo>
                  <a:pt x="196748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29348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4263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184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308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316" y="3226923"/>
            <a:ext cx="1617345" cy="15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9565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263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263" y="1051210"/>
            <a:ext cx="784987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67839" y="3219030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108993"/>
            <a:ext cx="0" cy="3806801"/>
          </a:xfrm>
          <a:custGeom>
            <a:avLst/>
            <a:gdLst/>
            <a:ahLst/>
            <a:cxnLst/>
            <a:rect l="l" t="t" r="r" b="b"/>
            <a:pathLst>
              <a:path h="3810000">
                <a:moveTo>
                  <a:pt x="0" y="380999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958328" y="2061789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2587101"/>
            <a:ext cx="0" cy="3804263"/>
          </a:xfrm>
          <a:custGeom>
            <a:avLst/>
            <a:gdLst/>
            <a:ahLst/>
            <a:cxnLst/>
            <a:rect l="l" t="t" r="r" b="b"/>
            <a:pathLst>
              <a:path h="3807460">
                <a:moveTo>
                  <a:pt x="0" y="3806951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402067" y="2539923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0479"/>
                </a:lnTo>
                <a:lnTo>
                  <a:pt x="0" y="30479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0479"/>
                </a:lnTo>
                <a:lnTo>
                  <a:pt x="1031747" y="30479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81769" y="5736846"/>
            <a:ext cx="3270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&amp;a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681716" y="6207393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91065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6292" y="1051210"/>
            <a:ext cx="1497330" cy="400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61288" y="1399659"/>
            <a:ext cx="129730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93565" y="1399659"/>
            <a:ext cx="145732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7458" y="1748362"/>
            <a:ext cx="66294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42885" y="1748362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1235" y="1748362"/>
            <a:ext cx="2252345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0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15166" y="2447265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78236" y="2797516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1288" y="3496445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19740" y="4735913"/>
            <a:ext cx="241236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65922" y="4735913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19731" y="5148569"/>
            <a:ext cx="209423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88603" y="5519887"/>
            <a:ext cx="2784475" cy="341119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227965">
              <a:spcBef>
                <a:spcPts val="2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761235" y="5873368"/>
            <a:ext cx="4161790" cy="1223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423163" y="279698"/>
            <a:ext cx="8679180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317997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985514" y="1309031"/>
            <a:ext cx="8722370" cy="2124428"/>
          </a:xfrm>
          <a:prstGeom prst="rect">
            <a:avLst/>
          </a:prstGeom>
        </p:spPr>
        <p:txBody>
          <a:bodyPr vert="horz" wrap="square" lIns="0" tIns="541782" rIns="0" bIns="0" rtlCol="0">
            <a:spAutoFit/>
          </a:bodyPr>
          <a:lstStyle/>
          <a:p>
            <a:pPr marL="634365">
              <a:lnSpc>
                <a:spcPct val="100000"/>
              </a:lnSpc>
            </a:pPr>
            <a:r>
              <a:rPr spc="15" dirty="0"/>
              <a:t>vo</a:t>
            </a:r>
            <a:r>
              <a:rPr spc="25" dirty="0"/>
              <a:t>i</a:t>
            </a:r>
            <a:r>
              <a:rPr spc="20" dirty="0"/>
              <a:t>d</a:t>
            </a:r>
            <a:r>
              <a:rPr spc="25" dirty="0"/>
              <a:t> </a:t>
            </a:r>
            <a:r>
              <a:rPr spc="15" dirty="0"/>
              <a:t>Tr</a:t>
            </a:r>
            <a:r>
              <a:rPr spc="25" dirty="0"/>
              <a:t>oc</a:t>
            </a:r>
            <a:r>
              <a:rPr spc="15" dirty="0"/>
              <a:t>a(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a1</a:t>
            </a:r>
            <a:r>
              <a:rPr spc="20" dirty="0"/>
              <a:t>,</a:t>
            </a:r>
            <a:r>
              <a:rPr spc="10" dirty="0"/>
              <a:t> </a:t>
            </a: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*</a:t>
            </a:r>
            <a:r>
              <a:rPr spc="25" dirty="0"/>
              <a:t>b1</a:t>
            </a:r>
            <a:r>
              <a:rPr spc="20" dirty="0"/>
              <a:t>)</a:t>
            </a:r>
          </a:p>
          <a:p>
            <a:pPr marL="634365">
              <a:lnSpc>
                <a:spcPct val="100000"/>
              </a:lnSpc>
              <a:spcBef>
                <a:spcPts val="45"/>
              </a:spcBef>
            </a:pPr>
            <a:r>
              <a:rPr spc="20" dirty="0"/>
              <a:t>{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i</a:t>
            </a:r>
            <a:r>
              <a:rPr spc="15" dirty="0"/>
              <a:t>n</a:t>
            </a:r>
            <a:r>
              <a:rPr spc="20" dirty="0"/>
              <a:t>t</a:t>
            </a:r>
            <a:r>
              <a:rPr spc="25" dirty="0"/>
              <a:t> </a:t>
            </a:r>
            <a:r>
              <a:rPr spc="15" dirty="0"/>
              <a:t>a</a:t>
            </a:r>
            <a:r>
              <a:rPr spc="25" dirty="0"/>
              <a:t>ux</a:t>
            </a:r>
            <a:r>
              <a:rPr spc="15" dirty="0"/>
              <a:t>=*</a:t>
            </a:r>
            <a:r>
              <a:rPr spc="25" dirty="0"/>
              <a:t>a</a:t>
            </a:r>
            <a:r>
              <a:rPr spc="15" dirty="0"/>
              <a:t>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a</a:t>
            </a:r>
            <a:r>
              <a:rPr spc="25" dirty="0"/>
              <a:t>1</a:t>
            </a:r>
            <a:r>
              <a:rPr spc="15" dirty="0"/>
              <a:t>=*</a:t>
            </a:r>
            <a:r>
              <a:rPr spc="25" dirty="0"/>
              <a:t>b1</a:t>
            </a:r>
            <a:r>
              <a:rPr spc="20" dirty="0"/>
              <a:t>;</a:t>
            </a:r>
          </a:p>
          <a:p>
            <a:pPr marL="951230">
              <a:lnSpc>
                <a:spcPct val="100000"/>
              </a:lnSpc>
              <a:spcBef>
                <a:spcPts val="45"/>
              </a:spcBef>
            </a:pPr>
            <a:r>
              <a:rPr spc="25" dirty="0"/>
              <a:t>*</a:t>
            </a:r>
            <a:r>
              <a:rPr spc="15" dirty="0"/>
              <a:t>b</a:t>
            </a:r>
            <a:r>
              <a:rPr spc="25" dirty="0"/>
              <a:t>1</a:t>
            </a:r>
            <a:r>
              <a:rPr spc="15" dirty="0"/>
              <a:t>=a</a:t>
            </a:r>
            <a:r>
              <a:rPr spc="25" dirty="0"/>
              <a:t>ux</a:t>
            </a:r>
            <a:r>
              <a:rPr spc="20" dirty="0"/>
              <a:t>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7364" y="3441600"/>
            <a:ext cx="1617345" cy="11141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10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7311" y="4499875"/>
            <a:ext cx="4161790" cy="2435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000"/>
              </a:lnSpc>
              <a:spcBef>
                <a:spcPts val="5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4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7331" y="1051209"/>
            <a:ext cx="7846695" cy="805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67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22479" y="1871449"/>
            <a:ext cx="4840605" cy="397811"/>
          </a:xfrm>
          <a:custGeom>
            <a:avLst/>
            <a:gdLst/>
            <a:ahLst/>
            <a:cxnLst/>
            <a:rect l="l" t="t" r="r" b="b"/>
            <a:pathLst>
              <a:path w="4840605" h="398144">
                <a:moveTo>
                  <a:pt x="0" y="0"/>
                </a:moveTo>
                <a:lnTo>
                  <a:pt x="0" y="397763"/>
                </a:lnTo>
                <a:lnTo>
                  <a:pt x="4840223" y="397763"/>
                </a:lnTo>
                <a:lnTo>
                  <a:pt x="4840223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36505" y="6278961"/>
            <a:ext cx="30162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432250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5015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42060" y="2878194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2060" y="3226897"/>
            <a:ext cx="12998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5068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5015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25017" y="1051210"/>
            <a:ext cx="7928609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609343" y="2594714"/>
            <a:ext cx="2550160" cy="387025"/>
          </a:xfrm>
          <a:custGeom>
            <a:avLst/>
            <a:gdLst/>
            <a:ahLst/>
            <a:cxnLst/>
            <a:rect l="l" t="t" r="r" b="b"/>
            <a:pathLst>
              <a:path w="2550160" h="387350">
                <a:moveTo>
                  <a:pt x="0" y="0"/>
                </a:moveTo>
                <a:lnTo>
                  <a:pt x="0" y="387095"/>
                </a:lnTo>
                <a:lnTo>
                  <a:pt x="2549651" y="387095"/>
                </a:lnTo>
                <a:lnTo>
                  <a:pt x="2549651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0026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50807" y="4409797"/>
            <a:ext cx="0" cy="950431"/>
          </a:xfrm>
          <a:custGeom>
            <a:avLst/>
            <a:gdLst/>
            <a:ahLst/>
            <a:cxnLst/>
            <a:rect l="l" t="t" r="r" b="b"/>
            <a:pathLst>
              <a:path h="951229">
                <a:moveTo>
                  <a:pt x="0" y="0"/>
                </a:moveTo>
                <a:lnTo>
                  <a:pt x="0" y="950975"/>
                </a:lnTo>
              </a:path>
            </a:pathLst>
          </a:custGeom>
          <a:ln w="41980">
            <a:solidFill>
              <a:srgbClr val="0000CC"/>
            </a:solidFill>
            <a:prstDash val="lgDash"/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88591" y="2909944"/>
            <a:ext cx="2391410" cy="390197"/>
          </a:xfrm>
          <a:custGeom>
            <a:avLst/>
            <a:gdLst/>
            <a:ahLst/>
            <a:cxnLst/>
            <a:rect l="l" t="t" r="r" b="b"/>
            <a:pathLst>
              <a:path w="2391410" h="390525">
                <a:moveTo>
                  <a:pt x="0" y="0"/>
                </a:moveTo>
                <a:lnTo>
                  <a:pt x="0" y="390143"/>
                </a:lnTo>
                <a:lnTo>
                  <a:pt x="2391155" y="390143"/>
                </a:lnTo>
                <a:lnTo>
                  <a:pt x="239115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10359" y="1051210"/>
            <a:ext cx="7843520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610359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6428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7404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10412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10359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2920595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67839" y="3302806"/>
            <a:ext cx="2155190" cy="393369"/>
          </a:xfrm>
          <a:custGeom>
            <a:avLst/>
            <a:gdLst/>
            <a:ahLst/>
            <a:cxnLst/>
            <a:rect l="l" t="t" r="r" b="b"/>
            <a:pathLst>
              <a:path w="2155190" h="393700">
                <a:moveTo>
                  <a:pt x="0" y="0"/>
                </a:moveTo>
                <a:lnTo>
                  <a:pt x="0" y="393191"/>
                </a:lnTo>
                <a:lnTo>
                  <a:pt x="2154935" y="393191"/>
                </a:lnTo>
                <a:lnTo>
                  <a:pt x="2154935" y="0"/>
                </a:lnTo>
                <a:lnTo>
                  <a:pt x="0" y="0"/>
                </a:lnTo>
                <a:close/>
              </a:path>
            </a:pathLst>
          </a:custGeom>
          <a:ln w="31485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36505" y="5732278"/>
            <a:ext cx="2952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36505" y="6178572"/>
            <a:ext cx="422909" cy="801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800"/>
              </a:lnSpc>
            </a:pP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1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20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u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x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64421" y="674034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1716" y="5736846"/>
            <a:ext cx="33401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b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81716" y="6207393"/>
            <a:ext cx="311150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&amp;c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srgbClr val="0000CC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958328" y="591576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71323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58328" y="2664761"/>
            <a:ext cx="0" cy="3251008"/>
          </a:xfrm>
          <a:custGeom>
            <a:avLst/>
            <a:gdLst/>
            <a:ahLst/>
            <a:cxnLst/>
            <a:rect l="l" t="t" r="r" b="b"/>
            <a:pathLst>
              <a:path h="3253740">
                <a:moveTo>
                  <a:pt x="0" y="3253739"/>
                </a:moveTo>
                <a:lnTo>
                  <a:pt x="0" y="0"/>
                </a:lnTo>
              </a:path>
            </a:pathLst>
          </a:custGeom>
          <a:ln w="31485">
            <a:solidFill>
              <a:srgbClr val="0065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58328" y="2617582"/>
            <a:ext cx="554990" cy="94536"/>
          </a:xfrm>
          <a:custGeom>
            <a:avLst/>
            <a:gdLst/>
            <a:ahLst/>
            <a:cxnLst/>
            <a:rect l="l" t="t" r="r" b="b"/>
            <a:pathLst>
              <a:path w="554990" h="94614">
                <a:moveTo>
                  <a:pt x="475487" y="64007"/>
                </a:moveTo>
                <a:lnTo>
                  <a:pt x="475487" y="32003"/>
                </a:lnTo>
                <a:lnTo>
                  <a:pt x="0" y="32003"/>
                </a:lnTo>
                <a:lnTo>
                  <a:pt x="0" y="64007"/>
                </a:lnTo>
                <a:lnTo>
                  <a:pt x="475487" y="64007"/>
                </a:lnTo>
                <a:close/>
              </a:path>
              <a:path w="554990" h="94614">
                <a:moveTo>
                  <a:pt x="554735" y="47243"/>
                </a:moveTo>
                <a:lnTo>
                  <a:pt x="460247" y="0"/>
                </a:lnTo>
                <a:lnTo>
                  <a:pt x="460247" y="32003"/>
                </a:lnTo>
                <a:lnTo>
                  <a:pt x="475487" y="32003"/>
                </a:lnTo>
                <a:lnTo>
                  <a:pt x="475487" y="86867"/>
                </a:lnTo>
                <a:lnTo>
                  <a:pt x="554735" y="47243"/>
                </a:lnTo>
                <a:close/>
              </a:path>
              <a:path w="554990" h="94614">
                <a:moveTo>
                  <a:pt x="475487" y="86867"/>
                </a:moveTo>
                <a:lnTo>
                  <a:pt x="475487" y="64007"/>
                </a:lnTo>
                <a:lnTo>
                  <a:pt x="460247" y="64007"/>
                </a:lnTo>
                <a:lnTo>
                  <a:pt x="460247" y="94487"/>
                </a:lnTo>
                <a:lnTo>
                  <a:pt x="475487" y="86867"/>
                </a:lnTo>
                <a:close/>
              </a:path>
            </a:pathLst>
          </a:custGeom>
          <a:solidFill>
            <a:srgbClr val="006500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02067" y="6390857"/>
            <a:ext cx="1270000" cy="0"/>
          </a:xfrm>
          <a:custGeom>
            <a:avLst/>
            <a:gdLst/>
            <a:ahLst/>
            <a:cxnLst/>
            <a:rect l="l" t="t" r="r" b="b"/>
            <a:pathLst>
              <a:path w="1270000">
                <a:moveTo>
                  <a:pt x="1269491" y="0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402067" y="3062216"/>
            <a:ext cx="0" cy="3329047"/>
          </a:xfrm>
          <a:custGeom>
            <a:avLst/>
            <a:gdLst/>
            <a:ahLst/>
            <a:cxnLst/>
            <a:rect l="l" t="t" r="r" b="b"/>
            <a:pathLst>
              <a:path h="3331845">
                <a:moveTo>
                  <a:pt x="0" y="3331463"/>
                </a:moveTo>
                <a:lnTo>
                  <a:pt x="0" y="0"/>
                </a:lnTo>
              </a:path>
            </a:pathLst>
          </a:custGeom>
          <a:ln w="31485">
            <a:solidFill>
              <a:srgbClr val="7E9BE8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02067" y="3015012"/>
            <a:ext cx="1111250" cy="94536"/>
          </a:xfrm>
          <a:custGeom>
            <a:avLst/>
            <a:gdLst/>
            <a:ahLst/>
            <a:cxnLst/>
            <a:rect l="l" t="t" r="r" b="b"/>
            <a:pathLst>
              <a:path w="1111250" h="94614">
                <a:moveTo>
                  <a:pt x="1031747" y="62483"/>
                </a:moveTo>
                <a:lnTo>
                  <a:pt x="1031747" y="32003"/>
                </a:lnTo>
                <a:lnTo>
                  <a:pt x="0" y="32003"/>
                </a:lnTo>
                <a:lnTo>
                  <a:pt x="0" y="62483"/>
                </a:lnTo>
                <a:lnTo>
                  <a:pt x="1031747" y="62483"/>
                </a:lnTo>
                <a:close/>
              </a:path>
              <a:path w="1111250" h="94614">
                <a:moveTo>
                  <a:pt x="1110995" y="47243"/>
                </a:moveTo>
                <a:lnTo>
                  <a:pt x="1016507" y="0"/>
                </a:lnTo>
                <a:lnTo>
                  <a:pt x="1016507" y="32003"/>
                </a:lnTo>
                <a:lnTo>
                  <a:pt x="1031747" y="32003"/>
                </a:lnTo>
                <a:lnTo>
                  <a:pt x="1031747" y="86867"/>
                </a:lnTo>
                <a:lnTo>
                  <a:pt x="1110995" y="47243"/>
                </a:lnTo>
                <a:close/>
              </a:path>
              <a:path w="1111250" h="94614">
                <a:moveTo>
                  <a:pt x="1031747" y="86867"/>
                </a:moveTo>
                <a:lnTo>
                  <a:pt x="1031747" y="62483"/>
                </a:lnTo>
                <a:lnTo>
                  <a:pt x="1016507" y="62483"/>
                </a:lnTo>
                <a:lnTo>
                  <a:pt x="1016507" y="94487"/>
                </a:lnTo>
                <a:lnTo>
                  <a:pt x="1031747" y="86867"/>
                </a:lnTo>
                <a:close/>
              </a:path>
            </a:pathLst>
          </a:custGeom>
          <a:solidFill>
            <a:srgbClr val="7E9BE8"/>
          </a:solidFill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605796" y="1051210"/>
            <a:ext cx="784796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5787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59721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22832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05840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605787" y="4716101"/>
            <a:ext cx="4161790" cy="24617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640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0815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30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115163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3511" y="1829066"/>
            <a:ext cx="4481830" cy="1042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oc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29565">
              <a:spcBef>
                <a:spcPts val="300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37436" y="2527994"/>
            <a:ext cx="129857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0556" y="2878220"/>
            <a:ext cx="1299845" cy="6922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=*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b1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ux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3564" y="3577149"/>
            <a:ext cx="1617345" cy="1188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4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m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n(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85"/>
              </a:spcBef>
            </a:pP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8198" y="4816616"/>
            <a:ext cx="8216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=7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2010" y="4716101"/>
            <a:ext cx="2412365" cy="1268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2200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25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&amp;a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a(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&amp;b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,&amp;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3250" y="6072608"/>
            <a:ext cx="4680585" cy="700192"/>
          </a:xfrm>
          <a:prstGeom prst="rect">
            <a:avLst/>
          </a:prstGeom>
          <a:ln w="31485">
            <a:solidFill>
              <a:srgbClr val="0000C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5585">
              <a:lnSpc>
                <a:spcPts val="2195"/>
              </a:lnSpc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(“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,%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d”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,a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c)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35585">
              <a:spcBef>
                <a:spcPts val="79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3516" y="6834246"/>
            <a:ext cx="18478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54567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10471" y="1477038"/>
            <a:ext cx="0" cy="5865646"/>
          </a:xfrm>
          <a:custGeom>
            <a:avLst/>
            <a:gdLst/>
            <a:ahLst/>
            <a:cxnLst/>
            <a:rect l="l" t="t" r="r" b="b"/>
            <a:pathLst>
              <a:path h="5870575">
                <a:moveTo>
                  <a:pt x="0" y="0"/>
                </a:moveTo>
                <a:lnTo>
                  <a:pt x="0" y="5870447"/>
                </a:lnTo>
              </a:path>
            </a:pathLst>
          </a:custGeom>
          <a:ln w="314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83528" y="1051210"/>
            <a:ext cx="7770495" cy="754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2600" b="1" spc="25" dirty="0">
                <a:solidFill>
                  <a:srgbClr val="0000CC"/>
                </a:solidFill>
                <a:latin typeface="Tahoma"/>
                <a:cs typeface="Tahoma"/>
              </a:rPr>
              <a:t>Me</a:t>
            </a:r>
            <a:r>
              <a:rPr sz="2600" b="1" spc="35" dirty="0">
                <a:solidFill>
                  <a:srgbClr val="0000CC"/>
                </a:solidFill>
                <a:latin typeface="Tahoma"/>
                <a:cs typeface="Tahoma"/>
              </a:rPr>
              <a:t>m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ó</a:t>
            </a:r>
            <a:r>
              <a:rPr sz="2600" b="1" spc="10" dirty="0">
                <a:solidFill>
                  <a:srgbClr val="0000CC"/>
                </a:solidFill>
                <a:latin typeface="Tahoma"/>
                <a:cs typeface="Tahoma"/>
              </a:rPr>
              <a:t>r</a:t>
            </a:r>
            <a:r>
              <a:rPr sz="2600" b="1" spc="5" dirty="0">
                <a:solidFill>
                  <a:srgbClr val="0000CC"/>
                </a:solidFill>
                <a:latin typeface="Tahoma"/>
                <a:cs typeface="Tahoma"/>
              </a:rPr>
              <a:t>i</a:t>
            </a:r>
            <a:r>
              <a:rPr sz="2600" b="1" spc="20" dirty="0">
                <a:solidFill>
                  <a:srgbClr val="0000CC"/>
                </a:solidFill>
                <a:latin typeface="Tahoma"/>
                <a:cs typeface="Tahoma"/>
              </a:rPr>
              <a:t>a</a:t>
            </a:r>
            <a:endParaRPr sz="2600">
              <a:solidFill>
                <a:prstClr val="black"/>
              </a:solidFill>
              <a:latin typeface="Tahoma"/>
              <a:cs typeface="Tahoma"/>
            </a:endParaRPr>
          </a:p>
          <a:p>
            <a:pPr marL="12700">
              <a:spcBef>
                <a:spcPts val="250"/>
              </a:spcBef>
            </a:pP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#i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ud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spc="15" dirty="0">
                <a:solidFill>
                  <a:prstClr val="black"/>
                </a:solidFill>
                <a:latin typeface="Courier New"/>
                <a:cs typeface="Courier New"/>
              </a:rPr>
              <a:t>o.</a:t>
            </a:r>
            <a:r>
              <a:rPr sz="2050" spc="2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05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68283" y="1871422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68283" y="2349557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68283" y="23465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68283" y="282464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68283" y="28231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8283" y="3299735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8283" y="3298211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368283" y="3774823"/>
            <a:ext cx="715010" cy="0"/>
          </a:xfrm>
          <a:custGeom>
            <a:avLst/>
            <a:gdLst/>
            <a:ahLst/>
            <a:cxnLst/>
            <a:rect l="l" t="t" r="r" b="b"/>
            <a:pathLst>
              <a:path w="715009">
                <a:moveTo>
                  <a:pt x="0" y="0"/>
                </a:moveTo>
                <a:lnTo>
                  <a:pt x="714755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383523" y="56767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383523" y="61533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83523" y="6151789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383523" y="6628401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83523" y="6626878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83523" y="7105012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383523" y="7101967"/>
            <a:ext cx="713740" cy="0"/>
          </a:xfrm>
          <a:custGeom>
            <a:avLst/>
            <a:gdLst/>
            <a:ahLst/>
            <a:cxnLst/>
            <a:rect l="l" t="t" r="r" b="b"/>
            <a:pathLst>
              <a:path w="713740">
                <a:moveTo>
                  <a:pt x="0" y="0"/>
                </a:moveTo>
                <a:lnTo>
                  <a:pt x="71323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mtClean="0">
              <a:solidFill>
                <a:prstClr val="black"/>
              </a:solidFill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64368" y="1766396"/>
            <a:ext cx="836930" cy="1415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 algn="just">
              <a:lnSpc>
                <a:spcPct val="158200"/>
              </a:lnSpc>
            </a:pP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50    </a:t>
            </a:r>
            <a:r>
              <a:rPr sz="1950" spc="7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a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srgbClr val="7D9CE8"/>
                </a:solidFill>
                <a:latin typeface="Tahoma"/>
                <a:cs typeface="Tahoma"/>
              </a:rPr>
              <a:t>b</a:t>
            </a:r>
            <a:r>
              <a:rPr sz="1950" spc="5" dirty="0">
                <a:solidFill>
                  <a:srgbClr val="7D9CE8"/>
                </a:solidFill>
                <a:latin typeface="Tahoma"/>
                <a:cs typeface="Tahoma"/>
              </a:rPr>
              <a:t> </a:t>
            </a:r>
            <a:r>
              <a:rPr sz="1950" spc="10" dirty="0">
                <a:solidFill>
                  <a:srgbClr val="7D9CE8"/>
                </a:solidFill>
                <a:latin typeface="Tahoma"/>
                <a:cs typeface="Tahoma"/>
              </a:rPr>
              <a:t>c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564421" y="2473657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75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85757" y="2950295"/>
            <a:ext cx="30035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25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23163" y="279672"/>
            <a:ext cx="8679180" cy="6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dirty="0"/>
              <a:t>Ch</a:t>
            </a:r>
            <a:r>
              <a:rPr sz="4300" spc="-10" dirty="0"/>
              <a:t>ama</a:t>
            </a:r>
            <a:r>
              <a:rPr sz="4300" spc="5" dirty="0"/>
              <a:t>d</a:t>
            </a:r>
            <a:r>
              <a:rPr sz="4300" spc="-5" dirty="0"/>
              <a:t>a</a:t>
            </a:r>
            <a:r>
              <a:rPr sz="4300" dirty="0"/>
              <a:t> </a:t>
            </a:r>
            <a:r>
              <a:rPr sz="4300" spc="5" dirty="0"/>
              <a:t>p</a:t>
            </a:r>
            <a:r>
              <a:rPr sz="4300" dirty="0"/>
              <a:t>o</a:t>
            </a:r>
            <a:r>
              <a:rPr sz="4300" spc="-5" dirty="0"/>
              <a:t>r</a:t>
            </a:r>
            <a:r>
              <a:rPr sz="4300" spc="-15" dirty="0"/>
              <a:t> </a:t>
            </a:r>
            <a:r>
              <a:rPr sz="4300" spc="-10" dirty="0"/>
              <a:t>r</a:t>
            </a:r>
            <a:r>
              <a:rPr sz="4300" spc="0" dirty="0"/>
              <a:t>ef</a:t>
            </a:r>
            <a:r>
              <a:rPr sz="4300" spc="-10" dirty="0"/>
              <a:t>erê</a:t>
            </a:r>
            <a:r>
              <a:rPr sz="4300" spc="5" dirty="0"/>
              <a:t>n</a:t>
            </a:r>
            <a:r>
              <a:rPr sz="4300" spc="0" dirty="0"/>
              <a:t>c</a:t>
            </a:r>
            <a:r>
              <a:rPr sz="4300" dirty="0"/>
              <a:t>i</a:t>
            </a:r>
            <a:r>
              <a:rPr sz="4300" spc="-10" dirty="0"/>
              <a:t>a</a:t>
            </a:r>
            <a:r>
              <a:rPr sz="4300" spc="0" dirty="0"/>
              <a:t>-</a:t>
            </a:r>
            <a:r>
              <a:rPr sz="4300" spc="-10" dirty="0"/>
              <a:t>e</a:t>
            </a:r>
            <a:r>
              <a:rPr sz="4300" spc="0" dirty="0"/>
              <a:t>xe</a:t>
            </a:r>
            <a:r>
              <a:rPr sz="4300" spc="-10" dirty="0"/>
              <a:t>m</a:t>
            </a:r>
            <a:r>
              <a:rPr sz="4300" dirty="0"/>
              <a:t>p</a:t>
            </a:r>
            <a:r>
              <a:rPr sz="4300" spc="-10" dirty="0"/>
              <a:t>l</a:t>
            </a:r>
            <a:r>
              <a:rPr sz="4300" spc="-5" dirty="0"/>
              <a:t>o</a:t>
            </a:r>
            <a:endParaRPr sz="4300"/>
          </a:p>
        </p:txBody>
      </p:sp>
    </p:spTree>
    <p:extLst>
      <p:ext uri="{BB962C8B-B14F-4D97-AF65-F5344CB8AC3E}">
        <p14:creationId xmlns:p14="http://schemas.microsoft.com/office/powerpoint/2010/main" val="76766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  <a:r>
              <a:rPr spc="5" dirty="0"/>
              <a:t> </a:t>
            </a:r>
            <a:r>
              <a:rPr i="1" dirty="0">
                <a:latin typeface="Arial"/>
                <a:cs typeface="Arial"/>
              </a:rPr>
              <a:t>(</a:t>
            </a:r>
            <a:r>
              <a:rPr i="1" spc="15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on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-5" dirty="0">
                <a:latin typeface="Arial"/>
                <a:cs typeface="Arial"/>
              </a:rPr>
              <a:t>n</a:t>
            </a:r>
            <a:r>
              <a:rPr i="1" spc="0" dirty="0">
                <a:latin typeface="Arial"/>
                <a:cs typeface="Arial"/>
              </a:rPr>
              <a:t>u</a:t>
            </a:r>
            <a:r>
              <a:rPr i="1" spc="5" dirty="0">
                <a:latin typeface="Arial"/>
                <a:cs typeface="Arial"/>
              </a:rPr>
              <a:t>açã</a:t>
            </a:r>
            <a:r>
              <a:rPr i="1" spc="-10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1122751"/>
            <a:ext cx="5941695" cy="353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14056" y="2566544"/>
            <a:ext cx="107886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 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97" y="1962051"/>
            <a:ext cx="3184525" cy="1232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"/>
              </a:spcBef>
            </a:pPr>
            <a:endParaRPr sz="2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void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444" y="3171063"/>
            <a:ext cx="213296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195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92" y="4380103"/>
            <a:ext cx="1530985" cy="931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59258" y="4984623"/>
            <a:ext cx="1380490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391" y="5282299"/>
            <a:ext cx="3786504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4820" marR="5080">
              <a:lnSpc>
                <a:spcPct val="101800"/>
              </a:lnSpc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alc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(&amp;x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&amp;y);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- %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x,y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77202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1"/>
              </a:spcBef>
            </a:pPr>
            <a:endParaRPr sz="23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78" y="2140182"/>
            <a:ext cx="137858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140182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 marR="60642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 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 q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 +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63195">
              <a:lnSpc>
                <a:spcPts val="229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re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q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512" y="4256762"/>
            <a:ext cx="5892165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>
              <a:spcBef>
                <a:spcPts val="35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,ca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lo(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,y)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137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69"/>
            <a:ext cx="4799330" cy="1021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7)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1"/>
              </a:spcBef>
            </a:pPr>
            <a:endParaRPr sz="23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lude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o.h&gt;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3885" y="2443204"/>
            <a:ext cx="1529715" cy="300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43203"/>
            <a:ext cx="2433320" cy="18393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o 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p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14325" marR="155575">
              <a:lnSpc>
                <a:spcPts val="2390"/>
              </a:lnSpc>
              <a:spcBef>
                <a:spcPts val="70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*q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+ 1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tur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4559784"/>
            <a:ext cx="4538980" cy="2140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int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mai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1057910">
              <a:lnSpc>
                <a:spcPct val="101499"/>
              </a:lnSpc>
              <a:spcBef>
                <a:spcPts val="10"/>
              </a:spcBef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nt x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2,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 =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5,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z; z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=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cul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(x,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64820" marR="5080">
              <a:lnSpc>
                <a:spcPct val="101499"/>
              </a:lnSpc>
              <a:spcBef>
                <a:spcPts val="10"/>
              </a:spcBef>
              <a:tabLst>
                <a:tab pos="2268855" algn="l"/>
                <a:tab pos="2870835" algn="l"/>
              </a:tabLst>
            </a:pP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rin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“%d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	%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d”,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,y,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); 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etu</a:t>
            </a:r>
            <a:r>
              <a:rPr sz="195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95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1950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29484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64" y="207133"/>
            <a:ext cx="9359870" cy="657341"/>
          </a:xfrm>
          <a:prstGeom prst="rect">
            <a:avLst/>
          </a:prstGeom>
        </p:spPr>
        <p:txBody>
          <a:bodyPr vert="horz" wrap="square" lIns="0" tIns="64244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499" y="1144070"/>
            <a:ext cx="4799330" cy="10030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ual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9"/>
              </a:spcBef>
            </a:pPr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8497" y="2405643"/>
            <a:ext cx="160210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499" y="2405670"/>
            <a:ext cx="2604770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cal(i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499" y="2975166"/>
            <a:ext cx="4182110" cy="287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>
              <a:spcBef>
                <a:spcPts val="35"/>
              </a:spcBef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20116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return(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endParaRPr sz="1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299085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 r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cal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x,&amp;y,&amp;z)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27" y="5824175"/>
            <a:ext cx="2749550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%d”,x,y,z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r)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2015" y="5821051"/>
            <a:ext cx="1458595" cy="575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99"/>
              </a:lnSpc>
            </a:pP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printf(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d </a:t>
            </a:r>
            <a:r>
              <a:rPr sz="1850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5500" y="6393646"/>
            <a:ext cx="1682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22342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256" y="1673469"/>
            <a:ext cx="9266555" cy="3736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50673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a: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5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pPr marL="1004569">
              <a:spcBef>
                <a:spcPts val="720"/>
              </a:spcBef>
            </a:pPr>
            <a:r>
              <a:rPr sz="1950" spc="590" dirty="0">
                <a:solidFill>
                  <a:srgbClr val="7F7F7F"/>
                </a:solidFill>
                <a:latin typeface="Wingdings"/>
                <a:cs typeface="Wingdings"/>
              </a:rPr>
              <a:t>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850" dirty="0">
              <a:solidFill>
                <a:prstClr val="black"/>
              </a:solidFill>
              <a:latin typeface="Arial"/>
              <a:cs typeface="Arial"/>
            </a:endParaRPr>
          </a:p>
          <a:p>
            <a:endParaRPr sz="28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 algn="just">
              <a:lnSpc>
                <a:spcPct val="100200"/>
              </a:lnSpc>
              <a:spcBef>
                <a:spcPts val="1685"/>
              </a:spcBef>
              <a:buClr>
                <a:srgbClr val="852A33"/>
              </a:buClr>
              <a:buSzPct val="69696"/>
              <a:buFont typeface="Wingdings"/>
              <a:buChar char=""/>
              <a:tabLst>
                <a:tab pos="5080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Todas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ompon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eu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amanho</a:t>
            </a:r>
            <a:r>
              <a:rPr sz="3300" spc="4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4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 </a:t>
            </a:r>
            <a:r>
              <a:rPr sz="3300" spc="-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3300" spc="4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oda 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ama.</a:t>
            </a:r>
            <a:endParaRPr sz="33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1714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 err="1" smtClean="0">
                <a:latin typeface="Arial"/>
                <a:cs typeface="Arial"/>
              </a:rPr>
              <a:t>V</a:t>
            </a:r>
            <a:r>
              <a:rPr i="1" spc="5" dirty="0" err="1" smtClean="0">
                <a:latin typeface="Arial"/>
                <a:cs typeface="Arial"/>
              </a:rPr>
              <a:t>e</a:t>
            </a:r>
            <a:r>
              <a:rPr i="1" spc="-10" dirty="0" err="1" smtClean="0">
                <a:latin typeface="Arial"/>
                <a:cs typeface="Arial"/>
              </a:rPr>
              <a:t>t</a:t>
            </a:r>
            <a:r>
              <a:rPr i="1" spc="5" dirty="0" err="1" smtClean="0">
                <a:latin typeface="Arial"/>
                <a:cs typeface="Arial"/>
              </a:rPr>
              <a:t>o</a:t>
            </a:r>
            <a:r>
              <a:rPr i="1" dirty="0" err="1" smtClean="0">
                <a:latin typeface="Arial"/>
                <a:cs typeface="Arial"/>
              </a:rPr>
              <a:t>r</a:t>
            </a:r>
            <a:r>
              <a:rPr i="1" spc="15" dirty="0" err="1" smtClean="0">
                <a:latin typeface="Arial"/>
                <a:cs typeface="Arial"/>
              </a:rPr>
              <a:t>e</a:t>
            </a:r>
            <a:r>
              <a:rPr i="1" spc="-5" dirty="0" err="1" smtClean="0">
                <a:latin typeface="Arial"/>
                <a:cs typeface="Arial"/>
              </a:rPr>
              <a:t>s</a:t>
            </a:r>
            <a:endParaRPr i="1" spc="-5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533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446532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-5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13486" y="5122176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84636" y="5105426"/>
            <a:ext cx="273367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873760" algn="l"/>
                <a:tab pos="1734185" algn="l"/>
                <a:tab pos="2595245" algn="l"/>
              </a:tabLst>
            </a:pP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1	2	</a:t>
            </a:r>
            <a:r>
              <a:rPr sz="1550" b="1" spc="-5" dirty="0">
                <a:solidFill>
                  <a:prstClr val="black"/>
                </a:solidFill>
                <a:latin typeface="Tahoma"/>
                <a:cs typeface="Tahoma"/>
              </a:rPr>
              <a:t>3	</a:t>
            </a:r>
            <a:r>
              <a:rPr sz="2325" b="1" spc="-7" baseline="3584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2325" baseline="3584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64991" y="5768102"/>
            <a:ext cx="4221480" cy="98977"/>
          </a:xfrm>
          <a:custGeom>
            <a:avLst/>
            <a:gdLst/>
            <a:ahLst/>
            <a:cxnLst/>
            <a:rect l="l" t="t" r="r" b="b"/>
            <a:pathLst>
              <a:path w="4221480" h="99060">
                <a:moveTo>
                  <a:pt x="4221479" y="0"/>
                </a:moveTo>
                <a:lnTo>
                  <a:pt x="4188557" y="20875"/>
                </a:lnTo>
                <a:lnTo>
                  <a:pt x="4147544" y="30171"/>
                </a:lnTo>
                <a:lnTo>
                  <a:pt x="4106224" y="36323"/>
                </a:lnTo>
                <a:lnTo>
                  <a:pt x="4065113" y="40737"/>
                </a:lnTo>
                <a:lnTo>
                  <a:pt x="4019437" y="44269"/>
                </a:lnTo>
                <a:lnTo>
                  <a:pt x="3978359" y="46480"/>
                </a:lnTo>
                <a:lnTo>
                  <a:pt x="3934944" y="47974"/>
                </a:lnTo>
                <a:lnTo>
                  <a:pt x="3889572" y="48701"/>
                </a:lnTo>
                <a:lnTo>
                  <a:pt x="2462783" y="48767"/>
                </a:lnTo>
                <a:lnTo>
                  <a:pt x="2453524" y="48785"/>
                </a:lnTo>
                <a:lnTo>
                  <a:pt x="2408188" y="49374"/>
                </a:lnTo>
                <a:lnTo>
                  <a:pt x="2364720" y="50761"/>
                </a:lnTo>
                <a:lnTo>
                  <a:pt x="2323477" y="52891"/>
                </a:lnTo>
                <a:lnTo>
                  <a:pt x="2284814" y="55710"/>
                </a:lnTo>
                <a:lnTo>
                  <a:pt x="2242328" y="59924"/>
                </a:lnTo>
                <a:lnTo>
                  <a:pt x="2198928" y="65867"/>
                </a:lnTo>
                <a:lnTo>
                  <a:pt x="2158661" y="73829"/>
                </a:lnTo>
                <a:lnTo>
                  <a:pt x="2122129" y="86415"/>
                </a:lnTo>
                <a:lnTo>
                  <a:pt x="2110739" y="99059"/>
                </a:lnTo>
                <a:lnTo>
                  <a:pt x="2110621" y="97757"/>
                </a:lnTo>
                <a:lnTo>
                  <a:pt x="2075070" y="77093"/>
                </a:lnTo>
                <a:lnTo>
                  <a:pt x="2033602" y="67749"/>
                </a:lnTo>
                <a:lnTo>
                  <a:pt x="1992267" y="61515"/>
                </a:lnTo>
                <a:lnTo>
                  <a:pt x="1951327" y="57018"/>
                </a:lnTo>
                <a:lnTo>
                  <a:pt x="1905953" y="53402"/>
                </a:lnTo>
                <a:lnTo>
                  <a:pt x="1865197" y="51129"/>
                </a:lnTo>
                <a:lnTo>
                  <a:pt x="1822145" y="49589"/>
                </a:lnTo>
                <a:lnTo>
                  <a:pt x="1777155" y="48836"/>
                </a:lnTo>
                <a:lnTo>
                  <a:pt x="1758695" y="48767"/>
                </a:lnTo>
                <a:lnTo>
                  <a:pt x="352043" y="48767"/>
                </a:lnTo>
                <a:lnTo>
                  <a:pt x="342635" y="48751"/>
                </a:lnTo>
                <a:lnTo>
                  <a:pt x="296588" y="48182"/>
                </a:lnTo>
                <a:lnTo>
                  <a:pt x="252477" y="46838"/>
                </a:lnTo>
                <a:lnTo>
                  <a:pt x="210675" y="44767"/>
                </a:lnTo>
                <a:lnTo>
                  <a:pt x="171557" y="42016"/>
                </a:lnTo>
                <a:lnTo>
                  <a:pt x="128685" y="37887"/>
                </a:lnTo>
                <a:lnTo>
                  <a:pt x="90863" y="32932"/>
                </a:lnTo>
                <a:lnTo>
                  <a:pt x="49406" y="25184"/>
                </a:lnTo>
                <a:lnTo>
                  <a:pt x="11751" y="12733"/>
                </a:lnTo>
                <a:lnTo>
                  <a:pt x="122" y="1322"/>
                </a:lnTo>
                <a:lnTo>
                  <a:pt x="0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38551" y="5355405"/>
            <a:ext cx="4460875" cy="807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2100" b="1" i="1" spc="-80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2100" b="1" i="1" spc="-7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2100" b="1" i="1" spc="-65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2100">
              <a:solidFill>
                <a:prstClr val="black"/>
              </a:solidFill>
              <a:latin typeface="Tahoma"/>
              <a:cs typeface="Tahoma"/>
            </a:endParaRPr>
          </a:p>
          <a:p>
            <a:pPr marL="1077595">
              <a:spcBef>
                <a:spcPts val="1570"/>
              </a:spcBef>
            </a:pP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5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8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a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4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q</a:t>
            </a:r>
            <a:r>
              <a:rPr sz="1850" i="1" spc="-65" dirty="0">
                <a:solidFill>
                  <a:prstClr val="black"/>
                </a:solidFill>
                <a:latin typeface="Tahoma"/>
                <a:cs typeface="Tahoma"/>
              </a:rPr>
              <a:t>u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2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i="1" spc="-3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850" i="1" spc="-20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i="1" spc="-55" dirty="0">
                <a:solidFill>
                  <a:prstClr val="black"/>
                </a:solidFill>
                <a:latin typeface="Tahoma"/>
                <a:cs typeface="Tahoma"/>
              </a:rPr>
              <a:t>p</a:t>
            </a:r>
            <a:r>
              <a:rPr sz="1850" i="1" spc="-50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i="1" spc="-3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850" b="1" i="1" spc="-65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6251" y="1595442"/>
            <a:ext cx="8313420" cy="33106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400"/>
              </a:lnSpc>
              <a:buClr>
                <a:srgbClr val="852A33"/>
              </a:buClr>
              <a:buSzPct val="70909"/>
              <a:buFont typeface="Wingdings"/>
              <a:buChar char=""/>
              <a:tabLst>
                <a:tab pos="390525" algn="l"/>
              </a:tabLst>
            </a:pP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 em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91795">
              <a:spcBef>
                <a:spcPts val="735"/>
              </a:spcBef>
              <a:tabLst>
                <a:tab pos="2827020" algn="l"/>
              </a:tabLst>
            </a:pP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po_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	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cad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_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95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9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9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950" spc="5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9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665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1732280">
              <a:lnSpc>
                <a:spcPct val="120000"/>
              </a:lnSpc>
              <a:spcBef>
                <a:spcPts val="10"/>
              </a:spcBef>
            </a:pP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 (0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 4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 </a:t>
            </a:r>
            <a:r>
              <a:rPr sz="27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];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3709670">
              <a:spcBef>
                <a:spcPts val="940"/>
              </a:spcBef>
            </a:pP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Í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n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c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r>
              <a:rPr sz="1950" b="1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do </a:t>
            </a:r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v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eto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39338" y="4959499"/>
            <a:ext cx="3649979" cy="158617"/>
          </a:xfrm>
          <a:custGeom>
            <a:avLst/>
            <a:gdLst/>
            <a:ahLst/>
            <a:cxnLst/>
            <a:rect l="l" t="t" r="r" b="b"/>
            <a:pathLst>
              <a:path w="3649979" h="158750">
                <a:moveTo>
                  <a:pt x="3649979" y="158495"/>
                </a:moveTo>
                <a:lnTo>
                  <a:pt x="3624556" y="126488"/>
                </a:lnTo>
                <a:lnTo>
                  <a:pt x="3587649" y="110164"/>
                </a:lnTo>
                <a:lnTo>
                  <a:pt x="3549560" y="99422"/>
                </a:lnTo>
                <a:lnTo>
                  <a:pt x="3511290" y="91803"/>
                </a:lnTo>
                <a:lnTo>
                  <a:pt x="3468555" y="85833"/>
                </a:lnTo>
                <a:lnTo>
                  <a:pt x="3430029" y="82241"/>
                </a:lnTo>
                <a:lnTo>
                  <a:pt x="3389279" y="80012"/>
                </a:lnTo>
                <a:lnTo>
                  <a:pt x="3346703" y="79247"/>
                </a:lnTo>
                <a:lnTo>
                  <a:pt x="2106167" y="79247"/>
                </a:lnTo>
                <a:lnTo>
                  <a:pt x="2097525" y="79216"/>
                </a:lnTo>
                <a:lnTo>
                  <a:pt x="2055283" y="78151"/>
                </a:lnTo>
                <a:lnTo>
                  <a:pt x="2014946" y="75642"/>
                </a:lnTo>
                <a:lnTo>
                  <a:pt x="1976913" y="71789"/>
                </a:lnTo>
                <a:lnTo>
                  <a:pt x="1934874" y="65532"/>
                </a:lnTo>
                <a:lnTo>
                  <a:pt x="1897414" y="57655"/>
                </a:lnTo>
                <a:lnTo>
                  <a:pt x="1860417" y="46648"/>
                </a:lnTo>
                <a:lnTo>
                  <a:pt x="1825142" y="30041"/>
                </a:lnTo>
                <a:lnTo>
                  <a:pt x="1802891" y="0"/>
                </a:lnTo>
                <a:lnTo>
                  <a:pt x="1802770" y="2277"/>
                </a:lnTo>
                <a:lnTo>
                  <a:pt x="1777215" y="32007"/>
                </a:lnTo>
                <a:lnTo>
                  <a:pt x="1739994" y="48331"/>
                </a:lnTo>
                <a:lnTo>
                  <a:pt x="1701632" y="59073"/>
                </a:lnTo>
                <a:lnTo>
                  <a:pt x="1663132" y="66692"/>
                </a:lnTo>
                <a:lnTo>
                  <a:pt x="1620196" y="72662"/>
                </a:lnTo>
                <a:lnTo>
                  <a:pt x="1581537" y="76254"/>
                </a:lnTo>
                <a:lnTo>
                  <a:pt x="1540699" y="78483"/>
                </a:lnTo>
                <a:lnTo>
                  <a:pt x="1498091" y="79247"/>
                </a:lnTo>
                <a:lnTo>
                  <a:pt x="304799" y="79247"/>
                </a:lnTo>
                <a:lnTo>
                  <a:pt x="296080" y="79279"/>
                </a:lnTo>
                <a:lnTo>
                  <a:pt x="253490" y="80344"/>
                </a:lnTo>
                <a:lnTo>
                  <a:pt x="212865" y="82853"/>
                </a:lnTo>
                <a:lnTo>
                  <a:pt x="174600" y="86706"/>
                </a:lnTo>
                <a:lnTo>
                  <a:pt x="132347" y="92963"/>
                </a:lnTo>
                <a:lnTo>
                  <a:pt x="94733" y="100840"/>
                </a:lnTo>
                <a:lnTo>
                  <a:pt x="57620" y="111847"/>
                </a:lnTo>
                <a:lnTo>
                  <a:pt x="22272" y="128454"/>
                </a:lnTo>
                <a:lnTo>
                  <a:pt x="120" y="156218"/>
                </a:lnTo>
                <a:lnTo>
                  <a:pt x="0" y="158495"/>
                </a:lnTo>
              </a:path>
            </a:pathLst>
          </a:custGeom>
          <a:ln w="41980">
            <a:solidFill>
              <a:srgbClr val="0000C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387199" y="5338021"/>
          <a:ext cx="4222999" cy="3136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6195"/>
                <a:gridCol w="819911"/>
                <a:gridCol w="833627"/>
                <a:gridCol w="888491"/>
                <a:gridCol w="874775"/>
              </a:tblGrid>
              <a:tr h="313679"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/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9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03" y="1592373"/>
            <a:ext cx="9230360" cy="6274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 marR="5080" indent="-302895">
              <a:lnSpc>
                <a:spcPct val="111400"/>
              </a:lnSpc>
              <a:buClr>
                <a:srgbClr val="852A33"/>
              </a:buClr>
              <a:buSzPct val="70270"/>
              <a:buFont typeface="Wingdings"/>
              <a:buChar char=""/>
              <a:tabLst>
                <a:tab pos="316230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Cada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f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cia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nd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du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por 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u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nú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i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ntr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dirty="0">
                <a:solidFill>
                  <a:srgbClr val="7D9CE8"/>
                </a:solidFill>
                <a:latin typeface="Arial"/>
                <a:cs typeface="Arial"/>
              </a:rPr>
              <a:t>l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c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h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25" dirty="0">
                <a:solidFill>
                  <a:srgbClr val="7D9CE8"/>
                </a:solidFill>
                <a:latin typeface="Arial"/>
                <a:cs typeface="Arial"/>
              </a:rPr>
              <a:t>a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p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ó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s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no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m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15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d</a:t>
            </a:r>
            <a:r>
              <a:rPr sz="1850" b="1" spc="10" dirty="0">
                <a:solidFill>
                  <a:srgbClr val="7D9CE8"/>
                </a:solidFill>
                <a:latin typeface="Arial"/>
                <a:cs typeface="Arial"/>
              </a:rPr>
              <a:t>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1850" b="1" spc="-15" dirty="0">
                <a:solidFill>
                  <a:srgbClr val="7D9CE8"/>
                </a:solidFill>
                <a:latin typeface="Arial"/>
                <a:cs typeface="Arial"/>
              </a:rPr>
              <a:t>v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e</a:t>
            </a:r>
            <a:r>
              <a:rPr sz="1850" b="1" spc="5" dirty="0">
                <a:solidFill>
                  <a:srgbClr val="7D9CE8"/>
                </a:solidFill>
                <a:latin typeface="Arial"/>
                <a:cs typeface="Arial"/>
              </a:rPr>
              <a:t>to</a:t>
            </a:r>
            <a:r>
              <a:rPr sz="1850" b="1" spc="20" dirty="0">
                <a:solidFill>
                  <a:srgbClr val="7D9CE8"/>
                </a:solidFill>
                <a:latin typeface="Arial"/>
                <a:cs typeface="Arial"/>
              </a:rPr>
              <a:t>r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8" y="4213112"/>
            <a:ext cx="8951595" cy="1625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Exe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5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229044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[1]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4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  <a:tab pos="6181725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[4]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tri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x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315595" indent="-302895">
              <a:spcBef>
                <a:spcPts val="1030"/>
              </a:spcBef>
              <a:buClr>
                <a:srgbClr val="852A33"/>
              </a:buClr>
              <a:buSzPct val="68292"/>
              <a:buFont typeface="Wingdings"/>
              <a:buChar char=""/>
              <a:tabLst>
                <a:tab pos="316230" algn="l"/>
              </a:tabLst>
            </a:pP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s[0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186824"/>
            <a:ext cx="4856480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4300" i="1" spc="-5" dirty="0">
                <a:latin typeface="Arial"/>
                <a:cs typeface="Arial"/>
              </a:rPr>
              <a:t>V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dirty="0">
                <a:latin typeface="Arial"/>
                <a:cs typeface="Arial"/>
              </a:rPr>
              <a:t>t</a:t>
            </a:r>
            <a:r>
              <a:rPr sz="4300" i="1" spc="-10" dirty="0">
                <a:latin typeface="Arial"/>
                <a:cs typeface="Arial"/>
              </a:rPr>
              <a:t>o</a:t>
            </a:r>
            <a:r>
              <a:rPr sz="4300" i="1" spc="0" dirty="0">
                <a:latin typeface="Arial"/>
                <a:cs typeface="Arial"/>
              </a:rPr>
              <a:t>r</a:t>
            </a:r>
            <a:r>
              <a:rPr sz="4300" i="1" spc="-10" dirty="0">
                <a:latin typeface="Arial"/>
                <a:cs typeface="Arial"/>
              </a:rPr>
              <a:t>e</a:t>
            </a:r>
            <a:r>
              <a:rPr sz="4300" i="1" spc="0" dirty="0">
                <a:latin typeface="Arial"/>
                <a:cs typeface="Arial"/>
              </a:rPr>
              <a:t>s</a:t>
            </a:r>
            <a:r>
              <a:rPr sz="4300" i="1" spc="-5" dirty="0">
                <a:latin typeface="Arial"/>
                <a:cs typeface="Arial"/>
              </a:rPr>
              <a:t>:</a:t>
            </a:r>
            <a:r>
              <a:rPr sz="4300" i="1" spc="-15" dirty="0">
                <a:latin typeface="Arial"/>
                <a:cs typeface="Arial"/>
              </a:rPr>
              <a:t> </a:t>
            </a:r>
            <a:r>
              <a:rPr sz="4300" i="1" spc="5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f</a:t>
            </a:r>
            <a:r>
              <a:rPr sz="4300" i="1" spc="0" dirty="0">
                <a:latin typeface="Arial"/>
                <a:cs typeface="Arial"/>
              </a:rPr>
              <a:t>e</a:t>
            </a:r>
            <a:r>
              <a:rPr sz="4300" i="1" spc="-10" dirty="0">
                <a:latin typeface="Arial"/>
                <a:cs typeface="Arial"/>
              </a:rPr>
              <a:t>r</a:t>
            </a:r>
            <a:r>
              <a:rPr sz="4300" i="1" spc="0" dirty="0">
                <a:latin typeface="Arial"/>
                <a:cs typeface="Arial"/>
              </a:rPr>
              <a:t>ên</a:t>
            </a:r>
            <a:r>
              <a:rPr sz="4300" i="1" spc="-5" dirty="0">
                <a:latin typeface="Arial"/>
                <a:cs typeface="Arial"/>
              </a:rPr>
              <a:t>c</a:t>
            </a:r>
            <a:r>
              <a:rPr sz="4300" i="1" dirty="0">
                <a:latin typeface="Arial"/>
                <a:cs typeface="Arial"/>
              </a:rPr>
              <a:t>i</a:t>
            </a:r>
            <a:r>
              <a:rPr sz="4300" i="1" spc="-5" dirty="0">
                <a:latin typeface="Arial"/>
                <a:cs typeface="Arial"/>
              </a:rPr>
              <a:t>a </a:t>
            </a:r>
            <a:r>
              <a:rPr sz="4300" i="1" spc="-10" dirty="0">
                <a:latin typeface="Arial"/>
                <a:cs typeface="Arial"/>
              </a:rPr>
              <a:t>(M</a:t>
            </a:r>
            <a:r>
              <a:rPr sz="4300" i="1" spc="0" dirty="0">
                <a:latin typeface="Arial"/>
                <a:cs typeface="Arial"/>
              </a:rPr>
              <a:t>a</a:t>
            </a:r>
            <a:r>
              <a:rPr sz="4300" i="1" spc="-10" dirty="0">
                <a:latin typeface="Arial"/>
                <a:cs typeface="Arial"/>
              </a:rPr>
              <a:t>n</a:t>
            </a:r>
            <a:r>
              <a:rPr sz="4300" i="1" spc="-5" dirty="0">
                <a:latin typeface="Arial"/>
                <a:cs typeface="Arial"/>
              </a:rPr>
              <a:t>ip</a:t>
            </a:r>
            <a:r>
              <a:rPr sz="4300" i="1" spc="-10" dirty="0">
                <a:latin typeface="Arial"/>
                <a:cs typeface="Arial"/>
              </a:rPr>
              <a:t>u</a:t>
            </a:r>
            <a:r>
              <a:rPr sz="4300" i="1" dirty="0">
                <a:latin typeface="Arial"/>
                <a:cs typeface="Arial"/>
              </a:rPr>
              <a:t>l</a:t>
            </a:r>
            <a:r>
              <a:rPr sz="4300" i="1" spc="-10" dirty="0">
                <a:latin typeface="Arial"/>
                <a:cs typeface="Arial"/>
              </a:rPr>
              <a:t>a</a:t>
            </a:r>
            <a:r>
              <a:rPr sz="4300" i="1" spc="0" dirty="0">
                <a:latin typeface="Arial"/>
                <a:cs typeface="Arial"/>
              </a:rPr>
              <a:t>ç</a:t>
            </a:r>
            <a:r>
              <a:rPr sz="4300" i="1" spc="-10" dirty="0">
                <a:latin typeface="Arial"/>
                <a:cs typeface="Arial"/>
              </a:rPr>
              <a:t>ã</a:t>
            </a:r>
            <a:r>
              <a:rPr sz="4300" i="1" dirty="0">
                <a:latin typeface="Arial"/>
                <a:cs typeface="Arial"/>
              </a:rPr>
              <a:t>o</a:t>
            </a:r>
            <a:r>
              <a:rPr sz="4300" i="1" spc="-5" dirty="0">
                <a:latin typeface="Arial"/>
                <a:cs typeface="Arial"/>
              </a:rPr>
              <a:t>)</a:t>
            </a:r>
            <a:endParaRPr sz="4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6391" y="263760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6413" y="2585831"/>
            <a:ext cx="101917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903605" algn="l"/>
              </a:tabLst>
            </a:pPr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1	2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1031" y="2605626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2562" y="2587354"/>
            <a:ext cx="127635" cy="276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-17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0519" y="3097973"/>
            <a:ext cx="749935" cy="3070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1950" b="1" i="1" spc="-9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1950" b="1" i="1" spc="-204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950" b="1" i="1" spc="-114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950" b="1" i="1" spc="-19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950" b="1" i="1" spc="-18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19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970890" y="3082872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700" b="1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81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49635"/>
            <a:ext cx="8879205" cy="2041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5080" indent="-672465">
              <a:lnSpc>
                <a:spcPts val="3560"/>
              </a:lnSpc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ssív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 el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ua 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128270">
              <a:spcBef>
                <a:spcPts val="355"/>
              </a:spcBef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245745">
              <a:spcBef>
                <a:spcPts val="405"/>
              </a:spcBef>
            </a:pP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-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3300" b="1" spc="-5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3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79" y="6022395"/>
            <a:ext cx="894905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oat</a:t>
            </a:r>
            <a:r>
              <a:rPr sz="3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7D9CE8"/>
                </a:solidFill>
                <a:latin typeface="Arial"/>
                <a:cs typeface="Arial"/>
              </a:rPr>
              <a:t>=</a:t>
            </a:r>
            <a:r>
              <a:rPr sz="3300" b="1" spc="10" dirty="0">
                <a:solidFill>
                  <a:srgbClr val="7D9CE8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{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3300" b="1" spc="-5" dirty="0">
                <a:solidFill>
                  <a:srgbClr val="0000CC"/>
                </a:solidFill>
                <a:latin typeface="Arial"/>
                <a:cs typeface="Arial"/>
              </a:rPr>
              <a:t>}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/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 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?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35583" y="508880"/>
            <a:ext cx="465582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50058" y="435527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50231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41736" y="4301975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4757" y="4323294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6318" y="4305021"/>
            <a:ext cx="147955" cy="273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spc="5" dirty="0">
                <a:solidFill>
                  <a:prstClr val="black"/>
                </a:solidFill>
                <a:latin typeface="Tahoma"/>
                <a:cs typeface="Tahoma"/>
              </a:rPr>
              <a:t>4</a:t>
            </a:r>
            <a:endParaRPr sz="17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34259" y="4800882"/>
            <a:ext cx="840740" cy="2880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va</a:t>
            </a:r>
            <a:r>
              <a:rPr sz="1850" b="1" i="1" spc="-3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850" b="1" i="1" spc="-55" dirty="0">
                <a:solidFill>
                  <a:prstClr val="black"/>
                </a:solidFill>
                <a:latin typeface="Tahoma"/>
                <a:cs typeface="Tahoma"/>
              </a:rPr>
              <a:t>o</a:t>
            </a:r>
            <a:r>
              <a:rPr sz="1850" b="1" i="1" spc="-40" dirty="0">
                <a:solidFill>
                  <a:prstClr val="black"/>
                </a:solidFill>
                <a:latin typeface="Tahoma"/>
                <a:cs typeface="Tahoma"/>
              </a:rPr>
              <a:t>r</a:t>
            </a:r>
            <a:r>
              <a:rPr sz="1850" b="1" i="1" spc="-60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850" b="1" i="1" spc="-50" dirty="0">
                <a:solidFill>
                  <a:prstClr val="black"/>
                </a:solidFill>
                <a:latin typeface="Tahoma"/>
                <a:cs typeface="Tahoma"/>
              </a:rPr>
              <a:t>s</a:t>
            </a:r>
            <a:endParaRPr sz="185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414623" y="4795894"/>
          <a:ext cx="4376923" cy="5816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675"/>
                <a:gridCol w="850391"/>
                <a:gridCol w="862583"/>
                <a:gridCol w="922019"/>
                <a:gridCol w="905255"/>
              </a:tblGrid>
              <a:tr h="581678">
                <a:tc>
                  <a:txBody>
                    <a:bodyPr/>
                    <a:lstStyle/>
                    <a:p>
                      <a:pPr marL="2108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3.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4.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7.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700" b="1" spc="-5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1.</a:t>
                      </a:r>
                      <a:r>
                        <a:rPr sz="17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0495">
                      <a:solidFill>
                        <a:srgbClr val="000000"/>
                      </a:solidFill>
                      <a:prstDash val="solid"/>
                    </a:lnL>
                    <a:lnR w="10495">
                      <a:solidFill>
                        <a:srgbClr val="000000"/>
                      </a:solidFill>
                      <a:prstDash val="solid"/>
                    </a:lnR>
                    <a:lnT w="10495">
                      <a:solidFill>
                        <a:srgbClr val="000000"/>
                      </a:solidFill>
                      <a:prstDash val="solid"/>
                    </a:lnT>
                    <a:lnB w="104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80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80" y="1802647"/>
            <a:ext cx="9201785" cy="50398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7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75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7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75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7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0"/>
              </a:spcBef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!!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!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  <a:buClr>
                <a:srgbClr val="852A33"/>
              </a:buClr>
              <a:buFont typeface="Wingdings"/>
              <a:buChar char=""/>
            </a:pPr>
            <a:endParaRPr sz="31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1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254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 64,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64, 27, 18,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95, 14};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19810">
              <a:spcBef>
                <a:spcPts val="300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{1,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5};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655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t</a:t>
            </a:r>
            <a:r>
              <a:rPr i="1" spc="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-5" dirty="0">
                <a:latin typeface="Arial"/>
                <a:cs typeface="Arial"/>
              </a:rPr>
              <a:t>: </a:t>
            </a:r>
            <a:r>
              <a:rPr i="1" spc="-10" dirty="0">
                <a:latin typeface="Arial"/>
                <a:cs typeface="Arial"/>
              </a:rPr>
              <a:t>I</a:t>
            </a:r>
            <a:r>
              <a:rPr i="1" spc="5" dirty="0">
                <a:latin typeface="Arial"/>
                <a:cs typeface="Arial"/>
              </a:rPr>
              <a:t>n</a:t>
            </a:r>
            <a:r>
              <a:rPr i="1" spc="-5" dirty="0">
                <a:latin typeface="Arial"/>
                <a:cs typeface="Arial"/>
              </a:rPr>
              <a:t>i</a:t>
            </a:r>
            <a:r>
              <a:rPr i="1" dirty="0">
                <a:latin typeface="Arial"/>
                <a:cs typeface="Arial"/>
              </a:rPr>
              <a:t>c</a:t>
            </a:r>
            <a:r>
              <a:rPr i="1" spc="5" dirty="0">
                <a:latin typeface="Arial"/>
                <a:cs typeface="Arial"/>
              </a:rPr>
              <a:t>ia</a:t>
            </a:r>
            <a:r>
              <a:rPr i="1" spc="-5" dirty="0">
                <a:latin typeface="Arial"/>
                <a:cs typeface="Arial"/>
              </a:rPr>
              <a:t>li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ç</a:t>
            </a:r>
            <a:r>
              <a:rPr i="1" spc="5" dirty="0">
                <a:latin typeface="Arial"/>
                <a:cs typeface="Arial"/>
              </a:rPr>
              <a:t>ã</a:t>
            </a:r>
            <a:r>
              <a:rPr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583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5" y="910878"/>
            <a:ext cx="416496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1" spc="-5" dirty="0">
                <a:latin typeface="Arial"/>
                <a:cs typeface="Arial"/>
              </a:rPr>
              <a:t>V</a:t>
            </a:r>
            <a:r>
              <a:rPr b="1" spc="5" dirty="0">
                <a:latin typeface="Arial"/>
                <a:cs typeface="Arial"/>
              </a:rPr>
              <a:t>e</a:t>
            </a:r>
            <a:r>
              <a:rPr b="1" dirty="0">
                <a:latin typeface="Arial"/>
                <a:cs typeface="Arial"/>
              </a:rPr>
              <a:t>t</a:t>
            </a:r>
            <a:r>
              <a:rPr b="1" spc="-5" dirty="0">
                <a:latin typeface="Arial"/>
                <a:cs typeface="Arial"/>
              </a:rPr>
              <a:t>o</a:t>
            </a:r>
            <a:r>
              <a:rPr b="1" dirty="0">
                <a:latin typeface="Arial"/>
                <a:cs typeface="Arial"/>
              </a:rPr>
              <a:t>r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5" dirty="0">
                <a:latin typeface="Arial"/>
                <a:cs typeface="Arial"/>
              </a:rPr>
              <a:t>s</a:t>
            </a:r>
            <a:r>
              <a:rPr b="1" dirty="0">
                <a:latin typeface="Arial"/>
                <a:cs typeface="Arial"/>
              </a:rPr>
              <a:t>: E</a:t>
            </a:r>
            <a:r>
              <a:rPr b="1" spc="5" dirty="0">
                <a:latin typeface="Arial"/>
                <a:cs typeface="Arial"/>
              </a:rPr>
              <a:t>x</a:t>
            </a:r>
            <a:r>
              <a:rPr b="1" spc="15" dirty="0">
                <a:latin typeface="Arial"/>
                <a:cs typeface="Arial"/>
              </a:rPr>
              <a:t>e</a:t>
            </a:r>
            <a:r>
              <a:rPr b="1" spc="-5" dirty="0">
                <a:latin typeface="Arial"/>
                <a:cs typeface="Arial"/>
              </a:rPr>
              <a:t>mp</a:t>
            </a:r>
            <a:r>
              <a:rPr b="1" spc="0" dirty="0">
                <a:latin typeface="Arial"/>
                <a:cs typeface="Arial"/>
              </a:rPr>
              <a:t>l</a:t>
            </a:r>
            <a:r>
              <a:rPr b="1" spc="-5" dirty="0">
                <a:latin typeface="Arial"/>
                <a:cs typeface="Arial"/>
              </a:rPr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79" y="2018403"/>
            <a:ext cx="182880" cy="26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spc="475" dirty="0">
                <a:solidFill>
                  <a:srgbClr val="852A33"/>
                </a:solidFill>
                <a:latin typeface="Wingdings"/>
                <a:cs typeface="Wingdings"/>
              </a:rPr>
              <a:t></a:t>
            </a:r>
            <a:endParaRPr sz="1650">
              <a:solidFill>
                <a:prstClr val="black"/>
              </a:solidFill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6176" y="1932732"/>
            <a:ext cx="8030845" cy="716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úl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1696" y="2846002"/>
            <a:ext cx="6487795" cy="4417793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100965">
              <a:spcBef>
                <a:spcPts val="21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3271520">
              <a:lnSpc>
                <a:spcPct val="1010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],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;i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42669" marR="1387475" indent="-635">
              <a:lnSpc>
                <a:spcPts val="2120"/>
              </a:lnSpc>
              <a:spcBef>
                <a:spcPts val="6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tf(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val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,i)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>
              <a:lnSpc>
                <a:spcPts val="2050"/>
              </a:lnSpc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848360" indent="-635">
              <a:lnSpc>
                <a:spcPct val="100600"/>
              </a:lnSpc>
              <a:spcBef>
                <a:spcPts val="10"/>
              </a:spcBef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da: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03555" marR="2059939" indent="405130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0965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4754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95" y="505073"/>
            <a:ext cx="5127625" cy="66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300" spc="-5" dirty="0"/>
              <a:t>V</a:t>
            </a:r>
            <a:r>
              <a:rPr sz="4300" spc="-10" dirty="0"/>
              <a:t>e</a:t>
            </a:r>
            <a:r>
              <a:rPr sz="4300" dirty="0"/>
              <a:t>t</a:t>
            </a:r>
            <a:r>
              <a:rPr sz="4300" spc="-10" dirty="0"/>
              <a:t>o</a:t>
            </a:r>
            <a:r>
              <a:rPr sz="4300" spc="0" dirty="0"/>
              <a:t>r</a:t>
            </a:r>
            <a:r>
              <a:rPr sz="4300" spc="-10" dirty="0"/>
              <a:t>e</a:t>
            </a:r>
            <a:r>
              <a:rPr sz="4300" spc="-5" dirty="0"/>
              <a:t>s</a:t>
            </a:r>
            <a:r>
              <a:rPr sz="4300" spc="5" dirty="0"/>
              <a:t> </a:t>
            </a:r>
            <a:r>
              <a:rPr sz="4300" spc="-5" dirty="0"/>
              <a:t>e</a:t>
            </a:r>
            <a:r>
              <a:rPr sz="4300" dirty="0"/>
              <a:t> </a:t>
            </a:r>
            <a:r>
              <a:rPr sz="4300" spc="5" dirty="0"/>
              <a:t>S</a:t>
            </a:r>
            <a:r>
              <a:rPr sz="4300" spc="-10" dirty="0"/>
              <a:t>u</a:t>
            </a:r>
            <a:r>
              <a:rPr sz="4300" spc="0" dirty="0"/>
              <a:t>b</a:t>
            </a:r>
            <a:r>
              <a:rPr sz="4300" spc="-10" dirty="0"/>
              <a:t>r</a:t>
            </a:r>
            <a:r>
              <a:rPr sz="4300" spc="0" dirty="0"/>
              <a:t>o</a:t>
            </a:r>
            <a:r>
              <a:rPr sz="4300" spc="-10" dirty="0"/>
              <a:t>t</a:t>
            </a:r>
            <a:r>
              <a:rPr sz="4300" dirty="0"/>
              <a:t>i</a:t>
            </a:r>
            <a:r>
              <a:rPr sz="4300" spc="-10" dirty="0"/>
              <a:t>na</a:t>
            </a:r>
            <a:r>
              <a:rPr sz="4300" spc="-5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2332"/>
            <a:ext cx="8629650" cy="31829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63309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por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3"/>
              </a:spcBef>
              <a:buClr>
                <a:srgbClr val="852A33"/>
              </a:buClr>
              <a:buFont typeface="Wingdings"/>
              <a:buChar char=""/>
            </a:pPr>
            <a:endParaRPr sz="41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âme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pela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030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7777" y="11728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610" y="874007"/>
            <a:ext cx="9263380" cy="4748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985" algn="just">
              <a:lnSpc>
                <a:spcPct val="91300"/>
              </a:lnSpc>
              <a:buFontTx/>
              <a:buAutoNum type="arabicParenR"/>
              <a:tabLst>
                <a:tab pos="455295" algn="l"/>
              </a:tabLst>
            </a:pP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ais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3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8"/>
              </a:spcBef>
              <a:buFont typeface="Arial"/>
              <a:buAutoNum type="arabicParenR"/>
            </a:pPr>
            <a:endParaRPr sz="36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0500"/>
              </a:lnSpc>
              <a:buFontTx/>
              <a:buAutoNum type="arabicParenR"/>
              <a:tabLst>
                <a:tab pos="44005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9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9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   </a:t>
            </a:r>
            <a:r>
              <a:rPr sz="265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1"/>
              </a:spcBef>
              <a:buFont typeface="Arial"/>
              <a:buAutoNum type="arabicParenR"/>
            </a:pPr>
            <a:endParaRPr sz="3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91300"/>
              </a:lnSpc>
              <a:buFontTx/>
              <a:buAutoNum type="arabicParenR"/>
              <a:tabLst>
                <a:tab pos="40767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29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meno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nto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-3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X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XXX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YYYYY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5" y="6058473"/>
            <a:ext cx="926401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tá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400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2720"/>
            <a:ext cx="1960245" cy="511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832" y="1247036"/>
            <a:ext cx="8841105" cy="5458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670">
              <a:lnSpc>
                <a:spcPct val="81300"/>
              </a:lnSpc>
              <a:buFontTx/>
              <a:buAutoNum type="arabicParenR" startAt="5"/>
              <a:tabLst>
                <a:tab pos="403225" algn="l"/>
                <a:tab pos="1281430" algn="l"/>
                <a:tab pos="413766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4"/>
              </a:spcBef>
              <a:buFont typeface="Arial"/>
              <a:buAutoNum type="arabicParenR" startAt="5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677545">
              <a:lnSpc>
                <a:spcPts val="2530"/>
              </a:lnSpc>
              <a:buFontTx/>
              <a:buAutoNum type="arabicParenR" startAt="5"/>
              <a:tabLst>
                <a:tab pos="40449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nem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5300" lvl="1" indent="-389890">
              <a:spcBef>
                <a:spcPts val="60"/>
              </a:spcBef>
              <a:buFontTx/>
              <a:buAutoNum type="alphaLcParenR"/>
              <a:tabLst>
                <a:tab pos="495934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97205" lvl="1" indent="-391795">
              <a:spcBef>
                <a:spcPts val="45"/>
              </a:spcBef>
              <a:buFontTx/>
              <a:buAutoNum type="alphaLcParenR"/>
              <a:tabLst>
                <a:tab pos="497840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=6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marL="477520" lvl="1" indent="-372110">
              <a:spcBef>
                <a:spcPts val="45"/>
              </a:spcBef>
              <a:buFontTx/>
              <a:buAutoNum type="alphaLcParenR"/>
              <a:tabLst>
                <a:tab pos="47815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&lt;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  <a:p>
            <a:pPr lvl="1">
              <a:spcBef>
                <a:spcPts val="54"/>
              </a:spcBef>
              <a:buFont typeface="Arial"/>
              <a:buAutoNum type="alphaLcParenR"/>
            </a:pPr>
            <a:endParaRPr sz="325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530"/>
              </a:lnSpc>
              <a:buFontTx/>
              <a:buAutoNum type="arabicParenR" startAt="5"/>
              <a:tabLst>
                <a:tab pos="403225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ros 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lores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val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 dirty="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547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590" y="111196"/>
            <a:ext cx="1960245" cy="5078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00" i="1" spc="-1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x</a:t>
            </a:r>
            <a:r>
              <a:rPr sz="3300" i="1" spc="-5" dirty="0">
                <a:latin typeface="Arial"/>
                <a:cs typeface="Arial"/>
              </a:rPr>
              <a:t>e</a:t>
            </a:r>
            <a:r>
              <a:rPr sz="3300" i="1" dirty="0">
                <a:latin typeface="Arial"/>
                <a:cs typeface="Arial"/>
              </a:rPr>
              <a:t>rc</a:t>
            </a:r>
            <a:r>
              <a:rPr sz="3300" i="1" spc="-10" dirty="0">
                <a:latin typeface="Arial"/>
                <a:cs typeface="Arial"/>
              </a:rPr>
              <a:t>í</a:t>
            </a:r>
            <a:r>
              <a:rPr sz="3300" i="1" dirty="0">
                <a:latin typeface="Arial"/>
                <a:cs typeface="Arial"/>
              </a:rPr>
              <a:t>c</a:t>
            </a:r>
            <a:r>
              <a:rPr sz="3300" i="1" spc="-5" dirty="0">
                <a:latin typeface="Arial"/>
                <a:cs typeface="Arial"/>
              </a:rPr>
              <a:t>ios</a:t>
            </a:r>
            <a:endParaRPr sz="3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7080" y="813677"/>
            <a:ext cx="9262745" cy="1926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513715" algn="l"/>
                <a:tab pos="1463040" algn="l"/>
                <a:tab pos="2132330" algn="l"/>
                <a:tab pos="3775075" algn="l"/>
                <a:tab pos="4539615" algn="l"/>
                <a:tab pos="5266690" algn="l"/>
                <a:tab pos="5937250" algn="l"/>
                <a:tab pos="6885305" algn="l"/>
                <a:tab pos="7909559" algn="l"/>
                <a:tab pos="8674100" algn="l"/>
                <a:tab pos="9062720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5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5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5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5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6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660"/>
              </a:lnSpc>
              <a:tabLst>
                <a:tab pos="373380" algn="l"/>
                <a:tab pos="1671955" algn="l"/>
                <a:tab pos="2237105" algn="l"/>
                <a:tab pos="3402965" algn="l"/>
                <a:tab pos="3858895" algn="l"/>
                <a:tab pos="4219575" algn="l"/>
                <a:tab pos="5516245" algn="l"/>
                <a:tab pos="6085205" algn="l"/>
                <a:tab pos="7250430" algn="l"/>
                <a:tab pos="7799070" algn="l"/>
                <a:tab pos="8702040" algn="l"/>
                <a:tab pos="9062085" algn="l"/>
              </a:tabLst>
            </a:pP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1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olu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col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lnSpc>
                <a:spcPts val="299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59"/>
              </a:spcBef>
              <a:tabLst>
                <a:tab pos="690245" algn="l"/>
                <a:tab pos="1068705" algn="l"/>
                <a:tab pos="2270760" algn="l"/>
                <a:tab pos="3136265" algn="l"/>
                <a:tab pos="3515995" algn="l"/>
                <a:tab pos="5648960" algn="l"/>
                <a:tab pos="6382385" algn="l"/>
                <a:tab pos="7506970" algn="l"/>
                <a:tab pos="8072120" algn="l"/>
              </a:tabLst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05767" y="2663744"/>
            <a:ext cx="3025775" cy="406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466215" algn="l"/>
                <a:tab pos="2826385" algn="l"/>
              </a:tabLst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003" y="2703373"/>
            <a:ext cx="6005830" cy="1182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60"/>
              </a:lnSpc>
              <a:tabLst>
                <a:tab pos="1297305" algn="l"/>
                <a:tab pos="1743710" algn="l"/>
                <a:tab pos="2991485" algn="l"/>
                <a:tab pos="3622675" algn="l"/>
                <a:tab pos="4797425" algn="l"/>
              </a:tabLst>
            </a:pP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13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ois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mp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eve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305"/>
              </a:spcBef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080" y="4386526"/>
            <a:ext cx="9261475" cy="1458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400"/>
              </a:lnSpc>
            </a:pP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rela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calc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res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600" spc="1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6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2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2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4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003" y="6355761"/>
            <a:ext cx="9262110" cy="1095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9130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alores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eiros</a:t>
            </a:r>
            <a:r>
              <a:rPr sz="2600" spc="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a-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cres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600" spc="30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3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amanh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3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#de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5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7009" y="2290939"/>
            <a:ext cx="2030095" cy="4434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8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39534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17468" y="465013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7759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3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7468" y="2825913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0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60145" y="3619251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1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08958" y="1953395"/>
            <a:ext cx="150495" cy="2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D8D8EC"/>
                </a:solidFill>
                <a:latin typeface="Tahoma"/>
                <a:cs typeface="Tahoma"/>
              </a:rPr>
              <a:t>2</a:t>
            </a:r>
            <a:endParaRPr sz="15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00229" y="3887540"/>
            <a:ext cx="581025" cy="2226344"/>
          </a:xfrm>
          <a:custGeom>
            <a:avLst/>
            <a:gdLst/>
            <a:ahLst/>
            <a:cxnLst/>
            <a:rect l="l" t="t" r="r" b="b"/>
            <a:pathLst>
              <a:path w="581025" h="2228215">
                <a:moveTo>
                  <a:pt x="545275" y="82097"/>
                </a:moveTo>
                <a:lnTo>
                  <a:pt x="535976" y="79640"/>
                </a:lnTo>
                <a:lnTo>
                  <a:pt x="1523" y="2221991"/>
                </a:lnTo>
                <a:lnTo>
                  <a:pt x="0" y="2223515"/>
                </a:lnTo>
                <a:lnTo>
                  <a:pt x="4571" y="2228087"/>
                </a:lnTo>
                <a:lnTo>
                  <a:pt x="7619" y="2228087"/>
                </a:lnTo>
                <a:lnTo>
                  <a:pt x="10667" y="2226563"/>
                </a:lnTo>
                <a:lnTo>
                  <a:pt x="12191" y="2223515"/>
                </a:lnTo>
                <a:lnTo>
                  <a:pt x="545275" y="82097"/>
                </a:lnTo>
                <a:close/>
              </a:path>
              <a:path w="581025" h="2228215">
                <a:moveTo>
                  <a:pt x="580643" y="91439"/>
                </a:moveTo>
                <a:lnTo>
                  <a:pt x="560831" y="0"/>
                </a:lnTo>
                <a:lnTo>
                  <a:pt x="499871" y="70103"/>
                </a:lnTo>
                <a:lnTo>
                  <a:pt x="535976" y="79640"/>
                </a:lnTo>
                <a:lnTo>
                  <a:pt x="539495" y="65531"/>
                </a:lnTo>
                <a:lnTo>
                  <a:pt x="539495" y="62483"/>
                </a:lnTo>
                <a:lnTo>
                  <a:pt x="542543" y="60959"/>
                </a:lnTo>
                <a:lnTo>
                  <a:pt x="545591" y="62483"/>
                </a:lnTo>
                <a:lnTo>
                  <a:pt x="548639" y="62483"/>
                </a:lnTo>
                <a:lnTo>
                  <a:pt x="550163" y="65531"/>
                </a:lnTo>
                <a:lnTo>
                  <a:pt x="550163" y="83388"/>
                </a:lnTo>
                <a:lnTo>
                  <a:pt x="580643" y="91439"/>
                </a:lnTo>
                <a:close/>
              </a:path>
              <a:path w="581025" h="2228215">
                <a:moveTo>
                  <a:pt x="550163" y="65531"/>
                </a:moveTo>
                <a:lnTo>
                  <a:pt x="548639" y="62483"/>
                </a:lnTo>
                <a:lnTo>
                  <a:pt x="545591" y="62483"/>
                </a:lnTo>
                <a:lnTo>
                  <a:pt x="542543" y="60959"/>
                </a:lnTo>
                <a:lnTo>
                  <a:pt x="539495" y="62483"/>
                </a:lnTo>
                <a:lnTo>
                  <a:pt x="539495" y="65531"/>
                </a:lnTo>
                <a:lnTo>
                  <a:pt x="535976" y="79640"/>
                </a:lnTo>
                <a:lnTo>
                  <a:pt x="545275" y="82097"/>
                </a:lnTo>
                <a:lnTo>
                  <a:pt x="548639" y="68579"/>
                </a:lnTo>
                <a:lnTo>
                  <a:pt x="550163" y="65531"/>
                </a:lnTo>
                <a:close/>
              </a:path>
              <a:path w="581025" h="2228215">
                <a:moveTo>
                  <a:pt x="550163" y="83388"/>
                </a:moveTo>
                <a:lnTo>
                  <a:pt x="550163" y="65531"/>
                </a:lnTo>
                <a:lnTo>
                  <a:pt x="548639" y="68579"/>
                </a:lnTo>
                <a:lnTo>
                  <a:pt x="545275" y="82097"/>
                </a:lnTo>
                <a:lnTo>
                  <a:pt x="550163" y="83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5135" y="6256129"/>
            <a:ext cx="1298575" cy="30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950" b="1" spc="20" dirty="0">
                <a:solidFill>
                  <a:prstClr val="black"/>
                </a:solidFill>
                <a:latin typeface="Tahoma"/>
                <a:cs typeface="Tahoma"/>
              </a:rPr>
              <a:t>m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at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1]</a:t>
            </a:r>
            <a:r>
              <a:rPr sz="1950" b="1" spc="10" dirty="0">
                <a:solidFill>
                  <a:prstClr val="black"/>
                </a:solidFill>
                <a:latin typeface="Tahoma"/>
                <a:cs typeface="Tahoma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Tahoma"/>
                <a:cs typeface="Tahoma"/>
              </a:rPr>
              <a:t>2]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39</a:t>
            </a:fld>
            <a:endParaRPr dirty="0">
              <a:solidFill>
                <a:prstClr val="black"/>
              </a:solidFill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0853" y="2286659"/>
          <a:ext cx="5024624" cy="2871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5775"/>
                <a:gridCol w="1257299"/>
                <a:gridCol w="1255775"/>
                <a:gridCol w="1255775"/>
              </a:tblGrid>
              <a:tr h="852722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31485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1399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9563"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0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31485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5609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1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13993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900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900" dirty="0">
                          <a:latin typeface="Tahoma"/>
                          <a:cs typeface="Tahoma"/>
                        </a:rPr>
                        <a:t>3</a:t>
                      </a:r>
                      <a:endParaRPr sz="19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3993">
                      <a:solidFill>
                        <a:srgbClr val="000000"/>
                      </a:solidFill>
                      <a:prstDash val="solid"/>
                    </a:lnL>
                    <a:lnR w="31485">
                      <a:solidFill>
                        <a:srgbClr val="000000"/>
                      </a:solidFill>
                      <a:prstDash val="solid"/>
                    </a:lnR>
                    <a:lnT w="13993">
                      <a:solidFill>
                        <a:srgbClr val="000000"/>
                      </a:solidFill>
                      <a:prstDash val="solid"/>
                    </a:lnT>
                    <a:lnB w="3148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6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75"/>
            <a:ext cx="51708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-5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003" y="2290931"/>
            <a:ext cx="9070340" cy="3954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ec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aração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720"/>
              </a:spcBef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at2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marR="6029325">
              <a:lnSpc>
                <a:spcPct val="120700"/>
              </a:lnSpc>
            </a:pP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[3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[2]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7]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3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4579620">
              <a:lnSpc>
                <a:spcPct val="1186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erações 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8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6;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1]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5;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345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71324"/>
            <a:ext cx="8063865" cy="4222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0900"/>
              </a:lnSpc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ão,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85"/>
              </a:spcBef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77165"/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srgbClr val="006500"/>
                </a:solidFill>
                <a:latin typeface="Arial"/>
                <a:cs typeface="Arial"/>
              </a:rPr>
              <a:t>,</a:t>
            </a:r>
            <a:r>
              <a:rPr sz="2300" b="1" spc="10" dirty="0">
                <a:solidFill>
                  <a:srgbClr val="0065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5}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48"/>
              </a:spcBef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2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2]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} 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/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 p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R="877569" algn="ctr">
              <a:lnSpc>
                <a:spcPts val="2635"/>
              </a:lnSpc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//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va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3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7.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As d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ce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68622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74" y="1764071"/>
            <a:ext cx="9201785" cy="46038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just">
              <a:lnSpc>
                <a:spcPts val="3420"/>
              </a:lnSpc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 algn="just">
              <a:lnSpc>
                <a:spcPts val="276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au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oma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6"/>
              </a:spcBef>
              <a:buClr>
                <a:srgbClr val="852A33"/>
              </a:buClr>
              <a:buFont typeface="Wingdings"/>
              <a:buChar char=""/>
            </a:pPr>
            <a:endParaRPr sz="2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ts val="2230"/>
              </a:lnSpc>
              <a:buClr>
                <a:srgbClr val="852A33"/>
              </a:buClr>
              <a:buSzPct val="71739"/>
              <a:buFont typeface="Wingdings"/>
              <a:buChar char=""/>
              <a:tabLst>
                <a:tab pos="33464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núme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,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lemen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alor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000125">
              <a:spcBef>
                <a:spcPts val="35"/>
              </a:spcBef>
            </a:pP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nu</a:t>
            </a:r>
            <a:r>
              <a:rPr sz="2300" b="1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32,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4, 27}};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17575"/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][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4]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=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b="1" spc="-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};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 //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odos 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b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300" b="1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5" dirty="0">
                <a:solidFill>
                  <a:prstClr val="black"/>
                </a:solidFill>
                <a:latin typeface="Arial"/>
                <a:cs typeface="Arial"/>
              </a:rPr>
              <a:t>nulos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51460" indent="-238760" algn="just">
              <a:buClr>
                <a:srgbClr val="852A33"/>
              </a:buClr>
              <a:buSzPct val="71739"/>
              <a:buFont typeface="Wingdings"/>
              <a:buChar char=""/>
              <a:tabLst>
                <a:tab pos="25209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19810"/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[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]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= 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{{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32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6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18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9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14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Arial"/>
                <a:cs typeface="Arial"/>
              </a:rPr>
              <a:t>{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12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0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3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67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b="1" spc="20" dirty="0">
                <a:solidFill>
                  <a:prstClr val="black"/>
                </a:solidFill>
                <a:latin typeface="Arial"/>
                <a:cs typeface="Arial"/>
              </a:rPr>
              <a:t>31</a:t>
            </a:r>
            <a:r>
              <a:rPr sz="2050" b="1" spc="10" dirty="0">
                <a:solidFill>
                  <a:prstClr val="black"/>
                </a:solidFill>
                <a:latin typeface="Arial"/>
                <a:cs typeface="Arial"/>
              </a:rPr>
              <a:t>}};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li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94603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7770" y="1684635"/>
            <a:ext cx="8943340" cy="861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ts val="2230"/>
              </a:lnSpc>
            </a:pP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ex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1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8371" y="2672373"/>
            <a:ext cx="6426835" cy="3400742"/>
          </a:xfrm>
          <a:prstGeom prst="rect">
            <a:avLst/>
          </a:prstGeom>
          <a:ln w="20990">
            <a:solidFill>
              <a:srgbClr val="00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102235">
              <a:spcBef>
                <a:spcPts val="20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3"/>
              </a:spcBef>
            </a:pPr>
            <a:endParaRPr sz="15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022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m[3][2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71500" marR="3480435" indent="-23495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(i=0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for(j=0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2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77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i+j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581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“i=%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j=%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mento=%d\n"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i,j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m[i][j])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136515" algn="ctr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655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2235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43642" y="3062225"/>
            <a:ext cx="2776855" cy="1854995"/>
          </a:xfrm>
          <a:prstGeom prst="rect">
            <a:avLst/>
          </a:prstGeom>
          <a:solidFill>
            <a:srgbClr val="EBEBEB"/>
          </a:solidFill>
          <a:ln w="2099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02235">
              <a:spcBef>
                <a:spcPts val="42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0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1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4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0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2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  <a:p>
            <a:pPr marL="102235">
              <a:spcBef>
                <a:spcPts val="35"/>
              </a:spcBef>
            </a:pP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i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2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j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 1</a:t>
            </a:r>
            <a:r>
              <a:rPr sz="1950" spc="10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l</a:t>
            </a:r>
            <a:r>
              <a:rPr sz="1950" spc="25" dirty="0">
                <a:solidFill>
                  <a:prstClr val="black"/>
                </a:solidFill>
                <a:latin typeface="Tahoma"/>
                <a:cs typeface="Tahoma"/>
              </a:rPr>
              <a:t>em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en</a:t>
            </a:r>
            <a:r>
              <a:rPr sz="1950" spc="5" dirty="0">
                <a:solidFill>
                  <a:prstClr val="black"/>
                </a:solidFill>
                <a:latin typeface="Tahoma"/>
                <a:cs typeface="Tahoma"/>
              </a:rPr>
              <a:t>t</a:t>
            </a:r>
            <a:r>
              <a:rPr sz="1950" spc="20" dirty="0">
                <a:solidFill>
                  <a:prstClr val="black"/>
                </a:solidFill>
                <a:latin typeface="Tahoma"/>
                <a:cs typeface="Tahoma"/>
              </a:rPr>
              <a:t>o=</a:t>
            </a:r>
            <a:r>
              <a:rPr sz="1950" spc="15" dirty="0">
                <a:solidFill>
                  <a:prstClr val="black"/>
                </a:solidFill>
                <a:latin typeface="Tahoma"/>
                <a:cs typeface="Tahoma"/>
              </a:rPr>
              <a:t>3</a:t>
            </a:r>
            <a:endParaRPr sz="1950">
              <a:solidFill>
                <a:prstClr val="black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4947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z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 </a:t>
            </a:r>
            <a:r>
              <a:rPr b="0" i="1" spc="5" dirty="0">
                <a:latin typeface="Arial"/>
                <a:cs typeface="Arial"/>
              </a:rPr>
              <a:t>sub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79" y="1517432"/>
            <a:ext cx="8868410" cy="2300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nas 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ape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ensão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pode ser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Ex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031" y="384718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4600" y="3847187"/>
            <a:ext cx="1556385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7361" y="4902397"/>
            <a:ext cx="89916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v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oi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1522" y="3847151"/>
            <a:ext cx="4250055" cy="1526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/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21970" algn="ctr">
              <a:spcBef>
                <a:spcPts val="969"/>
              </a:spcBef>
            </a:pP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500"/>
              </a:spcBef>
            </a:pP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fl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1435" y="4902397"/>
            <a:ext cx="1774189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4079" y="5974399"/>
            <a:ext cx="765302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avendo</a:t>
            </a:r>
            <a:r>
              <a:rPr sz="2850" b="1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ensõ</a:t>
            </a:r>
            <a:r>
              <a:rPr sz="2850" b="1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b="1" spc="2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regra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deverá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Arial"/>
                <a:cs typeface="Arial"/>
              </a:rPr>
              <a:t>seguida</a:t>
            </a:r>
            <a:r>
              <a:rPr sz="2850" b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915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85" y="1718643"/>
            <a:ext cx="9246235" cy="5474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683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inal,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rá 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4.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033144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7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245745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10,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ts val="2330"/>
              </a:lnSpc>
              <a:buFontTx/>
              <a:buAutoNum type="arabicParenR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6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673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3" y="910840"/>
            <a:ext cx="247650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025446" y="724375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46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68" y="1896328"/>
            <a:ext cx="9241790" cy="4667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cê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9050">
              <a:lnSpc>
                <a:spcPts val="2620"/>
              </a:lnSpc>
              <a:buFontTx/>
              <a:buAutoNum type="arabicParenR" startAt="5"/>
              <a:tabLst>
                <a:tab pos="37274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3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8"/>
              </a:spcBef>
              <a:buFont typeface="Arial"/>
              <a:buAutoNum type="arabicParenR" startAt="5"/>
            </a:pPr>
            <a:endParaRPr sz="32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175895">
              <a:lnSpc>
                <a:spcPts val="2620"/>
              </a:lnSpc>
              <a:buFontTx/>
              <a:buAutoNum type="arabicParenR" startAt="5"/>
              <a:tabLst>
                <a:tab pos="370840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linha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eja,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&gt;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3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76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2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85435" y="1292281"/>
            <a:ext cx="9322561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930" marR="5080">
              <a:lnSpc>
                <a:spcPts val="2330"/>
              </a:lnSpc>
              <a:buAutoNum type="arabicParenR" startAt="8"/>
              <a:tabLst>
                <a:tab pos="434975" algn="l"/>
              </a:tabLst>
            </a:pPr>
            <a:r>
              <a:rPr spc="15" dirty="0"/>
              <a:t>F</a:t>
            </a:r>
            <a:r>
              <a:rPr spc="5" dirty="0"/>
              <a:t>a</a:t>
            </a:r>
            <a:r>
              <a:rPr spc="10" dirty="0"/>
              <a:t>ça </a:t>
            </a:r>
            <a:r>
              <a:rPr spc="15" dirty="0"/>
              <a:t>um</a:t>
            </a:r>
            <a:r>
              <a:rPr dirty="0"/>
              <a:t> </a:t>
            </a:r>
            <a:r>
              <a:rPr spc="15" dirty="0"/>
              <a:t>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g</a:t>
            </a:r>
            <a:r>
              <a:rPr dirty="0"/>
              <a:t>r</a:t>
            </a:r>
            <a:r>
              <a:rPr spc="15" dirty="0"/>
              <a:t>a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p</a:t>
            </a:r>
            <a:r>
              <a:rPr spc="5" dirty="0"/>
              <a:t>a</a:t>
            </a:r>
            <a:r>
              <a:rPr spc="10" dirty="0"/>
              <a:t>ra</a:t>
            </a:r>
            <a:r>
              <a:rPr dirty="0"/>
              <a:t> </a:t>
            </a:r>
            <a:r>
              <a:rPr spc="5" dirty="0"/>
              <a:t>l</a:t>
            </a:r>
            <a:r>
              <a:rPr spc="15" dirty="0"/>
              <a:t>e</a:t>
            </a:r>
            <a:r>
              <a:rPr spc="5" dirty="0"/>
              <a:t>r</a:t>
            </a:r>
            <a:r>
              <a:rPr spc="10" dirty="0"/>
              <a:t> a</a:t>
            </a:r>
            <a:r>
              <a:rPr dirty="0"/>
              <a:t> </a:t>
            </a:r>
            <a:r>
              <a:rPr spc="15" dirty="0"/>
              <a:t>q</a:t>
            </a:r>
            <a:r>
              <a:rPr spc="5" dirty="0"/>
              <a:t>u</a:t>
            </a:r>
            <a:r>
              <a:rPr spc="15" dirty="0"/>
              <a:t>a</a:t>
            </a:r>
            <a:r>
              <a:rPr spc="5" dirty="0"/>
              <a:t>n</a:t>
            </a:r>
            <a:r>
              <a:rPr dirty="0"/>
              <a:t>t</a:t>
            </a:r>
            <a:r>
              <a:rPr spc="5" dirty="0"/>
              <a:t>id</a:t>
            </a:r>
            <a:r>
              <a:rPr spc="15" dirty="0"/>
              <a:t>a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d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15" dirty="0"/>
              <a:t>m t</a:t>
            </a:r>
            <a:r>
              <a:rPr spc="5" dirty="0"/>
              <a:t>otal</a:t>
            </a:r>
            <a:r>
              <a:rPr spc="15" dirty="0"/>
              <a:t> </a:t>
            </a:r>
            <a:r>
              <a:rPr spc="5" dirty="0"/>
              <a:t>d</a:t>
            </a:r>
            <a:r>
              <a:rPr spc="10" dirty="0"/>
              <a:t>e 5</a:t>
            </a:r>
            <a:r>
              <a:rPr spc="5" dirty="0"/>
              <a:t> p</a:t>
            </a:r>
            <a:r>
              <a:rPr spc="10" dirty="0"/>
              <a:t>r</a:t>
            </a:r>
            <a:r>
              <a:rPr spc="5" dirty="0"/>
              <a:t>o</a:t>
            </a:r>
            <a:r>
              <a:rPr spc="15" dirty="0"/>
              <a:t>d</a:t>
            </a:r>
            <a:r>
              <a:rPr spc="5" dirty="0"/>
              <a:t>u</a:t>
            </a:r>
            <a:r>
              <a:rPr dirty="0"/>
              <a:t>t</a:t>
            </a:r>
            <a:r>
              <a:rPr spc="5" dirty="0"/>
              <a:t>o</a:t>
            </a:r>
            <a:r>
              <a:rPr spc="10" dirty="0"/>
              <a:t>s</a:t>
            </a:r>
            <a:r>
              <a:rPr spc="15" dirty="0"/>
              <a:t> q</a:t>
            </a:r>
            <a:r>
              <a:rPr spc="5" dirty="0"/>
              <a:t>u</a:t>
            </a:r>
            <a:r>
              <a:rPr spc="10" dirty="0"/>
              <a:t>e </a:t>
            </a:r>
            <a:r>
              <a:rPr spc="5" dirty="0"/>
              <a:t>u</a:t>
            </a:r>
            <a:r>
              <a:rPr spc="25" dirty="0"/>
              <a:t>m</a:t>
            </a:r>
            <a:r>
              <a:rPr spc="10" dirty="0"/>
              <a:t>a</a:t>
            </a:r>
            <a:r>
              <a:rPr dirty="0"/>
              <a:t> </a:t>
            </a:r>
            <a:r>
              <a:rPr spc="15" dirty="0"/>
              <a:t>e</a:t>
            </a:r>
            <a:r>
              <a:rPr spc="25" dirty="0"/>
              <a:t>m</a:t>
            </a:r>
            <a:r>
              <a:rPr spc="5" dirty="0"/>
              <a:t>p</a:t>
            </a:r>
            <a:r>
              <a:rPr spc="10" dirty="0"/>
              <a:t>r</a:t>
            </a:r>
            <a:r>
              <a:rPr spc="5" dirty="0"/>
              <a:t>e</a:t>
            </a:r>
            <a:r>
              <a:rPr spc="10" dirty="0"/>
              <a:t>sa </a:t>
            </a:r>
            <a:r>
              <a:rPr dirty="0"/>
              <a:t>t</a:t>
            </a:r>
            <a:r>
              <a:rPr spc="15" dirty="0"/>
              <a:t>em </a:t>
            </a:r>
            <a:r>
              <a:rPr spc="5" dirty="0"/>
              <a:t>e</a:t>
            </a:r>
            <a:r>
              <a:rPr spc="15" dirty="0"/>
              <a:t>m</a:t>
            </a:r>
            <a:r>
              <a:rPr dirty="0"/>
              <a:t> </a:t>
            </a:r>
            <a:r>
              <a:rPr spc="20" dirty="0"/>
              <a:t>s</a:t>
            </a:r>
            <a:r>
              <a:rPr spc="5" dirty="0"/>
              <a:t>ua</a:t>
            </a:r>
            <a:r>
              <a:rPr spc="10" dirty="0"/>
              <a:t>s</a:t>
            </a:r>
            <a:r>
              <a:rPr spc="15" dirty="0"/>
              <a:t> </a:t>
            </a:r>
            <a:r>
              <a:rPr spc="10" dirty="0"/>
              <a:t>7 </a:t>
            </a:r>
            <a:r>
              <a:rPr spc="5" dirty="0"/>
              <a:t>loja</a:t>
            </a:r>
            <a:r>
              <a:rPr spc="10" dirty="0"/>
              <a:t>s</a:t>
            </a:r>
            <a:r>
              <a:rPr spc="5" dirty="0"/>
              <a:t> </a:t>
            </a:r>
            <a:r>
              <a:rPr spc="10" dirty="0"/>
              <a:t>e</a:t>
            </a:r>
            <a:r>
              <a:rPr dirty="0"/>
              <a:t> </a:t>
            </a:r>
            <a:r>
              <a:rPr spc="15" dirty="0"/>
              <a:t>i</a:t>
            </a:r>
            <a:r>
              <a:rPr spc="10" dirty="0"/>
              <a:t>m</a:t>
            </a:r>
            <a:r>
              <a:rPr spc="15" dirty="0"/>
              <a:t>p</a:t>
            </a:r>
            <a:r>
              <a:rPr spc="5" dirty="0"/>
              <a:t>ri</a:t>
            </a:r>
            <a:r>
              <a:rPr spc="10" dirty="0"/>
              <a:t>m</a:t>
            </a:r>
            <a:r>
              <a:rPr spc="15" dirty="0"/>
              <a:t>i</a:t>
            </a:r>
            <a:r>
              <a:rPr spc="5" dirty="0"/>
              <a:t>r</a:t>
            </a:r>
            <a:r>
              <a:rPr dirty="0"/>
              <a:t> </a:t>
            </a:r>
            <a:r>
              <a:rPr spc="15" dirty="0"/>
              <a:t>em u</a:t>
            </a:r>
            <a:r>
              <a:rPr spc="10" dirty="0"/>
              <a:t>ma</a:t>
            </a:r>
            <a:r>
              <a:rPr spc="5" dirty="0"/>
              <a:t> </a:t>
            </a:r>
            <a:r>
              <a:rPr dirty="0"/>
              <a:t>t</a:t>
            </a:r>
            <a:r>
              <a:rPr spc="5" dirty="0"/>
              <a:t>a</a:t>
            </a:r>
            <a:r>
              <a:rPr spc="15" dirty="0"/>
              <a:t>b</a:t>
            </a:r>
            <a:r>
              <a:rPr spc="5" dirty="0"/>
              <a:t>ela:</a:t>
            </a:r>
          </a:p>
          <a:p>
            <a:pPr marL="692150" lvl="1" indent="-361315">
              <a:lnSpc>
                <a:spcPct val="100000"/>
              </a:lnSpc>
              <a:spcBef>
                <a:spcPts val="35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 t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c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5" dirty="0">
                <a:latin typeface="Arial"/>
                <a:cs typeface="Arial"/>
              </a:rPr>
              <a:t>d</a:t>
            </a: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p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5" dirty="0">
                <a:latin typeface="Arial"/>
                <a:cs typeface="Arial"/>
              </a:rPr>
              <a:t>od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0" dirty="0">
                <a:latin typeface="Arial"/>
                <a:cs typeface="Arial"/>
              </a:rPr>
              <a:t>o </a:t>
            </a:r>
            <a:r>
              <a:rPr sz="2400" spc="5" dirty="0">
                <a:latin typeface="Arial"/>
                <a:cs typeface="Arial"/>
              </a:rPr>
              <a:t>ne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5" dirty="0">
                <a:latin typeface="Arial"/>
                <a:cs typeface="Arial"/>
              </a:rPr>
              <a:t> loja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92150" lvl="1" indent="-36131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692150" algn="l"/>
              </a:tabLst>
            </a:pPr>
            <a:r>
              <a:rPr sz="2400" spc="10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loj</a:t>
            </a:r>
            <a:r>
              <a:rPr sz="2400" spc="10" dirty="0">
                <a:latin typeface="Arial"/>
                <a:cs typeface="Arial"/>
              </a:rPr>
              <a:t>a </a:t>
            </a:r>
            <a:r>
              <a:rPr sz="2400" spc="5" dirty="0">
                <a:latin typeface="Arial"/>
                <a:cs typeface="Arial"/>
              </a:rPr>
              <a:t>qu</a:t>
            </a:r>
            <a:r>
              <a:rPr sz="2400" spc="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15" dirty="0">
                <a:latin typeface="Arial"/>
                <a:cs typeface="Arial"/>
              </a:rPr>
              <a:t>em </a:t>
            </a:r>
            <a:r>
              <a:rPr sz="2400" spc="25" dirty="0">
                <a:latin typeface="Arial"/>
                <a:cs typeface="Arial"/>
              </a:rPr>
              <a:t>m</a:t>
            </a:r>
            <a:r>
              <a:rPr sz="2400" spc="5" dirty="0">
                <a:latin typeface="Arial"/>
                <a:cs typeface="Arial"/>
              </a:rPr>
              <a:t>eno</a:t>
            </a:r>
            <a:r>
              <a:rPr sz="2400" spc="10" dirty="0">
                <a:latin typeface="Arial"/>
                <a:cs typeface="Arial"/>
              </a:rPr>
              <a:t>s</a:t>
            </a:r>
            <a:r>
              <a:rPr sz="2400" spc="15" dirty="0">
                <a:latin typeface="Arial"/>
                <a:cs typeface="Arial"/>
              </a:rPr>
              <a:t> p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15" dirty="0">
                <a:latin typeface="Arial"/>
                <a:cs typeface="Arial"/>
              </a:rPr>
              <a:t>o</a:t>
            </a:r>
            <a:r>
              <a:rPr sz="2400" spc="5" dirty="0">
                <a:latin typeface="Arial"/>
                <a:cs typeface="Arial"/>
              </a:rPr>
              <a:t>d</a:t>
            </a:r>
            <a:r>
              <a:rPr sz="2400" spc="15" dirty="0">
                <a:latin typeface="Arial"/>
                <a:cs typeface="Arial"/>
              </a:rPr>
              <a:t>u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o</a:t>
            </a:r>
            <a:r>
              <a:rPr sz="2400" spc="1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62230" lvl="1">
              <a:lnSpc>
                <a:spcPct val="100000"/>
              </a:lnSpc>
              <a:spcBef>
                <a:spcPts val="7"/>
              </a:spcBef>
              <a:buFont typeface="Arial"/>
              <a:buAutoNum type="alphaLcParenR"/>
            </a:pPr>
            <a:endParaRPr sz="2550">
              <a:latin typeface="Times New Roman"/>
              <a:cs typeface="Times New Roman"/>
            </a:endParaRPr>
          </a:p>
          <a:p>
            <a:pPr marL="434340" indent="-359410">
              <a:lnSpc>
                <a:spcPct val="100000"/>
              </a:lnSpc>
              <a:buAutoNum type="arabicParenR" startAt="8"/>
              <a:tabLst>
                <a:tab pos="434975" algn="l"/>
              </a:tabLst>
            </a:pPr>
            <a:r>
              <a:rPr dirty="0"/>
              <a:t>I</a:t>
            </a:r>
            <a:r>
              <a:rPr spc="15" dirty="0"/>
              <a:t>d</a:t>
            </a:r>
            <a:r>
              <a:rPr spc="5" dirty="0"/>
              <a:t>e</a:t>
            </a:r>
            <a:r>
              <a:rPr spc="15" dirty="0"/>
              <a:t>m </a:t>
            </a:r>
            <a:r>
              <a:rPr spc="5" dirty="0"/>
              <a:t>a</a:t>
            </a:r>
            <a:r>
              <a:rPr spc="10" dirty="0"/>
              <a:t>o </a:t>
            </a:r>
            <a:r>
              <a:rPr spc="15" dirty="0"/>
              <a:t>e</a:t>
            </a:r>
            <a:r>
              <a:rPr spc="-5" dirty="0"/>
              <a:t>x</a:t>
            </a:r>
            <a:r>
              <a:rPr spc="15" dirty="0"/>
              <a:t>e</a:t>
            </a:r>
            <a:r>
              <a:rPr dirty="0"/>
              <a:t>r</a:t>
            </a:r>
            <a:r>
              <a:rPr spc="10" dirty="0"/>
              <a:t>c</a:t>
            </a:r>
            <a:r>
              <a:rPr dirty="0"/>
              <a:t>í</a:t>
            </a:r>
            <a:r>
              <a:rPr spc="10" dirty="0"/>
              <a:t>c</a:t>
            </a:r>
            <a:r>
              <a:rPr spc="5" dirty="0"/>
              <a:t>i</a:t>
            </a:r>
            <a:r>
              <a:rPr spc="10" dirty="0"/>
              <a:t>o </a:t>
            </a:r>
            <a:r>
              <a:rPr spc="5" dirty="0"/>
              <a:t>1,</a:t>
            </a:r>
            <a:r>
              <a:rPr dirty="0"/>
              <a:t> </a:t>
            </a:r>
            <a:r>
              <a:rPr spc="15" dirty="0"/>
              <a:t>a</a:t>
            </a:r>
            <a:r>
              <a:rPr spc="5" dirty="0"/>
              <a:t>g</a:t>
            </a:r>
            <a:r>
              <a:rPr spc="15" dirty="0"/>
              <a:t>o</a:t>
            </a:r>
            <a:r>
              <a:rPr dirty="0"/>
              <a:t>r</a:t>
            </a:r>
            <a:r>
              <a:rPr spc="10" dirty="0"/>
              <a:t>a c</a:t>
            </a:r>
            <a:r>
              <a:rPr spc="15" dirty="0"/>
              <a:t>om</a:t>
            </a:r>
            <a:r>
              <a:rPr dirty="0"/>
              <a:t> </a:t>
            </a:r>
            <a:r>
              <a:rPr spc="10" dirty="0"/>
              <a:t>o s</a:t>
            </a:r>
            <a:r>
              <a:rPr spc="15" dirty="0"/>
              <a:t>e</a:t>
            </a:r>
            <a:r>
              <a:rPr spc="5" dirty="0"/>
              <a:t>gui</a:t>
            </a:r>
            <a:r>
              <a:rPr spc="15" dirty="0"/>
              <a:t>n</a:t>
            </a:r>
            <a:r>
              <a:rPr dirty="0"/>
              <a:t>t</a:t>
            </a:r>
            <a:r>
              <a:rPr spc="10" dirty="0"/>
              <a:t>e </a:t>
            </a:r>
            <a:r>
              <a:rPr dirty="0"/>
              <a:t>“</a:t>
            </a:r>
            <a:r>
              <a:rPr spc="25" dirty="0"/>
              <a:t>M</a:t>
            </a:r>
            <a:r>
              <a:rPr spc="5" dirty="0"/>
              <a:t>e</a:t>
            </a:r>
            <a:r>
              <a:rPr spc="15" dirty="0"/>
              <a:t>n</a:t>
            </a:r>
            <a:r>
              <a:rPr spc="5" dirty="0"/>
              <a:t>u</a:t>
            </a:r>
            <a:r>
              <a:rPr spc="15" dirty="0"/>
              <a:t>”</a:t>
            </a:r>
            <a:r>
              <a:rPr spc="5" dirty="0"/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3855" y="3695641"/>
            <a:ext cx="7062470" cy="2695215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19710">
              <a:spcBef>
                <a:spcPts val="330"/>
              </a:spcBef>
            </a:pP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i="1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20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5934" indent="-361315">
              <a:spcBef>
                <a:spcPts val="20"/>
              </a:spcBef>
              <a:buFontTx/>
              <a:buAutoNum type="arabicParenR"/>
              <a:tabLst>
                <a:tab pos="496570" algn="l"/>
              </a:tabLst>
            </a:pP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spo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494030" indent="-359410">
              <a:spcBef>
                <a:spcPts val="35"/>
              </a:spcBef>
              <a:buFontTx/>
              <a:buAutoNum type="arabicParenR"/>
              <a:tabLst>
                <a:tab pos="494665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34620" marR="5499735">
              <a:lnSpc>
                <a:spcPct val="100800"/>
              </a:lnSpc>
              <a:buFontTx/>
              <a:buAutoNum type="arabicParenR"/>
              <a:tabLst>
                <a:tab pos="494665" algn="l"/>
                <a:tab pos="1532890" algn="l"/>
              </a:tabLst>
            </a:pP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air </a:t>
            </a:r>
            <a:r>
              <a:rPr sz="2400" i="1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i="1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i="1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400" i="1" spc="1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u="heavy" spc="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400" u="heavy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u="heavy" spc="-52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792" y="6422989"/>
            <a:ext cx="9225915" cy="11160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op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3)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só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0"/>
              </a:spcBef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ve 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0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38075" y="7230415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3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0031" y="1528338"/>
            <a:ext cx="8046084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8460">
              <a:lnSpc>
                <a:spcPts val="2270"/>
              </a:lnSpc>
            </a:pP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pl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bro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 p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 q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2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4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0" dirty="0">
                <a:solidFill>
                  <a:prstClr val="black"/>
                </a:solidFill>
                <a:latin typeface="Arial"/>
                <a:cs typeface="Arial"/>
              </a:rPr>
              <a:t>ame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5017" y="3915709"/>
            <a:ext cx="166370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995" y="2406693"/>
            <a:ext cx="6451600" cy="20398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&lt;s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dio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h&gt;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4666615">
              <a:tabLst>
                <a:tab pos="643255" algn="l"/>
              </a:tabLst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10 int	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()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AX]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X],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AX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1795" marR="5080" indent="-635">
              <a:lnSpc>
                <a:spcPts val="1989"/>
              </a:lnSpc>
              <a:spcBef>
                <a:spcPts val="55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nDi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u="heavy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nh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lu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as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das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“%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,%d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”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650" b="1" spc="-1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m,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3369" y="4419192"/>
            <a:ext cx="2166620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5080" indent="-635">
              <a:spcBef>
                <a:spcPts val="10"/>
              </a:spcBef>
            </a:pP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nFo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ça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l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290" y="4419730"/>
            <a:ext cx="3805554" cy="1033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9065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mat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ele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tos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//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lei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u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d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34691" y="5426211"/>
            <a:ext cx="116014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é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ad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.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3369" y="5426247"/>
            <a:ext cx="6071870" cy="153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/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o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ia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(a,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,n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)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;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/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“r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c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be”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spc="-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</a:t>
            </a:r>
            <a:r>
              <a:rPr sz="1650" b="1" spc="5" dirty="0">
                <a:solidFill>
                  <a:srgbClr val="7D9CE8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b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 marR="3027680">
              <a:lnSpc>
                <a:spcPct val="100200"/>
              </a:lnSpc>
              <a:spcBef>
                <a:spcPts val="5"/>
              </a:spcBef>
            </a:pP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\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nMa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:\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“); </a:t>
            </a:r>
            <a:r>
              <a:rPr sz="1650" b="1" spc="-15" dirty="0">
                <a:solidFill>
                  <a:srgbClr val="7D9CE8"/>
                </a:solidFill>
                <a:latin typeface="Courier New"/>
                <a:cs typeface="Courier New"/>
              </a:rPr>
              <a:t>i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p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m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em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a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tri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z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(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b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,m</a:t>
            </a:r>
            <a:r>
              <a:rPr sz="1650" b="1" spc="-10" dirty="0">
                <a:solidFill>
                  <a:srgbClr val="7D9CE8"/>
                </a:solidFill>
                <a:latin typeface="Courier New"/>
                <a:cs typeface="Courier New"/>
              </a:rPr>
              <a:t>,</a:t>
            </a:r>
            <a:r>
              <a:rPr sz="1650" b="1" dirty="0">
                <a:solidFill>
                  <a:srgbClr val="7D9CE8"/>
                </a:solidFill>
                <a:latin typeface="Courier New"/>
                <a:cs typeface="Courier New"/>
              </a:rPr>
              <a:t>n);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urn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0;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4066" y="6936750"/>
            <a:ext cx="151765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642541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d</a:t>
            </a:r>
            <a:r>
              <a:rPr b="0" i="1" dirty="0">
                <a:latin typeface="Arial"/>
                <a:cs typeface="Arial"/>
              </a:rPr>
              <a:t>e D</a:t>
            </a:r>
            <a:r>
              <a:rPr b="0" i="1" spc="5" dirty="0">
                <a:latin typeface="Arial"/>
                <a:cs typeface="Arial"/>
              </a:rPr>
              <a:t>ado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H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ogênea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49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96" y="1932339"/>
            <a:ext cx="8466455" cy="3290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0525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At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ago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imos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str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 homog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ores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3300" b="1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b="1" i="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b="1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i="1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i="1" spc="-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3300" b="1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2"/>
              </a:spcBef>
              <a:buClr>
                <a:srgbClr val="852A33"/>
              </a:buClr>
              <a:buFont typeface="Wingdings"/>
              <a:buChar char=""/>
            </a:pPr>
            <a:endParaRPr sz="48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191135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de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ipos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b="1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rea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carac</a:t>
            </a:r>
            <a:r>
              <a:rPr sz="3300" b="1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157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d</a:t>
            </a:r>
            <a:r>
              <a:rPr b="0" i="1" dirty="0">
                <a:latin typeface="Arial"/>
                <a:cs typeface="Arial"/>
              </a:rPr>
              <a:t>e D</a:t>
            </a:r>
            <a:r>
              <a:rPr b="0" i="1" spc="5" dirty="0">
                <a:latin typeface="Arial"/>
                <a:cs typeface="Arial"/>
              </a:rPr>
              <a:t>ado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H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ogênea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96" y="1931334"/>
            <a:ext cx="8630285" cy="5109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mui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amos 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nar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de in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es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ela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mado por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ipos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dado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8"/>
              </a:spcBef>
              <a:buClr>
                <a:srgbClr val="852A33"/>
              </a:buClr>
              <a:buFont typeface="Wingdings"/>
              <a:buChar char=""/>
            </a:pPr>
            <a:endParaRPr sz="48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emplo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774700" lvl="1" indent="-382905">
              <a:spcBef>
                <a:spcPts val="800"/>
              </a:spcBef>
              <a:buClr>
                <a:srgbClr val="7F7F7F"/>
              </a:buClr>
              <a:buSzPct val="69696"/>
              <a:buFont typeface="Wingdings"/>
              <a:buChar char=""/>
              <a:tabLst>
                <a:tab pos="77470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774700" lvl="1" indent="-382905">
              <a:spcBef>
                <a:spcPts val="800"/>
              </a:spcBef>
              <a:buClr>
                <a:srgbClr val="7F7F7F"/>
              </a:buClr>
              <a:buSzPct val="69696"/>
              <a:buFont typeface="Wingdings"/>
              <a:buChar char=""/>
              <a:tabLst>
                <a:tab pos="7747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 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lien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774700" lvl="1" indent="-382905">
              <a:spcBef>
                <a:spcPts val="800"/>
              </a:spcBef>
              <a:buClr>
                <a:srgbClr val="7F7F7F"/>
              </a:buClr>
              <a:buSzPct val="69696"/>
              <a:buFont typeface="Wingdings"/>
              <a:buChar char=""/>
              <a:tabLst>
                <a:tab pos="77470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 dados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 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07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V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á</a:t>
            </a:r>
            <a:r>
              <a:rPr b="0" i="1" dirty="0">
                <a:latin typeface="Arial"/>
                <a:cs typeface="Arial"/>
              </a:rPr>
              <a:t>v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5" dirty="0">
                <a:latin typeface="Arial"/>
                <a:cs typeface="Arial"/>
              </a:rPr>
              <a:t>is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10" dirty="0">
                <a:latin typeface="Arial"/>
                <a:cs typeface="Arial"/>
              </a:rPr>
              <a:t>m</a:t>
            </a:r>
            <a:r>
              <a:rPr b="0" i="1" spc="5" dirty="0">
                <a:latin typeface="Arial"/>
                <a:cs typeface="Arial"/>
              </a:rPr>
              <a:t>po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H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0" dirty="0">
                <a:latin typeface="Arial"/>
                <a:cs typeface="Arial"/>
              </a:rPr>
              <a:t>t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ogênea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096" y="1950095"/>
            <a:ext cx="8883015" cy="5078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Quando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minada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de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por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versos 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es,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não,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he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êneo de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377825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hamadas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"/>
              </a:spcBef>
              <a:buClr>
                <a:srgbClr val="852A33"/>
              </a:buClr>
              <a:buFont typeface="Wingdings"/>
              <a:buChar char=""/>
            </a:pPr>
            <a:endParaRPr sz="4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95250" indent="-377825">
              <a:lnSpc>
                <a:spcPts val="356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hamadas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</a:t>
            </a:r>
            <a:r>
              <a:rPr sz="3300" i="1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300" i="1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i="1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3300" i="1" spc="-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3300" i="1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3300" i="1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3300" i="1" spc="-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3300" i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828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98597" y="4330616"/>
            <a:ext cx="3174491" cy="2774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83835" y="4330624"/>
            <a:ext cx="515620" cy="2852563"/>
          </a:xfrm>
          <a:custGeom>
            <a:avLst/>
            <a:gdLst/>
            <a:ahLst/>
            <a:cxnLst/>
            <a:rect l="l" t="t" r="r" b="b"/>
            <a:pathLst>
              <a:path w="515620" h="2854959">
                <a:moveTo>
                  <a:pt x="515111" y="0"/>
                </a:moveTo>
                <a:lnTo>
                  <a:pt x="474126" y="2156"/>
                </a:lnTo>
                <a:lnTo>
                  <a:pt x="435159" y="8405"/>
                </a:lnTo>
                <a:lnTo>
                  <a:pt x="392931" y="20428"/>
                </a:lnTo>
                <a:lnTo>
                  <a:pt x="354963" y="37045"/>
                </a:lnTo>
                <a:lnTo>
                  <a:pt x="322070" y="57733"/>
                </a:lnTo>
                <a:lnTo>
                  <a:pt x="291739" y="85687"/>
                </a:lnTo>
                <a:lnTo>
                  <a:pt x="270318" y="117488"/>
                </a:lnTo>
                <a:lnTo>
                  <a:pt x="258385" y="156886"/>
                </a:lnTo>
                <a:lnTo>
                  <a:pt x="257555" y="170687"/>
                </a:lnTo>
                <a:lnTo>
                  <a:pt x="257555" y="1257299"/>
                </a:lnTo>
                <a:lnTo>
                  <a:pt x="257463" y="1261931"/>
                </a:lnTo>
                <a:lnTo>
                  <a:pt x="248613" y="1302039"/>
                </a:lnTo>
                <a:lnTo>
                  <a:pt x="226562" y="1338519"/>
                </a:lnTo>
                <a:lnTo>
                  <a:pt x="197278" y="1366997"/>
                </a:lnTo>
                <a:lnTo>
                  <a:pt x="165176" y="1388223"/>
                </a:lnTo>
                <a:lnTo>
                  <a:pt x="127884" y="1405455"/>
                </a:lnTo>
                <a:lnTo>
                  <a:pt x="86215" y="1418165"/>
                </a:lnTo>
                <a:lnTo>
                  <a:pt x="47633" y="1425065"/>
                </a:lnTo>
                <a:lnTo>
                  <a:pt x="6949" y="1427926"/>
                </a:lnTo>
                <a:lnTo>
                  <a:pt x="0" y="1427987"/>
                </a:lnTo>
                <a:lnTo>
                  <a:pt x="6949" y="1428049"/>
                </a:lnTo>
                <a:lnTo>
                  <a:pt x="47633" y="1430910"/>
                </a:lnTo>
                <a:lnTo>
                  <a:pt x="86215" y="1437809"/>
                </a:lnTo>
                <a:lnTo>
                  <a:pt x="127884" y="1450520"/>
                </a:lnTo>
                <a:lnTo>
                  <a:pt x="165176" y="1467752"/>
                </a:lnTo>
                <a:lnTo>
                  <a:pt x="197278" y="1488978"/>
                </a:lnTo>
                <a:lnTo>
                  <a:pt x="226562" y="1517456"/>
                </a:lnTo>
                <a:lnTo>
                  <a:pt x="248613" y="1553936"/>
                </a:lnTo>
                <a:lnTo>
                  <a:pt x="257463" y="1594044"/>
                </a:lnTo>
                <a:lnTo>
                  <a:pt x="257555" y="1598675"/>
                </a:lnTo>
                <a:lnTo>
                  <a:pt x="257555" y="2683763"/>
                </a:lnTo>
                <a:lnTo>
                  <a:pt x="257648" y="2688395"/>
                </a:lnTo>
                <a:lnTo>
                  <a:pt x="266497" y="2728503"/>
                </a:lnTo>
                <a:lnTo>
                  <a:pt x="288549" y="2764983"/>
                </a:lnTo>
                <a:lnTo>
                  <a:pt x="317833" y="2793460"/>
                </a:lnTo>
                <a:lnTo>
                  <a:pt x="349934" y="2814687"/>
                </a:lnTo>
                <a:lnTo>
                  <a:pt x="387227" y="2831919"/>
                </a:lnTo>
                <a:lnTo>
                  <a:pt x="428896" y="2844629"/>
                </a:lnTo>
                <a:lnTo>
                  <a:pt x="467478" y="2851529"/>
                </a:lnTo>
                <a:lnTo>
                  <a:pt x="508162" y="2854390"/>
                </a:lnTo>
                <a:lnTo>
                  <a:pt x="515111" y="2854451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spc="-10" dirty="0">
                <a:latin typeface="Arial"/>
                <a:cs typeface="Arial"/>
              </a:rPr>
              <a:t>f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n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 </a:t>
            </a:r>
            <a:r>
              <a:rPr b="0" i="1" spc="5" dirty="0">
                <a:latin typeface="Arial"/>
                <a:cs typeface="Arial"/>
              </a:rPr>
              <a:t>d</a:t>
            </a:r>
            <a:r>
              <a:rPr b="0" i="1" dirty="0">
                <a:latin typeface="Arial"/>
                <a:cs typeface="Arial"/>
              </a:rPr>
              <a:t>e</a:t>
            </a:r>
            <a:r>
              <a:rPr b="0" i="1" spc="1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E</a:t>
            </a:r>
            <a:r>
              <a:rPr b="0" i="1" spc="5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096" y="1931326"/>
            <a:ext cx="8629015" cy="47992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pode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inida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mais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eis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ela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adas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(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s)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de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ada var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ável p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ser de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 ti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3300" b="1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spcBef>
                <a:spcPts val="800"/>
              </a:spcBef>
            </a:pP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emplo: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endParaRPr sz="3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90955" marR="5069205">
              <a:lnSpc>
                <a:spcPct val="121400"/>
              </a:lnSpc>
              <a:spcBef>
                <a:spcPts val="2655"/>
              </a:spcBef>
            </a:pP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e</a:t>
            </a:r>
            <a:r>
              <a:rPr sz="3500" spc="10" dirty="0">
                <a:solidFill>
                  <a:srgbClr val="00007F"/>
                </a:solidFill>
                <a:latin typeface="Arial"/>
                <a:cs typeface="Arial"/>
              </a:rPr>
              <a:t>m</a:t>
            </a:r>
            <a:r>
              <a:rPr sz="3500" spc="20" dirty="0">
                <a:solidFill>
                  <a:srgbClr val="00007F"/>
                </a:solidFill>
                <a:latin typeface="Arial"/>
                <a:cs typeface="Arial"/>
              </a:rPr>
              <a:t>p</a:t>
            </a:r>
            <a:r>
              <a:rPr sz="3500" spc="-10" dirty="0">
                <a:solidFill>
                  <a:srgbClr val="00007F"/>
                </a:solidFill>
                <a:latin typeface="Arial"/>
                <a:cs typeface="Arial"/>
              </a:rPr>
              <a:t>r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egad</a:t>
            </a:r>
            <a:r>
              <a:rPr sz="3500" spc="15" dirty="0">
                <a:solidFill>
                  <a:srgbClr val="00007F"/>
                </a:solidFill>
                <a:latin typeface="Arial"/>
                <a:cs typeface="Arial"/>
              </a:rPr>
              <a:t>o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 </a:t>
            </a:r>
            <a:r>
              <a:rPr sz="3500" spc="-10" dirty="0">
                <a:solidFill>
                  <a:srgbClr val="00007F"/>
                </a:solidFill>
                <a:latin typeface="Arial"/>
                <a:cs typeface="Arial"/>
              </a:rPr>
              <a:t>(</a:t>
            </a:r>
            <a:r>
              <a:rPr sz="3500" spc="15" dirty="0">
                <a:solidFill>
                  <a:srgbClr val="00007F"/>
                </a:solidFill>
                <a:latin typeface="Arial"/>
                <a:cs typeface="Arial"/>
              </a:rPr>
              <a:t>4 </a:t>
            </a:r>
            <a:r>
              <a:rPr sz="3500" spc="-5" dirty="0">
                <a:solidFill>
                  <a:srgbClr val="00007F"/>
                </a:solidFill>
                <a:latin typeface="Arial"/>
                <a:cs typeface="Arial"/>
              </a:rPr>
              <a:t>c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a</a:t>
            </a:r>
            <a:r>
              <a:rPr sz="3500" spc="10" dirty="0">
                <a:solidFill>
                  <a:srgbClr val="00007F"/>
                </a:solidFill>
                <a:latin typeface="Arial"/>
                <a:cs typeface="Arial"/>
              </a:rPr>
              <a:t>m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p</a:t>
            </a:r>
            <a:r>
              <a:rPr sz="3500" spc="20" dirty="0">
                <a:solidFill>
                  <a:srgbClr val="00007F"/>
                </a:solidFill>
                <a:latin typeface="Arial"/>
                <a:cs typeface="Arial"/>
              </a:rPr>
              <a:t>o</a:t>
            </a:r>
            <a:r>
              <a:rPr sz="3500" spc="-5" dirty="0">
                <a:solidFill>
                  <a:srgbClr val="00007F"/>
                </a:solidFill>
                <a:latin typeface="Arial"/>
                <a:cs typeface="Arial"/>
              </a:rPr>
              <a:t>s</a:t>
            </a:r>
            <a:r>
              <a:rPr sz="3500" spc="5" dirty="0">
                <a:solidFill>
                  <a:srgbClr val="00007F"/>
                </a:solidFill>
                <a:latin typeface="Arial"/>
                <a:cs typeface="Arial"/>
              </a:rPr>
              <a:t>)</a:t>
            </a:r>
            <a:endParaRPr sz="350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493443" y="4325465"/>
          <a:ext cx="3174491" cy="27743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4491"/>
              </a:tblGrid>
              <a:tr h="7164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2865" algn="ctr">
                        <a:lnSpc>
                          <a:spcPct val="100000"/>
                        </a:lnSpc>
                      </a:pPr>
                      <a:r>
                        <a:rPr sz="190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0313">
                      <a:solidFill>
                        <a:srgbClr val="000000"/>
                      </a:solidFill>
                      <a:prstDash val="solid"/>
                    </a:lnT>
                    <a:lnB w="11837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2632">
                <a:tc>
                  <a:txBody>
                    <a:bodyPr/>
                    <a:lstStyle/>
                    <a:p>
                      <a:pPr marL="118110"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900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obreno</a:t>
                      </a:r>
                      <a:r>
                        <a:rPr sz="1900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e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1837">
                      <a:solidFill>
                        <a:srgbClr val="000000"/>
                      </a:solidFill>
                      <a:prstDash val="solid"/>
                    </a:lnT>
                    <a:lnB w="11837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3041">
                <a:tc>
                  <a:txBody>
                    <a:bodyPr/>
                    <a:lstStyle/>
                    <a:p>
                      <a:pPr marL="13144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900" spc="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alário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1837">
                      <a:solidFill>
                        <a:srgbClr val="000000"/>
                      </a:solidFill>
                      <a:prstDash val="solid"/>
                    </a:lnT>
                    <a:lnB w="11837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72280"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1210"/>
                        </a:spcBef>
                      </a:pPr>
                      <a:r>
                        <a:rPr sz="1900" spc="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900" dirty="0">
                          <a:latin typeface="Arial"/>
                          <a:cs typeface="Arial"/>
                        </a:rPr>
                        <a:t>argo</a:t>
                      </a:r>
                      <a:endParaRPr sz="1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0313">
                      <a:solidFill>
                        <a:srgbClr val="000000"/>
                      </a:solidFill>
                      <a:prstDash val="solid"/>
                    </a:lnL>
                    <a:lnR w="10313">
                      <a:solidFill>
                        <a:srgbClr val="000000"/>
                      </a:solidFill>
                      <a:prstDash val="solid"/>
                    </a:lnR>
                    <a:lnT w="11837">
                      <a:solidFill>
                        <a:srgbClr val="000000"/>
                      </a:solidFill>
                      <a:prstDash val="solid"/>
                    </a:lnT>
                    <a:lnB w="1031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66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e</a:t>
            </a:r>
            <a:r>
              <a:rPr b="0" i="1" spc="-5" dirty="0">
                <a:latin typeface="Arial"/>
                <a:cs typeface="Arial"/>
              </a:rPr>
              <a:t>m </a:t>
            </a:r>
            <a:r>
              <a:rPr b="0" i="1" dirty="0">
                <a:latin typeface="Arial"/>
                <a:cs typeface="Arial"/>
              </a:rPr>
              <a:t>C</a:t>
            </a:r>
          </a:p>
        </p:txBody>
      </p:sp>
      <p:sp>
        <p:nvSpPr>
          <p:cNvPr id="3" name="object 3"/>
          <p:cNvSpPr/>
          <p:nvPr/>
        </p:nvSpPr>
        <p:spPr>
          <a:xfrm>
            <a:off x="1450864" y="2943426"/>
            <a:ext cx="6943343" cy="4161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50864" y="2943418"/>
            <a:ext cx="6943725" cy="4162102"/>
          </a:xfrm>
          <a:custGeom>
            <a:avLst/>
            <a:gdLst/>
            <a:ahLst/>
            <a:cxnLst/>
            <a:rect l="l" t="t" r="r" b="b"/>
            <a:pathLst>
              <a:path w="6943725" h="4165600">
                <a:moveTo>
                  <a:pt x="1523" y="0"/>
                </a:moveTo>
                <a:lnTo>
                  <a:pt x="0" y="0"/>
                </a:lnTo>
                <a:lnTo>
                  <a:pt x="0" y="1523"/>
                </a:lnTo>
                <a:lnTo>
                  <a:pt x="0" y="4163567"/>
                </a:lnTo>
                <a:lnTo>
                  <a:pt x="1523" y="4165091"/>
                </a:lnTo>
                <a:lnTo>
                  <a:pt x="6941819" y="4165091"/>
                </a:lnTo>
                <a:lnTo>
                  <a:pt x="6943343" y="4163567"/>
                </a:lnTo>
                <a:lnTo>
                  <a:pt x="6943343" y="1523"/>
                </a:lnTo>
                <a:lnTo>
                  <a:pt x="6943343" y="0"/>
                </a:lnTo>
                <a:lnTo>
                  <a:pt x="6941819" y="0"/>
                </a:lnTo>
                <a:lnTo>
                  <a:pt x="1523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0562" y="4076128"/>
            <a:ext cx="1432560" cy="980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299"/>
              </a:lnSpc>
            </a:pP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ti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o_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1 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ti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o_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1681" y="4076128"/>
            <a:ext cx="3775710" cy="980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299"/>
              </a:lnSpc>
            </a:pP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ENTIF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CADOR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_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ENTIF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CADOR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_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6492" y="5023198"/>
            <a:ext cx="6120765" cy="14434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9225"/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.....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.....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.....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16280">
              <a:spcBef>
                <a:spcPts val="45"/>
              </a:spcBef>
            </a:pP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ti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o_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n 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ENTIF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CADOR</a:t>
            </a:r>
            <a:r>
              <a:rPr sz="3050" b="1" dirty="0">
                <a:solidFill>
                  <a:prstClr val="black"/>
                </a:solidFill>
                <a:latin typeface="Courier New"/>
                <a:cs typeface="Courier New"/>
              </a:rPr>
              <a:t>_</a:t>
            </a:r>
            <a:r>
              <a:rPr sz="30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305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3050" b="1" spc="15" dirty="0">
                <a:solidFill>
                  <a:srgbClr val="659999"/>
                </a:solidFill>
                <a:latin typeface="Courier New"/>
                <a:cs typeface="Courier New"/>
              </a:rPr>
              <a:t>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4096" y="1652158"/>
            <a:ext cx="8000365" cy="2464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lnSpc>
                <a:spcPts val="3845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de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inir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390525">
              <a:lnSpc>
                <a:spcPts val="3845"/>
              </a:lnSpc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ampos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endParaRPr sz="33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9"/>
              </a:spcBef>
            </a:pPr>
            <a:endParaRPr sz="3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894715"/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struc</a:t>
            </a:r>
            <a:r>
              <a:rPr sz="3050" b="1" spc="15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3050" b="1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&lt;nom</a:t>
            </a:r>
            <a:r>
              <a:rPr sz="3050" b="1" spc="-5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_estr</a:t>
            </a:r>
            <a:r>
              <a:rPr sz="3050" b="1" dirty="0">
                <a:solidFill>
                  <a:srgbClr val="FF0000"/>
                </a:solidFill>
                <a:latin typeface="Courier New"/>
                <a:cs typeface="Courier New"/>
              </a:rPr>
              <a:t>u</a:t>
            </a:r>
            <a:r>
              <a:rPr sz="3050" b="1" spc="10" dirty="0">
                <a:solidFill>
                  <a:srgbClr val="FF0000"/>
                </a:solidFill>
                <a:latin typeface="Courier New"/>
                <a:cs typeface="Courier New"/>
              </a:rPr>
              <a:t>tura</a:t>
            </a:r>
            <a:r>
              <a:rPr sz="3050" b="1" spc="15" dirty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94715">
              <a:spcBef>
                <a:spcPts val="45"/>
              </a:spcBef>
            </a:pPr>
            <a:r>
              <a:rPr sz="3050" b="1" spc="15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3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5726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5" dirty="0">
                <a:latin typeface="Arial"/>
                <a:cs typeface="Arial"/>
              </a:rPr>
              <a:t>s</a:t>
            </a:r>
            <a:r>
              <a:rPr b="0" i="1" spc="5" dirty="0">
                <a:latin typeface="Arial"/>
                <a:cs typeface="Arial"/>
              </a:rPr>
              <a:t> </a:t>
            </a:r>
            <a:r>
              <a:rPr b="0" i="1" dirty="0">
                <a:latin typeface="Arial"/>
                <a:cs typeface="Arial"/>
              </a:rPr>
              <a:t>(</a:t>
            </a:r>
            <a:r>
              <a:rPr b="0" i="1" spc="5" dirty="0">
                <a:latin typeface="Arial"/>
                <a:cs typeface="Arial"/>
              </a:rPr>
              <a:t>de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spc="-10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667" y="4929551"/>
            <a:ext cx="143383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0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2600" b="1" spc="15" dirty="0">
                <a:solidFill>
                  <a:srgbClr val="659999"/>
                </a:solidFill>
                <a:latin typeface="Courier New"/>
                <a:cs typeface="Courier New"/>
              </a:rPr>
              <a:t>y</a:t>
            </a:r>
            <a:r>
              <a:rPr sz="2600" b="1" spc="20" dirty="0">
                <a:solidFill>
                  <a:srgbClr val="659999"/>
                </a:solidFill>
                <a:latin typeface="Courier New"/>
                <a:cs typeface="Courier New"/>
              </a:rPr>
              <a:t>pedef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4851" y="4120995"/>
            <a:ext cx="3244215" cy="1240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3495" algn="r"/>
            <a:r>
              <a:rPr sz="3500" b="1" spc="10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3500" b="1" spc="1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endParaRPr sz="3500">
              <a:solidFill>
                <a:prstClr val="black"/>
              </a:solidFill>
              <a:latin typeface="Courier New"/>
              <a:cs typeface="Courier New"/>
            </a:endParaRPr>
          </a:p>
          <a:p>
            <a:pPr marR="5080" algn="r">
              <a:spcBef>
                <a:spcPts val="2170"/>
              </a:spcBef>
            </a:pPr>
            <a:r>
              <a:rPr sz="2600" b="1" spc="20" dirty="0">
                <a:solidFill>
                  <a:srgbClr val="993200"/>
                </a:solidFill>
                <a:latin typeface="Courier New"/>
                <a:cs typeface="Courier New"/>
              </a:rPr>
              <a:t>&lt;n</a:t>
            </a:r>
            <a:r>
              <a:rPr sz="2600" b="1" spc="15" dirty="0">
                <a:solidFill>
                  <a:srgbClr val="9932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993200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srgbClr val="993200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srgbClr val="993200"/>
                </a:solidFill>
                <a:latin typeface="Courier New"/>
                <a:cs typeface="Courier New"/>
              </a:rPr>
              <a:t>_estrutura&gt;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74705" y="4929551"/>
            <a:ext cx="445071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&lt;nov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_n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_estrutura&gt;;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522" y="5733547"/>
            <a:ext cx="907732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&lt;nov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_n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_estrutura&gt;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_1, VA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_2,...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_M;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48744" y="5341702"/>
            <a:ext cx="733425" cy="1254975"/>
          </a:xfrm>
          <a:custGeom>
            <a:avLst/>
            <a:gdLst/>
            <a:ahLst/>
            <a:cxnLst/>
            <a:rect l="l" t="t" r="r" b="b"/>
            <a:pathLst>
              <a:path w="733425" h="1256029">
                <a:moveTo>
                  <a:pt x="0" y="0"/>
                </a:moveTo>
                <a:lnTo>
                  <a:pt x="374903" y="1255775"/>
                </a:lnTo>
                <a:lnTo>
                  <a:pt x="733043" y="1255775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67127" y="6470038"/>
            <a:ext cx="5156200" cy="727122"/>
          </a:xfrm>
          <a:prstGeom prst="rect">
            <a:avLst/>
          </a:prstGeom>
          <a:solidFill>
            <a:srgbClr val="CCCC00"/>
          </a:solidFill>
        </p:spPr>
        <p:txBody>
          <a:bodyPr vert="horz" wrap="square" lIns="0" tIns="49530" rIns="0" bIns="0" rtlCol="0">
            <a:spAutoFit/>
          </a:bodyPr>
          <a:lstStyle/>
          <a:p>
            <a:pPr marL="737235" marR="194945" indent="-539750">
              <a:spcBef>
                <a:spcPts val="390"/>
              </a:spcBef>
            </a:pP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i="1" spc="-15" dirty="0">
                <a:solidFill>
                  <a:prstClr val="black"/>
                </a:solidFill>
                <a:latin typeface="Arial"/>
                <a:cs typeface="Arial"/>
              </a:rPr>
              <a:t>y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pede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i="1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def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ir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i="1" spc="-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no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vo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i="1" spc="-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trutur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307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102870">
                <a:lnSpc>
                  <a:spcPts val="1215"/>
                </a:lnSpc>
              </a:pPr>
              <a:t>54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912" y="1932340"/>
            <a:ext cx="9479915" cy="19230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455" marR="1016635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72009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iar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iá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uma dada 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duas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4"/>
              </a:spcBef>
            </a:pPr>
            <a:endParaRPr sz="32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2650" b="1" spc="-10" dirty="0">
                <a:solidFill>
                  <a:srgbClr val="FF0000"/>
                </a:solidFill>
                <a:latin typeface="Courier New"/>
                <a:cs typeface="Courier New"/>
              </a:rPr>
              <a:t>struct </a:t>
            </a:r>
            <a:r>
              <a:rPr sz="2650" b="1" spc="-10" dirty="0">
                <a:solidFill>
                  <a:srgbClr val="993200"/>
                </a:solidFill>
                <a:latin typeface="Courier New"/>
                <a:cs typeface="Courier New"/>
              </a:rPr>
              <a:t>&lt;n</a:t>
            </a:r>
            <a:r>
              <a:rPr sz="2650" b="1" spc="-15" dirty="0">
                <a:solidFill>
                  <a:srgbClr val="993200"/>
                </a:solidFill>
                <a:latin typeface="Courier New"/>
                <a:cs typeface="Courier New"/>
              </a:rPr>
              <a:t>o</a:t>
            </a:r>
            <a:r>
              <a:rPr sz="2650" b="1" spc="-10" dirty="0">
                <a:solidFill>
                  <a:srgbClr val="993200"/>
                </a:solidFill>
                <a:latin typeface="Courier New"/>
                <a:cs typeface="Courier New"/>
              </a:rPr>
              <a:t>m</a:t>
            </a:r>
            <a:r>
              <a:rPr sz="2650" b="1" spc="-15" dirty="0">
                <a:solidFill>
                  <a:srgbClr val="993200"/>
                </a:solidFill>
                <a:latin typeface="Courier New"/>
                <a:cs typeface="Courier New"/>
              </a:rPr>
              <a:t>e</a:t>
            </a:r>
            <a:r>
              <a:rPr sz="2650" b="1" spc="-10" dirty="0">
                <a:solidFill>
                  <a:srgbClr val="993200"/>
                </a:solidFill>
                <a:latin typeface="Courier New"/>
                <a:cs typeface="Courier New"/>
              </a:rPr>
              <a:t>_estrutura&gt;</a:t>
            </a:r>
            <a:r>
              <a:rPr sz="2650" b="1" spc="-5" dirty="0">
                <a:solidFill>
                  <a:srgbClr val="993200"/>
                </a:solidFill>
                <a:latin typeface="Courier New"/>
                <a:cs typeface="Courier New"/>
              </a:rPr>
              <a:t> 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_1, VA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_2,...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VA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_M;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63399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114" y="240843"/>
            <a:ext cx="5009515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dirty="0">
                <a:latin typeface="Arial"/>
                <a:cs typeface="Arial"/>
              </a:rPr>
              <a:t>D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111" y="1224774"/>
            <a:ext cx="9057640" cy="1381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9890" indent="-377190">
              <a:buClr>
                <a:srgbClr val="852A33"/>
              </a:buClr>
              <a:buSzPct val="71739"/>
              <a:buFont typeface="Wingdings"/>
              <a:buChar char=""/>
              <a:tabLst>
                <a:tab pos="390525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te 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é 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1835"/>
              </a:spcBef>
            </a:pP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_estrutura</a:t>
            </a: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2788" y="2606033"/>
            <a:ext cx="1031240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tipo1 tipo2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9603" y="2606033"/>
            <a:ext cx="2238375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  <a:tabLst>
                <a:tab pos="1621155" algn="l"/>
              </a:tabLst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nome1; nome2;	...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8115" y="3415969"/>
            <a:ext cx="1232535" cy="833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20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};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3180"/>
              </a:lnSpc>
            </a:pP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struct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6095" y="3811622"/>
            <a:ext cx="3243580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&lt;n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_estrutura&gt;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15394" y="3811622"/>
            <a:ext cx="4852670" cy="40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identi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_1,identi</a:t>
            </a:r>
            <a:r>
              <a:rPr sz="2650" b="1" spc="-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650" b="1" spc="-10" dirty="0">
                <a:solidFill>
                  <a:prstClr val="black"/>
                </a:solidFill>
                <a:latin typeface="Courier New"/>
                <a:cs typeface="Courier New"/>
              </a:rPr>
              <a:t>_2,...;</a:t>
            </a:r>
            <a:endParaRPr sz="2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8111" y="4550394"/>
            <a:ext cx="4652010" cy="15100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b="1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b="1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b="1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  <a:p>
            <a:pPr marL="12700">
              <a:spcBef>
                <a:spcPts val="2205"/>
              </a:spcBef>
            </a:pP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&lt;n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_estrutura&gt;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45"/>
              </a:spcBef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1616" y="6024540"/>
            <a:ext cx="1031240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tipo1 tipo2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8463" y="6024540"/>
            <a:ext cx="1835785" cy="839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</a:pPr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nome1; nome2;...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8114" y="6834474"/>
            <a:ext cx="706564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600" spc="20" dirty="0">
                <a:solidFill>
                  <a:prstClr val="black"/>
                </a:solidFill>
                <a:latin typeface="Courier New"/>
                <a:cs typeface="Courier New"/>
              </a:rPr>
              <a:t>}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identificador1,identificador2,..;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9112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1025904"/>
          </a:xfrm>
          <a:prstGeom prst="rect">
            <a:avLst/>
          </a:prstGeom>
        </p:spPr>
        <p:txBody>
          <a:bodyPr vert="horz" wrap="square" lIns="0" tIns="360662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z="4300" spc="-5" dirty="0"/>
              <a:t>E</a:t>
            </a:r>
            <a:r>
              <a:rPr sz="4300" spc="-10" dirty="0"/>
              <a:t>str</a:t>
            </a:r>
            <a:r>
              <a:rPr sz="4300" spc="5" dirty="0"/>
              <a:t>u</a:t>
            </a:r>
            <a:r>
              <a:rPr sz="4300" spc="-10" dirty="0"/>
              <a:t>t</a:t>
            </a:r>
            <a:r>
              <a:rPr sz="4300" dirty="0"/>
              <a:t>u</a:t>
            </a:r>
            <a:r>
              <a:rPr sz="4300" spc="-10" dirty="0"/>
              <a:t>r</a:t>
            </a:r>
            <a:r>
              <a:rPr sz="4300" spc="-5" dirty="0"/>
              <a:t>a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894079" y="1933100"/>
            <a:ext cx="8098790" cy="8838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que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 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oná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4608" y="3219030"/>
            <a:ext cx="158750" cy="2063286"/>
          </a:xfrm>
          <a:custGeom>
            <a:avLst/>
            <a:gdLst/>
            <a:ahLst/>
            <a:cxnLst/>
            <a:rect l="l" t="t" r="r" b="b"/>
            <a:pathLst>
              <a:path w="158750" h="2065020">
                <a:moveTo>
                  <a:pt x="158495" y="0"/>
                </a:moveTo>
                <a:lnTo>
                  <a:pt x="122183" y="19007"/>
                </a:lnTo>
                <a:lnTo>
                  <a:pt x="101152" y="53231"/>
                </a:lnTo>
                <a:lnTo>
                  <a:pt x="87861" y="93985"/>
                </a:lnTo>
                <a:lnTo>
                  <a:pt x="81104" y="134974"/>
                </a:lnTo>
                <a:lnTo>
                  <a:pt x="79247" y="172211"/>
                </a:lnTo>
                <a:lnTo>
                  <a:pt x="79247" y="859535"/>
                </a:lnTo>
                <a:lnTo>
                  <a:pt x="79168" y="867276"/>
                </a:lnTo>
                <a:lnTo>
                  <a:pt x="75526" y="911520"/>
                </a:lnTo>
                <a:lnTo>
                  <a:pt x="67024" y="950954"/>
                </a:lnTo>
                <a:lnTo>
                  <a:pt x="52001" y="988959"/>
                </a:lnTo>
                <a:lnTo>
                  <a:pt x="26516" y="1021631"/>
                </a:lnTo>
                <a:lnTo>
                  <a:pt x="0" y="1031747"/>
                </a:lnTo>
                <a:lnTo>
                  <a:pt x="3445" y="1031917"/>
                </a:lnTo>
                <a:lnTo>
                  <a:pt x="38555" y="1054194"/>
                </a:lnTo>
                <a:lnTo>
                  <a:pt x="59040" y="1090249"/>
                </a:lnTo>
                <a:lnTo>
                  <a:pt x="71834" y="1132225"/>
                </a:lnTo>
                <a:lnTo>
                  <a:pt x="78004" y="1173980"/>
                </a:lnTo>
                <a:lnTo>
                  <a:pt x="79247" y="1203959"/>
                </a:lnTo>
                <a:lnTo>
                  <a:pt x="79247" y="1892807"/>
                </a:lnTo>
                <a:lnTo>
                  <a:pt x="79324" y="1900431"/>
                </a:lnTo>
                <a:lnTo>
                  <a:pt x="82836" y="1944223"/>
                </a:lnTo>
                <a:lnTo>
                  <a:pt x="91105" y="1983550"/>
                </a:lnTo>
                <a:lnTo>
                  <a:pt x="105881" y="2021709"/>
                </a:lnTo>
                <a:lnTo>
                  <a:pt x="131372" y="2054735"/>
                </a:lnTo>
                <a:lnTo>
                  <a:pt x="154933" y="2064850"/>
                </a:lnTo>
                <a:lnTo>
                  <a:pt x="158495" y="2065019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498" y="3747530"/>
            <a:ext cx="243656" cy="956776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80"/>
              </a:lnSpc>
            </a:pPr>
            <a:r>
              <a:rPr sz="1750" spc="-5" dirty="0">
                <a:solidFill>
                  <a:srgbClr val="659999"/>
                </a:solidFill>
                <a:latin typeface="Arial"/>
                <a:cs typeface="Arial"/>
              </a:rPr>
              <a:t>D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e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f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i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n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i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ç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ão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56131" y="5757408"/>
            <a:ext cx="157480" cy="633832"/>
          </a:xfrm>
          <a:custGeom>
            <a:avLst/>
            <a:gdLst/>
            <a:ahLst/>
            <a:cxnLst/>
            <a:rect l="l" t="t" r="r" b="b"/>
            <a:pathLst>
              <a:path w="157480" h="634364">
                <a:moveTo>
                  <a:pt x="156971" y="633983"/>
                </a:moveTo>
                <a:lnTo>
                  <a:pt x="118653" y="627672"/>
                </a:lnTo>
                <a:lnTo>
                  <a:pt x="84534" y="603455"/>
                </a:lnTo>
                <a:lnTo>
                  <a:pt x="77723" y="582167"/>
                </a:lnTo>
                <a:lnTo>
                  <a:pt x="77723" y="370331"/>
                </a:lnTo>
                <a:lnTo>
                  <a:pt x="77436" y="365800"/>
                </a:lnTo>
                <a:lnTo>
                  <a:pt x="52594" y="331299"/>
                </a:lnTo>
                <a:lnTo>
                  <a:pt x="13190" y="317779"/>
                </a:lnTo>
                <a:lnTo>
                  <a:pt x="0" y="316991"/>
                </a:lnTo>
                <a:lnTo>
                  <a:pt x="6670" y="316792"/>
                </a:lnTo>
                <a:lnTo>
                  <a:pt x="47801" y="305502"/>
                </a:lnTo>
                <a:lnTo>
                  <a:pt x="75210" y="276948"/>
                </a:lnTo>
                <a:lnTo>
                  <a:pt x="77723" y="263651"/>
                </a:lnTo>
                <a:lnTo>
                  <a:pt x="77723" y="51815"/>
                </a:lnTo>
                <a:lnTo>
                  <a:pt x="78011" y="47297"/>
                </a:lnTo>
                <a:lnTo>
                  <a:pt x="103075" y="13606"/>
                </a:lnTo>
                <a:lnTo>
                  <a:pt x="143349" y="740"/>
                </a:lnTo>
                <a:lnTo>
                  <a:pt x="150073" y="187"/>
                </a:lnTo>
                <a:lnTo>
                  <a:pt x="156971" y="0"/>
                </a:lnTo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270" y="5500216"/>
            <a:ext cx="243656" cy="11547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80"/>
              </a:lnSpc>
            </a:pPr>
            <a:r>
              <a:rPr sz="1750" spc="-5" dirty="0">
                <a:solidFill>
                  <a:srgbClr val="659999"/>
                </a:solidFill>
                <a:latin typeface="Arial"/>
                <a:cs typeface="Arial"/>
              </a:rPr>
              <a:t>D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e</a:t>
            </a:r>
            <a:r>
              <a:rPr sz="1750" spc="5" dirty="0">
                <a:solidFill>
                  <a:srgbClr val="659999"/>
                </a:solidFill>
                <a:latin typeface="Arial"/>
                <a:cs typeface="Arial"/>
              </a:rPr>
              <a:t>c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l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ar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a</a:t>
            </a:r>
            <a:r>
              <a:rPr sz="1750" spc="5" dirty="0">
                <a:solidFill>
                  <a:srgbClr val="659999"/>
                </a:solidFill>
                <a:latin typeface="Arial"/>
                <a:cs typeface="Arial"/>
              </a:rPr>
              <a:t>ç</a:t>
            </a:r>
            <a:r>
              <a:rPr sz="1750" spc="-10" dirty="0">
                <a:solidFill>
                  <a:srgbClr val="659999"/>
                </a:solidFill>
                <a:latin typeface="Arial"/>
                <a:cs typeface="Arial"/>
              </a:rPr>
              <a:t>ã</a:t>
            </a:r>
            <a:r>
              <a:rPr sz="1750" dirty="0">
                <a:solidFill>
                  <a:srgbClr val="659999"/>
                </a:solidFill>
                <a:latin typeface="Arial"/>
                <a:cs typeface="Arial"/>
              </a:rPr>
              <a:t>o</a:t>
            </a:r>
            <a:endParaRPr sz="17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93875" y="3219031"/>
            <a:ext cx="7061200" cy="3132363"/>
          </a:xfrm>
          <a:custGeom>
            <a:avLst/>
            <a:gdLst/>
            <a:ahLst/>
            <a:cxnLst/>
            <a:rect l="l" t="t" r="r" b="b"/>
            <a:pathLst>
              <a:path w="7061200" h="3134995">
                <a:moveTo>
                  <a:pt x="0" y="0"/>
                </a:moveTo>
                <a:lnTo>
                  <a:pt x="0" y="3134867"/>
                </a:lnTo>
                <a:lnTo>
                  <a:pt x="7060691" y="3134867"/>
                </a:lnTo>
                <a:lnTo>
                  <a:pt x="7060691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9031" y="3241364"/>
            <a:ext cx="3022600" cy="30384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struc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fu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ncionar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85"/>
              </a:spcBef>
            </a:pP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77825" marR="1965325">
              <a:lnSpc>
                <a:spcPct val="133600"/>
              </a:lnSpc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r 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85"/>
              </a:spcBef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75"/>
              </a:spcBef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85"/>
              </a:spcBef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struc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2347" y="4024164"/>
            <a:ext cx="2520950" cy="23128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42545">
              <a:lnSpc>
                <a:spcPct val="133600"/>
              </a:lnSpc>
            </a:pP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icula[1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5]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no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[100]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22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endParaRPr sz="22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24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fu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ncionar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Courier New"/>
                <a:cs typeface="Courier New"/>
              </a:rPr>
              <a:t>f1</a:t>
            </a:r>
            <a:r>
              <a:rPr sz="220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9304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spc="5" dirty="0">
                <a:latin typeface="Arial"/>
                <a:cs typeface="Arial"/>
              </a:rPr>
              <a:t>Man</a:t>
            </a:r>
            <a:r>
              <a:rPr b="0" i="1" spc="-10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pu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57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75" y="1516630"/>
            <a:ext cx="9305290" cy="3290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ou m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mb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uma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podem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da me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omo as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2"/>
              </a:spcBef>
              <a:buClr>
                <a:srgbClr val="852A33"/>
              </a:buClr>
              <a:buFont typeface="Wingdings"/>
              <a:buChar char=""/>
            </a:pPr>
            <a:endParaRPr sz="48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219075" indent="-377825" algn="just">
              <a:lnSpc>
                <a:spcPct val="100200"/>
              </a:lnSpc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</a:tabLst>
            </a:pP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amp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ão 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 o ope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de 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3300" spc="-5" dirty="0">
                <a:solidFill>
                  <a:srgbClr val="FF0000"/>
                </a:solidFill>
                <a:latin typeface="Arial"/>
                <a:cs typeface="Arial"/>
              </a:rPr>
              <a:t>)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da es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ru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ura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 o 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33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ca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b="1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b="1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100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6254" y="775319"/>
            <a:ext cx="530923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u</a:t>
            </a:r>
            <a:r>
              <a:rPr b="0" i="1" spc="-10" dirty="0">
                <a:latin typeface="Arial"/>
                <a:cs typeface="Arial"/>
              </a:rPr>
              <a:t>t</a:t>
            </a:r>
            <a:r>
              <a:rPr b="0" i="1" spc="15" dirty="0">
                <a:latin typeface="Arial"/>
                <a:cs typeface="Arial"/>
              </a:rPr>
              <a:t>u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s</a:t>
            </a:r>
            <a:r>
              <a:rPr b="0" i="1" spc="-5" dirty="0">
                <a:latin typeface="Arial"/>
                <a:cs typeface="Arial"/>
              </a:rPr>
              <a:t>: </a:t>
            </a:r>
            <a:r>
              <a:rPr b="0" i="1" spc="5" dirty="0">
                <a:latin typeface="Arial"/>
                <a:cs typeface="Arial"/>
              </a:rPr>
              <a:t>Man</a:t>
            </a:r>
            <a:r>
              <a:rPr b="0" i="1" spc="-10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pu</a:t>
            </a:r>
            <a:r>
              <a:rPr b="0" i="1" spc="-5" dirty="0">
                <a:latin typeface="Arial"/>
                <a:cs typeface="Arial"/>
              </a:rPr>
              <a:t>l</a:t>
            </a:r>
            <a:r>
              <a:rPr b="0" i="1" spc="5" dirty="0">
                <a:latin typeface="Arial"/>
                <a:cs typeface="Arial"/>
              </a:rPr>
              <a:t>a</a:t>
            </a:r>
            <a:r>
              <a:rPr b="0" i="1" dirty="0">
                <a:latin typeface="Arial"/>
                <a:cs typeface="Arial"/>
              </a:rPr>
              <a:t>ç</a:t>
            </a:r>
            <a:r>
              <a:rPr b="0" i="1" spc="5" dirty="0">
                <a:latin typeface="Arial"/>
                <a:cs typeface="Arial"/>
              </a:rPr>
              <a:t>ã</a:t>
            </a:r>
            <a:r>
              <a:rPr b="0" i="1" dirty="0">
                <a:latin typeface="Arial"/>
                <a:cs typeface="Arial"/>
              </a:rPr>
              <a:t>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58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7775" y="2120646"/>
            <a:ext cx="8886190" cy="3830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buClr>
                <a:srgbClr val="852A33"/>
              </a:buClr>
              <a:buSzPct val="69696"/>
              <a:buFont typeface="Wingdings"/>
              <a:buChar char=""/>
              <a:tabLst>
                <a:tab pos="391160" algn="l"/>
                <a:tab pos="5562600" algn="l"/>
              </a:tabLst>
            </a:pP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odi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 de uma 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a, ba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u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mos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dor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5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3300" spc="-1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r>
              <a:rPr sz="3300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 marL="390525" marR="241935">
              <a:spcBef>
                <a:spcPts val="10"/>
              </a:spcBef>
            </a:pP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emp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an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pode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amos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1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 nome do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33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io </a:t>
            </a:r>
            <a:r>
              <a:rPr sz="3300" i="1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i="1" spc="-5" dirty="0">
                <a:solidFill>
                  <a:prstClr val="black"/>
                </a:solidFill>
                <a:latin typeface="Arial"/>
                <a:cs typeface="Arial"/>
              </a:rPr>
              <a:t>1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33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3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330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33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endParaRPr sz="33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3"/>
              </a:spcBef>
            </a:pPr>
            <a:endParaRPr sz="3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766445" marR="2567305">
              <a:lnSpc>
                <a:spcPct val="120300"/>
              </a:lnSpc>
            </a:pP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tr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uct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 fu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ncio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na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rio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 f1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; g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et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s(f1</a:t>
            </a:r>
            <a:r>
              <a:rPr sz="3300" dirty="0">
                <a:solidFill>
                  <a:prstClr val="black"/>
                </a:solidFill>
                <a:latin typeface="Courier New"/>
                <a:cs typeface="Courier New"/>
              </a:rPr>
              <a:t>.n</a:t>
            </a:r>
            <a:r>
              <a:rPr sz="3300" spc="-5" dirty="0">
                <a:solidFill>
                  <a:prstClr val="black"/>
                </a:solidFill>
                <a:latin typeface="Courier New"/>
                <a:cs typeface="Courier New"/>
              </a:rPr>
              <a:t>ome);</a:t>
            </a:r>
            <a:endParaRPr sz="33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7797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1025904"/>
          </a:xfrm>
          <a:prstGeom prst="rect">
            <a:avLst/>
          </a:prstGeom>
        </p:spPr>
        <p:txBody>
          <a:bodyPr vert="horz" wrap="square" lIns="0" tIns="360662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z="4300" spc="-5" dirty="0"/>
              <a:t>E</a:t>
            </a:r>
            <a:r>
              <a:rPr sz="4300" spc="-10" dirty="0"/>
              <a:t>str</a:t>
            </a:r>
            <a:r>
              <a:rPr sz="4300" spc="5" dirty="0"/>
              <a:t>u</a:t>
            </a:r>
            <a:r>
              <a:rPr sz="4300" spc="-10" dirty="0"/>
              <a:t>t</a:t>
            </a:r>
            <a:r>
              <a:rPr sz="4300" dirty="0"/>
              <a:t>u</a:t>
            </a:r>
            <a:r>
              <a:rPr sz="4300" spc="-10" dirty="0"/>
              <a:t>ra</a:t>
            </a:r>
            <a:r>
              <a:rPr sz="4300" spc="-5" dirty="0"/>
              <a:t>:</a:t>
            </a:r>
            <a:r>
              <a:rPr sz="4300" spc="15" dirty="0"/>
              <a:t> </a:t>
            </a:r>
            <a:r>
              <a:rPr sz="4300" spc="-5" dirty="0"/>
              <a:t>E</a:t>
            </a:r>
            <a:r>
              <a:rPr sz="4300" spc="-10" dirty="0"/>
              <a:t>xe</a:t>
            </a:r>
            <a:r>
              <a:rPr sz="4300" dirty="0"/>
              <a:t>mp</a:t>
            </a:r>
            <a:r>
              <a:rPr sz="4300" spc="-10" dirty="0"/>
              <a:t>l</a:t>
            </a:r>
            <a:r>
              <a:rPr sz="4300" spc="-5" dirty="0"/>
              <a:t>o</a:t>
            </a:r>
            <a:r>
              <a:rPr sz="4300" spc="10" dirty="0"/>
              <a:t> </a:t>
            </a:r>
            <a:r>
              <a:rPr sz="4300" dirty="0"/>
              <a:t>Co</a:t>
            </a:r>
            <a:r>
              <a:rPr sz="4300" spc="-10" dirty="0"/>
              <a:t>m</a:t>
            </a:r>
            <a:r>
              <a:rPr sz="4300" dirty="0"/>
              <a:t>pl</a:t>
            </a:r>
            <a:r>
              <a:rPr sz="4300" spc="-10" dirty="0"/>
              <a:t>et</a:t>
            </a:r>
            <a:r>
              <a:rPr sz="4300" spc="-5" dirty="0"/>
              <a:t>o</a:t>
            </a:r>
            <a:endParaRPr sz="43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59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6111" y="1633878"/>
            <a:ext cx="8331834" cy="5049722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9695">
              <a:spcBef>
                <a:spcPts val="260"/>
              </a:spcBef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std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o.h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9695">
              <a:spcBef>
                <a:spcPts val="850"/>
              </a:spcBef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struc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fu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cio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ari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{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77520" marR="5775960">
              <a:lnSpc>
                <a:spcPct val="122900"/>
              </a:lnSpc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cha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matr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cul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[15]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cha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me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[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100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]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}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99695">
              <a:spcBef>
                <a:spcPts val="850"/>
              </a:spcBef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77520" marR="5451475">
              <a:lnSpc>
                <a:spcPct val="122900"/>
              </a:lnSpc>
            </a:pP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struc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fu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cio</a:t>
            </a:r>
            <a:r>
              <a:rPr sz="1400" b="1" spc="20" dirty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ari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1400" b="1" spc="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srgbClr val="FF0000"/>
                </a:solidFill>
                <a:latin typeface="Courier New"/>
                <a:cs typeface="Courier New"/>
              </a:rPr>
              <a:t>f1</a:t>
            </a:r>
            <a:r>
              <a:rPr sz="1400" b="1" spc="15" dirty="0">
                <a:solidFill>
                  <a:srgbClr val="FF0000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gets(f1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tri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ula)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gets(f1.n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5"/>
              </a:spcBef>
            </a:pPr>
            <a:endParaRPr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77520" marR="4042410">
              <a:lnSpc>
                <a:spcPct val="122900"/>
              </a:lnSpc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puts("Inf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ç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õe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maz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nad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s:\n")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puts(f1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tri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ula)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77520" marR="6318885" indent="-635">
              <a:lnSpc>
                <a:spcPct val="122900"/>
              </a:lnSpc>
            </a:pP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puts(f1.n</a:t>
            </a:r>
            <a:r>
              <a:rPr sz="140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4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40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380"/>
              </a:spcBef>
            </a:pPr>
            <a:r>
              <a:rPr sz="1400" b="1" spc="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3687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8368" y="1477039"/>
            <a:ext cx="7221220" cy="4836541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99695">
              <a:spcBef>
                <a:spcPts val="85"/>
              </a:spcBef>
            </a:pPr>
            <a:r>
              <a:rPr sz="2850" b="1" spc="5" dirty="0">
                <a:solidFill>
                  <a:srgbClr val="FF0000"/>
                </a:solidFill>
                <a:latin typeface="Courier New"/>
                <a:cs typeface="Courier New"/>
              </a:rPr>
              <a:t>st</a:t>
            </a:r>
            <a:r>
              <a:rPr sz="2850" b="1" spc="15" dirty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srgbClr val="FF0000"/>
                </a:solidFill>
                <a:latin typeface="Courier New"/>
                <a:cs typeface="Courier New"/>
              </a:rPr>
              <a:t>u</a:t>
            </a:r>
            <a:r>
              <a:rPr sz="2850" b="1" spc="15" dirty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2850" b="1" spc="10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2850" b="1" spc="1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en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705"/>
              </a:spcBef>
            </a:pP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87120" marR="3168650" indent="-114300">
              <a:lnSpc>
                <a:spcPts val="4140"/>
              </a:lnSpc>
              <a:spcBef>
                <a:spcPts val="245"/>
              </a:spcBef>
            </a:pP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50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87120">
              <a:spcBef>
                <a:spcPts val="450"/>
              </a:spcBef>
            </a:pP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ch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 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b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ir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72819">
              <a:spcBef>
                <a:spcPts val="705"/>
              </a:spcBef>
            </a:pP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72819" marR="1638935">
              <a:lnSpc>
                <a:spcPct val="120700"/>
              </a:lnSpc>
              <a:spcBef>
                <a:spcPts val="10"/>
              </a:spcBef>
              <a:tabLst>
                <a:tab pos="2065020" algn="l"/>
              </a:tabLst>
            </a:pP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_e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[3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850" b="1" dirty="0">
                <a:solidFill>
                  <a:prstClr val="black"/>
                </a:solidFill>
                <a:latin typeface="Courier New"/>
                <a:cs typeface="Courier New"/>
              </a:rPr>
              <a:t>	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705"/>
              </a:spcBef>
            </a:pP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}e</a:t>
            </a:r>
            <a:r>
              <a:rPr sz="2850" b="1" spc="1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8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852010"/>
          </a:xfrm>
          <a:prstGeom prst="rect">
            <a:avLst/>
          </a:prstGeom>
        </p:spPr>
        <p:txBody>
          <a:bodyPr vert="horz" wrap="square" lIns="0" tIns="325610" rIns="0" bIns="0" rtlCol="0">
            <a:spAutoFit/>
          </a:bodyPr>
          <a:lstStyle/>
          <a:p>
            <a:pPr marL="108585">
              <a:lnSpc>
                <a:spcPct val="100000"/>
              </a:lnSpc>
            </a:pPr>
            <a:r>
              <a:rPr sz="3400" b="0" i="1" spc="10" dirty="0">
                <a:latin typeface="Arial"/>
                <a:cs typeface="Arial"/>
              </a:rPr>
              <a:t>Es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10" dirty="0">
                <a:latin typeface="Arial"/>
                <a:cs typeface="Arial"/>
              </a:rPr>
              <a:t>s</a:t>
            </a:r>
            <a:r>
              <a:rPr sz="3400" b="0" i="1" dirty="0">
                <a:latin typeface="Arial"/>
                <a:cs typeface="Arial"/>
              </a:rPr>
              <a:t>: O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10" dirty="0">
                <a:latin typeface="Arial"/>
                <a:cs typeface="Arial"/>
              </a:rPr>
              <a:t> </a:t>
            </a:r>
            <a:r>
              <a:rPr sz="3400" b="0" i="1" spc="-15" dirty="0">
                <a:latin typeface="Arial"/>
                <a:cs typeface="Arial"/>
              </a:rPr>
              <a:t>f</a:t>
            </a:r>
            <a:r>
              <a:rPr sz="3400" b="0" i="1" spc="15" dirty="0">
                <a:latin typeface="Arial"/>
                <a:cs typeface="Arial"/>
              </a:rPr>
              <a:t>o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spc="10" dirty="0">
                <a:latin typeface="Arial"/>
                <a:cs typeface="Arial"/>
              </a:rPr>
              <a:t>m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spc="15" dirty="0">
                <a:latin typeface="Arial"/>
                <a:cs typeface="Arial"/>
              </a:rPr>
              <a:t>d</a:t>
            </a:r>
            <a:r>
              <a:rPr sz="3400" b="0" i="1" spc="10" dirty="0">
                <a:latin typeface="Arial"/>
                <a:cs typeface="Arial"/>
              </a:rPr>
              <a:t>e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dirty="0">
                <a:latin typeface="Arial"/>
                <a:cs typeface="Arial"/>
              </a:rPr>
              <a:t>D</a:t>
            </a:r>
            <a:r>
              <a:rPr sz="3400" b="0" i="1" spc="15" dirty="0">
                <a:latin typeface="Arial"/>
                <a:cs typeface="Arial"/>
              </a:rPr>
              <a:t>e</a:t>
            </a:r>
            <a:r>
              <a:rPr sz="3400" b="0" i="1" spc="10" dirty="0">
                <a:latin typeface="Arial"/>
                <a:cs typeface="Arial"/>
              </a:rPr>
              <a:t>c</a:t>
            </a:r>
            <a:r>
              <a:rPr sz="3400" b="0" i="1" spc="-20" dirty="0">
                <a:latin typeface="Arial"/>
                <a:cs typeface="Arial"/>
              </a:rPr>
              <a:t>l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dirty="0">
                <a:latin typeface="Arial"/>
                <a:cs typeface="Arial"/>
              </a:rPr>
              <a:t>aç</a:t>
            </a:r>
            <a:r>
              <a:rPr sz="3400" b="0" i="1" spc="15" dirty="0">
                <a:latin typeface="Arial"/>
                <a:cs typeface="Arial"/>
              </a:rPr>
              <a:t>ã</a:t>
            </a:r>
            <a:r>
              <a:rPr sz="3400" b="0" i="1" spc="10" dirty="0">
                <a:latin typeface="Arial"/>
                <a:cs typeface="Arial"/>
              </a:rPr>
              <a:t>o</a:t>
            </a:r>
            <a:endParaRPr sz="3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343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5567" y="3120054"/>
            <a:ext cx="8191500" cy="2859051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99695">
              <a:spcBef>
                <a:spcPts val="114"/>
              </a:spcBef>
            </a:pP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horario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680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105535" marR="4452620">
              <a:lnSpc>
                <a:spcPct val="121900"/>
              </a:lnSpc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int horas; int minutos; int segundos;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670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} horari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_d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_nasc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mento = { 8, 45, 0 };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852010"/>
          </a:xfrm>
          <a:prstGeom prst="rect">
            <a:avLst/>
          </a:prstGeom>
        </p:spPr>
        <p:txBody>
          <a:bodyPr vert="horz" wrap="square" lIns="0" tIns="325610" rIns="0" bIns="0" rtlCol="0">
            <a:spAutoFit/>
          </a:bodyPr>
          <a:lstStyle/>
          <a:p>
            <a:pPr marL="187960">
              <a:lnSpc>
                <a:spcPct val="100000"/>
              </a:lnSpc>
            </a:pPr>
            <a:r>
              <a:rPr sz="3400" b="0" i="1" spc="10" dirty="0">
                <a:latin typeface="Arial"/>
                <a:cs typeface="Arial"/>
              </a:rPr>
              <a:t>Es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10" dirty="0">
                <a:latin typeface="Arial"/>
                <a:cs typeface="Arial"/>
              </a:rPr>
              <a:t>s</a:t>
            </a:r>
            <a:r>
              <a:rPr sz="3400" b="0" i="1" dirty="0">
                <a:latin typeface="Arial"/>
                <a:cs typeface="Arial"/>
              </a:rPr>
              <a:t>: O</a:t>
            </a:r>
            <a:r>
              <a:rPr sz="3400" b="0" i="1" spc="15" dirty="0">
                <a:latin typeface="Arial"/>
                <a:cs typeface="Arial"/>
              </a:rPr>
              <a:t>u</a:t>
            </a:r>
            <a:r>
              <a:rPr sz="3400" b="0" i="1" spc="-5" dirty="0">
                <a:latin typeface="Arial"/>
                <a:cs typeface="Arial"/>
              </a:rPr>
              <a:t>t</a:t>
            </a:r>
            <a:r>
              <a:rPr sz="3400" b="0" i="1" spc="-10" dirty="0">
                <a:latin typeface="Arial"/>
                <a:cs typeface="Arial"/>
              </a:rPr>
              <a:t>r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10" dirty="0">
                <a:latin typeface="Arial"/>
                <a:cs typeface="Arial"/>
              </a:rPr>
              <a:t> </a:t>
            </a:r>
            <a:r>
              <a:rPr sz="3400" b="0" i="1" spc="-15" dirty="0">
                <a:latin typeface="Arial"/>
                <a:cs typeface="Arial"/>
              </a:rPr>
              <a:t>f</a:t>
            </a:r>
            <a:r>
              <a:rPr sz="3400" b="0" i="1" spc="15" dirty="0">
                <a:latin typeface="Arial"/>
                <a:cs typeface="Arial"/>
              </a:rPr>
              <a:t>o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spc="10" dirty="0">
                <a:latin typeface="Arial"/>
                <a:cs typeface="Arial"/>
              </a:rPr>
              <a:t>m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s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spc="15" dirty="0">
                <a:latin typeface="Arial"/>
                <a:cs typeface="Arial"/>
              </a:rPr>
              <a:t>d</a:t>
            </a:r>
            <a:r>
              <a:rPr sz="3400" b="0" i="1" spc="10" dirty="0">
                <a:latin typeface="Arial"/>
                <a:cs typeface="Arial"/>
              </a:rPr>
              <a:t>e</a:t>
            </a:r>
            <a:r>
              <a:rPr sz="3400" b="0" i="1" spc="-5" dirty="0">
                <a:latin typeface="Arial"/>
                <a:cs typeface="Arial"/>
              </a:rPr>
              <a:t> </a:t>
            </a:r>
            <a:r>
              <a:rPr sz="3400" b="0" i="1" dirty="0">
                <a:latin typeface="Arial"/>
                <a:cs typeface="Arial"/>
              </a:rPr>
              <a:t>D</a:t>
            </a:r>
            <a:r>
              <a:rPr sz="3400" b="0" i="1" spc="15" dirty="0">
                <a:latin typeface="Arial"/>
                <a:cs typeface="Arial"/>
              </a:rPr>
              <a:t>e</a:t>
            </a:r>
            <a:r>
              <a:rPr sz="3400" b="0" i="1" spc="10" dirty="0">
                <a:latin typeface="Arial"/>
                <a:cs typeface="Arial"/>
              </a:rPr>
              <a:t>c</a:t>
            </a:r>
            <a:r>
              <a:rPr sz="3400" b="0" i="1" spc="-20" dirty="0">
                <a:latin typeface="Arial"/>
                <a:cs typeface="Arial"/>
              </a:rPr>
              <a:t>l</a:t>
            </a:r>
            <a:r>
              <a:rPr sz="3400" b="0" i="1" spc="15" dirty="0">
                <a:latin typeface="Arial"/>
                <a:cs typeface="Arial"/>
              </a:rPr>
              <a:t>a</a:t>
            </a:r>
            <a:r>
              <a:rPr sz="3400" b="0" i="1" spc="5" dirty="0">
                <a:latin typeface="Arial"/>
                <a:cs typeface="Arial"/>
              </a:rPr>
              <a:t>r</a:t>
            </a:r>
            <a:r>
              <a:rPr sz="3400" b="0" i="1" dirty="0">
                <a:latin typeface="Arial"/>
                <a:cs typeface="Arial"/>
              </a:rPr>
              <a:t>aç</a:t>
            </a:r>
            <a:r>
              <a:rPr sz="3400" b="0" i="1" spc="15" dirty="0">
                <a:latin typeface="Arial"/>
                <a:cs typeface="Arial"/>
              </a:rPr>
              <a:t>ã</a:t>
            </a:r>
            <a:r>
              <a:rPr sz="3400" b="0" i="1" spc="10" dirty="0">
                <a:latin typeface="Arial"/>
                <a:cs typeface="Arial"/>
              </a:rPr>
              <a:t>o</a:t>
            </a:r>
            <a:endParaRPr sz="3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234" y="1637938"/>
            <a:ext cx="8881745" cy="6573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540"/>
              </a:lnSpc>
            </a:pP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çõ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çã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nicia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iz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açã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es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ru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ras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600" spc="3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600" spc="2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600" spc="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600" spc="2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6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600" spc="1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6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135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323" y="1371217"/>
            <a:ext cx="7976870" cy="2456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ct val="100699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nado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533525">
              <a:spcBef>
                <a:spcPts val="705"/>
              </a:spcBef>
            </a:pP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pede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go_n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o_no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390525" indent="-377825">
              <a:spcBef>
                <a:spcPts val="705"/>
              </a:spcBef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  <a:p>
            <a:pPr marL="1495425">
              <a:spcBef>
                <a:spcPts val="720"/>
              </a:spcBef>
            </a:pP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pede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 i</a:t>
            </a:r>
            <a:r>
              <a:rPr sz="2850" spc="1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srgbClr val="FF0000"/>
                </a:solidFill>
                <a:latin typeface="Arial"/>
                <a:cs typeface="Arial"/>
              </a:rPr>
              <a:t>;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771219"/>
          </a:xfrm>
          <a:prstGeom prst="rect">
            <a:avLst/>
          </a:prstGeom>
        </p:spPr>
        <p:txBody>
          <a:bodyPr vert="horz" wrap="square" lIns="0" tIns="177020" rIns="0" bIns="0" rtlCol="0">
            <a:spAutoFit/>
          </a:bodyPr>
          <a:lstStyle/>
          <a:p>
            <a:pPr marL="584200">
              <a:lnSpc>
                <a:spcPct val="100000"/>
              </a:lnSpc>
            </a:pPr>
            <a:r>
              <a:rPr b="0" i="1" spc="-5" dirty="0">
                <a:latin typeface="Arial"/>
                <a:cs typeface="Arial"/>
              </a:rPr>
              <a:t>T</a:t>
            </a:r>
            <a:r>
              <a:rPr b="0" i="1" dirty="0">
                <a:latin typeface="Arial"/>
                <a:cs typeface="Arial"/>
              </a:rPr>
              <a:t>y</a:t>
            </a:r>
            <a:r>
              <a:rPr b="0" i="1" spc="5" dirty="0">
                <a:latin typeface="Arial"/>
                <a:cs typeface="Arial"/>
              </a:rPr>
              <a:t>pede</a:t>
            </a:r>
            <a:r>
              <a:rPr b="0" i="1" spc="-5" dirty="0">
                <a:latin typeface="Arial"/>
                <a:cs typeface="Arial"/>
              </a:rPr>
              <a:t>f</a:t>
            </a:r>
          </a:p>
        </p:txBody>
      </p:sp>
      <p:sp>
        <p:nvSpPr>
          <p:cNvPr id="4" name="object 4"/>
          <p:cNvSpPr/>
          <p:nvPr/>
        </p:nvSpPr>
        <p:spPr>
          <a:xfrm>
            <a:off x="2086355" y="4237731"/>
            <a:ext cx="6346190" cy="3045441"/>
          </a:xfrm>
          <a:custGeom>
            <a:avLst/>
            <a:gdLst/>
            <a:ahLst/>
            <a:cxnLst/>
            <a:rect l="l" t="t" r="r" b="b"/>
            <a:pathLst>
              <a:path w="6346190" h="3048000">
                <a:moveTo>
                  <a:pt x="1523" y="0"/>
                </a:moveTo>
                <a:lnTo>
                  <a:pt x="0" y="0"/>
                </a:lnTo>
                <a:lnTo>
                  <a:pt x="0" y="1523"/>
                </a:lnTo>
                <a:lnTo>
                  <a:pt x="0" y="3046475"/>
                </a:lnTo>
                <a:lnTo>
                  <a:pt x="0" y="3047999"/>
                </a:lnTo>
                <a:lnTo>
                  <a:pt x="1523" y="3047999"/>
                </a:lnTo>
                <a:lnTo>
                  <a:pt x="6344411" y="3047999"/>
                </a:lnTo>
                <a:lnTo>
                  <a:pt x="6345935" y="3046475"/>
                </a:lnTo>
                <a:lnTo>
                  <a:pt x="6345935" y="1523"/>
                </a:lnTo>
                <a:lnTo>
                  <a:pt x="6344411" y="0"/>
                </a:lnTo>
                <a:lnTo>
                  <a:pt x="1523" y="0"/>
                </a:lnTo>
                <a:close/>
              </a:path>
            </a:pathLst>
          </a:custGeom>
          <a:ln w="103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0772" y="4186464"/>
            <a:ext cx="2615565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struct</a:t>
            </a:r>
            <a:r>
              <a:rPr sz="2600" b="1" spc="2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scoord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1655" y="4186465"/>
            <a:ext cx="2011680" cy="24744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2600" b="1" spc="15" dirty="0">
                <a:solidFill>
                  <a:srgbClr val="FF0000"/>
                </a:solidFill>
                <a:latin typeface="Courier New"/>
                <a:cs typeface="Courier New"/>
              </a:rPr>
              <a:t>y</a:t>
            </a:r>
            <a:r>
              <a:rPr sz="2600" b="1" spc="20" dirty="0">
                <a:solidFill>
                  <a:srgbClr val="FF0000"/>
                </a:solidFill>
                <a:latin typeface="Courier New"/>
                <a:cs typeface="Courier New"/>
              </a:rPr>
              <a:t>pedef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19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4545">
              <a:lnSpc>
                <a:spcPct val="129600"/>
              </a:lnSpc>
              <a:spcBef>
                <a:spcPts val="10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int x; int y;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35"/>
              </a:spcBef>
            </a:pP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}coord;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81655" y="6755292"/>
            <a:ext cx="462661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coord pr</a:t>
            </a:r>
            <a:r>
              <a:rPr sz="260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600" b="1" spc="20" dirty="0">
                <a:solidFill>
                  <a:prstClr val="black"/>
                </a:solidFill>
                <a:latin typeface="Courier New"/>
                <a:cs typeface="Courier New"/>
              </a:rPr>
              <a:t>meira,segunda;</a:t>
            </a:r>
            <a:endParaRPr sz="26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1173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xem</a:t>
            </a:r>
            <a:r>
              <a:rPr spc="-5" dirty="0"/>
              <a:t>p</a:t>
            </a:r>
            <a:r>
              <a:rPr spc="-10" dirty="0"/>
              <a:t>l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-5" dirty="0"/>
              <a:t>d</a:t>
            </a:r>
            <a:r>
              <a:rPr dirty="0"/>
              <a:t>e</a:t>
            </a:r>
            <a:r>
              <a:rPr spc="15" dirty="0"/>
              <a:t> </a:t>
            </a:r>
            <a:r>
              <a:rPr spc="-5" dirty="0"/>
              <a:t>u</a:t>
            </a:r>
            <a:r>
              <a:rPr spc="5" dirty="0"/>
              <a:t>s</a:t>
            </a:r>
            <a:r>
              <a:rPr spc="-5" dirty="0"/>
              <a:t>o</a:t>
            </a:r>
            <a:r>
              <a:rPr spc="10" dirty="0"/>
              <a:t> </a:t>
            </a:r>
            <a:r>
              <a:rPr spc="0" dirty="0"/>
              <a:t>d</a:t>
            </a:r>
            <a:r>
              <a:rPr spc="-5" dirty="0"/>
              <a:t>o</a:t>
            </a:r>
            <a:r>
              <a:rPr spc="-10" dirty="0"/>
              <a:t> </a:t>
            </a:r>
            <a:r>
              <a:rPr i="1" dirty="0">
                <a:latin typeface="Arial"/>
                <a:cs typeface="Arial"/>
              </a:rPr>
              <a:t>ty</a:t>
            </a:r>
            <a:r>
              <a:rPr i="1" spc="-5" dirty="0">
                <a:latin typeface="Arial"/>
                <a:cs typeface="Arial"/>
              </a:rPr>
              <a:t>p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d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f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6131" y="848154"/>
            <a:ext cx="6742430" cy="6575614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99695">
              <a:spcBef>
                <a:spcPts val="195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 marR="3808729">
              <a:lnSpc>
                <a:spcPts val="2740"/>
              </a:lnSpc>
              <a:spcBef>
                <a:spcPts val="220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l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i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b.h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&gt;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y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pede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f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stru</a:t>
            </a:r>
            <a:r>
              <a:rPr sz="1550" b="1" spc="-25" dirty="0">
                <a:solidFill>
                  <a:srgbClr val="659999"/>
                </a:solidFill>
                <a:latin typeface="Courier New"/>
                <a:cs typeface="Courier New"/>
              </a:rPr>
              <a:t>c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_alun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625"/>
              </a:spcBef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51484" marR="4512945">
              <a:lnSpc>
                <a:spcPct val="146500"/>
              </a:lnSpc>
              <a:tabLst>
                <a:tab pos="1155700" algn="l"/>
              </a:tabLst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cha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r</a:t>
            </a:r>
            <a:r>
              <a:rPr sz="1550" b="1" dirty="0">
                <a:solidFill>
                  <a:srgbClr val="659999"/>
                </a:solidFill>
                <a:latin typeface="Courier New"/>
                <a:cs typeface="Courier New"/>
              </a:rPr>
              <a:t>	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[40]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floa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not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[4]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 marR="5450205">
              <a:lnSpc>
                <a:spcPct val="146500"/>
              </a:lnSpc>
              <a:spcBef>
                <a:spcPts val="1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}aluno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860"/>
              </a:spcBef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93090" marR="4604385">
              <a:lnSpc>
                <a:spcPct val="146500"/>
              </a:lnSpc>
              <a:spcBef>
                <a:spcPts val="10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alun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aluno1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93090" marR="3432175">
              <a:lnSpc>
                <a:spcPct val="14650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gets(aluno1.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for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93090" marR="2519680" indent="210185">
              <a:lnSpc>
                <a:spcPct val="146500"/>
              </a:lnSpc>
              <a:spcBef>
                <a:spcPts val="1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scanf(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%f"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&amp;aluno1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nota[i])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puts(aluno1.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me)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03275" marR="2284730" indent="-210820">
              <a:lnSpc>
                <a:spcPct val="146500"/>
              </a:lnSpc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for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i++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"%f\n"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alun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1.nota[i])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68960">
              <a:spcBef>
                <a:spcPts val="875"/>
              </a:spcBef>
            </a:pP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srgbClr val="659999"/>
                </a:solidFill>
                <a:latin typeface="Courier New"/>
                <a:cs typeface="Courier New"/>
              </a:rPr>
              <a:t>n</a:t>
            </a:r>
            <a:r>
              <a:rPr sz="1550" b="1" spc="-10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99695">
              <a:spcBef>
                <a:spcPts val="860"/>
              </a:spcBef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43592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586" y="886478"/>
            <a:ext cx="506285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-5" dirty="0">
                <a:latin typeface="Arial"/>
                <a:cs typeface="Arial"/>
              </a:rPr>
              <a:t>V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dirty="0">
                <a:latin typeface="Arial"/>
                <a:cs typeface="Arial"/>
              </a:rPr>
              <a:t>s </a:t>
            </a:r>
            <a:r>
              <a:rPr i="1" spc="-5" dirty="0">
                <a:latin typeface="Arial"/>
                <a:cs typeface="Arial"/>
              </a:rPr>
              <a:t>d</a:t>
            </a:r>
            <a:r>
              <a:rPr i="1" dirty="0">
                <a:latin typeface="Arial"/>
                <a:cs typeface="Arial"/>
              </a:rPr>
              <a:t>e 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5" dirty="0">
                <a:latin typeface="Arial"/>
                <a:cs typeface="Arial"/>
              </a:rPr>
              <a:t>s</a:t>
            </a:r>
            <a:r>
              <a:rPr i="1" dirty="0">
                <a:latin typeface="Arial"/>
                <a:cs typeface="Arial"/>
              </a:rPr>
              <a:t>tr</a:t>
            </a:r>
            <a:r>
              <a:rPr i="1" spc="-5" dirty="0">
                <a:latin typeface="Arial"/>
                <a:cs typeface="Arial"/>
              </a:rPr>
              <a:t>u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u</a:t>
            </a:r>
            <a:r>
              <a:rPr i="1" dirty="0">
                <a:latin typeface="Arial"/>
                <a:cs typeface="Arial"/>
              </a:rPr>
              <a:t>r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896111" y="1793765"/>
            <a:ext cx="8488680" cy="1789196"/>
          </a:xfrm>
          <a:custGeom>
            <a:avLst/>
            <a:gdLst/>
            <a:ahLst/>
            <a:cxnLst/>
            <a:rect l="l" t="t" r="r" b="b"/>
            <a:pathLst>
              <a:path w="8488680" h="1790700">
                <a:moveTo>
                  <a:pt x="0" y="0"/>
                </a:moveTo>
                <a:lnTo>
                  <a:pt x="0" y="1790699"/>
                </a:lnTo>
                <a:lnTo>
                  <a:pt x="8488679" y="1790699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22" y="1816098"/>
            <a:ext cx="8004175" cy="3005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22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ts val="3100"/>
              </a:lnSpc>
              <a:spcBef>
                <a:spcPts val="1390"/>
              </a:spcBef>
              <a:buClr>
                <a:srgbClr val="852A33"/>
              </a:buClr>
              <a:buSzPct val="68421"/>
              <a:buFont typeface="Wingdings"/>
              <a:buChar char=""/>
              <a:tabLst>
                <a:tab pos="390525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Após 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 pod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-s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 de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r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or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5440680"/>
            <a:ext cx="8488680" cy="355867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66722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7" y="782933"/>
            <a:ext cx="73806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5" dirty="0">
                <a:latin typeface="Arial"/>
                <a:cs typeface="Arial"/>
              </a:rPr>
              <a:t>Acess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m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n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 </a:t>
            </a:r>
            <a:r>
              <a:rPr i="1" spc="0" dirty="0">
                <a:latin typeface="Arial"/>
                <a:cs typeface="Arial"/>
              </a:rPr>
              <a:t>d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ve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0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</a:p>
        </p:txBody>
      </p:sp>
      <p:sp>
        <p:nvSpPr>
          <p:cNvPr id="3" name="object 3"/>
          <p:cNvSpPr/>
          <p:nvPr/>
        </p:nvSpPr>
        <p:spPr>
          <a:xfrm>
            <a:off x="896111" y="1848582"/>
            <a:ext cx="8488680" cy="1791100"/>
          </a:xfrm>
          <a:custGeom>
            <a:avLst/>
            <a:gdLst/>
            <a:ahLst/>
            <a:cxnLst/>
            <a:rect l="l" t="t" r="r" b="b"/>
            <a:pathLst>
              <a:path w="8488680" h="1792604">
                <a:moveTo>
                  <a:pt x="0" y="0"/>
                </a:moveTo>
                <a:lnTo>
                  <a:pt x="0" y="1792223"/>
                </a:lnTo>
                <a:lnTo>
                  <a:pt x="8488679" y="1792223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19" y="1870915"/>
            <a:ext cx="8255634" cy="32593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>
              <a:spcBef>
                <a:spcPts val="10"/>
              </a:spcBef>
            </a:pP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8"/>
              </a:spcBef>
            </a:pP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907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til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ando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-s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ifi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ar 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do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 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5401089"/>
            <a:ext cx="8488680" cy="1307409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70"/>
              </a:spcBef>
            </a:pP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que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.co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igo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10;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35"/>
              </a:spcBef>
            </a:pP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que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.co</a:t>
            </a:r>
            <a:r>
              <a:rPr sz="19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igo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9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950" b="1" spc="15" dirty="0">
                <a:solidFill>
                  <a:prstClr val="black"/>
                </a:solidFill>
                <a:latin typeface="Courier New"/>
                <a:cs typeface="Courier New"/>
              </a:rPr>
              <a:t>17;</a:t>
            </a:r>
            <a:endParaRPr sz="19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746390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347" y="824046"/>
            <a:ext cx="7380605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i="1" spc="5" dirty="0">
                <a:latin typeface="Arial"/>
                <a:cs typeface="Arial"/>
              </a:rPr>
              <a:t>Acess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a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10" dirty="0">
                <a:latin typeface="Arial"/>
                <a:cs typeface="Arial"/>
              </a:rPr>
              <a:t>l</a:t>
            </a:r>
            <a:r>
              <a:rPr i="1" spc="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m</a:t>
            </a:r>
            <a:r>
              <a:rPr i="1" spc="15" dirty="0">
                <a:latin typeface="Arial"/>
                <a:cs typeface="Arial"/>
              </a:rPr>
              <a:t>e</a:t>
            </a:r>
            <a:r>
              <a:rPr i="1" spc="-5" dirty="0">
                <a:latin typeface="Arial"/>
                <a:cs typeface="Arial"/>
              </a:rPr>
              <a:t>n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-5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s </a:t>
            </a:r>
            <a:r>
              <a:rPr i="1" spc="0" dirty="0">
                <a:latin typeface="Arial"/>
                <a:cs typeface="Arial"/>
              </a:rPr>
              <a:t>d</a:t>
            </a:r>
            <a:r>
              <a:rPr i="1" spc="-5" dirty="0">
                <a:latin typeface="Arial"/>
                <a:cs typeface="Arial"/>
              </a:rPr>
              <a:t>o </a:t>
            </a:r>
            <a:r>
              <a:rPr i="1" spc="5" dirty="0">
                <a:latin typeface="Arial"/>
                <a:cs typeface="Arial"/>
              </a:rPr>
              <a:t>ve</a:t>
            </a:r>
            <a:r>
              <a:rPr i="1" dirty="0">
                <a:latin typeface="Arial"/>
                <a:cs typeface="Arial"/>
              </a:rPr>
              <a:t>t</a:t>
            </a:r>
            <a:r>
              <a:rPr i="1" spc="0" dirty="0">
                <a:latin typeface="Arial"/>
                <a:cs typeface="Arial"/>
              </a:rPr>
              <a:t>o</a:t>
            </a:r>
            <a:r>
              <a:rPr i="1" dirty="0">
                <a:latin typeface="Arial"/>
                <a:cs typeface="Arial"/>
              </a:rPr>
              <a:t>r</a:t>
            </a:r>
          </a:p>
        </p:txBody>
      </p:sp>
      <p:sp>
        <p:nvSpPr>
          <p:cNvPr id="3" name="object 3"/>
          <p:cNvSpPr/>
          <p:nvPr/>
        </p:nvSpPr>
        <p:spPr>
          <a:xfrm>
            <a:off x="896111" y="1793765"/>
            <a:ext cx="8648700" cy="1789196"/>
          </a:xfrm>
          <a:custGeom>
            <a:avLst/>
            <a:gdLst/>
            <a:ahLst/>
            <a:cxnLst/>
            <a:rect l="l" t="t" r="r" b="b"/>
            <a:pathLst>
              <a:path w="8648700" h="1790700">
                <a:moveTo>
                  <a:pt x="0" y="0"/>
                </a:moveTo>
                <a:lnTo>
                  <a:pt x="0" y="1790699"/>
                </a:lnTo>
                <a:lnTo>
                  <a:pt x="8648699" y="1790699"/>
                </a:lnTo>
                <a:lnTo>
                  <a:pt x="86486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19" y="1816097"/>
            <a:ext cx="8624570" cy="2728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3"/>
              </a:spcBef>
            </a:pPr>
            <a:endParaRPr sz="19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ts val="29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0525" algn="l"/>
                <a:tab pos="99695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nda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ag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er os 100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odu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4884887"/>
            <a:ext cx="8648700" cy="2461097"/>
          </a:xfrm>
          <a:custGeom>
            <a:avLst/>
            <a:gdLst/>
            <a:ahLst/>
            <a:cxnLst/>
            <a:rect l="l" t="t" r="r" b="b"/>
            <a:pathLst>
              <a:path w="8648700" h="2463165">
                <a:moveTo>
                  <a:pt x="0" y="0"/>
                </a:moveTo>
                <a:lnTo>
                  <a:pt x="0" y="2462783"/>
                </a:lnTo>
                <a:lnTo>
                  <a:pt x="8648699" y="2462783"/>
                </a:lnTo>
                <a:lnTo>
                  <a:pt x="864869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5216" y="4907219"/>
            <a:ext cx="3361054" cy="13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7"/>
              </a:spcBef>
            </a:pPr>
            <a:endParaRPr sz="23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100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657" y="4907218"/>
            <a:ext cx="1174115" cy="203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for(in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2791" y="6250258"/>
            <a:ext cx="5876290" cy="1024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2284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scan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f(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"%d"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&amp;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toque[i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].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gets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(e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i]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.descri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5436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952037"/>
          </a:xfrm>
          <a:prstGeom prst="rect">
            <a:avLst/>
          </a:prstGeom>
        </p:spPr>
        <p:txBody>
          <a:bodyPr vert="horz" wrap="square" lIns="0" tIns="607550" rIns="0" bIns="0" rtlCol="0">
            <a:spAutoFit/>
          </a:bodyPr>
          <a:lstStyle/>
          <a:p>
            <a:pPr marL="335280">
              <a:lnSpc>
                <a:spcPct val="100000"/>
              </a:lnSpc>
            </a:pPr>
            <a:r>
              <a:rPr sz="2200" spc="5" dirty="0"/>
              <a:t>C</a:t>
            </a:r>
            <a:r>
              <a:rPr sz="2200" spc="-5" dirty="0"/>
              <a:t>ódig</a:t>
            </a:r>
            <a:r>
              <a:rPr sz="2200" dirty="0"/>
              <a:t>o</a:t>
            </a:r>
            <a:r>
              <a:rPr sz="2200" spc="-5" dirty="0"/>
              <a:t> </a:t>
            </a:r>
            <a:r>
              <a:rPr sz="2200" spc="5" dirty="0"/>
              <a:t>co</a:t>
            </a:r>
            <a:r>
              <a:rPr sz="2200" spc="10" dirty="0"/>
              <a:t>m</a:t>
            </a:r>
            <a:r>
              <a:rPr sz="2200" spc="-5" dirty="0"/>
              <a:t>plet</a:t>
            </a:r>
            <a:r>
              <a:rPr sz="2200" dirty="0"/>
              <a:t>o</a:t>
            </a:r>
            <a:r>
              <a:rPr sz="2200" spc="-5" dirty="0"/>
              <a:t> d</a:t>
            </a:r>
            <a:r>
              <a:rPr sz="2200" dirty="0"/>
              <a:t>o</a:t>
            </a:r>
            <a:r>
              <a:rPr sz="2200" spc="-15" dirty="0"/>
              <a:t> </a:t>
            </a:r>
            <a:r>
              <a:rPr sz="2200" spc="-5" dirty="0"/>
              <a:t>exe</a:t>
            </a:r>
            <a:r>
              <a:rPr sz="2200" spc="10" dirty="0"/>
              <a:t>m</a:t>
            </a:r>
            <a:r>
              <a:rPr sz="2200" spc="-5" dirty="0"/>
              <a:t>pl</a:t>
            </a:r>
            <a:r>
              <a:rPr sz="2200" dirty="0"/>
              <a:t>o</a:t>
            </a:r>
            <a:endParaRPr sz="2200"/>
          </a:p>
        </p:txBody>
      </p:sp>
      <p:sp>
        <p:nvSpPr>
          <p:cNvPr id="3" name="object 3"/>
          <p:cNvSpPr/>
          <p:nvPr/>
        </p:nvSpPr>
        <p:spPr>
          <a:xfrm>
            <a:off x="815342" y="1239495"/>
            <a:ext cx="8254365" cy="5885314"/>
          </a:xfrm>
          <a:custGeom>
            <a:avLst/>
            <a:gdLst/>
            <a:ahLst/>
            <a:cxnLst/>
            <a:rect l="l" t="t" r="r" b="b"/>
            <a:pathLst>
              <a:path w="8254365" h="5890259">
                <a:moveTo>
                  <a:pt x="0" y="0"/>
                </a:moveTo>
                <a:lnTo>
                  <a:pt x="0" y="5890259"/>
                </a:lnTo>
                <a:lnTo>
                  <a:pt x="8253983" y="5890259"/>
                </a:lnTo>
                <a:lnTo>
                  <a:pt x="8253983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9322" y="1234673"/>
            <a:ext cx="2136775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&lt;st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io.h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67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47952" y="1469170"/>
            <a:ext cx="1784985" cy="496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stru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9322" y="1478054"/>
            <a:ext cx="847725" cy="956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#defin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78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81965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5358" y="2172669"/>
            <a:ext cx="845819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cod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go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9319" y="2405643"/>
            <a:ext cx="2840990" cy="496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1965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des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ricao[120]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5"/>
              </a:lnSpc>
            </a:pP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produto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9319" y="3109141"/>
            <a:ext cx="2840990" cy="96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39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>
              <a:lnSpc>
                <a:spcPts val="1839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toque[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AM]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41497" y="3811115"/>
            <a:ext cx="1900555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25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Cri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a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veto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r</a:t>
            </a:r>
            <a:r>
              <a:rPr sz="1550" b="1" spc="-2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d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e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3038" y="3811115"/>
            <a:ext cx="1199515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estrutura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s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1363" y="4045614"/>
            <a:ext cx="4480560" cy="96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5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0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 marR="5080" indent="-635">
              <a:lnSpc>
                <a:spcPts val="1839"/>
              </a:lnSpc>
              <a:spcBef>
                <a:spcPts val="70"/>
              </a:spcBef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"Info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dig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prod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scanf(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%d%*c"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&amp;est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que[i].codig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32687" y="4514610"/>
            <a:ext cx="730885" cy="494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3335">
              <a:lnSpc>
                <a:spcPts val="1850"/>
              </a:lnSpc>
            </a:pP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/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%*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c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09097" y="4747587"/>
            <a:ext cx="730250" cy="238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'\n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'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53986" y="4516970"/>
            <a:ext cx="963930" cy="7270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900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de</a:t>
            </a:r>
            <a:r>
              <a:rPr sz="1550" b="1" spc="-25" dirty="0">
                <a:solidFill>
                  <a:srgbClr val="0000CC"/>
                </a:solidFill>
                <a:latin typeface="Courier New"/>
                <a:cs typeface="Courier New"/>
              </a:rPr>
              <a:t>s</a:t>
            </a:r>
            <a:r>
              <a:rPr sz="1550" b="1" spc="-10" dirty="0">
                <a:solidFill>
                  <a:srgbClr val="0000CC"/>
                </a:solidFill>
                <a:latin typeface="Courier New"/>
                <a:cs typeface="Courier New"/>
              </a:rPr>
              <a:t>cart</a:t>
            </a:r>
            <a:r>
              <a:rPr sz="1550" b="1" spc="-5" dirty="0">
                <a:solidFill>
                  <a:srgbClr val="0000CC"/>
                </a:solidFill>
                <a:latin typeface="Courier New"/>
                <a:cs typeface="Courier New"/>
              </a:rPr>
              <a:t>a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3308" y="4990969"/>
            <a:ext cx="4949825" cy="487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"Info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scrica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: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gets(e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toque[i].des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ricao)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9319" y="5451084"/>
            <a:ext cx="7880984" cy="1659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4490"/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0"/>
              </a:spcBef>
            </a:pPr>
            <a:endParaRPr sz="1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64490" marR="1997075" indent="-635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printf("L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stag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do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oduto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maz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nados:\n")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for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16280">
              <a:lnSpc>
                <a:spcPts val="178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printf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"%3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%s\n"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estoque[i].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odigo,estoqu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[i].d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scrica</a:t>
            </a:r>
            <a:r>
              <a:rPr sz="1550" b="1" spc="-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64490">
              <a:lnSpc>
                <a:spcPts val="1850"/>
              </a:lnSpc>
            </a:pP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550" b="1" spc="-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550" b="1" spc="-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lnSpc>
                <a:spcPts val="1855"/>
              </a:lnSpc>
            </a:pPr>
            <a:r>
              <a:rPr sz="155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5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1640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1179792"/>
          </a:xfrm>
          <a:prstGeom prst="rect">
            <a:avLst/>
          </a:prstGeom>
        </p:spPr>
        <p:txBody>
          <a:bodyPr vert="horz" wrap="square" lIns="0" tIns="650222" rIns="0" bIns="0" rtlCol="0">
            <a:spAutoFit/>
          </a:bodyPr>
          <a:lstStyle/>
          <a:p>
            <a:pPr marL="508000">
              <a:lnSpc>
                <a:spcPct val="100000"/>
              </a:lnSpc>
            </a:pPr>
            <a:r>
              <a:rPr sz="3400" spc="-5" dirty="0"/>
              <a:t>I</a:t>
            </a:r>
            <a:r>
              <a:rPr sz="3400" spc="10" dirty="0"/>
              <a:t>n</a:t>
            </a:r>
            <a:r>
              <a:rPr sz="3400" spc="-5" dirty="0"/>
              <a:t>i</a:t>
            </a:r>
            <a:r>
              <a:rPr sz="3400" spc="15" dirty="0"/>
              <a:t>c</a:t>
            </a:r>
            <a:r>
              <a:rPr sz="3400" spc="-5" dirty="0"/>
              <a:t>i</a:t>
            </a:r>
            <a:r>
              <a:rPr sz="3400" spc="15" dirty="0"/>
              <a:t>a</a:t>
            </a:r>
            <a:r>
              <a:rPr sz="3400" spc="-5" dirty="0"/>
              <a:t>l</a:t>
            </a:r>
            <a:r>
              <a:rPr sz="3400" spc="-15" dirty="0"/>
              <a:t>i</a:t>
            </a:r>
            <a:r>
              <a:rPr sz="3400" spc="10" dirty="0"/>
              <a:t>z</a:t>
            </a:r>
            <a:r>
              <a:rPr sz="3400" dirty="0"/>
              <a:t>aç</a:t>
            </a:r>
            <a:r>
              <a:rPr sz="3400" spc="15" dirty="0"/>
              <a:t>ã</a:t>
            </a:r>
            <a:r>
              <a:rPr sz="3400" spc="10" dirty="0"/>
              <a:t>o</a:t>
            </a:r>
            <a:r>
              <a:rPr sz="3400" spc="-10" dirty="0"/>
              <a:t> </a:t>
            </a:r>
            <a:r>
              <a:rPr sz="3400" spc="10" dirty="0"/>
              <a:t>de</a:t>
            </a:r>
            <a:r>
              <a:rPr sz="3400" spc="-5" dirty="0"/>
              <a:t> </a:t>
            </a:r>
            <a:r>
              <a:rPr sz="3400" spc="10" dirty="0"/>
              <a:t>u</a:t>
            </a:r>
            <a:r>
              <a:rPr sz="3400" spc="15" dirty="0"/>
              <a:t>m</a:t>
            </a:r>
            <a:r>
              <a:rPr sz="3400" spc="-5" dirty="0"/>
              <a:t> </a:t>
            </a:r>
            <a:r>
              <a:rPr sz="3400" spc="15" dirty="0"/>
              <a:t>ve</a:t>
            </a:r>
            <a:r>
              <a:rPr sz="3400" spc="-10" dirty="0"/>
              <a:t>t</a:t>
            </a:r>
            <a:r>
              <a:rPr sz="3400" spc="10" dirty="0"/>
              <a:t>o</a:t>
            </a:r>
            <a:r>
              <a:rPr sz="3400" spc="5" dirty="0"/>
              <a:t>r</a:t>
            </a:r>
            <a:r>
              <a:rPr sz="3400" dirty="0"/>
              <a:t> </a:t>
            </a:r>
            <a:r>
              <a:rPr sz="3400" spc="-5" dirty="0"/>
              <a:t>d</a:t>
            </a:r>
            <a:r>
              <a:rPr sz="3400" spc="10" dirty="0"/>
              <a:t>e </a:t>
            </a:r>
            <a:r>
              <a:rPr sz="3400" dirty="0"/>
              <a:t>e</a:t>
            </a:r>
            <a:r>
              <a:rPr sz="3400" spc="15" dirty="0"/>
              <a:t>s</a:t>
            </a:r>
            <a:r>
              <a:rPr sz="3400" spc="5" dirty="0"/>
              <a:t>tr</a:t>
            </a:r>
            <a:r>
              <a:rPr sz="3400" spc="-5" dirty="0"/>
              <a:t>u</a:t>
            </a:r>
            <a:r>
              <a:rPr sz="3400" spc="5" dirty="0"/>
              <a:t>t</a:t>
            </a:r>
            <a:r>
              <a:rPr sz="3400" spc="10" dirty="0"/>
              <a:t>u</a:t>
            </a:r>
            <a:r>
              <a:rPr sz="3400" spc="5" dirty="0"/>
              <a:t>r</a:t>
            </a:r>
            <a:r>
              <a:rPr sz="3400" spc="15" dirty="0"/>
              <a:t>a</a:t>
            </a:r>
            <a:r>
              <a:rPr sz="3400" spc="10" dirty="0"/>
              <a:t>s</a:t>
            </a:r>
            <a:endParaRPr sz="3400"/>
          </a:p>
        </p:txBody>
      </p:sp>
      <p:sp>
        <p:nvSpPr>
          <p:cNvPr id="3" name="object 3"/>
          <p:cNvSpPr/>
          <p:nvPr/>
        </p:nvSpPr>
        <p:spPr>
          <a:xfrm>
            <a:off x="896111" y="1793765"/>
            <a:ext cx="8488680" cy="1789196"/>
          </a:xfrm>
          <a:custGeom>
            <a:avLst/>
            <a:gdLst/>
            <a:ahLst/>
            <a:cxnLst/>
            <a:rect l="l" t="t" r="r" b="b"/>
            <a:pathLst>
              <a:path w="8488680" h="1790700">
                <a:moveTo>
                  <a:pt x="0" y="0"/>
                </a:moveTo>
                <a:lnTo>
                  <a:pt x="0" y="1790699"/>
                </a:lnTo>
                <a:lnTo>
                  <a:pt x="8488679" y="1790699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22" y="1816099"/>
            <a:ext cx="8138795" cy="2698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90525" marR="5080" indent="-377825">
              <a:lnSpc>
                <a:spcPts val="3240"/>
              </a:lnSpc>
              <a:spcBef>
                <a:spcPts val="1575"/>
              </a:spcBef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Pode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-s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r 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or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as no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aba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68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5043250"/>
            <a:ext cx="8411210" cy="1372812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100965">
              <a:spcBef>
                <a:spcPts val="14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388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{235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"Teclad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o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USB"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245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Monito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LCD"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515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e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mori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a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DDR"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284859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715562"/>
          </a:xfrm>
          <a:prstGeom prst="rect">
            <a:avLst/>
          </a:prstGeom>
        </p:spPr>
        <p:txBody>
          <a:bodyPr vert="horz" wrap="square" lIns="0" tIns="160002" rIns="0" bIns="0" rtlCol="0">
            <a:spAutoFit/>
          </a:bodyPr>
          <a:lstStyle/>
          <a:p>
            <a:pPr marL="428625">
              <a:lnSpc>
                <a:spcPct val="100000"/>
              </a:lnSpc>
            </a:pPr>
            <a:r>
              <a:rPr sz="3600" dirty="0"/>
              <a:t>I</a:t>
            </a:r>
            <a:r>
              <a:rPr sz="3600" spc="20" dirty="0"/>
              <a:t>n</a:t>
            </a:r>
            <a:r>
              <a:rPr sz="3600" dirty="0"/>
              <a:t>i</a:t>
            </a:r>
            <a:r>
              <a:rPr sz="3600" spc="20" dirty="0"/>
              <a:t>c</a:t>
            </a:r>
            <a:r>
              <a:rPr sz="3600" spc="-10" dirty="0"/>
              <a:t>i</a:t>
            </a:r>
            <a:r>
              <a:rPr sz="3600" spc="20" dirty="0"/>
              <a:t>a</a:t>
            </a:r>
            <a:r>
              <a:rPr sz="3600" dirty="0"/>
              <a:t>l</a:t>
            </a:r>
            <a:r>
              <a:rPr sz="3600" spc="-10" dirty="0"/>
              <a:t>i</a:t>
            </a:r>
            <a:r>
              <a:rPr sz="3600" spc="20" dirty="0"/>
              <a:t>zan</a:t>
            </a:r>
            <a:r>
              <a:rPr sz="3600" spc="5" dirty="0"/>
              <a:t>d</a:t>
            </a:r>
            <a:r>
              <a:rPr sz="3600" spc="20" dirty="0"/>
              <a:t>o</a:t>
            </a:r>
            <a:r>
              <a:rPr sz="3600" spc="-5" dirty="0"/>
              <a:t> </a:t>
            </a:r>
            <a:r>
              <a:rPr sz="3600" spc="20" dirty="0"/>
              <a:t>u</a:t>
            </a:r>
            <a:r>
              <a:rPr sz="3600" spc="30" dirty="0"/>
              <a:t>m</a:t>
            </a:r>
            <a:r>
              <a:rPr sz="3600" dirty="0"/>
              <a:t> </a:t>
            </a:r>
            <a:r>
              <a:rPr sz="3600" spc="20" dirty="0"/>
              <a:t>ve</a:t>
            </a:r>
            <a:r>
              <a:rPr sz="3600" spc="10" dirty="0"/>
              <a:t>t</a:t>
            </a:r>
            <a:r>
              <a:rPr sz="3600" spc="20" dirty="0"/>
              <a:t>o</a:t>
            </a:r>
            <a:r>
              <a:rPr sz="3600" spc="10" dirty="0"/>
              <a:t>r</a:t>
            </a:r>
            <a:r>
              <a:rPr sz="3600" spc="5" dirty="0"/>
              <a:t> </a:t>
            </a:r>
            <a:r>
              <a:rPr sz="3600" spc="20" dirty="0"/>
              <a:t>d</a:t>
            </a:r>
            <a:r>
              <a:rPr sz="3600" spc="15" dirty="0"/>
              <a:t>e</a:t>
            </a:r>
            <a:r>
              <a:rPr sz="3600" spc="10" dirty="0"/>
              <a:t> </a:t>
            </a:r>
            <a:r>
              <a:rPr sz="3600" spc="5" dirty="0"/>
              <a:t>e</a:t>
            </a:r>
            <a:r>
              <a:rPr sz="3600" spc="20" dirty="0"/>
              <a:t>s</a:t>
            </a:r>
            <a:r>
              <a:rPr sz="3600" spc="10" dirty="0"/>
              <a:t>tr</a:t>
            </a:r>
            <a:r>
              <a:rPr sz="3600" spc="20" dirty="0"/>
              <a:t>u</a:t>
            </a:r>
            <a:r>
              <a:rPr sz="3600" spc="10" dirty="0"/>
              <a:t>t</a:t>
            </a:r>
            <a:r>
              <a:rPr sz="3600" spc="20" dirty="0"/>
              <a:t>u</a:t>
            </a:r>
            <a:r>
              <a:rPr sz="3600" spc="10" dirty="0"/>
              <a:t>r</a:t>
            </a:r>
            <a:r>
              <a:rPr sz="3600" spc="20" dirty="0"/>
              <a:t>a</a:t>
            </a:r>
            <a:r>
              <a:rPr sz="3600" spc="15" dirty="0"/>
              <a:t>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96111" y="1192289"/>
            <a:ext cx="8488680" cy="1789196"/>
          </a:xfrm>
          <a:custGeom>
            <a:avLst/>
            <a:gdLst/>
            <a:ahLst/>
            <a:cxnLst/>
            <a:rect l="l" t="t" r="r" b="b"/>
            <a:pathLst>
              <a:path w="8488680" h="1790700">
                <a:moveTo>
                  <a:pt x="0" y="0"/>
                </a:moveTo>
                <a:lnTo>
                  <a:pt x="0" y="1790699"/>
                </a:lnTo>
                <a:lnTo>
                  <a:pt x="8488679" y="1790699"/>
                </a:lnTo>
                <a:lnTo>
                  <a:pt x="848867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5519" y="1214624"/>
            <a:ext cx="8219440" cy="3297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truc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>
              <a:spcBef>
                <a:spcPts val="10"/>
              </a:spcBef>
              <a:tabLst>
                <a:tab pos="1528445" algn="l"/>
              </a:tabLst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	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codigo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8770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descric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[120]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7145"/>
            <a:r>
              <a:rPr sz="2200" b="1" spc="-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5"/>
              </a:spcBef>
            </a:pPr>
            <a:endParaRPr sz="20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90525" marR="5080" indent="-377825">
              <a:lnSpc>
                <a:spcPct val="9770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enos 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que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or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“z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”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(s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o) ou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850" i="1" spc="-5" dirty="0">
                <a:solidFill>
                  <a:prstClr val="black"/>
                </a:solidFill>
                <a:latin typeface="Arial"/>
                <a:cs typeface="Arial"/>
              </a:rPr>
              <a:t>st</a:t>
            </a:r>
            <a:r>
              <a:rPr sz="2850" i="1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i="1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i="1" spc="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850" i="1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69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6111" y="4699114"/>
            <a:ext cx="8411210" cy="1371529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6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60388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{235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"Teclad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o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USB"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245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Monito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r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LCD"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77152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515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"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</a:t>
            </a:r>
            <a:r>
              <a:rPr sz="2200" b="1" spc="-10" dirty="0">
                <a:solidFill>
                  <a:srgbClr val="320065"/>
                </a:solidFill>
                <a:latin typeface="Courier New"/>
                <a:cs typeface="Courier New"/>
              </a:rPr>
              <a:t>e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mori</a:t>
            </a:r>
            <a:r>
              <a:rPr sz="2200" b="1" dirty="0">
                <a:solidFill>
                  <a:srgbClr val="320065"/>
                </a:solidFill>
                <a:latin typeface="Courier New"/>
                <a:cs typeface="Courier New"/>
              </a:rPr>
              <a:t>a</a:t>
            </a:r>
            <a:r>
              <a:rPr sz="2200" b="1" spc="15" dirty="0">
                <a:solidFill>
                  <a:srgbClr val="320065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srgbClr val="320065"/>
                </a:solidFill>
                <a:latin typeface="Courier New"/>
                <a:cs typeface="Courier New"/>
              </a:rPr>
              <a:t>DDR"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6271" y="6389333"/>
            <a:ext cx="7999730" cy="822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324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 3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99112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Fun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e </a:t>
            </a:r>
            <a:r>
              <a:rPr spc="15" dirty="0"/>
              <a:t>v</a:t>
            </a:r>
            <a:r>
              <a:rPr spc="5" dirty="0"/>
              <a:t>e</a:t>
            </a:r>
            <a:r>
              <a:rPr dirty="0"/>
              <a:t>t</a:t>
            </a:r>
            <a:r>
              <a:rPr spc="-5" dirty="0"/>
              <a:t>o</a:t>
            </a:r>
            <a:r>
              <a:rPr dirty="0"/>
              <a:t>r</a:t>
            </a:r>
            <a:r>
              <a:rPr spc="5" dirty="0"/>
              <a:t>e</a:t>
            </a:r>
            <a:r>
              <a:rPr dirty="0"/>
              <a:t>s </a:t>
            </a:r>
            <a:r>
              <a:rPr spc="-5" dirty="0"/>
              <a:t>d</a:t>
            </a:r>
            <a:r>
              <a:rPr dirty="0"/>
              <a:t>e </a:t>
            </a:r>
            <a:r>
              <a:rPr spc="5" dirty="0"/>
              <a:t>es</a:t>
            </a:r>
            <a:r>
              <a:rPr spc="10" dirty="0"/>
              <a:t>t</a:t>
            </a:r>
            <a:r>
              <a:rPr dirty="0"/>
              <a:t>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5519" y="1550636"/>
            <a:ext cx="8667750" cy="741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marR="5080" indent="-377825">
              <a:lnSpc>
                <a:spcPts val="2920"/>
              </a:lnSpc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Ve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es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utu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as pode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er pa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ados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 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gu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os de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ões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-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qua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er ou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6111" y="2664762"/>
            <a:ext cx="9044940" cy="1371529"/>
          </a:xfrm>
          <a:prstGeom prst="rect">
            <a:avLst/>
          </a:prstGeom>
          <a:ln w="10495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00965">
              <a:spcBef>
                <a:spcPts val="135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 marR="5398770" indent="-63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0]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b="1" spc="-5" dirty="0">
                <a:solidFill>
                  <a:srgbClr val="0000CC"/>
                </a:solidFill>
                <a:latin typeface="Courier New"/>
                <a:cs typeface="Courier New"/>
              </a:rPr>
              <a:t>lerProd</a:t>
            </a:r>
            <a:r>
              <a:rPr sz="2200" b="1" spc="5" dirty="0">
                <a:solidFill>
                  <a:srgbClr val="0000CC"/>
                </a:solidFill>
                <a:latin typeface="Courier New"/>
                <a:cs typeface="Courier New"/>
              </a:rPr>
              <a:t>ut</a:t>
            </a:r>
            <a:r>
              <a:rPr sz="2200" b="1" spc="-5" dirty="0">
                <a:solidFill>
                  <a:srgbClr val="0000CC"/>
                </a:solidFill>
                <a:latin typeface="Courier New"/>
                <a:cs typeface="Courier New"/>
              </a:rPr>
              <a:t>os(esto</a:t>
            </a:r>
            <a:r>
              <a:rPr sz="2200" b="1" spc="5" dirty="0">
                <a:solidFill>
                  <a:srgbClr val="0000CC"/>
                </a:solidFill>
                <a:latin typeface="Courier New"/>
                <a:cs typeface="Courier New"/>
              </a:rPr>
              <a:t>qu</a:t>
            </a:r>
            <a:r>
              <a:rPr sz="2200" b="1" spc="-5" dirty="0">
                <a:solidFill>
                  <a:srgbClr val="0000CC"/>
                </a:solidFill>
                <a:latin typeface="Courier New"/>
                <a:cs typeface="Courier New"/>
              </a:rPr>
              <a:t>e)</a:t>
            </a:r>
            <a:r>
              <a:rPr sz="2200" b="1" dirty="0">
                <a:solidFill>
                  <a:srgbClr val="0000CC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00965">
              <a:spcBef>
                <a:spcPts val="10"/>
              </a:spcBef>
            </a:pP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1" y="4418935"/>
            <a:ext cx="9044940" cy="2796095"/>
          </a:xfrm>
          <a:custGeom>
            <a:avLst/>
            <a:gdLst/>
            <a:ahLst/>
            <a:cxnLst/>
            <a:rect l="l" t="t" r="r" b="b"/>
            <a:pathLst>
              <a:path w="9044940" h="2798445">
                <a:moveTo>
                  <a:pt x="0" y="0"/>
                </a:moveTo>
                <a:lnTo>
                  <a:pt x="0" y="2798063"/>
                </a:lnTo>
                <a:lnTo>
                  <a:pt x="9044939" y="2798063"/>
                </a:lnTo>
                <a:lnTo>
                  <a:pt x="904493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2794" y="4441266"/>
            <a:ext cx="6717665" cy="3046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voi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le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rP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rodutos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20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produt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e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stoque[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10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464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for(i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 100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4645">
              <a:spcBef>
                <a:spcPts val="10"/>
              </a:spcBef>
            </a:pP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837565" marR="494665"/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sc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an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f("%d"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 &amp;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estoque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[i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].codig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ge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ts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(estoqu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i].desc</a:t>
            </a:r>
            <a:r>
              <a:rPr sz="2200" b="1" spc="5" dirty="0">
                <a:solidFill>
                  <a:prstClr val="black"/>
                </a:solidFill>
                <a:latin typeface="Courier New"/>
                <a:cs typeface="Courier New"/>
              </a:rPr>
              <a:t>ri</a:t>
            </a:r>
            <a:r>
              <a:rPr sz="2200" b="1" spc="-5" dirty="0">
                <a:solidFill>
                  <a:prstClr val="black"/>
                </a:solidFill>
                <a:latin typeface="Courier New"/>
                <a:cs typeface="Courier New"/>
              </a:rPr>
              <a:t>cao)</a:t>
            </a: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334645">
              <a:spcBef>
                <a:spcPts val="10"/>
              </a:spcBef>
            </a:pPr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  <a:p>
            <a:r>
              <a:rPr sz="2200" b="1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2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70</a:t>
            </a:fld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58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908178"/>
          </a:xfrm>
          <a:prstGeom prst="rect">
            <a:avLst/>
          </a:prstGeom>
        </p:spPr>
        <p:txBody>
          <a:bodyPr vert="horz" wrap="square" lIns="0" tIns="312655" rIns="0" bIns="0" rtlCol="0">
            <a:spAutoFit/>
          </a:bodyPr>
          <a:lstStyle/>
          <a:p>
            <a:pPr marL="109855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–</a:t>
            </a:r>
            <a:r>
              <a:rPr spc="15" dirty="0"/>
              <a:t> </a:t>
            </a:r>
            <a:r>
              <a:rPr spc="10" dirty="0"/>
              <a:t>E</a:t>
            </a:r>
            <a:r>
              <a:rPr spc="5" dirty="0"/>
              <a:t>xe</a:t>
            </a:r>
            <a:r>
              <a:rPr spc="-5" dirty="0"/>
              <a:t>m</a:t>
            </a:r>
            <a:r>
              <a:rPr spc="0" dirty="0"/>
              <a:t>pl</a:t>
            </a:r>
            <a:r>
              <a:rPr spc="-5" dirty="0"/>
              <a:t>o </a:t>
            </a:r>
            <a:r>
              <a:rPr dirty="0"/>
              <a:t>1</a:t>
            </a:r>
            <a:r>
              <a:rPr spc="-5" dirty="0"/>
              <a:t>/</a:t>
            </a:r>
            <a:r>
              <a:rPr dirty="0"/>
              <a:t>3</a:t>
            </a:r>
          </a:p>
        </p:txBody>
      </p:sp>
      <p:sp>
        <p:nvSpPr>
          <p:cNvPr id="3" name="object 3"/>
          <p:cNvSpPr/>
          <p:nvPr/>
        </p:nvSpPr>
        <p:spPr>
          <a:xfrm>
            <a:off x="658371" y="1317152"/>
            <a:ext cx="8886825" cy="4865092"/>
          </a:xfrm>
          <a:custGeom>
            <a:avLst/>
            <a:gdLst/>
            <a:ahLst/>
            <a:cxnLst/>
            <a:rect l="l" t="t" r="r" b="b"/>
            <a:pathLst>
              <a:path w="8886825" h="4869180">
                <a:moveTo>
                  <a:pt x="0" y="0"/>
                </a:moveTo>
                <a:lnTo>
                  <a:pt x="0" y="4869179"/>
                </a:lnTo>
                <a:lnTo>
                  <a:pt x="8886443" y="4869179"/>
                </a:lnTo>
                <a:lnTo>
                  <a:pt x="8886443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047" y="1306241"/>
            <a:ext cx="2579370" cy="583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#includ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stdio.h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#defin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4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047" y="2162007"/>
            <a:ext cx="3296920" cy="86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pede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ruc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pro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72770">
              <a:spcBef>
                <a:spcPts val="25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5050" y="2731505"/>
            <a:ext cx="3440429" cy="2544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605" algn="ctr"/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odigo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72770">
              <a:spcBef>
                <a:spcPts val="20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cha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escricao[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20]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5"/>
              </a:spcBef>
            </a:pP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produto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944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.........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......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1080"/>
              </a:spcBef>
            </a:pP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main(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20"/>
              </a:spcBef>
            </a:pP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29259" indent="-635">
              <a:lnSpc>
                <a:spcPct val="101099"/>
              </a:lnSpc>
              <a:spcBef>
                <a:spcPts val="10"/>
              </a:spcBef>
            </a:pP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produt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o</a:t>
            </a:r>
            <a:r>
              <a:rPr sz="1850" b="1" spc="30" dirty="0">
                <a:solidFill>
                  <a:srgbClr val="0000CC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estoque[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T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AM]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; 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LerPro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d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utos(esto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q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ue)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2753" y="4692769"/>
            <a:ext cx="4444365" cy="86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ri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veto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8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estrut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ra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29259">
              <a:spcBef>
                <a:spcPts val="25"/>
              </a:spcBef>
            </a:pP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Ch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nçã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itur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29259">
              <a:spcBef>
                <a:spcPts val="20"/>
              </a:spcBef>
            </a:pP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Ch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nçã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pressã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4815" y="5259168"/>
            <a:ext cx="3583304" cy="5856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1099"/>
              </a:lnSpc>
            </a:pP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I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mpr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i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m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Produtos(</a:t>
            </a:r>
            <a:r>
              <a:rPr sz="1850" b="1" spc="25" dirty="0">
                <a:solidFill>
                  <a:srgbClr val="0000CC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srgbClr val="0000CC"/>
                </a:solidFill>
                <a:latin typeface="Courier New"/>
                <a:cs typeface="Courier New"/>
              </a:rPr>
              <a:t>stoque)</a:t>
            </a:r>
            <a:r>
              <a:rPr sz="1850" b="1" spc="10" dirty="0">
                <a:solidFill>
                  <a:srgbClr val="0000CC"/>
                </a:solidFill>
                <a:latin typeface="Courier New"/>
                <a:cs typeface="Courier New"/>
              </a:rPr>
              <a:t>;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retur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057" y="5831763"/>
            <a:ext cx="142875" cy="284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9566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9872" y="1317154"/>
            <a:ext cx="9798050" cy="4502811"/>
          </a:xfrm>
          <a:custGeom>
            <a:avLst/>
            <a:gdLst/>
            <a:ahLst/>
            <a:cxnLst/>
            <a:rect l="l" t="t" r="r" b="b"/>
            <a:pathLst>
              <a:path w="9798050" h="4506595">
                <a:moveTo>
                  <a:pt x="0" y="0"/>
                </a:moveTo>
                <a:lnTo>
                  <a:pt x="0" y="4506467"/>
                </a:lnTo>
                <a:lnTo>
                  <a:pt x="9797795" y="4506467"/>
                </a:lnTo>
                <a:lnTo>
                  <a:pt x="9797795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553" y="1300658"/>
            <a:ext cx="15919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72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1102" y="1618906"/>
            <a:ext cx="3500754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pr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 e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st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q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e[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TA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]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6551" y="1618906"/>
            <a:ext cx="2703830" cy="9656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Le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rP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ro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u</a:t>
            </a:r>
            <a:r>
              <a:rPr sz="2050" b="1" spc="25" dirty="0">
                <a:solidFill>
                  <a:srgbClr val="659999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srgbClr val="659999"/>
                </a:solidFill>
                <a:latin typeface="Courier New"/>
                <a:cs typeface="Courier New"/>
              </a:rPr>
              <a:t>os</a:t>
            </a:r>
            <a:r>
              <a:rPr sz="2050" b="1" spc="20" dirty="0">
                <a:solidFill>
                  <a:srgbClr val="659999"/>
                </a:solidFill>
                <a:latin typeface="Courier New"/>
                <a:cs typeface="Courier New"/>
              </a:rPr>
              <a:t>(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4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spcBef>
                <a:spcPts val="35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38967" y="2572127"/>
            <a:ext cx="270573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az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en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s: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\n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11653" y="2565884"/>
            <a:ext cx="2068195" cy="655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159385">
              <a:lnSpc>
                <a:spcPct val="102000"/>
              </a:lnSpc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do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s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du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s </a:t>
            </a:r>
            <a:r>
              <a:rPr sz="2050" b="1" spc="25" dirty="0">
                <a:solidFill>
                  <a:srgbClr val="006500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srgbClr val="006500"/>
                </a:solidFill>
                <a:latin typeface="Courier New"/>
                <a:cs typeface="Courier New"/>
              </a:rPr>
              <a:t>AM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1253" y="3526873"/>
            <a:ext cx="477329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ig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11259" y="3845122"/>
            <a:ext cx="3183890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ue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[i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].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ig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3781" y="3895878"/>
            <a:ext cx="189103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//</a:t>
            </a:r>
            <a:r>
              <a:rPr sz="1650" b="1" spc="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%*c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sca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ta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69707" y="3895878"/>
            <a:ext cx="755650" cy="253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650" b="1" spc="-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'\</a:t>
            </a:r>
            <a:r>
              <a:rPr sz="1650" b="1" spc="-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650" b="1" dirty="0">
                <a:solidFill>
                  <a:prstClr val="black"/>
                </a:solidFill>
                <a:latin typeface="Courier New"/>
                <a:cs typeface="Courier New"/>
              </a:rPr>
              <a:t>'</a:t>
            </a:r>
            <a:endParaRPr sz="16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921" y="2565884"/>
            <a:ext cx="2545715" cy="1928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-635">
              <a:lnSpc>
                <a:spcPct val="102000"/>
              </a:lnSpc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Li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m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 &lt;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4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lnSpc>
                <a:spcPts val="2510"/>
              </a:lnSpc>
              <a:spcBef>
                <a:spcPts val="90"/>
              </a:spcBef>
            </a:pP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f(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e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nf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("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,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f(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1261" y="4163370"/>
            <a:ext cx="22269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cr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ic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57354" y="4163370"/>
            <a:ext cx="286575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du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20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6554" y="4481619"/>
            <a:ext cx="4614545" cy="12841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6865"/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s(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[i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].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de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ic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spcBef>
                <a:spcPts val="4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5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45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880479"/>
          </a:xfrm>
          <a:prstGeom prst="rect">
            <a:avLst/>
          </a:prstGeom>
        </p:spPr>
        <p:txBody>
          <a:bodyPr vert="horz" wrap="square" lIns="0" tIns="285224" rIns="0" bIns="0" rtlCol="0">
            <a:spAutoFit/>
          </a:bodyPr>
          <a:lstStyle/>
          <a:p>
            <a:pPr marL="109855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–</a:t>
            </a:r>
            <a:r>
              <a:rPr spc="15" dirty="0"/>
              <a:t> </a:t>
            </a:r>
            <a:r>
              <a:rPr spc="10" dirty="0"/>
              <a:t>E</a:t>
            </a:r>
            <a:r>
              <a:rPr spc="5" dirty="0"/>
              <a:t>xe</a:t>
            </a:r>
            <a:r>
              <a:rPr spc="-5" dirty="0"/>
              <a:t>m</a:t>
            </a:r>
            <a:r>
              <a:rPr spc="0" dirty="0"/>
              <a:t>pl</a:t>
            </a:r>
            <a:r>
              <a:rPr spc="-5" dirty="0"/>
              <a:t>o </a:t>
            </a:r>
            <a:r>
              <a:rPr dirty="0"/>
              <a:t>2</a:t>
            </a:r>
            <a:r>
              <a:rPr spc="-5" dirty="0"/>
              <a:t>/</a:t>
            </a:r>
            <a:r>
              <a:rPr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320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0626" y="1633880"/>
            <a:ext cx="9877425" cy="4518038"/>
          </a:xfrm>
          <a:custGeom>
            <a:avLst/>
            <a:gdLst/>
            <a:ahLst/>
            <a:cxnLst/>
            <a:rect l="l" t="t" r="r" b="b"/>
            <a:pathLst>
              <a:path w="9877425" h="4521835">
                <a:moveTo>
                  <a:pt x="0" y="0"/>
                </a:moveTo>
                <a:lnTo>
                  <a:pt x="0" y="4521707"/>
                </a:lnTo>
                <a:lnTo>
                  <a:pt x="9877043" y="4521707"/>
                </a:lnTo>
                <a:lnTo>
                  <a:pt x="9877043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7306" y="1641746"/>
            <a:ext cx="1591945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73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259" y="2340676"/>
            <a:ext cx="3500754" cy="3154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du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qu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7306" y="2340675"/>
            <a:ext cx="3340735" cy="1400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vo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0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os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00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 marR="2538095">
              <a:lnSpc>
                <a:spcPts val="2760"/>
              </a:lnSpc>
              <a:spcBef>
                <a:spcPts val="130"/>
              </a:spcBef>
            </a:pP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t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2729" y="3039603"/>
            <a:ext cx="3340735" cy="680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58115">
              <a:spcBef>
                <a:spcPts val="300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i &lt;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T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++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7306" y="3763910"/>
            <a:ext cx="9065895" cy="1354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6865"/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print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%3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%s\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",estoque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i].codigo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850" b="1" spc="3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estoque[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].d</a:t>
            </a:r>
            <a:r>
              <a:rPr sz="1850" b="1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scric</a:t>
            </a:r>
            <a:r>
              <a:rPr sz="1850" b="1" spc="2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850" b="1" spc="15" dirty="0">
                <a:solidFill>
                  <a:prstClr val="black"/>
                </a:solidFill>
                <a:latin typeface="Courier New"/>
                <a:cs typeface="Courier New"/>
              </a:rPr>
              <a:t>o)</a:t>
            </a:r>
            <a:r>
              <a:rPr sz="1850" b="1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8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340"/>
              </a:spcBef>
            </a:pP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  <a:p>
            <a:endParaRPr sz="26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15" dirty="0">
                <a:solidFill>
                  <a:prstClr val="black"/>
                </a:solidFill>
                <a:latin typeface="Courier New"/>
                <a:cs typeface="Courier New"/>
              </a:rPr>
              <a:t>..</a:t>
            </a:r>
            <a:r>
              <a:rPr sz="2050" b="1" spc="2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050" b="1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endParaRPr sz="20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1120544"/>
          </a:xfrm>
          <a:prstGeom prst="rect">
            <a:avLst/>
          </a:prstGeom>
        </p:spPr>
        <p:txBody>
          <a:bodyPr vert="horz" wrap="square" lIns="0" tIns="522967" rIns="0" bIns="0" rtlCol="0">
            <a:spAutoFit/>
          </a:bodyPr>
          <a:lstStyle/>
          <a:p>
            <a:pPr marL="109855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–</a:t>
            </a:r>
            <a:r>
              <a:rPr spc="15" dirty="0"/>
              <a:t> </a:t>
            </a:r>
            <a:r>
              <a:rPr spc="10" dirty="0"/>
              <a:t>E</a:t>
            </a:r>
            <a:r>
              <a:rPr spc="5" dirty="0"/>
              <a:t>xe</a:t>
            </a:r>
            <a:r>
              <a:rPr spc="-5" dirty="0"/>
              <a:t>m</a:t>
            </a:r>
            <a:r>
              <a:rPr spc="0" dirty="0"/>
              <a:t>pl</a:t>
            </a:r>
            <a:r>
              <a:rPr spc="-5" dirty="0"/>
              <a:t>o </a:t>
            </a:r>
            <a:r>
              <a:rPr dirty="0"/>
              <a:t>3</a:t>
            </a:r>
            <a:r>
              <a:rPr spc="-5" dirty="0"/>
              <a:t>/</a:t>
            </a:r>
            <a:r>
              <a:rPr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4971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-</a:t>
            </a:r>
            <a:r>
              <a:rPr spc="-5" dirty="0"/>
              <a:t> </a:t>
            </a:r>
            <a:r>
              <a:rPr spc="15" dirty="0"/>
              <a:t>C</a:t>
            </a:r>
            <a:r>
              <a:rPr spc="-5" dirty="0"/>
              <a:t>om</a:t>
            </a:r>
            <a:r>
              <a:rPr spc="0" dirty="0"/>
              <a:t>p</a:t>
            </a:r>
            <a:r>
              <a:rPr spc="-10" dirty="0"/>
              <a:t>l</a:t>
            </a:r>
            <a:r>
              <a:rPr spc="15" dirty="0"/>
              <a:t>e</a:t>
            </a:r>
            <a:r>
              <a:rPr dirty="0"/>
              <a:t>t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658368" y="1317154"/>
            <a:ext cx="9044940" cy="5591556"/>
          </a:xfrm>
          <a:custGeom>
            <a:avLst/>
            <a:gdLst/>
            <a:ahLst/>
            <a:cxnLst/>
            <a:rect l="l" t="t" r="r" b="b"/>
            <a:pathLst>
              <a:path w="9044940" h="5596255">
                <a:moveTo>
                  <a:pt x="0" y="0"/>
                </a:moveTo>
                <a:lnTo>
                  <a:pt x="0" y="5596127"/>
                </a:lnTo>
                <a:lnTo>
                  <a:pt x="9044939" y="5596127"/>
                </a:lnTo>
                <a:lnTo>
                  <a:pt x="904493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347" y="1309794"/>
            <a:ext cx="244856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tdi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&gt;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#de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4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74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2350" y="2118357"/>
            <a:ext cx="3122295" cy="8317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typ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uc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550545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3818" y="2655876"/>
            <a:ext cx="96774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dig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2427" y="3613667"/>
            <a:ext cx="191071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[TA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2350" y="2925399"/>
            <a:ext cx="3390265" cy="15214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0545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h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scr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2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5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}pr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20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voi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dut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4655">
              <a:spcBef>
                <a:spcPts val="20"/>
              </a:spcBef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82657" y="4417779"/>
            <a:ext cx="3526154" cy="54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arm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z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:\n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4574" y="4417779"/>
            <a:ext cx="2720340" cy="1105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01099"/>
              </a:lnSpc>
            </a:pP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Lis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s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7830">
              <a:spcBef>
                <a:spcPts val="20"/>
              </a:spcBef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2830" y="5229272"/>
            <a:ext cx="3256279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61288" y="5497271"/>
            <a:ext cx="83375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'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\n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'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48803" y="5226875"/>
            <a:ext cx="1102995" cy="834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9953" y="5494341"/>
            <a:ext cx="5679440" cy="836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1099"/>
              </a:lnSpc>
            </a:pP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("%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*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&amp;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cod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/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%*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c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or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%d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: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est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des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ca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2342" y="6305836"/>
            <a:ext cx="56261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1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83853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s</a:t>
            </a:r>
            <a:r>
              <a:rPr dirty="0"/>
              <a:t>tr</a:t>
            </a:r>
            <a:r>
              <a:rPr spc="-5" dirty="0"/>
              <a:t>u</a:t>
            </a:r>
            <a:r>
              <a:rPr dirty="0"/>
              <a:t>t</a:t>
            </a:r>
            <a:r>
              <a:rPr spc="-5" dirty="0"/>
              <a:t>u</a:t>
            </a:r>
            <a:r>
              <a:rPr dirty="0"/>
              <a:t>r</a:t>
            </a:r>
            <a:r>
              <a:rPr spc="5" dirty="0"/>
              <a:t>a</a:t>
            </a:r>
            <a:r>
              <a:rPr dirty="0"/>
              <a:t>s e</a:t>
            </a:r>
            <a:r>
              <a:rPr spc="15" dirty="0"/>
              <a:t> </a:t>
            </a:r>
            <a:r>
              <a:rPr dirty="0"/>
              <a:t>f</a:t>
            </a:r>
            <a:r>
              <a:rPr spc="-5" dirty="0"/>
              <a:t>un</a:t>
            </a:r>
            <a:r>
              <a:rPr spc="5" dirty="0"/>
              <a:t>ç</a:t>
            </a:r>
            <a:r>
              <a:rPr spc="0" dirty="0"/>
              <a:t>õ</a:t>
            </a:r>
            <a:r>
              <a:rPr spc="5" dirty="0"/>
              <a:t>e</a:t>
            </a:r>
            <a:r>
              <a:rPr dirty="0"/>
              <a:t>s -</a:t>
            </a:r>
            <a:r>
              <a:rPr spc="-5" dirty="0"/>
              <a:t> </a:t>
            </a:r>
            <a:r>
              <a:rPr spc="15" dirty="0"/>
              <a:t>C</a:t>
            </a:r>
            <a:r>
              <a:rPr spc="-5" dirty="0"/>
              <a:t>om</a:t>
            </a:r>
            <a:r>
              <a:rPr spc="0" dirty="0"/>
              <a:t>p</a:t>
            </a:r>
            <a:r>
              <a:rPr spc="-10" dirty="0"/>
              <a:t>l</a:t>
            </a:r>
            <a:r>
              <a:rPr spc="15" dirty="0"/>
              <a:t>e</a:t>
            </a:r>
            <a:r>
              <a:rPr dirty="0"/>
              <a:t>t</a:t>
            </a:r>
            <a:r>
              <a:rPr spc="-5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7595" y="2189672"/>
            <a:ext cx="9349740" cy="4094849"/>
          </a:xfrm>
          <a:custGeom>
            <a:avLst/>
            <a:gdLst/>
            <a:ahLst/>
            <a:cxnLst/>
            <a:rect l="l" t="t" r="r" b="b"/>
            <a:pathLst>
              <a:path w="9349740" h="4098290">
                <a:moveTo>
                  <a:pt x="0" y="0"/>
                </a:moveTo>
                <a:lnTo>
                  <a:pt x="0" y="4098035"/>
                </a:lnTo>
                <a:lnTo>
                  <a:pt x="9349739" y="4098035"/>
                </a:lnTo>
                <a:lnTo>
                  <a:pt x="9349739" y="0"/>
                </a:lnTo>
                <a:lnTo>
                  <a:pt x="0" y="0"/>
                </a:lnTo>
                <a:close/>
              </a:path>
            </a:pathLst>
          </a:custGeom>
          <a:ln w="104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1575" y="2182310"/>
            <a:ext cx="5948680" cy="1101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voi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mp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to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oqu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4655">
              <a:spcBef>
                <a:spcPts val="20"/>
              </a:spcBef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414655">
              <a:spcBef>
                <a:spcPts val="10"/>
              </a:spcBef>
            </a:pP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=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&lt;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 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+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75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184" y="3258873"/>
            <a:ext cx="271716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f("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-</a:t>
            </a:r>
            <a:r>
              <a:rPr sz="1750" b="1" spc="1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%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\n"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05874" y="3258873"/>
            <a:ext cx="541337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st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e[i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g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,es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q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ue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[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]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.d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ic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1570" y="3528395"/>
            <a:ext cx="1371600" cy="1101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>
              <a:spcBef>
                <a:spcPts val="8"/>
              </a:spcBef>
            </a:pPr>
            <a:endParaRPr sz="18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/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1750" b="1" dirty="0">
                <a:solidFill>
                  <a:prstClr val="black"/>
                </a:solidFill>
                <a:latin typeface="Courier New"/>
                <a:cs typeface="Courier New"/>
              </a:rPr>
              <a:t>in</a:t>
            </a:r>
            <a:r>
              <a:rPr sz="1750" b="1" spc="10" dirty="0">
                <a:solidFill>
                  <a:prstClr val="black"/>
                </a:solidFill>
                <a:latin typeface="Courier New"/>
                <a:cs typeface="Courier New"/>
              </a:rPr>
              <a:t>(</a:t>
            </a: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)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{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1575" y="5951042"/>
            <a:ext cx="1600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750" b="1" spc="5" dirty="0">
                <a:solidFill>
                  <a:prstClr val="black"/>
                </a:solidFill>
                <a:latin typeface="Courier New"/>
                <a:cs typeface="Courier New"/>
              </a:rPr>
              <a:t>}</a:t>
            </a:r>
            <a:endParaRPr sz="175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4747" y="1362073"/>
            <a:ext cx="2752090" cy="4385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0525" indent="-377825">
              <a:buClr>
                <a:srgbClr val="852A33"/>
              </a:buClr>
              <a:buSzPct val="68421"/>
              <a:buFont typeface="Wingdings"/>
              <a:buChar char=""/>
              <a:tabLst>
                <a:tab pos="391160" algn="l"/>
              </a:tabLst>
            </a:pPr>
            <a:r>
              <a:rPr sz="285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ti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nua</a:t>
            </a:r>
            <a:r>
              <a:rPr sz="2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850" spc="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850" spc="-5" dirty="0">
                <a:solidFill>
                  <a:prstClr val="black"/>
                </a:solidFill>
                <a:latin typeface="Arial"/>
                <a:cs typeface="Arial"/>
              </a:rPr>
              <a:t>..</a:t>
            </a:r>
            <a:r>
              <a:rPr sz="28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850">
              <a:solidFill>
                <a:prstClr val="black"/>
              </a:solidFill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64272" y="4642215"/>
          <a:ext cx="7317292" cy="13841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6245"/>
                <a:gridCol w="403793"/>
                <a:gridCol w="3457254"/>
              </a:tblGrid>
              <a:tr h="266983">
                <a:tc>
                  <a:txBody>
                    <a:bodyPr/>
                    <a:lstStyle/>
                    <a:p>
                      <a:pPr marL="22225">
                        <a:lnSpc>
                          <a:spcPts val="180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68759">
                <a:tc>
                  <a:txBody>
                    <a:bodyPr/>
                    <a:lstStyle/>
                    <a:p>
                      <a:pPr marL="22225">
                        <a:lnSpc>
                          <a:spcPts val="1825"/>
                        </a:lnSpc>
                      </a:pPr>
                      <a:r>
                        <a:rPr sz="1700" b="1" spc="1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du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est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q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e[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0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]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ri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e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ura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s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68759">
                <a:tc>
                  <a:txBody>
                    <a:bodyPr/>
                    <a:lstStyle/>
                    <a:p>
                      <a:pPr marL="22225">
                        <a:lnSpc>
                          <a:spcPts val="1820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Pr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tos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q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0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0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ham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un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ç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ã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it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ur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69521">
                <a:tc>
                  <a:txBody>
                    <a:bodyPr/>
                    <a:lstStyle/>
                    <a:p>
                      <a:pPr marL="22225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10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ri</a:t>
                      </a:r>
                      <a:r>
                        <a:rPr sz="1700" b="1" spc="10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rod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s(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oqu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ham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un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ç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ã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m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pr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ess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ã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o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10126">
                <a:tc>
                  <a:txBody>
                    <a:bodyPr/>
                    <a:lstStyle/>
                    <a:p>
                      <a:pPr marL="22225">
                        <a:lnSpc>
                          <a:spcPts val="1825"/>
                        </a:lnSpc>
                      </a:pPr>
                      <a:r>
                        <a:rPr sz="1700" b="1" spc="5" dirty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700" b="1" spc="-5" dirty="0">
                          <a:latin typeface="Courier New"/>
                          <a:cs typeface="Courier New"/>
                        </a:rPr>
                        <a:t>ur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;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504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159" y="47459"/>
            <a:ext cx="247650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76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59" y="896375"/>
            <a:ext cx="9866630" cy="65330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6890" marR="109855" indent="-504190">
              <a:lnSpc>
                <a:spcPts val="2120"/>
              </a:lnSpc>
              <a:buClr>
                <a:srgbClr val="852A33"/>
              </a:buClr>
              <a:buFontTx/>
              <a:buAutoNum type="arabicParenR"/>
              <a:tabLst>
                <a:tab pos="517525" algn="l"/>
                <a:tab pos="342011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ogra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def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ret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iv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def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	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atr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l.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l,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fora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apro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(&gt;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=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60)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1"/>
              </a:spcBef>
              <a:buClr>
                <a:srgbClr val="852A33"/>
              </a:buClr>
              <a:buFont typeface="Arial"/>
              <a:buAutoNum type="arabicParenR"/>
            </a:pPr>
            <a:endParaRPr sz="27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16890" marR="33655" indent="-504190">
              <a:lnSpc>
                <a:spcPct val="80400"/>
              </a:lnSpc>
              <a:buClr>
                <a:srgbClr val="852A33"/>
              </a:buClr>
              <a:buFontTx/>
              <a:buAutoNum type="arabicParenR"/>
              <a:tabLst>
                <a:tab pos="517525" algn="l"/>
                <a:tab pos="2721610" algn="l"/>
                <a:tab pos="520763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ogra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oderã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trad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10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s: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ondut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lo 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	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bé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turn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200" i="1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i="1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tarde)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i="1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ro)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eí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fore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	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ilize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tur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5"/>
              </a:spcBef>
              <a:buClr>
                <a:srgbClr val="852A33"/>
              </a:buClr>
              <a:buFont typeface="Arial"/>
              <a:buAutoNum type="arabicParenR"/>
            </a:pPr>
            <a:endParaRPr sz="27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16890" marR="5080" indent="-504190">
              <a:lnSpc>
                <a:spcPct val="80300"/>
              </a:lnSpc>
              <a:buClr>
                <a:srgbClr val="852A33"/>
              </a:buClr>
              <a:buFontTx/>
              <a:buAutoNum type="arabicParenR"/>
              <a:tabLst>
                <a:tab pos="517525" algn="l"/>
                <a:tab pos="899033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ogra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geren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cie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tur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ontenha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: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tár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l,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tenha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toque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 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tár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	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ilize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opera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tur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ssi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oduto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s,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produt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índ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íf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ico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tada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ant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35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5"/>
            <a:ext cx="9712960" cy="992818"/>
          </a:xfrm>
          <a:prstGeom prst="rect">
            <a:avLst/>
          </a:prstGeom>
        </p:spPr>
        <p:txBody>
          <a:bodyPr vert="horz" wrap="square" lIns="0" tIns="396476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77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62" y="1952634"/>
            <a:ext cx="9712325" cy="3076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6890" marR="175260" indent="-504190">
              <a:lnSpc>
                <a:spcPts val="2230"/>
              </a:lnSpc>
              <a:buClr>
                <a:srgbClr val="993200"/>
              </a:buClr>
              <a:buFontTx/>
              <a:buAutoNum type="arabicParenR" startAt="4"/>
              <a:tabLst>
                <a:tab pos="355600" algn="l"/>
              </a:tabLst>
            </a:pP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bo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ol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gad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10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ab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ga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o.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ogram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30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300" spc="-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3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3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300" spc="-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300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endParaRPr sz="23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55"/>
              </a:spcBef>
              <a:buFontTx/>
              <a:buChar char="•"/>
              <a:tabLst>
                <a:tab pos="586105" algn="l"/>
              </a:tabLst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go: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ódi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abe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0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e: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5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uilo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35"/>
              </a:spcBef>
              <a:buFontTx/>
              <a:buChar char="•"/>
              <a:tabLst>
                <a:tab pos="586105" algn="l"/>
              </a:tabLst>
            </a:pP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0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85470" lvl="1" indent="-193675">
              <a:spcBef>
                <a:spcPts val="20"/>
              </a:spcBef>
              <a:buFontTx/>
              <a:buChar char="•"/>
              <a:tabLst>
                <a:tab pos="58610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‘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‘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’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715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0219" y="144676"/>
            <a:ext cx="9712960" cy="666575"/>
          </a:xfrm>
          <a:prstGeom prst="rect">
            <a:avLst/>
          </a:prstGeom>
        </p:spPr>
        <p:txBody>
          <a:bodyPr vert="horz" wrap="square" lIns="0" tIns="73388" rIns="0" bIns="0" rtlCol="0">
            <a:spAutoFit/>
          </a:bodyPr>
          <a:lstStyle/>
          <a:p>
            <a:pPr marL="32384">
              <a:lnSpc>
                <a:spcPct val="100000"/>
              </a:lnSpc>
            </a:pPr>
            <a:r>
              <a:rPr spc="-5" dirty="0"/>
              <a:t>E</a:t>
            </a:r>
            <a:r>
              <a:rPr spc="5" dirty="0"/>
              <a:t>xe</a:t>
            </a:r>
            <a:r>
              <a:rPr dirty="0"/>
              <a:t>r</a:t>
            </a:r>
            <a:r>
              <a:rPr spc="5" dirty="0"/>
              <a:t>c</a:t>
            </a:r>
            <a:r>
              <a:rPr spc="0" dirty="0"/>
              <a:t>í</a:t>
            </a:r>
            <a:r>
              <a:rPr spc="5" dirty="0"/>
              <a:t>c</a:t>
            </a:r>
            <a:r>
              <a:rPr spc="-10" dirty="0"/>
              <a:t>i</a:t>
            </a:r>
            <a:r>
              <a:rPr spc="-5" dirty="0"/>
              <a:t>o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27" y="7295530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78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62" y="947386"/>
            <a:ext cx="9803765" cy="62260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1945" indent="-309245">
              <a:buClr>
                <a:srgbClr val="993200"/>
              </a:buClr>
              <a:buFont typeface="Arial"/>
              <a:buAutoNum type="arabicParenR" startAt="4"/>
              <a:tabLst>
                <a:tab pos="322580" algn="l"/>
              </a:tabLst>
            </a:pPr>
            <a:r>
              <a:rPr sz="2050" i="1" spc="2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i="1" spc="3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i="1" spc="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i="1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i="1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i="1" spc="3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i="1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i="1" spc="3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i="1" spc="2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i="1" spc="20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2050" i="1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i="1" spc="1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i="1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1946910" indent="-544195">
              <a:lnSpc>
                <a:spcPct val="80000"/>
              </a:lnSpc>
              <a:spcBef>
                <a:spcPts val="555"/>
              </a:spcBef>
            </a:pP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prog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conte</a:t>
            </a:r>
            <a:r>
              <a:rPr sz="2200" b="1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b="1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b="1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b="1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b="1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b="1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b="1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egu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fun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422909" lvl="1" indent="-544195">
              <a:lnSpc>
                <a:spcPct val="80000"/>
              </a:lnSpc>
              <a:spcBef>
                <a:spcPts val="540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ód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go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scim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nfor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uár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ru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ura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68580" lvl="1" indent="-544195">
              <a:lnSpc>
                <a:spcPts val="2120"/>
              </a:lnSpc>
              <a:spcBef>
                <a:spcPts val="515"/>
              </a:spcBef>
              <a:buFontTx/>
              <a:buAutoNum type="alphaLcParenBoth"/>
              <a:tabLst>
                <a:tab pos="811530" algn="l"/>
              </a:tabLst>
            </a:pP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reen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i="1" spc="-5" dirty="0">
                <a:solidFill>
                  <a:prstClr val="black"/>
                </a:solidFill>
                <a:latin typeface="Arial"/>
                <a:cs typeface="Arial"/>
              </a:rPr>
              <a:t>abate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derand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abe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gad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1397635" lvl="2" indent="-621665">
              <a:spcBef>
                <a:spcPts val="15"/>
              </a:spcBef>
              <a:buFontTx/>
              <a:buChar char="•"/>
              <a:tabLst>
                <a:tab pos="95186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tenh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s,</a:t>
            </a:r>
            <a:r>
              <a:rPr sz="2200" spc="-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;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51230" lvl="2" indent="-175260">
              <a:buFontTx/>
              <a:buChar char="•"/>
              <a:tabLst>
                <a:tab pos="95186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4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u;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1397635" marR="469265" lvl="2" indent="-621665">
              <a:lnSpc>
                <a:spcPct val="80000"/>
              </a:lnSpc>
              <a:spcBef>
                <a:spcPts val="540"/>
              </a:spcBef>
              <a:buFontTx/>
              <a:buChar char="•"/>
              <a:tabLst>
                <a:tab pos="951865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entr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5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tro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 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ng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5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0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794385" lvl="1" indent="-402590">
              <a:spcBef>
                <a:spcPts val="10"/>
              </a:spcBef>
              <a:buFontTx/>
              <a:buAutoNum type="alphaLcParenBoth"/>
              <a:tabLst>
                <a:tab pos="79502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781685" lvl="1" indent="-544195">
              <a:lnSpc>
                <a:spcPts val="2120"/>
              </a:lnSpc>
              <a:spcBef>
                <a:spcPts val="500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5080" lvl="1" indent="-544195">
              <a:lnSpc>
                <a:spcPts val="2120"/>
              </a:lnSpc>
              <a:spcBef>
                <a:spcPts val="520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 ser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produ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ó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935990" marR="798830" lvl="1" indent="-544195">
              <a:lnSpc>
                <a:spcPts val="2120"/>
              </a:lnSpc>
              <a:spcBef>
                <a:spcPts val="520"/>
              </a:spcBef>
              <a:buFontTx/>
              <a:buAutoNum type="alphaLcParenBoth"/>
              <a:tabLst>
                <a:tab pos="81026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quant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tota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lim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ai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po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 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enda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apó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abat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810895" lvl="1" indent="-419100">
              <a:spcBef>
                <a:spcPts val="25"/>
              </a:spcBef>
              <a:buFontTx/>
              <a:buAutoNum type="alphaLcParenBoth"/>
              <a:tabLst>
                <a:tab pos="811530" algn="l"/>
              </a:tabLst>
            </a:pP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pr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imir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nú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abe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gad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rã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aba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  <a:p>
            <a:pPr marL="810895" lvl="1" indent="-419100">
              <a:buFontTx/>
              <a:buAutoNum type="alphaLcParenBoth"/>
              <a:tabLst>
                <a:tab pos="811530" algn="l"/>
              </a:tabLst>
            </a:pP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cl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ir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20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200" spc="-5" dirty="0">
                <a:solidFill>
                  <a:prstClr val="black"/>
                </a:solidFill>
                <a:latin typeface="Arial"/>
                <a:cs typeface="Arial"/>
              </a:rPr>
              <a:t>enu</a:t>
            </a:r>
            <a:r>
              <a:rPr sz="220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2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1164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752" y="894851"/>
            <a:ext cx="9178925" cy="3111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4530" marR="125095" indent="-671830">
              <a:lnSpc>
                <a:spcPts val="2330"/>
              </a:lnSpc>
              <a:buClr>
                <a:srgbClr val="852A33"/>
              </a:buClr>
              <a:buFontTx/>
              <a:buAutoNum type="arabicParenR"/>
              <a:tabLst>
                <a:tab pos="68516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0"/>
              </a:spcBef>
              <a:buClr>
                <a:srgbClr val="852A33"/>
              </a:buClr>
              <a:buFont typeface="Arial"/>
              <a:buAutoNum type="arabicParenR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84530" marR="5080" indent="-671830">
              <a:lnSpc>
                <a:spcPts val="2330"/>
              </a:lnSpc>
              <a:buClr>
                <a:srgbClr val="852A33"/>
              </a:buClr>
              <a:buFontTx/>
              <a:buAutoNum type="arabicParenR"/>
              <a:tabLst>
                <a:tab pos="68516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44"/>
              </a:spcBef>
              <a:buClr>
                <a:srgbClr val="852A33"/>
              </a:buClr>
              <a:buFont typeface="Arial"/>
              <a:buAutoNum type="arabicParenR"/>
            </a:pPr>
            <a:endParaRPr sz="25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611505" marR="539750" indent="-598805">
              <a:lnSpc>
                <a:spcPct val="100800"/>
              </a:lnSpc>
              <a:buClr>
                <a:srgbClr val="852A33"/>
              </a:buClr>
              <a:buFontTx/>
              <a:buAutoNum type="arabicParenR"/>
              <a:tabLst>
                <a:tab pos="68516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2)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e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684530">
              <a:lnSpc>
                <a:spcPts val="2725"/>
              </a:lnSpc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es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j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,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79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9806" y="3985079"/>
            <a:ext cx="6750050" cy="770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  <a:tabLst>
                <a:tab pos="5692140" algn="l"/>
                <a:tab pos="6181725" algn="l"/>
              </a:tabLst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lt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9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8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al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ur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endParaRPr sz="2400">
              <a:solidFill>
                <a:prstClr val="black"/>
              </a:solidFill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4062" y="3988004"/>
            <a:ext cx="2805430" cy="73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90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.p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98120">
              <a:spcBef>
                <a:spcPts val="20"/>
              </a:spcBef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.5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0811" y="4356501"/>
            <a:ext cx="311086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2542540" algn="l"/>
              </a:tabLst>
            </a:pP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.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Symbol"/>
                <a:cs typeface="Symbol"/>
              </a:rPr>
              <a:t></a:t>
            </a:r>
            <a:r>
              <a:rPr sz="2400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5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;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674" y="4715262"/>
            <a:ext cx="7929245" cy="1510031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22860">
              <a:spcBef>
                <a:spcPts val="25"/>
              </a:spcBef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ibu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8 à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4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j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Times New Roman"/>
                <a:cs typeface="Times New Roman"/>
              </a:rPr>
              <a:t>;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22860">
              <a:spcBef>
                <a:spcPts val="20"/>
              </a:spcBef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ibu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5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36830" indent="10160">
              <a:lnSpc>
                <a:spcPts val="2780"/>
              </a:lnSpc>
              <a:spcBef>
                <a:spcPts val="330"/>
              </a:spcBef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Esc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a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jo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endParaRPr sz="24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8111" y="112943"/>
            <a:ext cx="228473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425499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8128" y="974033"/>
            <a:ext cx="9834245" cy="48195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165" marR="38735" indent="-545465">
              <a:lnSpc>
                <a:spcPts val="2330"/>
              </a:lnSpc>
              <a:buClr>
                <a:srgbClr val="852A33"/>
              </a:buClr>
              <a:buFontTx/>
              <a:buAutoNum type="arabicParenR" startAt="4"/>
              <a:tabLst>
                <a:tab pos="558800" algn="l"/>
                <a:tab pos="3436620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ipal)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alu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guin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2"/>
              </a:spcBef>
              <a:buClr>
                <a:srgbClr val="852A33"/>
              </a:buClr>
              <a:buFont typeface="Arial"/>
              <a:buAutoNum type="arabicParenR" startAt="4"/>
            </a:pPr>
            <a:endParaRPr sz="30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8165" marR="5080" indent="-545465">
              <a:lnSpc>
                <a:spcPct val="79600"/>
              </a:lnSpc>
              <a:buClr>
                <a:srgbClr val="852A33"/>
              </a:buClr>
              <a:buFontTx/>
              <a:buAutoNum type="arabicParenR" startAt="4"/>
              <a:tabLst>
                <a:tab pos="558800" algn="l"/>
                <a:tab pos="1259205" algn="l"/>
                <a:tab pos="742505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à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no,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é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se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(m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&gt;=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6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ál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éd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“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”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o 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)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51"/>
              </a:spcBef>
              <a:buClr>
                <a:srgbClr val="852A33"/>
              </a:buClr>
              <a:buFont typeface="Arial"/>
              <a:buAutoNum type="arabicParenR" startAt="4"/>
            </a:pPr>
            <a:endParaRPr sz="295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7530" marR="590550" indent="-544830">
              <a:lnSpc>
                <a:spcPct val="82500"/>
              </a:lnSpc>
              <a:buClr>
                <a:srgbClr val="852A33"/>
              </a:buClr>
              <a:buFontTx/>
              <a:buAutoNum type="arabicParenR" startAt="4"/>
              <a:tabLst>
                <a:tab pos="558800" algn="l"/>
                <a:tab pos="4619625" algn="l"/>
              </a:tabLst>
            </a:pP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h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-6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(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os)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2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-5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x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y</a:t>
            </a:r>
            <a:r>
              <a:rPr sz="2400" spc="-8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ân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ân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80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111" y="112943"/>
            <a:ext cx="228473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69354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1159" y="1371463"/>
            <a:ext cx="9037320" cy="50313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165" marR="399415" indent="-545465" algn="just">
              <a:lnSpc>
                <a:spcPts val="2330"/>
              </a:lnSpc>
              <a:buClr>
                <a:srgbClr val="852A33"/>
              </a:buClr>
              <a:buFontTx/>
              <a:buAutoNum type="arabicParenR" startAt="7"/>
              <a:tabLst>
                <a:tab pos="558800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5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Clr>
                <a:srgbClr val="852A33"/>
              </a:buClr>
              <a:buFont typeface="Arial"/>
              <a:buAutoNum type="arabicParenR" startAt="7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8165" marR="5080" indent="-545465">
              <a:lnSpc>
                <a:spcPts val="2330"/>
              </a:lnSpc>
              <a:buClr>
                <a:srgbClr val="852A33"/>
              </a:buClr>
              <a:buFontTx/>
              <a:buAutoNum type="arabicParenR" startAt="7"/>
              <a:tabLst>
                <a:tab pos="558800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ve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pó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ê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28"/>
              </a:spcBef>
              <a:buClr>
                <a:srgbClr val="852A33"/>
              </a:buClr>
              <a:buFont typeface="Arial"/>
              <a:buAutoNum type="arabicParenR" startAt="7"/>
            </a:pPr>
            <a:endParaRPr sz="3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557530" marR="60960" indent="-544830">
              <a:lnSpc>
                <a:spcPts val="2330"/>
              </a:lnSpc>
              <a:buClr>
                <a:srgbClr val="852A33"/>
              </a:buClr>
              <a:buFontTx/>
              <a:buAutoNum type="arabicParenR" startAt="7"/>
              <a:tabLst>
                <a:tab pos="558800" algn="l"/>
                <a:tab pos="521779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jog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ol.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jo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é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e.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nal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jo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co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jog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e 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ú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104641" y="7295537"/>
            <a:ext cx="20700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215"/>
              </a:lnSpc>
            </a:pPr>
            <a:fld id="{81D60167-4931-47E6-BA6A-407CBD079E47}" type="slidenum">
              <a:rPr dirty="0">
                <a:solidFill>
                  <a:prstClr val="black"/>
                </a:solidFill>
              </a:rPr>
              <a:pPr marL="25400">
                <a:lnSpc>
                  <a:spcPts val="1215"/>
                </a:lnSpc>
              </a:pPr>
              <a:t>81</a:t>
            </a:fld>
            <a:endParaRPr dirty="0">
              <a:solidFill>
                <a:prstClr val="black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8111" y="112943"/>
            <a:ext cx="2284730" cy="59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0755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17324" y="7282160"/>
            <a:ext cx="18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100" spc="-5" dirty="0">
                <a:solidFill>
                  <a:prstClr val="black"/>
                </a:solidFill>
                <a:latin typeface="Arial"/>
                <a:cs typeface="Arial"/>
              </a:rPr>
              <a:t>5</a:t>
            </a:r>
            <a:r>
              <a:rPr sz="1100" dirty="0">
                <a:solidFill>
                  <a:prstClr val="black"/>
                </a:solidFill>
                <a:latin typeface="Arial"/>
                <a:cs typeface="Arial"/>
              </a:rPr>
              <a:t>7</a:t>
            </a:r>
            <a:endParaRPr sz="11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159" y="815678"/>
            <a:ext cx="9456420" cy="1238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6890" marR="5080" indent="-504825" algn="just">
              <a:lnSpc>
                <a:spcPts val="2330"/>
              </a:lnSpc>
            </a:pPr>
            <a:r>
              <a:rPr sz="2400" spc="5" dirty="0">
                <a:solidFill>
                  <a:srgbClr val="993200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srgbClr val="993200"/>
                </a:solidFill>
                <a:latin typeface="Arial"/>
                <a:cs typeface="Arial"/>
              </a:rPr>
              <a:t>0</a:t>
            </a:r>
            <a:r>
              <a:rPr sz="2400" spc="5" dirty="0">
                <a:solidFill>
                  <a:srgbClr val="993200"/>
                </a:solidFill>
                <a:latin typeface="Arial"/>
                <a:cs typeface="Arial"/>
              </a:rPr>
              <a:t>)</a:t>
            </a:r>
            <a:r>
              <a:rPr sz="2400" spc="10" dirty="0">
                <a:solidFill>
                  <a:srgbClr val="993200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eg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om CP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F, 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e,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ele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pes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16890">
              <a:lnSpc>
                <a:spcPts val="2775"/>
              </a:lnSpc>
            </a:pP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en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: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8792" y="2418209"/>
            <a:ext cx="2063114" cy="770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e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ni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c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l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624" y="2049702"/>
            <a:ext cx="6696709" cy="1508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1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L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3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f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aç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õ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u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pe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 2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20"/>
              </a:spcBef>
            </a:pP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3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  <a:p>
            <a:pPr marL="12700">
              <a:spcBef>
                <a:spcPts val="35"/>
              </a:spcBef>
            </a:pP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4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–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6198" y="2417478"/>
            <a:ext cx="1322705" cy="1141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</a:pP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 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pr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18798" y="3159643"/>
            <a:ext cx="558482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eg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i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st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 c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da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r</a:t>
            </a:r>
            <a:r>
              <a:rPr sz="2400" spc="20" dirty="0">
                <a:solidFill>
                  <a:prstClr val="black"/>
                </a:solidFill>
                <a:latin typeface="Courier New"/>
                <a:cs typeface="Courier New"/>
              </a:rPr>
              <a:t>ad</a:t>
            </a:r>
            <a:r>
              <a:rPr sz="2400" spc="5" dirty="0">
                <a:solidFill>
                  <a:prstClr val="black"/>
                </a:solidFill>
                <a:latin typeface="Courier New"/>
                <a:cs typeface="Courier New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Courier New"/>
                <a:cs typeface="Courier New"/>
              </a:rPr>
              <a:t>s</a:t>
            </a:r>
            <a:endParaRPr sz="2400">
              <a:solidFill>
                <a:prstClr val="black"/>
              </a:solidFill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5624" y="3549459"/>
            <a:ext cx="7116445" cy="375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á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gui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rí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: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0635" y="3987494"/>
            <a:ext cx="8792210" cy="348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6260" marR="451484" indent="-543560">
              <a:lnSpc>
                <a:spcPts val="2330"/>
              </a:lnSpc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</a:tabLst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No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ndi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j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56260" marR="5080" indent="-543560">
              <a:lnSpc>
                <a:spcPts val="2330"/>
              </a:lnSpc>
              <a:spcBef>
                <a:spcPts val="570"/>
              </a:spcBef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</a:tabLst>
            </a:pP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No 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e m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400" spc="-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 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56260" marR="363220" indent="-543560">
              <a:lnSpc>
                <a:spcPts val="2330"/>
              </a:lnSpc>
              <a:spcBef>
                <a:spcPts val="570"/>
              </a:spcBef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</a:tabLst>
            </a:pP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Fa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un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õ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i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  <a:p>
            <a:pPr marL="556260" marR="59055" indent="-543560">
              <a:lnSpc>
                <a:spcPts val="2330"/>
              </a:lnSpc>
              <a:spcBef>
                <a:spcPts val="570"/>
              </a:spcBef>
              <a:buClr>
                <a:srgbClr val="7F7F7F"/>
              </a:buClr>
              <a:buSzPct val="68750"/>
              <a:buFont typeface="Wingdings"/>
              <a:buChar char=""/>
              <a:tabLst>
                <a:tab pos="556895" algn="l"/>
                <a:tab pos="3161030" algn="l"/>
                <a:tab pos="3400425" algn="l"/>
              </a:tabLst>
            </a:pP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iali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0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0 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egi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cio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-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1.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ssa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4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de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um 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gi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ro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oi 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u 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que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siç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íf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ca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	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CP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m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alor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 -1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2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boli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z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am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 nã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lida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400" spc="15" dirty="0">
                <a:solidFill>
                  <a:prstClr val="black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400" spc="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40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88111" y="112934"/>
            <a:ext cx="2284730" cy="592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i="1" spc="-10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x</a:t>
            </a:r>
            <a:r>
              <a:rPr b="0" i="1" spc="5" dirty="0">
                <a:latin typeface="Arial"/>
                <a:cs typeface="Arial"/>
              </a:rPr>
              <a:t>e</a:t>
            </a:r>
            <a:r>
              <a:rPr b="0" i="1" dirty="0">
                <a:latin typeface="Arial"/>
                <a:cs typeface="Arial"/>
              </a:rPr>
              <a:t>r</a:t>
            </a:r>
            <a:r>
              <a:rPr b="0" i="1" spc="5" dirty="0">
                <a:latin typeface="Arial"/>
                <a:cs typeface="Arial"/>
              </a:rPr>
              <a:t>c</a:t>
            </a:r>
            <a:r>
              <a:rPr b="0" i="1" spc="-10" dirty="0">
                <a:latin typeface="Arial"/>
                <a:cs typeface="Arial"/>
              </a:rPr>
              <a:t>í</a:t>
            </a:r>
            <a:r>
              <a:rPr b="0" i="1" dirty="0">
                <a:latin typeface="Arial"/>
                <a:cs typeface="Arial"/>
              </a:rPr>
              <a:t>c</a:t>
            </a:r>
            <a:r>
              <a:rPr b="0" i="1" spc="-5" dirty="0">
                <a:latin typeface="Arial"/>
                <a:cs typeface="Arial"/>
              </a:rPr>
              <a:t>i</a:t>
            </a:r>
            <a:r>
              <a:rPr b="0" i="1" spc="5" dirty="0">
                <a:latin typeface="Arial"/>
                <a:cs typeface="Arial"/>
              </a:rPr>
              <a:t>o</a:t>
            </a:r>
            <a:r>
              <a:rPr b="0" i="1" spc="-5" dirty="0">
                <a:latin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5923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7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6061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55737"/>
            <a:ext cx="855726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Tipos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strat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(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11493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solidFill>
                  <a:prstClr val="black"/>
                </a:solidFill>
                <a:latin typeface="Times New Roman"/>
                <a:cs typeface="Times New Roman"/>
              </a:rPr>
              <a:t>–	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plo: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panhad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ub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e </a:t>
            </a:r>
            <a:r>
              <a:rPr sz="2050" spc="-15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indent="-262255"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ilizado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ba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proje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35585" indent="-262255" algn="just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algo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g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upo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2070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repre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rá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edian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393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Ds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gene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0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6445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la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fic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lo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99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8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737600" cy="397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(1)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445770" indent="-262255">
              <a:lnSpc>
                <a:spcPct val="112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si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eiro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spc="1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definir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eguin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s: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0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-5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marR="5080" lvl="1" indent="-330835">
              <a:lnSpc>
                <a:spcPct val="124500"/>
              </a:lnSpc>
              <a:spcBef>
                <a:spcPts val="700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ob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enha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p</a:t>
            </a:r>
            <a:r>
              <a:rPr sz="18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imei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a;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er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35" dirty="0">
                <a:solidFill>
                  <a:prstClr val="black"/>
                </a:solidFill>
                <a:latin typeface="Arial"/>
                <a:cs typeface="Arial"/>
              </a:rPr>
              <a:t>v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zia,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ão</a:t>
            </a:r>
            <a:r>
              <a:rPr sz="1850" spc="-1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ne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-5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ulo;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852169" lvl="1" indent="-330835">
              <a:spcBef>
                <a:spcPts val="1245"/>
              </a:spcBef>
              <a:buFontTx/>
              <a:buAutoNum type="arabicPeriod"/>
              <a:tabLst>
                <a:tab pos="852805" algn="l"/>
              </a:tabLst>
            </a:pP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ins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1850" spc="-1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20" dirty="0">
                <a:solidFill>
                  <a:prstClr val="black"/>
                </a:solidFill>
                <a:latin typeface="Arial"/>
                <a:cs typeface="Arial"/>
              </a:rPr>
              <a:t>um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elemen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1850" spc="15" dirty="0">
                <a:solidFill>
                  <a:prstClr val="black"/>
                </a:solidFill>
                <a:latin typeface="Arial"/>
                <a:cs typeface="Arial"/>
              </a:rPr>
              <a:t>na</a:t>
            </a:r>
            <a:r>
              <a:rPr sz="1850" spc="5" dirty="0">
                <a:solidFill>
                  <a:prstClr val="black"/>
                </a:solidFill>
                <a:latin typeface="Arial"/>
                <a:cs typeface="Arial"/>
              </a:rPr>
              <a:t> li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1850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1850" spc="10" dirty="0">
                <a:solidFill>
                  <a:prstClr val="black"/>
                </a:solidFill>
                <a:latin typeface="Arial"/>
                <a:cs typeface="Arial"/>
              </a:rPr>
              <a:t>a.</a:t>
            </a:r>
            <a:endParaRPr sz="18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Há v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pe</a:t>
            </a:r>
            <a:r>
              <a:rPr sz="2050" spc="5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mi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eficien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(po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6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x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4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-3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ar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anjo).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0372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43777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P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ojet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d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e A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lgo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it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m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s – C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ap</a:t>
            </a:r>
            <a:r>
              <a:rPr sz="1200" spc="15" dirty="0">
                <a:solidFill>
                  <a:prstClr val="black"/>
                </a:solidFill>
                <a:latin typeface="Times New Roman"/>
                <a:cs typeface="Times New Roman"/>
              </a:rPr>
              <a:t>.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1 I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nt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r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oduçã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–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Seçã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o </a:t>
            </a:r>
            <a:r>
              <a:rPr sz="1200" spc="-5" dirty="0">
                <a:solidFill>
                  <a:prstClr val="black"/>
                </a:solidFill>
                <a:latin typeface="Times New Roman"/>
                <a:cs typeface="Times New Roman"/>
              </a:rPr>
              <a:t>1</a:t>
            </a:r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.2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3916" y="343777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200" dirty="0">
                <a:solidFill>
                  <a:prstClr val="black"/>
                </a:solidFill>
                <a:latin typeface="Times New Roman"/>
                <a:cs typeface="Times New Roman"/>
              </a:rPr>
              <a:t>9</a:t>
            </a:r>
            <a:endParaRPr sz="120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2756" y="87485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2756" y="1292733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1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0056" y="866482"/>
            <a:ext cx="8609330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ADs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(2)</a:t>
            </a:r>
            <a:endParaRPr sz="2450">
              <a:solidFill>
                <a:prstClr val="black"/>
              </a:solidFill>
              <a:latin typeface="Arial"/>
              <a:cs typeface="Arial"/>
            </a:endParaRPr>
          </a:p>
          <a:p>
            <a:pPr>
              <a:spcBef>
                <a:spcPts val="17"/>
              </a:spcBef>
            </a:pPr>
            <a:endParaRPr sz="200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484505" marR="20256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ab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dado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é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linguage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pro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gr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olhida.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48005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Q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ualque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al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fica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3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i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à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ap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ulada,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ou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pa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ódig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7321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onjun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defin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-24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AD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di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-3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,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qu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smo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lo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á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ic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sc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olh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adequad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ma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im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ple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o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depend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spc="-65" dirty="0">
                <a:solidFill>
                  <a:prstClr val="black"/>
                </a:solidFill>
                <a:latin typeface="Arial"/>
                <a:cs typeface="Arial"/>
              </a:rPr>
              <a:t>f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spc="85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en</a:t>
            </a:r>
            <a:r>
              <a:rPr sz="2050" spc="-5" dirty="0">
                <a:solidFill>
                  <a:prstClr val="black"/>
                </a:solidFill>
                <a:latin typeface="Arial"/>
                <a:cs typeface="Arial"/>
              </a:rPr>
              <a:t>t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ope</a:t>
            </a:r>
            <a:r>
              <a:rPr sz="2050" spc="-20" dirty="0">
                <a:solidFill>
                  <a:prstClr val="black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 a 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ere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rea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liz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ada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obr</a:t>
            </a:r>
            <a:r>
              <a:rPr sz="2050" spc="5" dirty="0">
                <a:solidFill>
                  <a:prstClr val="black"/>
                </a:solidFill>
                <a:latin typeface="Arial"/>
                <a:cs typeface="Arial"/>
              </a:rPr>
              <a:t>e 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 </a:t>
            </a:r>
            <a:r>
              <a:rPr sz="2050" spc="10" dirty="0">
                <a:solidFill>
                  <a:prstClr val="black"/>
                </a:solidFill>
                <a:latin typeface="Arial"/>
                <a:cs typeface="Arial"/>
              </a:rPr>
              <a:t>m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odel</a:t>
            </a:r>
            <a:r>
              <a:rPr sz="2050" spc="-80" dirty="0">
                <a:solidFill>
                  <a:prstClr val="black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prstClr val="black"/>
                </a:solidFill>
                <a:latin typeface="Arial"/>
                <a:cs typeface="Arial"/>
              </a:rPr>
              <a:t>.</a:t>
            </a:r>
            <a:endParaRPr sz="205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15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679190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55273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87666" y="862711"/>
            <a:ext cx="6852920" cy="50099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600">
              <a:latin typeface="Times New Roman"/>
              <a:cs typeface="Times New Roman"/>
            </a:endParaRPr>
          </a:p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458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81661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liga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definida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4876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2247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7399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im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29400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anipula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bó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a, gerên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si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618855" cy="4589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efiniçã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654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72" baseline="-12345" dirty="0">
                <a:latin typeface="Verdana"/>
                <a:cs typeface="Verdana"/>
              </a:rPr>
              <a:t>n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8572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225" baseline="-12345" dirty="0">
                <a:latin typeface="Tahoma"/>
                <a:cs typeface="Tahoma"/>
              </a:rPr>
              <a:t>+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r>
              <a:rPr sz="2050" i="1" spc="-265" dirty="0">
                <a:latin typeface="Verdana"/>
                <a:cs typeface="Verdan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endParaRPr sz="2050">
              <a:latin typeface="Tahoma"/>
              <a:cs typeface="Tahom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spc="517" baseline="-12345" dirty="0">
                <a:latin typeface="Arial"/>
                <a:cs typeface="Arial"/>
              </a:rPr>
              <a:t>−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spc="75" dirty="0">
                <a:latin typeface="Tahoma"/>
                <a:cs typeface="Tahoma"/>
              </a:rPr>
              <a:t>=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110" dirty="0">
                <a:latin typeface="Tahoma"/>
                <a:cs typeface="Tahoma"/>
              </a:rPr>
              <a:t>2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110" dirty="0">
                <a:latin typeface="Tahoma"/>
                <a:cs typeface="Tahoma"/>
              </a:rPr>
              <a:t>3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i="1" spc="-190" dirty="0">
                <a:latin typeface="Verdana"/>
                <a:cs typeface="Verdana"/>
              </a:rPr>
              <a:t>,</a:t>
            </a:r>
            <a:r>
              <a:rPr sz="2050" i="1" spc="-380" dirty="0">
                <a:latin typeface="Verdana"/>
                <a:cs typeface="Verdana"/>
              </a:rPr>
              <a:t> </a:t>
            </a:r>
            <a:r>
              <a:rPr sz="2050" i="1" spc="-95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187" baseline="-12345" dirty="0">
                <a:latin typeface="Verdana"/>
                <a:cs typeface="Verdana"/>
              </a:rPr>
              <a:t>i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737600" cy="6457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depend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249554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eúd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óp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96265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62340" cy="5957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Lineare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484505" marR="17145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573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-225" dirty="0">
                <a:latin typeface="Arial"/>
                <a:cs typeface="Arial"/>
              </a:rPr>
              <a:t>L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ere(</a:t>
            </a:r>
            <a:r>
              <a:rPr sz="2050" spc="5" dirty="0">
                <a:latin typeface="Arial"/>
                <a:cs typeface="Arial"/>
              </a:rPr>
              <a:t>x,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x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p+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5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e(L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023734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3" y="1392146"/>
            <a:ext cx="4481195" cy="2878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qual- 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2482" y="1459166"/>
            <a:ext cx="49085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1972" y="1770215"/>
            <a:ext cx="1296035" cy="605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78740" algn="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9445" y="2889859"/>
            <a:ext cx="101028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Últi</a:t>
            </a:r>
            <a:r>
              <a:rPr sz="1850" spc="25" dirty="0">
                <a:latin typeface="Times New Roman"/>
                <a:cs typeface="Times New Roman"/>
              </a:rPr>
              <a:t>m</a:t>
            </a:r>
            <a:r>
              <a:rPr sz="1850" spc="10" dirty="0">
                <a:latin typeface="Times New Roman"/>
                <a:cs typeface="Times New Roman"/>
              </a:rPr>
              <a:t>o</a:t>
            </a:r>
            <a:r>
              <a:rPr sz="1850" spc="-10" dirty="0">
                <a:latin typeface="Lucida Sans Unicode"/>
                <a:cs typeface="Lucida Sans Unicode"/>
              </a:rPr>
              <a:t>−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93918" y="3698646"/>
            <a:ext cx="88391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20" dirty="0">
                <a:latin typeface="Times New Roman"/>
                <a:cs typeface="Times New Roman"/>
              </a:rPr>
              <a:t>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54647" y="1468551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5904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213672" y="1468488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54647" y="4096753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21305" y="4318684"/>
            <a:ext cx="8414385" cy="16852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4203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preen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893197" y="1778590"/>
          <a:ext cx="1252943" cy="224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943"/>
              </a:tblGrid>
              <a:tr h="315455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80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62672"/>
            <a:ext cx="51517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203" y="1770749"/>
            <a:ext cx="280225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897" y="2719721"/>
            <a:ext cx="3656965" cy="3461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870585">
              <a:lnSpc>
                <a:spcPct val="1332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0979">
              <a:lnSpc>
                <a:spcPct val="100000"/>
              </a:lnSpc>
              <a:spcBef>
                <a:spcPts val="67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 marR="120014" indent="3175">
              <a:lnSpc>
                <a:spcPts val="2720"/>
              </a:lnSpc>
              <a:spcBef>
                <a:spcPts val="200"/>
              </a:spcBef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8536" y="1625204"/>
            <a:ext cx="4170679" cy="48849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6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-2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spc="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- 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y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5" dirty="0">
                <a:latin typeface="Verdana"/>
                <a:cs typeface="Verdana"/>
              </a:rPr>
              <a:t>i</a:t>
            </a:r>
            <a:r>
              <a:rPr sz="2050" i="1" spc="-150" dirty="0">
                <a:latin typeface="Verdana"/>
                <a:cs typeface="Verdana"/>
              </a:rPr>
              <a:t> </a:t>
            </a:r>
            <a:r>
              <a:rPr sz="2050" i="1" spc="-105" dirty="0">
                <a:latin typeface="Verdana"/>
                <a:cs typeface="Verdana"/>
              </a:rPr>
              <a:t>&lt;</a:t>
            </a:r>
            <a:r>
              <a:rPr sz="2050" spc="5" dirty="0">
                <a:latin typeface="Arial"/>
                <a:cs typeface="Arial"/>
              </a:rPr>
              <a:t>Ú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8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29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770572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409257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INICI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ARRAN</a:t>
            </a:r>
            <a:r>
              <a:rPr sz="1700" spc="5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4949" y="2677452"/>
            <a:ext cx="4703445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46170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54229" y="3022410"/>
            <a:ext cx="11747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i="1" spc="-5" dirty="0">
                <a:latin typeface="Arial"/>
                <a:cs typeface="Arial"/>
              </a:rPr>
              <a:t>Vazi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218" y="3712477"/>
            <a:ext cx="5149215" cy="2340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359" marR="1553845" indent="-424180">
              <a:lnSpc>
                <a:spcPts val="2720"/>
              </a:lnSpc>
              <a:spcBef>
                <a:spcPts val="200"/>
              </a:spcBef>
              <a:tabLst>
                <a:tab pos="257810" algn="l"/>
                <a:tab pos="5594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470"/>
              </a:spcBef>
              <a:tabLst>
                <a:tab pos="99314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93140">
              <a:lnSpc>
                <a:spcPct val="100000"/>
              </a:lnSpc>
              <a:spcBef>
                <a:spcPts val="675"/>
              </a:spcBef>
            </a:pP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3500120" algn="ctr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40" dirty="0">
                <a:latin typeface="Arial"/>
                <a:cs typeface="Arial"/>
              </a:rPr>
              <a:t>I</a:t>
            </a:r>
            <a:r>
              <a:rPr sz="1700" i="1" spc="50" dirty="0">
                <a:latin typeface="Arial"/>
                <a:cs typeface="Arial"/>
              </a:rPr>
              <a:t>n</a:t>
            </a:r>
            <a:r>
              <a:rPr sz="1700" i="1" spc="45" dirty="0">
                <a:latin typeface="Arial"/>
                <a:cs typeface="Arial"/>
              </a:rPr>
              <a:t>s</a:t>
            </a:r>
            <a:r>
              <a:rPr sz="1700" i="1" spc="50" dirty="0">
                <a:latin typeface="Arial"/>
                <a:cs typeface="Arial"/>
              </a:rPr>
              <a:t>e</a:t>
            </a:r>
            <a:r>
              <a:rPr sz="1700" i="1" spc="40" dirty="0">
                <a:latin typeface="Arial"/>
                <a:cs typeface="Arial"/>
              </a:rPr>
              <a:t>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268" y="339966"/>
            <a:ext cx="1022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67"/>
            <a:ext cx="7102475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7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5474970" algn="ctr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43204" marR="3769360" indent="-13970">
              <a:lnSpc>
                <a:spcPct val="1297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75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200" marR="1965960" indent="-219710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  <a:tab pos="668020" algn="l"/>
                <a:tab pos="1423670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0" dirty="0">
                <a:latin typeface="Arial"/>
                <a:cs typeface="Arial"/>
              </a:rPr>
              <a:t>Retir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44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7359" marR="5080" indent="-229235">
              <a:lnSpc>
                <a:spcPct val="129700"/>
              </a:lnSpc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90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2)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-114" dirty="0">
                <a:latin typeface="Arial"/>
                <a:cs typeface="Arial"/>
              </a:rPr>
              <a:t>x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[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4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352425" algn="l"/>
              </a:tabLst>
            </a:pPr>
            <a:r>
              <a:rPr sz="1700" spc="5" dirty="0">
                <a:latin typeface="Arial"/>
                <a:cs typeface="Arial"/>
              </a:rPr>
              <a:t>}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i="1" spc="-30" dirty="0">
                <a:latin typeface="Arial"/>
                <a:cs typeface="Arial"/>
              </a:rPr>
              <a:t>Imprim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30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606790" cy="4463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4292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ono</a:t>
            </a:r>
            <a:r>
              <a:rPr sz="2050" spc="5" dirty="0">
                <a:latin typeface="Arial"/>
                <a:cs typeface="Arial"/>
              </a:rPr>
              <a:t>mia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(o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a).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4546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o;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linguagen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 </a:t>
            </a:r>
            <a:r>
              <a:rPr sz="2050" dirty="0">
                <a:latin typeface="Arial"/>
                <a:cs typeface="Arial"/>
              </a:rPr>
              <a:t>porqu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sse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48" y="862672"/>
            <a:ext cx="8698865" cy="3524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603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cé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cabeç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sim</a:t>
            </a:r>
            <a:r>
              <a:rPr sz="2050" dirty="0">
                <a:latin typeface="Arial"/>
                <a:cs typeface="Arial"/>
              </a:rPr>
              <a:t>plifica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43182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47740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43065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82598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20739" y="8295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39" y="41465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7184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655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18772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8189" y="4723930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4947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509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99064" y="4848301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03701" y="48068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77008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563620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75024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377006" y="4723930"/>
            <a:ext cx="124460" cy="248920"/>
          </a:xfrm>
          <a:custGeom>
            <a:avLst/>
            <a:gdLst/>
            <a:ahLst/>
            <a:cxnLst/>
            <a:rect l="l" t="t" r="r" b="b"/>
            <a:pathLst>
              <a:path w="124460" h="248920">
                <a:moveTo>
                  <a:pt x="124409" y="0"/>
                </a:move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621121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39" h="248920">
                <a:moveTo>
                  <a:pt x="497652" y="248820"/>
                </a:moveTo>
                <a:lnTo>
                  <a:pt x="497652" y="0"/>
                </a:lnTo>
                <a:lnTo>
                  <a:pt x="0" y="0"/>
                </a:lnTo>
                <a:lnTo>
                  <a:pt x="0" y="248820"/>
                </a:lnTo>
                <a:lnTo>
                  <a:pt x="497652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60542" y="4723928"/>
            <a:ext cx="497840" cy="248920"/>
          </a:xfrm>
          <a:custGeom>
            <a:avLst/>
            <a:gdLst/>
            <a:ahLst/>
            <a:cxnLst/>
            <a:rect l="l" t="t" r="r" b="b"/>
            <a:pathLst>
              <a:path w="497840" h="248920">
                <a:moveTo>
                  <a:pt x="497646" y="248820"/>
                </a:moveTo>
                <a:lnTo>
                  <a:pt x="497646" y="0"/>
                </a:lnTo>
                <a:lnTo>
                  <a:pt x="0" y="0"/>
                </a:lnTo>
                <a:lnTo>
                  <a:pt x="0" y="248820"/>
                </a:lnTo>
                <a:lnTo>
                  <a:pt x="497646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76963" y="4645101"/>
            <a:ext cx="9315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8210" algn="l"/>
              </a:tabLst>
            </a:pPr>
            <a:r>
              <a:rPr sz="1600" spc="5" dirty="0">
                <a:latin typeface="Times New Roman"/>
                <a:cs typeface="Times New Roman"/>
              </a:rPr>
              <a:t>... 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u="sng" spc="5" dirty="0">
                <a:latin typeface="Times New Roman"/>
                <a:cs typeface="Times New Roman"/>
              </a:rPr>
              <a:t> </a:t>
            </a:r>
            <a:r>
              <a:rPr sz="1600" u="sng" dirty="0"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06815" y="4707345"/>
            <a:ext cx="44069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Lista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54166" y="4707345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77079" y="4668392"/>
            <a:ext cx="2448560" cy="299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51710" algn="l"/>
              </a:tabLst>
            </a:pP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1	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725" spc="-7" baseline="-9661" dirty="0">
                <a:latin typeface="Times New Roman"/>
                <a:cs typeface="Times New Roman"/>
              </a:rPr>
              <a:t>n</a:t>
            </a:r>
            <a:endParaRPr sz="1725" baseline="-9661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9734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901" y="1770749"/>
            <a:ext cx="4398645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2468880" indent="-20891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470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915" y="5565852"/>
            <a:ext cx="354139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7329">
              <a:lnSpc>
                <a:spcPct val="100000"/>
              </a:lnSpc>
              <a:spcBef>
                <a:spcPts val="67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884" y="1720659"/>
            <a:ext cx="4046220" cy="31935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1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 e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</a:t>
            </a:r>
            <a:r>
              <a:rPr sz="2050" spc="-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7179309" cy="5116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190500" indent="-198120">
              <a:lnSpc>
                <a:spcPts val="2720"/>
              </a:lnSpc>
              <a:spcBef>
                <a:spcPts val="200"/>
              </a:spcBef>
              <a:tabLst>
                <a:tab pos="3776979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0" dirty="0">
                <a:latin typeface="Arial"/>
                <a:cs typeface="Arial"/>
              </a:rPr>
              <a:t>&gt;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25" dirty="0">
                <a:latin typeface="Arial"/>
                <a:cs typeface="Arial"/>
              </a:rPr>
              <a:t>&gt;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259524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1300" marR="5080" indent="-198120">
              <a:lnSpc>
                <a:spcPct val="133200"/>
              </a:lnSpc>
              <a:tabLst>
                <a:tab pos="42049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5" dirty="0">
                <a:latin typeface="Arial"/>
                <a:cs typeface="Arial"/>
              </a:rPr>
              <a:t>&gt;</a:t>
            </a:r>
            <a:r>
              <a:rPr sz="1700" spc="25" dirty="0">
                <a:latin typeface="Arial"/>
                <a:cs typeface="Arial"/>
              </a:rPr>
              <a:t>Ultim</a:t>
            </a:r>
            <a:r>
              <a:rPr sz="1700" spc="-114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71334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  <a:tabLst>
                <a:tab pos="313118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14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4574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59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i="1" spc="15" dirty="0">
                <a:latin typeface="Arial"/>
                <a:cs typeface="Arial"/>
              </a:rPr>
              <a:t>O</a:t>
            </a:r>
            <a:r>
              <a:rPr sz="1700" i="1" spc="14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s</a:t>
            </a:r>
            <a:r>
              <a:rPr sz="1700" i="1" spc="45" dirty="0">
                <a:latin typeface="Arial"/>
                <a:cs typeface="Arial"/>
              </a:rPr>
              <a:t>e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i="1" spc="105" dirty="0">
                <a:latin typeface="Arial"/>
                <a:cs typeface="Arial"/>
              </a:rPr>
              <a:t>retirad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35" dirty="0">
                <a:latin typeface="Arial"/>
                <a:cs typeface="Arial"/>
              </a:rPr>
              <a:t>seguint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29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apontad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p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605"/>
              </a:spcBef>
            </a:pP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559435" algn="l"/>
                <a:tab pos="2192020" algn="l"/>
                <a:tab pos="2473325" algn="l"/>
                <a:tab pos="3712845" algn="l"/>
                <a:tab pos="399859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|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05"/>
              </a:spcBef>
              <a:tabLst>
                <a:tab pos="467359" algn="l"/>
                <a:tab pos="206438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posica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na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0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  <a:tabLst>
                <a:tab pos="3654425" algn="l"/>
              </a:tabLst>
            </a:pP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2346960" indent="15875">
              <a:lnSpc>
                <a:spcPct val="129700"/>
              </a:lnSpc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p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NULL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30" dirty="0">
                <a:latin typeface="Arial"/>
                <a:cs typeface="Arial"/>
              </a:rPr>
              <a:t>&gt;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p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-9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4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135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130" dirty="0">
                <a:latin typeface="Arial"/>
                <a:cs typeface="Arial"/>
              </a:rPr>
              <a:t>d\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 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2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67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852169" marR="39687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scim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cisa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a</a:t>
            </a:r>
            <a:r>
              <a:rPr sz="2050" i="1" dirty="0">
                <a:latin typeface="Times New Roman"/>
                <a:cs typeface="Times New Roman"/>
              </a:rPr>
              <a:t> </a:t>
            </a:r>
            <a:r>
              <a:rPr sz="2050" i="1" spc="5" dirty="0">
                <a:latin typeface="Times New Roman"/>
                <a:cs typeface="Times New Roman"/>
              </a:rPr>
              <a:t>pr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i="1" spc="5" dirty="0">
                <a:latin typeface="Times New Roman"/>
                <a:cs typeface="Times New Roman"/>
              </a:rPr>
              <a:t>or</a:t>
            </a:r>
            <a:r>
              <a:rPr sz="2050" i="1" spc="-5" dirty="0">
                <a:latin typeface="Times New Roman"/>
                <a:cs typeface="Times New Roman"/>
              </a:rPr>
              <a:t>i</a:t>
            </a:r>
            <a:r>
              <a:rPr sz="2050" dirty="0">
                <a:latin typeface="Arial"/>
                <a:cs typeface="Arial"/>
              </a:rPr>
              <a:t>).</a:t>
            </a:r>
            <a:endParaRPr sz="2050">
              <a:latin typeface="Arial"/>
              <a:cs typeface="Arial"/>
            </a:endParaRPr>
          </a:p>
          <a:p>
            <a:pPr marL="484505" marR="99314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5" dirty="0">
                <a:latin typeface="Arial"/>
                <a:cs typeface="Arial"/>
              </a:rPr>
              <a:t>m: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432165" cy="6290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lid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4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2"/>
              </a:spcBef>
              <a:buFont typeface="Times New Roman"/>
              <a:buChar char="–"/>
            </a:pPr>
            <a:endParaRPr sz="2000">
              <a:latin typeface="Times New Roman"/>
              <a:cs typeface="Times New Roman"/>
            </a:endParaRPr>
          </a:p>
          <a:p>
            <a:pPr marL="468630">
              <a:lnSpc>
                <a:spcPct val="100000"/>
              </a:lnSpc>
              <a:tabLst>
                <a:tab pos="1466215" algn="l"/>
              </a:tabLst>
            </a:pP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1..999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87680">
              <a:lnSpc>
                <a:spcPct val="100000"/>
              </a:lnSpc>
              <a:spcBef>
                <a:spcPts val="605"/>
              </a:spcBef>
            </a:pP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18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1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6725">
              <a:lnSpc>
                <a:spcPct val="100000"/>
              </a:lnSpc>
              <a:spcBef>
                <a:spcPts val="605"/>
              </a:spcBef>
              <a:tabLst>
                <a:tab pos="1479550" algn="l"/>
                <a:tab pos="1669414" algn="l"/>
              </a:tabLst>
            </a:pP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50" dirty="0">
                <a:latin typeface="Arial"/>
                <a:cs typeface="Arial"/>
              </a:rPr>
              <a:t>rr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y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7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2250">
              <a:latin typeface="Times New Roman"/>
              <a:cs typeface="Times New Roman"/>
            </a:endParaRPr>
          </a:p>
          <a:p>
            <a:pPr marL="484505" marR="160020" indent="-262255">
              <a:lnSpc>
                <a:spcPct val="1163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uir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final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941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1250" cy="6459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-8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í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ve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Soluçã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470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10,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9,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indent="-262890">
              <a:lnSpc>
                <a:spcPct val="116300"/>
              </a:lnSpc>
              <a:spcBef>
                <a:spcPts val="540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spc="5" dirty="0">
                <a:latin typeface="Arial"/>
                <a:cs typeface="Arial"/>
              </a:rPr>
              <a:t>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refina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2500">
              <a:latin typeface="Times New Roman"/>
              <a:cs typeface="Times New Roman"/>
            </a:endParaRPr>
          </a:p>
          <a:p>
            <a:pPr marL="240029">
              <a:lnSpc>
                <a:spcPct val="100000"/>
              </a:lnSpc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orden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registro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pel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camp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605"/>
              </a:spcBef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houve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c</a:t>
            </a:r>
            <a:r>
              <a:rPr sz="1700" spc="-17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mesm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no</a:t>
            </a:r>
            <a:r>
              <a:rPr sz="1700" spc="5" dirty="0">
                <a:latin typeface="Arial"/>
                <a:cs typeface="Arial"/>
              </a:rPr>
              <a:t>ta</a:t>
            </a:r>
            <a:endParaRPr sz="1700">
              <a:latin typeface="Arial"/>
              <a:cs typeface="Arial"/>
            </a:endParaRPr>
          </a:p>
          <a:p>
            <a:pPr marL="789305">
              <a:lnSpc>
                <a:spcPct val="100000"/>
              </a:lnSpc>
              <a:spcBef>
                <a:spcPts val="605"/>
              </a:spcBef>
              <a:tabLst>
                <a:tab pos="1003300" algn="l"/>
                <a:tab pos="141541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exist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vag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u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curso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op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-50" dirty="0">
                <a:latin typeface="Arial"/>
                <a:cs typeface="Arial"/>
              </a:rPr>
              <a:t>ã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candidat</a:t>
            </a:r>
            <a:r>
              <a:rPr sz="1700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993775">
              <a:lnSpc>
                <a:spcPct val="100000"/>
              </a:lnSpc>
              <a:spcBef>
                <a:spcPts val="605"/>
              </a:spcBef>
              <a:tabLst>
                <a:tab pos="1847850" algn="l"/>
              </a:tabLst>
            </a:pPr>
            <a:r>
              <a:rPr sz="1700" spc="5" dirty="0">
                <a:latin typeface="Arial"/>
                <a:cs typeface="Arial"/>
              </a:rPr>
              <a:t>{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inser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conjunt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0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605"/>
              </a:spcBef>
              <a:tabLst>
                <a:tab pos="227647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inser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14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conjunt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7797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3520">
              <a:lnSpc>
                <a:spcPct val="100000"/>
              </a:lnSpc>
              <a:spcBef>
                <a:spcPts val="605"/>
              </a:spcBef>
            </a:pPr>
            <a:r>
              <a:rPr sz="1700" spc="-2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po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curso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52" y="862672"/>
            <a:ext cx="8676005" cy="29506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Class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ifi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Alunos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3695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87178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9173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70" y="41473"/>
                </a:lnTo>
                <a:lnTo>
                  <a:pt x="20726" y="8291"/>
                </a:lnTo>
                <a:lnTo>
                  <a:pt x="20726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3"/>
                </a:lnTo>
                <a:lnTo>
                  <a:pt x="20726" y="82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9173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70" y="41473"/>
                </a:lnTo>
                <a:lnTo>
                  <a:pt x="0" y="0"/>
                </a:lnTo>
                <a:lnTo>
                  <a:pt x="20726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62757" y="632933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26"/>
                </a:lnTo>
                <a:lnTo>
                  <a:pt x="0" y="248826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16289" y="63293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67" y="248826"/>
                </a:moveTo>
                <a:lnTo>
                  <a:pt x="746467" y="0"/>
                </a:lnTo>
                <a:lnTo>
                  <a:pt x="0" y="0"/>
                </a:lnTo>
                <a:lnTo>
                  <a:pt x="0" y="248826"/>
                </a:lnTo>
                <a:lnTo>
                  <a:pt x="746467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24337" y="630856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80114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8468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20739" y="8295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3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84687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0" y="0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55705" y="6329331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26"/>
                </a:lnTo>
                <a:lnTo>
                  <a:pt x="0" y="248826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09233" y="63293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6"/>
                </a:moveTo>
                <a:lnTo>
                  <a:pt x="746471" y="0"/>
                </a:lnTo>
                <a:lnTo>
                  <a:pt x="0" y="0"/>
                </a:lnTo>
                <a:lnTo>
                  <a:pt x="0" y="248826"/>
                </a:lnTo>
                <a:lnTo>
                  <a:pt x="746471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17342" y="630856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7178" y="614267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891737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91737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62757" y="6018263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16289" y="6018260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67" y="248820"/>
                </a:moveTo>
                <a:lnTo>
                  <a:pt x="746467" y="0"/>
                </a:lnTo>
                <a:lnTo>
                  <a:pt x="0" y="0"/>
                </a:lnTo>
                <a:lnTo>
                  <a:pt x="0" y="248820"/>
                </a:lnTo>
                <a:lnTo>
                  <a:pt x="746467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24337" y="5997576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894230" y="614267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98866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98866" y="610124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72171" y="4743743"/>
            <a:ext cx="746760" cy="622300"/>
          </a:xfrm>
          <a:custGeom>
            <a:avLst/>
            <a:gdLst/>
            <a:ahLst/>
            <a:cxnLst/>
            <a:rect l="l" t="t" r="r" b="b"/>
            <a:pathLst>
              <a:path w="746760" h="622300">
                <a:moveTo>
                  <a:pt x="746467" y="622057"/>
                </a:moveTo>
                <a:lnTo>
                  <a:pt x="746467" y="0"/>
                </a:lnTo>
                <a:lnTo>
                  <a:pt x="0" y="0"/>
                </a:lnTo>
                <a:lnTo>
                  <a:pt x="0" y="622057"/>
                </a:lnTo>
                <a:lnTo>
                  <a:pt x="746467" y="622057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442154" y="4948068"/>
            <a:ext cx="269304" cy="21209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72171" y="443271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59471" y="4105135"/>
            <a:ext cx="855344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NotaFinal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72935" y="4416159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272171" y="5676860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25"/>
                </a:moveTo>
                <a:lnTo>
                  <a:pt x="746467" y="0"/>
                </a:lnTo>
                <a:lnTo>
                  <a:pt x="0" y="0"/>
                </a:lnTo>
                <a:lnTo>
                  <a:pt x="0" y="311025"/>
                </a:lnTo>
                <a:lnTo>
                  <a:pt x="746467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272171" y="5365793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72171" y="598785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272171" y="629888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67" y="311030"/>
                </a:moveTo>
                <a:lnTo>
                  <a:pt x="746467" y="0"/>
                </a:lnTo>
                <a:lnTo>
                  <a:pt x="0" y="0"/>
                </a:lnTo>
                <a:lnTo>
                  <a:pt x="0" y="311030"/>
                </a:lnTo>
                <a:lnTo>
                  <a:pt x="746467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94230" y="645370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98866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20739" y="8295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3"/>
                </a:lnTo>
                <a:lnTo>
                  <a:pt x="20739" y="82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98866" y="6412273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1"/>
                </a:moveTo>
                <a:lnTo>
                  <a:pt x="103682" y="41473"/>
                </a:lnTo>
                <a:lnTo>
                  <a:pt x="0" y="0"/>
                </a:lnTo>
                <a:lnTo>
                  <a:pt x="20739" y="41473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94230" y="5831649"/>
            <a:ext cx="608330" cy="0"/>
          </a:xfrm>
          <a:custGeom>
            <a:avLst/>
            <a:gdLst/>
            <a:ahLst/>
            <a:cxnLst/>
            <a:rect l="l" t="t" r="r" b="b"/>
            <a:pathLst>
              <a:path w="608330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398866" y="579022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82" y="41465"/>
                </a:lnTo>
                <a:lnTo>
                  <a:pt x="20739" y="8294"/>
                </a:lnTo>
                <a:lnTo>
                  <a:pt x="20739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65"/>
                </a:lnTo>
                <a:lnTo>
                  <a:pt x="20739" y="82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98866" y="579022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82" y="41465"/>
                </a:lnTo>
                <a:lnTo>
                  <a:pt x="0" y="0"/>
                </a:lnTo>
                <a:lnTo>
                  <a:pt x="20739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551700" y="6312753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58734" y="6001677"/>
            <a:ext cx="24447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nil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65793" y="5615826"/>
            <a:ext cx="21209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10718" y="5411419"/>
            <a:ext cx="233045" cy="1189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7</a:t>
            </a:r>
            <a:endParaRPr sz="16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9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10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334370" y="4141343"/>
            <a:ext cx="541464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5" dirty="0">
                <a:latin typeface="Arial"/>
                <a:cs typeface="Arial"/>
              </a:rPr>
              <a:t>-</a:t>
            </a:r>
            <a:endParaRPr sz="2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96688" y="4453862"/>
            <a:ext cx="5152390" cy="1132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19700"/>
              </a:lnSpc>
            </a:pPr>
            <a:r>
              <a:rPr sz="2050" dirty="0">
                <a:latin typeface="Arial"/>
                <a:cs typeface="Arial"/>
              </a:rPr>
              <a:t>nado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tro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7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andidat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79249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3809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20739" y="8296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8"/>
                </a:lnTo>
                <a:lnTo>
                  <a:pt x="20739" y="8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83809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0" y="0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54840" y="348593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08368" y="34859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0"/>
                </a:moveTo>
                <a:lnTo>
                  <a:pt x="746471" y="0"/>
                </a:lnTo>
                <a:lnTo>
                  <a:pt x="0" y="0"/>
                </a:lnTo>
                <a:lnTo>
                  <a:pt x="0" y="248820"/>
                </a:lnTo>
                <a:lnTo>
                  <a:pt x="746471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16476" y="3465234"/>
            <a:ext cx="7283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86313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90950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590950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72197" y="3610343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76783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40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76783" y="356890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40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47775" y="3485934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31" y="0"/>
                </a:lnTo>
                <a:lnTo>
                  <a:pt x="248831" y="248818"/>
                </a:lnTo>
                <a:lnTo>
                  <a:pt x="0" y="248818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01308" y="348593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59" h="248920">
                <a:moveTo>
                  <a:pt x="746467" y="248820"/>
                </a:moveTo>
                <a:lnTo>
                  <a:pt x="746467" y="0"/>
                </a:lnTo>
                <a:lnTo>
                  <a:pt x="0" y="0"/>
                </a:lnTo>
                <a:lnTo>
                  <a:pt x="0" y="248820"/>
                </a:lnTo>
                <a:lnTo>
                  <a:pt x="746467" y="24882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734083" y="3383471"/>
            <a:ext cx="21209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09368" y="3465207"/>
            <a:ext cx="728345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25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  <a:p>
            <a:pPr marL="33020">
              <a:lnSpc>
                <a:spcPts val="224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79249" y="392137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41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83809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20739" y="8296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39" y="41478"/>
                </a:lnTo>
                <a:lnTo>
                  <a:pt x="20739" y="82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083809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82" y="41478"/>
                </a:lnTo>
                <a:lnTo>
                  <a:pt x="0" y="0"/>
                </a:lnTo>
                <a:lnTo>
                  <a:pt x="20739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54840" y="3796995"/>
            <a:ext cx="248920" cy="248920"/>
          </a:xfrm>
          <a:custGeom>
            <a:avLst/>
            <a:gdLst/>
            <a:ahLst/>
            <a:cxnLst/>
            <a:rect l="l" t="t" r="r" b="b"/>
            <a:pathLst>
              <a:path w="248920" h="248920">
                <a:moveTo>
                  <a:pt x="0" y="0"/>
                </a:moveTo>
                <a:lnTo>
                  <a:pt x="248818" y="0"/>
                </a:lnTo>
                <a:lnTo>
                  <a:pt x="248818" y="248831"/>
                </a:lnTo>
                <a:lnTo>
                  <a:pt x="0" y="248831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708368" y="3797001"/>
            <a:ext cx="746760" cy="248920"/>
          </a:xfrm>
          <a:custGeom>
            <a:avLst/>
            <a:gdLst/>
            <a:ahLst/>
            <a:cxnLst/>
            <a:rect l="l" t="t" r="r" b="b"/>
            <a:pathLst>
              <a:path w="746760" h="248920">
                <a:moveTo>
                  <a:pt x="746471" y="248826"/>
                </a:moveTo>
                <a:lnTo>
                  <a:pt x="746471" y="0"/>
                </a:lnTo>
                <a:lnTo>
                  <a:pt x="0" y="0"/>
                </a:lnTo>
                <a:lnTo>
                  <a:pt x="0" y="248826"/>
                </a:lnTo>
                <a:lnTo>
                  <a:pt x="746471" y="248826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086313" y="3921378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590950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20726" y="8292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78"/>
                </a:lnTo>
                <a:lnTo>
                  <a:pt x="20726" y="82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90950" y="3879939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43"/>
                </a:moveTo>
                <a:lnTo>
                  <a:pt x="103670" y="41478"/>
                </a:lnTo>
                <a:lnTo>
                  <a:pt x="0" y="0"/>
                </a:lnTo>
                <a:lnTo>
                  <a:pt x="20726" y="41478"/>
                </a:lnTo>
                <a:lnTo>
                  <a:pt x="0" y="82943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86313" y="4232402"/>
            <a:ext cx="608330" cy="0"/>
          </a:xfrm>
          <a:custGeom>
            <a:avLst/>
            <a:gdLst/>
            <a:ahLst/>
            <a:cxnLst/>
            <a:rect l="l" t="t" r="r" b="b"/>
            <a:pathLst>
              <a:path w="608329">
                <a:moveTo>
                  <a:pt x="0" y="0"/>
                </a:moveTo>
                <a:lnTo>
                  <a:pt x="608228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90950" y="419097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90950" y="4190975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716476" y="3776230"/>
            <a:ext cx="728345" cy="538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spc="10" dirty="0">
                <a:latin typeface="Times New Roman"/>
                <a:cs typeface="Times New Roman"/>
              </a:rPr>
              <a:t>Registro</a:t>
            </a:r>
            <a:endParaRPr sz="1600">
              <a:latin typeface="Times New Roman"/>
              <a:cs typeface="Times New Roman"/>
            </a:endParaRPr>
          </a:p>
          <a:p>
            <a:pPr marL="53975">
              <a:lnSpc>
                <a:spcPts val="2285"/>
              </a:lnSpc>
            </a:pPr>
            <a:r>
              <a:rPr sz="1950" dirty="0">
                <a:latin typeface="Times New Roman"/>
                <a:cs typeface="Times New Roman"/>
              </a:rPr>
              <a:t>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464251" y="5321691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25"/>
                </a:moveTo>
                <a:lnTo>
                  <a:pt x="746471" y="0"/>
                </a:lnTo>
                <a:lnTo>
                  <a:pt x="0" y="0"/>
                </a:lnTo>
                <a:lnTo>
                  <a:pt x="0" y="311025"/>
                </a:lnTo>
                <a:lnTo>
                  <a:pt x="746471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64251" y="501070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64251" y="4699678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64251" y="4388604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464251" y="407761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25"/>
                </a:moveTo>
                <a:lnTo>
                  <a:pt x="746471" y="0"/>
                </a:lnTo>
                <a:lnTo>
                  <a:pt x="0" y="0"/>
                </a:lnTo>
                <a:lnTo>
                  <a:pt x="0" y="311025"/>
                </a:lnTo>
                <a:lnTo>
                  <a:pt x="746471" y="311025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64251" y="3766545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64251" y="3455522"/>
            <a:ext cx="746760" cy="311150"/>
          </a:xfrm>
          <a:custGeom>
            <a:avLst/>
            <a:gdLst/>
            <a:ahLst/>
            <a:cxnLst/>
            <a:rect l="l" t="t" r="r" b="b"/>
            <a:pathLst>
              <a:path w="746760" h="311150">
                <a:moveTo>
                  <a:pt x="746471" y="311030"/>
                </a:moveTo>
                <a:lnTo>
                  <a:pt x="746471" y="0"/>
                </a:lnTo>
                <a:lnTo>
                  <a:pt x="0" y="0"/>
                </a:lnTo>
                <a:lnTo>
                  <a:pt x="0" y="311030"/>
                </a:lnTo>
                <a:lnTo>
                  <a:pt x="746471" y="31103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264941" y="3501174"/>
            <a:ext cx="129539" cy="212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6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600" spc="15" dirty="0">
                <a:latin typeface="Times New Roman"/>
                <a:cs typeface="Times New Roman"/>
              </a:rPr>
              <a:t>7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11326" y="851928"/>
            <a:ext cx="8473440" cy="2532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845435" algn="ctr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Class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ifi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Alunos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 10,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aFinal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9,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096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aba</a:t>
            </a:r>
            <a:r>
              <a:rPr sz="2050" spc="5" dirty="0">
                <a:latin typeface="Arial"/>
                <a:cs typeface="Arial"/>
              </a:rPr>
              <a:t>ix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aga.</a:t>
            </a:r>
            <a:endParaRPr sz="2050">
              <a:latin typeface="Arial"/>
              <a:cs typeface="Arial"/>
            </a:endParaRPr>
          </a:p>
          <a:p>
            <a:pPr marR="2858770" algn="ctr">
              <a:lnSpc>
                <a:spcPct val="100000"/>
              </a:lnSpc>
              <a:spcBef>
                <a:spcPts val="630"/>
              </a:spcBef>
            </a:pPr>
            <a:r>
              <a:rPr sz="1600" spc="15" dirty="0">
                <a:latin typeface="Times New Roman"/>
                <a:cs typeface="Times New Roman"/>
              </a:rPr>
              <a:t>Cursos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21299" y="5888723"/>
            <a:ext cx="8527415" cy="1186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Se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hou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aga,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1746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á a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andida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04784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gundo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226695" marR="1205230">
              <a:lnSpc>
                <a:spcPct val="129700"/>
              </a:lnSpc>
              <a:spcBef>
                <a:spcPts val="1375"/>
              </a:spcBef>
            </a:pPr>
            <a:r>
              <a:rPr sz="1700" b="1" spc="5" dirty="0">
                <a:latin typeface="Arial"/>
                <a:cs typeface="Arial"/>
              </a:rPr>
              <a:t>int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a; </a:t>
            </a:r>
            <a:r>
              <a:rPr sz="1700" spc="10" dirty="0">
                <a:latin typeface="Arial"/>
                <a:cs typeface="Arial"/>
              </a:rPr>
              <a:t>TipoCh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5" dirty="0">
                <a:latin typeface="Arial"/>
                <a:cs typeface="Arial"/>
              </a:rPr>
              <a:t>e; lê n</a:t>
            </a:r>
            <a:r>
              <a:rPr sz="1700" spc="10" dirty="0">
                <a:latin typeface="Arial"/>
                <a:cs typeface="Arial"/>
              </a:rPr>
              <a:t>úmero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pa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</a:t>
            </a:r>
            <a:r>
              <a:rPr sz="1700" spc="10" dirty="0">
                <a:latin typeface="Arial"/>
                <a:cs typeface="Arial"/>
              </a:rPr>
              <a:t>ada</a:t>
            </a:r>
            <a:r>
              <a:rPr sz="1700" spc="5" dirty="0">
                <a:latin typeface="Arial"/>
                <a:cs typeface="Arial"/>
              </a:rPr>
              <a:t> curso; inicializ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li</a:t>
            </a:r>
            <a:r>
              <a:rPr sz="1700" spc="5" dirty="0">
                <a:latin typeface="Arial"/>
                <a:cs typeface="Arial"/>
              </a:rPr>
              <a:t>stas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classif</a:t>
            </a:r>
            <a:r>
              <a:rPr sz="1700" dirty="0">
                <a:latin typeface="Arial"/>
                <a:cs typeface="Arial"/>
              </a:rPr>
              <a:t>ic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</a:t>
            </a:r>
            <a:r>
              <a:rPr sz="1700" spc="5" dirty="0">
                <a:latin typeface="Arial"/>
                <a:cs typeface="Arial"/>
              </a:rPr>
              <a:t>o,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lê registro;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b="1" spc="10" dirty="0">
                <a:latin typeface="Arial"/>
                <a:cs typeface="Arial"/>
              </a:rPr>
              <a:t>w</a:t>
            </a:r>
            <a:r>
              <a:rPr sz="1700" b="1" spc="5" dirty="0">
                <a:latin typeface="Arial"/>
                <a:cs typeface="Arial"/>
              </a:rPr>
              <a:t>hile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Ch</a:t>
            </a:r>
            <a:r>
              <a:rPr sz="1700" spc="-25" dirty="0">
                <a:latin typeface="Arial"/>
                <a:cs typeface="Arial"/>
              </a:rPr>
              <a:t>a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90" dirty="0">
                <a:latin typeface="Tahoma"/>
                <a:cs typeface="Tahoma"/>
              </a:rPr>
              <a:t>!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0" dirty="0">
                <a:latin typeface="Tahoma"/>
                <a:cs typeface="Tahoma"/>
              </a:rPr>
              <a:t>0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stas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classif</a:t>
            </a:r>
            <a:r>
              <a:rPr sz="1700" dirty="0">
                <a:latin typeface="Arial"/>
                <a:cs typeface="Arial"/>
              </a:rPr>
              <a:t>ic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</a:t>
            </a:r>
            <a:r>
              <a:rPr sz="1700" spc="5" dirty="0">
                <a:latin typeface="Arial"/>
                <a:cs typeface="Arial"/>
              </a:rPr>
              <a:t>o, c</a:t>
            </a:r>
            <a:r>
              <a:rPr sz="1700" spc="10" dirty="0">
                <a:latin typeface="Arial"/>
                <a:cs typeface="Arial"/>
              </a:rPr>
              <a:t>on</a:t>
            </a:r>
            <a:r>
              <a:rPr sz="1700" spc="-50" dirty="0">
                <a:latin typeface="Arial"/>
                <a:cs typeface="Arial"/>
              </a:rPr>
              <a:t>f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4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nota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5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spc="-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lê registro; }</a:t>
            </a:r>
            <a:endParaRPr sz="1700">
              <a:latin typeface="Arial"/>
              <a:cs typeface="Arial"/>
            </a:endParaRPr>
          </a:p>
          <a:p>
            <a:pPr marL="226695">
              <a:lnSpc>
                <a:spcPct val="100000"/>
              </a:lnSpc>
              <a:spcBef>
                <a:spcPts val="605"/>
              </a:spcBef>
            </a:pPr>
            <a:r>
              <a:rPr sz="1700" b="1" spc="-30" dirty="0">
                <a:latin typeface="Arial"/>
                <a:cs typeface="Arial"/>
              </a:rPr>
              <a:t>f</a:t>
            </a:r>
            <a:r>
              <a:rPr sz="1700" b="1" spc="10" dirty="0">
                <a:latin typeface="Arial"/>
                <a:cs typeface="Arial"/>
              </a:rPr>
              <a:t>or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5" dirty="0">
                <a:latin typeface="Tahoma"/>
                <a:cs typeface="Tahoma"/>
              </a:rPr>
              <a:t>1</a:t>
            </a:r>
            <a:r>
              <a:rPr sz="1700" spc="-70" dirty="0">
                <a:latin typeface="Tahoma"/>
                <a:cs typeface="Tahoma"/>
              </a:rPr>
              <a:t>0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-55" dirty="0">
                <a:latin typeface="Verdana"/>
                <a:cs typeface="Verdana"/>
              </a:rPr>
              <a:t>&gt;</a:t>
            </a:r>
            <a:r>
              <a:rPr sz="1700" spc="100" dirty="0">
                <a:latin typeface="Tahoma"/>
                <a:cs typeface="Tahoma"/>
              </a:rPr>
              <a:t>=</a:t>
            </a:r>
            <a:r>
              <a:rPr sz="1700" spc="-55" dirty="0">
                <a:latin typeface="Tahoma"/>
                <a:cs typeface="Tahoma"/>
              </a:rPr>
              <a:t> </a:t>
            </a:r>
            <a:r>
              <a:rPr sz="1700" spc="-75" dirty="0">
                <a:latin typeface="Tahoma"/>
                <a:cs typeface="Tahoma"/>
              </a:rPr>
              <a:t>0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Not</a:t>
            </a:r>
            <a:r>
              <a:rPr sz="1700" spc="5" dirty="0">
                <a:latin typeface="Arial"/>
                <a:cs typeface="Arial"/>
              </a:rPr>
              <a:t>a</a:t>
            </a:r>
            <a:r>
              <a:rPr sz="1700" spc="-15" dirty="0">
                <a:latin typeface="Lucida Sans Unicode"/>
                <a:cs typeface="Lucida Sans Unicode"/>
              </a:rPr>
              <a:t>−−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b="1" spc="10" dirty="0">
                <a:latin typeface="Arial"/>
                <a:cs typeface="Arial"/>
              </a:rPr>
              <a:t>w</a:t>
            </a:r>
            <a:r>
              <a:rPr sz="1700" b="1" spc="5" dirty="0">
                <a:latin typeface="Arial"/>
                <a:cs typeface="Arial"/>
              </a:rPr>
              <a:t>hile </a:t>
            </a:r>
            <a:r>
              <a:rPr sz="1700" spc="5" dirty="0">
                <a:latin typeface="Arial"/>
                <a:cs typeface="Arial"/>
              </a:rPr>
              <a:t>( </a:t>
            </a:r>
            <a:r>
              <a:rPr sz="1700" spc="10" dirty="0">
                <a:latin typeface="Arial"/>
                <a:cs typeface="Arial"/>
              </a:rPr>
              <a:t>hou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5" dirty="0">
                <a:latin typeface="Arial"/>
                <a:cs typeface="Arial"/>
              </a:rPr>
              <a:t>er 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ó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mo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</a:t>
            </a:r>
            <a:r>
              <a:rPr sz="1700" spc="15" dirty="0">
                <a:latin typeface="Arial"/>
                <a:cs typeface="Arial"/>
              </a:rPr>
              <a:t>om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spc="5" dirty="0">
                <a:latin typeface="Arial"/>
                <a:cs typeface="Arial"/>
              </a:rPr>
              <a:t>sm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NotaFinal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reti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b="1" spc="5" dirty="0">
                <a:latin typeface="Arial"/>
                <a:cs typeface="Arial"/>
              </a:rPr>
              <a:t>if 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ste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em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um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dos</a:t>
            </a:r>
            <a:r>
              <a:rPr sz="1700" spc="5" dirty="0">
                <a:latin typeface="Arial"/>
                <a:cs typeface="Arial"/>
              </a:rPr>
              <a:t> 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pç</a:t>
            </a:r>
            <a:r>
              <a:rPr sz="1700" spc="10" dirty="0">
                <a:latin typeface="Arial"/>
                <a:cs typeface="Arial"/>
              </a:rPr>
              <a:t>ão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do</a:t>
            </a:r>
            <a:r>
              <a:rPr sz="1700" spc="5" dirty="0">
                <a:latin typeface="Arial"/>
                <a:cs typeface="Arial"/>
              </a:rPr>
              <a:t> c</a:t>
            </a:r>
            <a:r>
              <a:rPr sz="1700" spc="10" dirty="0">
                <a:latin typeface="Arial"/>
                <a:cs typeface="Arial"/>
              </a:rPr>
              <a:t>andidato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dirty="0">
                <a:latin typeface="Arial"/>
                <a:cs typeface="Arial"/>
              </a:rPr>
              <a:t> li</a:t>
            </a:r>
            <a:r>
              <a:rPr sz="1700" spc="5" dirty="0">
                <a:latin typeface="Arial"/>
                <a:cs typeface="Arial"/>
              </a:rPr>
              <a:t>sta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  <a:p>
            <a:pPr marR="678180" algn="ctr">
              <a:lnSpc>
                <a:spcPct val="100000"/>
              </a:lnSpc>
              <a:spcBef>
                <a:spcPts val="605"/>
              </a:spcBef>
            </a:pP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cre</a:t>
            </a:r>
            <a:r>
              <a:rPr sz="1700" spc="10" dirty="0">
                <a:latin typeface="Arial"/>
                <a:cs typeface="Arial"/>
              </a:rPr>
              <a:t>menta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 n</a:t>
            </a:r>
            <a:r>
              <a:rPr sz="1700" spc="10" dirty="0">
                <a:latin typeface="Arial"/>
                <a:cs typeface="Arial"/>
              </a:rPr>
              <a:t>úmero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agas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pa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aquele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curso;</a:t>
            </a:r>
            <a:endParaRPr sz="1700">
              <a:latin typeface="Arial"/>
              <a:cs typeface="Arial"/>
            </a:endParaRPr>
          </a:p>
          <a:p>
            <a:pPr marL="86931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69315" marR="2524125">
              <a:lnSpc>
                <a:spcPts val="2650"/>
              </a:lnSpc>
              <a:spcBef>
                <a:spcPts val="185"/>
              </a:spcBef>
            </a:pPr>
            <a:r>
              <a:rPr sz="1700" b="1" spc="10" dirty="0">
                <a:latin typeface="Arial"/>
                <a:cs typeface="Arial"/>
              </a:rPr>
              <a:t>else </a:t>
            </a:r>
            <a:r>
              <a:rPr sz="1700" spc="5" dirty="0">
                <a:latin typeface="Arial"/>
                <a:cs typeface="Arial"/>
              </a:rPr>
              <a:t>{ ins</a:t>
            </a:r>
            <a:r>
              <a:rPr sz="1700" spc="10" dirty="0">
                <a:latin typeface="Arial"/>
                <a:cs typeface="Arial"/>
              </a:rPr>
              <a:t>ere</a:t>
            </a:r>
            <a:r>
              <a:rPr sz="1700" spc="5" dirty="0">
                <a:latin typeface="Arial"/>
                <a:cs typeface="Arial"/>
              </a:rPr>
              <a:t> registro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li</a:t>
            </a:r>
            <a:r>
              <a:rPr sz="1700" spc="5" dirty="0">
                <a:latin typeface="Arial"/>
                <a:cs typeface="Arial"/>
              </a:rPr>
              <a:t>sta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 }</a:t>
            </a:r>
            <a:r>
              <a:rPr sz="1700" spc="10" dirty="0">
                <a:latin typeface="Arial"/>
                <a:cs typeface="Arial"/>
              </a:rPr>
              <a:t> ob</a:t>
            </a:r>
            <a:r>
              <a:rPr sz="17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ém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pró</a:t>
            </a:r>
            <a:r>
              <a:rPr sz="1700" spc="5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mo</a:t>
            </a:r>
            <a:r>
              <a:rPr sz="1700" spc="5" dirty="0">
                <a:latin typeface="Arial"/>
                <a:cs typeface="Arial"/>
              </a:rPr>
              <a:t> registro;</a:t>
            </a:r>
            <a:endParaRPr sz="1700">
              <a:latin typeface="Arial"/>
              <a:cs typeface="Arial"/>
            </a:endParaRPr>
          </a:p>
          <a:p>
            <a:pPr marL="65532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690">
              <a:lnSpc>
                <a:spcPct val="100000"/>
              </a:lnSpc>
              <a:spcBef>
                <a:spcPts val="605"/>
              </a:spcBef>
            </a:pP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mp</a:t>
            </a:r>
            <a:r>
              <a:rPr sz="1700" spc="30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por</a:t>
            </a:r>
            <a:r>
              <a:rPr sz="1700" spc="5" dirty="0">
                <a:latin typeface="Arial"/>
                <a:cs typeface="Arial"/>
              </a:rPr>
              <a:t> curso;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mp</a:t>
            </a:r>
            <a:r>
              <a:rPr sz="1700" spc="30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me</a:t>
            </a:r>
            <a:r>
              <a:rPr sz="1700" spc="5" dirty="0">
                <a:latin typeface="Arial"/>
                <a:cs typeface="Arial"/>
              </a:rPr>
              <a:t> repr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-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ado</a:t>
            </a:r>
            <a:r>
              <a:rPr sz="1700" spc="5" dirty="0">
                <a:latin typeface="Arial"/>
                <a:cs typeface="Arial"/>
              </a:rPr>
              <a:t>s;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34" y="851946"/>
            <a:ext cx="5311775" cy="60299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0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  <a:p>
            <a:pPr marL="15875" marR="2632075" indent="-3810">
              <a:lnSpc>
                <a:spcPts val="2650"/>
              </a:lnSpc>
              <a:spcBef>
                <a:spcPts val="18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7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shor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41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2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spc="20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4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40" dirty="0">
                <a:latin typeface="Arial"/>
                <a:cs typeface="Arial"/>
              </a:rPr>
              <a:t>a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 marR="2418080" indent="-215265">
              <a:lnSpc>
                <a:spcPts val="2650"/>
              </a:lnSpc>
              <a:spcBef>
                <a:spcPts val="18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 marR="1771650" indent="-215265">
              <a:lnSpc>
                <a:spcPts val="2650"/>
              </a:lnSpc>
              <a:spcBef>
                <a:spcPts val="18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Ultim</a:t>
            </a:r>
            <a:r>
              <a:rPr sz="1700" spc="2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5" y="851928"/>
            <a:ext cx="500697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(1)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71610" y="4838522"/>
            <a:ext cx="141478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0" dirty="0">
                <a:latin typeface="Arial"/>
                <a:cs typeface="Arial"/>
              </a:rPr>
              <a:t>13 </a:t>
            </a:r>
            <a:r>
              <a:rPr sz="1700" i="1" spc="-16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spc="-5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1</a:t>
            </a:r>
            <a:r>
              <a:rPr sz="1700" i="1" spc="65" dirty="0">
                <a:latin typeface="Arial"/>
                <a:cs typeface="Arial"/>
              </a:rPr>
              <a:t>4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-4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817" y="2744789"/>
            <a:ext cx="5917565" cy="27322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 marR="1162050" indent="13335">
              <a:lnSpc>
                <a:spcPct val="1297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66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i="1" spc="-60" dirty="0">
                <a:latin typeface="Arial"/>
                <a:cs typeface="Arial"/>
              </a:rPr>
              <a:t>Entra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0" dirty="0">
                <a:latin typeface="Arial"/>
                <a:cs typeface="Arial"/>
              </a:rPr>
              <a:t> </a:t>
            </a:r>
            <a:r>
              <a:rPr sz="1700" i="1" spc="100" dirty="0">
                <a:latin typeface="Arial"/>
                <a:cs typeface="Arial"/>
              </a:rPr>
              <a:t>tipo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Slid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65" dirty="0">
                <a:latin typeface="Arial"/>
                <a:cs typeface="Arial"/>
              </a:rPr>
              <a:t>1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-45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 marR="2471420">
              <a:lnSpc>
                <a:spcPts val="2650"/>
              </a:lnSpc>
              <a:spcBef>
                <a:spcPts val="185"/>
              </a:spcBef>
            </a:pP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200" dirty="0">
                <a:latin typeface="Arial"/>
                <a:cs typeface="Arial"/>
              </a:rPr>
              <a:t>o</a:t>
            </a:r>
            <a:r>
              <a:rPr sz="1700" spc="150" dirty="0">
                <a:latin typeface="Arial"/>
                <a:cs typeface="Arial"/>
              </a:rPr>
              <a:t>[11]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5" dirty="0">
                <a:latin typeface="Arial"/>
                <a:cs typeface="Arial"/>
              </a:rPr>
              <a:t>TipoList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10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  <a:tabLst>
                <a:tab pos="2717165" algn="l"/>
                <a:tab pos="4319270" algn="l"/>
              </a:tabLst>
            </a:pP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-5" dirty="0">
                <a:latin typeface="Arial"/>
                <a:cs typeface="Arial"/>
              </a:rPr>
              <a:t>shor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50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660" dirty="0">
                <a:latin typeface="Lucida Sans Unicode"/>
                <a:cs typeface="Lucida Sans Unicode"/>
              </a:rPr>
              <a:t>∗</a:t>
            </a:r>
            <a:r>
              <a:rPr sz="1700" spc="-295" dirty="0">
                <a:latin typeface="Lucida Sans Unicode"/>
                <a:cs typeface="Lucida Sans Unicode"/>
              </a:rPr>
              <a:t>−−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i="1" spc="-60" dirty="0">
                <a:latin typeface="Arial"/>
                <a:cs typeface="Arial"/>
              </a:rPr>
              <a:t>Entra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25" dirty="0">
                <a:latin typeface="Arial"/>
                <a:cs typeface="Arial"/>
              </a:rPr>
              <a:t> 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7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operadore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sobr</a:t>
            </a:r>
            <a:r>
              <a:rPr sz="1700" i="1" spc="10" dirty="0">
                <a:latin typeface="Arial"/>
                <a:cs typeface="Arial"/>
              </a:rPr>
              <a:t>e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 </a:t>
            </a:r>
            <a:r>
              <a:rPr sz="1700" i="1" dirty="0">
                <a:latin typeface="Arial"/>
                <a:cs typeface="Arial"/>
              </a:rPr>
              <a:t>l</a:t>
            </a:r>
            <a:r>
              <a:rPr sz="1700" i="1" spc="-310" dirty="0">
                <a:latin typeface="Arial"/>
                <a:cs typeface="Arial"/>
              </a:rPr>
              <a:t> </a:t>
            </a:r>
            <a:r>
              <a:rPr sz="1700" i="1" spc="165" dirty="0">
                <a:latin typeface="Arial"/>
                <a:cs typeface="Arial"/>
              </a:rPr>
              <a:t>ista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5" dirty="0">
                <a:latin typeface="Arial"/>
                <a:cs typeface="Arial"/>
              </a:rPr>
              <a:t> </a:t>
            </a:r>
            <a:r>
              <a:rPr sz="1700" i="1" spc="-55" dirty="0">
                <a:latin typeface="Arial"/>
                <a:cs typeface="Arial"/>
              </a:rPr>
              <a:t>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55" dirty="0">
                <a:latin typeface="Arial"/>
                <a:cs typeface="Arial"/>
              </a:rPr>
              <a:t>Slide</a:t>
            </a:r>
            <a:r>
              <a:rPr sz="1700" i="1" spc="10" dirty="0">
                <a:latin typeface="Arial"/>
                <a:cs typeface="Arial"/>
              </a:rPr>
              <a:t>s</a:t>
            </a:r>
            <a:endParaRPr sz="17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8471" y="5510822"/>
            <a:ext cx="7498080" cy="1614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225">
              <a:lnSpc>
                <a:spcPct val="100000"/>
              </a:lnSpc>
              <a:tabLst>
                <a:tab pos="22415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805" dirty="0">
                <a:latin typeface="Lucida Sans Unicode"/>
                <a:cs typeface="Lucida Sans Unicode"/>
              </a:rPr>
              <a:t>∗</a:t>
            </a:r>
            <a:r>
              <a:rPr sz="1700" spc="-440" dirty="0">
                <a:latin typeface="Lucida Sans Unicode"/>
                <a:cs typeface="Lucida Sans Unicode"/>
              </a:rPr>
              <a:t>−−</a:t>
            </a:r>
            <a:r>
              <a:rPr sz="1700" spc="-270" dirty="0">
                <a:latin typeface="Lucida Sans Unicode"/>
                <a:cs typeface="Lucida Sans Unicode"/>
              </a:rPr>
              <a:t>−</a:t>
            </a:r>
            <a:r>
              <a:rPr sz="1700" i="1" spc="-35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0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valore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 </a:t>
            </a:r>
            <a:r>
              <a:rPr sz="1700" i="1" spc="114" dirty="0">
                <a:latin typeface="Arial"/>
                <a:cs typeface="Arial"/>
              </a:rPr>
              <a:t>lido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0" dirty="0">
                <a:latin typeface="Arial"/>
                <a:cs typeface="Arial"/>
              </a:rPr>
              <a:t> deve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95" dirty="0">
                <a:latin typeface="Arial"/>
                <a:cs typeface="Arial"/>
              </a:rPr>
              <a:t> </a:t>
            </a:r>
            <a:r>
              <a:rPr sz="1700" i="1" spc="75" dirty="0">
                <a:latin typeface="Arial"/>
                <a:cs typeface="Arial"/>
              </a:rPr>
              <a:t>e</a:t>
            </a:r>
            <a:r>
              <a:rPr sz="1700" i="1" spc="70" dirty="0">
                <a:latin typeface="Arial"/>
                <a:cs typeface="Arial"/>
              </a:rPr>
              <a:t>sta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-40" dirty="0">
                <a:latin typeface="Arial"/>
                <a:cs typeface="Arial"/>
              </a:rPr>
              <a:t>s</a:t>
            </a:r>
            <a:r>
              <a:rPr sz="1700" i="1" spc="-35" dirty="0">
                <a:latin typeface="Arial"/>
                <a:cs typeface="Arial"/>
              </a:rPr>
              <a:t>eparado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20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branco</a:t>
            </a:r>
            <a:r>
              <a:rPr sz="1700" i="1" spc="-290" dirty="0">
                <a:latin typeface="Arial"/>
                <a:cs typeface="Arial"/>
              </a:rPr>
              <a:t>s</a:t>
            </a:r>
            <a:r>
              <a:rPr sz="1700" spc="-509" dirty="0">
                <a:latin typeface="Lucida Sans Unicode"/>
                <a:cs typeface="Lucida Sans Unicode"/>
              </a:rPr>
              <a:t>−−</a:t>
            </a:r>
            <a:r>
              <a:rPr sz="1700" spc="-150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03200">
              <a:lnSpc>
                <a:spcPct val="100000"/>
              </a:lnSpc>
              <a:spcBef>
                <a:spcPts val="605"/>
              </a:spcBef>
              <a:tabLst>
                <a:tab pos="774700" algn="l"/>
              </a:tabLst>
            </a:pP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05"/>
              </a:spcBef>
            </a:pP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405" dirty="0">
                <a:latin typeface="Arial"/>
                <a:cs typeface="Arial"/>
              </a:rPr>
              <a:t>%</a:t>
            </a:r>
            <a:r>
              <a:rPr sz="1700" spc="-70" dirty="0">
                <a:latin typeface="Arial"/>
                <a:cs typeface="Arial"/>
              </a:rPr>
              <a:t>h</a:t>
            </a:r>
            <a:r>
              <a:rPr sz="1700" spc="-409" dirty="0">
                <a:latin typeface="Arial"/>
                <a:cs typeface="Arial"/>
              </a:rPr>
              <a:t>d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65" dirty="0">
                <a:latin typeface="Arial"/>
                <a:cs typeface="Arial"/>
              </a:rPr>
              <a:t>d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Chav</a:t>
            </a:r>
            <a:r>
              <a:rPr sz="1700" spc="-10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605"/>
              </a:spcBef>
              <a:tabLst>
                <a:tab pos="955675" algn="l"/>
                <a:tab pos="1524635" algn="l"/>
                <a:tab pos="1706245" algn="l"/>
                <a:tab pos="326072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"</a:t>
            </a:r>
            <a:r>
              <a:rPr sz="1700" spc="-385" dirty="0">
                <a:latin typeface="Arial"/>
                <a:cs typeface="Arial"/>
              </a:rPr>
              <a:t>%</a:t>
            </a:r>
            <a:r>
              <a:rPr sz="1700" spc="65" dirty="0">
                <a:latin typeface="Arial"/>
                <a:cs typeface="Arial"/>
              </a:rPr>
              <a:t>d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0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94600" y="1452347"/>
          <a:ext cx="3080660" cy="135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3214"/>
                <a:gridCol w="1576790"/>
                <a:gridCol w="670656"/>
              </a:tblGrid>
              <a:tr h="34089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PC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ES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3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3615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NCURS</a:t>
                      </a:r>
                      <a:r>
                        <a:rPr sz="170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7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3615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spc="-140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ALSE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989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0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40896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b="1" spc="-60" dirty="0">
                          <a:latin typeface="Arial"/>
                          <a:cs typeface="Arial"/>
                        </a:rPr>
                        <a:t>#</a:t>
                      </a:r>
                      <a:r>
                        <a:rPr sz="1700" b="1" spc="-5" dirty="0">
                          <a:latin typeface="Arial"/>
                          <a:cs typeface="Arial"/>
                        </a:rPr>
                        <a:t>defin</a:t>
                      </a:r>
                      <a:r>
                        <a:rPr sz="1700" b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1700" spc="-7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700" dirty="0">
                          <a:latin typeface="Arial"/>
                          <a:cs typeface="Arial"/>
                        </a:rPr>
                        <a:t>UE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2710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700" dirty="0">
                          <a:latin typeface="Arial"/>
                          <a:cs typeface="Arial"/>
                        </a:rPr>
                        <a:t>1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681470" cy="5066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(2)</a:t>
            </a:r>
            <a:endParaRPr sz="245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2220"/>
              </a:spcBef>
              <a:tabLst>
                <a:tab pos="24130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805" dirty="0">
                <a:latin typeface="Lucida Sans Unicode"/>
                <a:cs typeface="Lucida Sans Unicode"/>
              </a:rPr>
              <a:t>∗</a:t>
            </a:r>
            <a:r>
              <a:rPr sz="1700" spc="-440" dirty="0">
                <a:latin typeface="Lucida Sans Unicode"/>
                <a:cs typeface="Lucida Sans Unicode"/>
              </a:rPr>
              <a:t>−−</a:t>
            </a:r>
            <a:r>
              <a:rPr sz="1700" spc="-320" dirty="0">
                <a:latin typeface="Lucida Sans Unicode"/>
                <a:cs typeface="Lucida Sans Unicode"/>
              </a:rPr>
              <a:t>−</a:t>
            </a:r>
            <a:r>
              <a:rPr sz="1700" i="1" spc="-80" dirty="0">
                <a:latin typeface="Arial"/>
                <a:cs typeface="Arial"/>
              </a:rPr>
              <a:t>Program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110" dirty="0">
                <a:latin typeface="Arial"/>
                <a:cs typeface="Arial"/>
              </a:rPr>
              <a:t>principa</a:t>
            </a:r>
            <a:r>
              <a:rPr sz="1700" i="1" spc="-35" dirty="0">
                <a:latin typeface="Arial"/>
                <a:cs typeface="Arial"/>
              </a:rPr>
              <a:t>l</a:t>
            </a:r>
            <a:r>
              <a:rPr sz="1700" spc="-509" dirty="0">
                <a:latin typeface="Lucida Sans Unicode"/>
                <a:cs typeface="Lucida Sans Unicode"/>
              </a:rPr>
              <a:t>−−</a:t>
            </a:r>
            <a:r>
              <a:rPr sz="1700" spc="-150" dirty="0">
                <a:latin typeface="Lucida Sans Unicode"/>
                <a:cs typeface="Lucida Sans Unicode"/>
              </a:rPr>
              <a:t>−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228600" marR="5080" indent="5080">
              <a:lnSpc>
                <a:spcPts val="2720"/>
              </a:lnSpc>
              <a:spcBef>
                <a:spcPts val="200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1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"%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&amp;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1]</a:t>
            </a:r>
            <a:r>
              <a:rPr sz="1700" spc="6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25" dirty="0">
                <a:latin typeface="Arial"/>
                <a:cs typeface="Arial"/>
              </a:rPr>
              <a:t>scan</a:t>
            </a:r>
            <a:r>
              <a:rPr sz="1700" spc="15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"</a:t>
            </a:r>
            <a:r>
              <a:rPr sz="1700" spc="20" dirty="0">
                <a:latin typeface="Arial"/>
                <a:cs typeface="Arial"/>
              </a:rPr>
              <a:t>%</a:t>
            </a:r>
            <a:r>
              <a:rPr sz="1700" spc="-490" dirty="0">
                <a:latin typeface="Lucida Sans Unicode"/>
                <a:cs typeface="Lucida Sans Unicode"/>
              </a:rPr>
              <a:t>∗</a:t>
            </a:r>
            <a:r>
              <a:rPr sz="1700" spc="15" dirty="0">
                <a:latin typeface="Arial"/>
                <a:cs typeface="Arial"/>
              </a:rPr>
              <a:t>[^</a:t>
            </a:r>
            <a:r>
              <a:rPr sz="1700" spc="-40" dirty="0">
                <a:latin typeface="Arial"/>
                <a:cs typeface="Arial"/>
              </a:rPr>
              <a:t>\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470"/>
              </a:spcBef>
            </a:pP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675"/>
              </a:spcBef>
              <a:tabLst>
                <a:tab pos="972819" algn="l"/>
                <a:tab pos="154178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345" marR="111760" indent="13335">
              <a:lnSpc>
                <a:spcPts val="2720"/>
              </a:lnSpc>
              <a:spcBef>
                <a:spcPts val="200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-65" dirty="0">
                <a:latin typeface="Arial"/>
                <a:cs typeface="Arial"/>
              </a:rPr>
              <a:t>&amp;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1]</a:t>
            </a:r>
            <a:r>
              <a:rPr sz="1700" spc="6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45" dirty="0">
                <a:latin typeface="Arial"/>
                <a:cs typeface="Arial"/>
              </a:rPr>
              <a:t>FLVazi</a:t>
            </a:r>
            <a:r>
              <a:rPr sz="1700" spc="-5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&amp;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40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470"/>
              </a:spcBef>
            </a:pP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5" dirty="0">
                <a:latin typeface="Arial"/>
                <a:cs typeface="Arial"/>
              </a:rPr>
              <a:t>o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656590" marR="371475" indent="3175">
              <a:lnSpc>
                <a:spcPts val="2720"/>
              </a:lnSpc>
              <a:spcBef>
                <a:spcPts val="200"/>
              </a:spcBef>
            </a:pP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NotaFina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20" dirty="0">
                <a:latin typeface="Arial"/>
                <a:cs typeface="Arial"/>
              </a:rPr>
              <a:t>LeR</a:t>
            </a:r>
            <a:r>
              <a:rPr sz="1700" spc="15" dirty="0">
                <a:latin typeface="Arial"/>
                <a:cs typeface="Arial"/>
              </a:rPr>
              <a:t>egistr</a:t>
            </a:r>
            <a:r>
              <a:rPr sz="1700" spc="5" dirty="0">
                <a:latin typeface="Arial"/>
                <a:cs typeface="Arial"/>
              </a:rPr>
              <a:t>o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580120" cy="6564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 (3)</a:t>
            </a:r>
            <a:endParaRPr sz="245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1850"/>
              </a:spcBef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40" dirty="0">
                <a:latin typeface="Arial"/>
                <a:cs typeface="Arial"/>
              </a:rPr>
              <a:t>10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Not</a:t>
            </a:r>
            <a:r>
              <a:rPr sz="1700" spc="-225" dirty="0">
                <a:latin typeface="Arial"/>
                <a:cs typeface="Arial"/>
              </a:rPr>
              <a:t>a</a:t>
            </a:r>
            <a:r>
              <a:rPr sz="1700" spc="-305" dirty="0">
                <a:latin typeface="Lucida Sans Unicode"/>
                <a:cs typeface="Lucida Sans Unicode"/>
              </a:rPr>
              <a:t>−</a:t>
            </a:r>
            <a:r>
              <a:rPr sz="1700" spc="-16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1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113155" marR="15240" indent="-217170">
              <a:lnSpc>
                <a:spcPct val="121900"/>
              </a:lnSpc>
              <a:tabLst>
                <a:tab pos="1294765" algn="l"/>
                <a:tab pos="192849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Retir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Primeir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Classificaca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[</a:t>
            </a:r>
            <a:r>
              <a:rPr sz="1700" spc="-45" dirty="0">
                <a:latin typeface="Arial"/>
                <a:cs typeface="Arial"/>
              </a:rPr>
              <a:t>Not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i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F</a:t>
            </a:r>
            <a:r>
              <a:rPr sz="1700" spc="10" dirty="0">
                <a:latin typeface="Arial"/>
                <a:cs typeface="Arial"/>
              </a:rPr>
              <a:t>ALSE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67410">
              <a:lnSpc>
                <a:spcPct val="100000"/>
              </a:lnSpc>
              <a:spcBef>
                <a:spcPts val="44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PC</a:t>
            </a:r>
            <a:r>
              <a:rPr sz="1700" spc="10" dirty="0">
                <a:latin typeface="Arial"/>
                <a:cs typeface="Arial"/>
              </a:rPr>
              <a:t>OES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!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45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110615">
              <a:lnSpc>
                <a:spcPct val="100000"/>
              </a:lnSpc>
              <a:spcBef>
                <a:spcPts val="445"/>
              </a:spcBef>
              <a:tabLst>
                <a:tab pos="1324610" algn="l"/>
                <a:tab pos="162687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45" dirty="0">
                <a:latin typeface="Lucida Sans Unicode"/>
                <a:cs typeface="Lucida Sans Unicode"/>
              </a:rPr>
              <a:t>−</a:t>
            </a:r>
            <a:r>
              <a:rPr sz="1700" spc="7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60" dirty="0">
                <a:latin typeface="Lucida Sans Unicode"/>
                <a:cs typeface="Lucida Sans Unicode"/>
              </a:rPr>
              <a:t> </a:t>
            </a:r>
            <a:r>
              <a:rPr sz="1700" spc="7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497965" marR="1283335" indent="-173990">
              <a:lnSpc>
                <a:spcPct val="121900"/>
              </a:lnSpc>
              <a:tabLst>
                <a:tab pos="524954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50" dirty="0">
                <a:latin typeface="Lucida Sans Unicode"/>
                <a:cs typeface="Lucida Sans Unicode"/>
              </a:rPr>
              <a:t>−</a:t>
            </a:r>
            <a:r>
              <a:rPr sz="1700" spc="7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85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1])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05" dirty="0">
                <a:latin typeface="Arial"/>
                <a:cs typeface="Arial"/>
              </a:rPr>
              <a:t>Vaga</a:t>
            </a:r>
            <a:r>
              <a:rPr sz="1700" spc="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Registr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.</a:t>
            </a:r>
            <a:r>
              <a:rPr sz="1700" spc="-135" dirty="0">
                <a:latin typeface="Arial"/>
                <a:cs typeface="Arial"/>
              </a:rPr>
              <a:t>Opca</a:t>
            </a:r>
            <a:r>
              <a:rPr sz="1700" spc="4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1]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6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1]</a:t>
            </a:r>
            <a:r>
              <a:rPr sz="1700" spc="-20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0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</a:t>
            </a:r>
            <a:r>
              <a:rPr sz="1700" spc="-55" dirty="0">
                <a:latin typeface="Arial"/>
                <a:cs typeface="Arial"/>
              </a:rPr>
              <a:t>R</a:t>
            </a:r>
            <a:r>
              <a:rPr sz="1700" spc="15" dirty="0">
                <a:latin typeface="Arial"/>
                <a:cs typeface="Arial"/>
              </a:rPr>
              <a:t>U</a:t>
            </a:r>
            <a:r>
              <a:rPr sz="1700" spc="1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508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327150">
              <a:lnSpc>
                <a:spcPct val="100000"/>
              </a:lnSpc>
              <a:spcBef>
                <a:spcPts val="445"/>
              </a:spcBef>
            </a:pPr>
            <a:r>
              <a:rPr sz="1700" dirty="0">
                <a:latin typeface="Arial"/>
                <a:cs typeface="Arial"/>
              </a:rPr>
              <a:t>i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10045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896619">
              <a:lnSpc>
                <a:spcPct val="100000"/>
              </a:lnSpc>
              <a:spcBef>
                <a:spcPts val="445"/>
              </a:spcBef>
              <a:tabLst>
                <a:tab pos="120777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Passo</a:t>
            </a:r>
            <a:r>
              <a:rPr sz="1700" spc="120" dirty="0">
                <a:latin typeface="Arial"/>
                <a:cs typeface="Arial"/>
              </a:rPr>
              <a:t>u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Registr</a:t>
            </a:r>
            <a:r>
              <a:rPr sz="1700" spc="1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&amp;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40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6460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57834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445"/>
              </a:spcBef>
              <a:tabLst>
                <a:tab pos="972819" algn="l"/>
                <a:tab pos="1541780" algn="l"/>
                <a:tab pos="338455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NCURS</a:t>
            </a:r>
            <a:r>
              <a:rPr sz="1700" spc="10" dirty="0">
                <a:latin typeface="Arial"/>
                <a:cs typeface="Arial"/>
              </a:rPr>
              <a:t>OS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 marR="5080" indent="111125">
              <a:lnSpc>
                <a:spcPct val="121900"/>
              </a:lnSpc>
              <a:tabLst>
                <a:tab pos="570230" algn="l"/>
                <a:tab pos="418592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"</a:t>
            </a:r>
            <a:r>
              <a:rPr sz="1700" spc="-45" dirty="0">
                <a:latin typeface="Arial"/>
                <a:cs typeface="Arial"/>
              </a:rPr>
              <a:t>Relaca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apro</a:t>
            </a:r>
            <a:r>
              <a:rPr sz="1700" spc="-40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n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Curs</a:t>
            </a:r>
            <a:r>
              <a:rPr sz="1700" spc="-400" dirty="0">
                <a:latin typeface="Arial"/>
                <a:cs typeface="Arial"/>
              </a:rPr>
              <a:t>o</a:t>
            </a:r>
            <a:r>
              <a:rPr sz="1700" spc="-215" dirty="0">
                <a:latin typeface="Arial"/>
                <a:cs typeface="Arial"/>
              </a:rPr>
              <a:t>%</a:t>
            </a:r>
            <a:r>
              <a:rPr sz="1700" spc="114" dirty="0">
                <a:latin typeface="Arial"/>
                <a:cs typeface="Arial"/>
              </a:rPr>
              <a:t>l</a:t>
            </a:r>
            <a:r>
              <a:rPr sz="1700" spc="10" dirty="0">
                <a:latin typeface="Arial"/>
                <a:cs typeface="Arial"/>
              </a:rPr>
              <a:t>d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 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75" dirty="0">
                <a:latin typeface="Arial"/>
                <a:cs typeface="Arial"/>
              </a:rPr>
              <a:t>(</a:t>
            </a:r>
            <a:r>
              <a:rPr sz="1700" spc="-55" dirty="0">
                <a:latin typeface="Arial"/>
                <a:cs typeface="Arial"/>
              </a:rPr>
              <a:t>Aprovado</a:t>
            </a:r>
            <a:r>
              <a:rPr sz="1700" spc="12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10" dirty="0">
                <a:latin typeface="Lucida Sans Unicode"/>
                <a:cs typeface="Lucida Sans Unicode"/>
              </a:rPr>
              <a:t>−</a:t>
            </a:r>
            <a:r>
              <a:rPr sz="1700" spc="130" dirty="0">
                <a:latin typeface="Arial"/>
                <a:cs typeface="Arial"/>
              </a:rPr>
              <a:t>1])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"</a:t>
            </a:r>
            <a:r>
              <a:rPr sz="1700" spc="-45" dirty="0">
                <a:latin typeface="Arial"/>
                <a:cs typeface="Arial"/>
              </a:rPr>
              <a:t>Relaca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reprovado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-70" dirty="0">
                <a:latin typeface="Arial"/>
                <a:cs typeface="Arial"/>
              </a:rPr>
              <a:t>Reprovado</a:t>
            </a:r>
            <a:r>
              <a:rPr sz="1700" spc="135" dirty="0">
                <a:latin typeface="Arial"/>
                <a:cs typeface="Arial"/>
              </a:rPr>
              <a:t>s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44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44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251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110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efina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Fina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1920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8763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po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a-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dire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à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004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2509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908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724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reqüen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ô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ep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/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176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u="heavy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ri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Aplicaç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marR="5080" indent="-250825">
              <a:lnSpc>
                <a:spcPct val="120900"/>
              </a:lnSpc>
              <a:spcBef>
                <a:spcPts val="137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iedade:</a:t>
            </a:r>
            <a:r>
              <a:rPr sz="1850" spc="12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úl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ido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São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li</a:t>
            </a:r>
            <a:r>
              <a:rPr sz="1850" b="1" spc="-30" dirty="0">
                <a:latin typeface="Arial"/>
                <a:cs typeface="Arial"/>
              </a:rPr>
              <a:t>f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(“</a:t>
            </a:r>
            <a:r>
              <a:rPr sz="1850" spc="10" dirty="0">
                <a:latin typeface="Arial"/>
                <a:cs typeface="Arial"/>
              </a:rPr>
              <a:t>las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in, </a:t>
            </a:r>
            <a:r>
              <a:rPr sz="1850" spc="5" dirty="0">
                <a:latin typeface="Arial"/>
                <a:cs typeface="Arial"/>
              </a:rPr>
              <a:t>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”).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linear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menos</a:t>
            </a:r>
            <a:r>
              <a:rPr sz="1850" spc="-15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”.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ideal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undidade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v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el.</a:t>
            </a:r>
            <a:endParaRPr sz="1850">
              <a:latin typeface="Arial"/>
              <a:cs typeface="Arial"/>
            </a:endParaRPr>
          </a:p>
          <a:p>
            <a:pPr marL="484505" marR="28257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ém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cia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ob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iga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adiada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20" dirty="0">
                <a:latin typeface="Arial"/>
                <a:cs typeface="Arial"/>
              </a:rPr>
              <a:t>emo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es 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10" dirty="0">
                <a:latin typeface="Arial"/>
                <a:cs typeface="Arial"/>
              </a:rPr>
              <a:t>Aplic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aninhada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:</a:t>
            </a:r>
            <a:endParaRPr sz="1850">
              <a:latin typeface="Arial"/>
              <a:cs typeface="Arial"/>
            </a:endParaRPr>
          </a:p>
          <a:p>
            <a:pPr marL="852169" marR="102235" lvl="1" indent="-250825">
              <a:lnSpc>
                <a:spcPct val="120900"/>
              </a:lnSpc>
              <a:spcBef>
                <a:spcPts val="509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Quando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aminhar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onjun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gua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li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cois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55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ole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eqüên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hamadas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ubp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ama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852169" lvl="1" indent="-250825">
              <a:lnSpc>
                <a:spcPct val="100000"/>
              </a:lnSpc>
              <a:spcBef>
                <a:spcPts val="97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sin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45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ões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mé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43510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65" dirty="0">
                <a:latin typeface="Arial"/>
                <a:cs typeface="Arial"/>
              </a:rPr>
              <a:t>r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adas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recu</a:t>
            </a:r>
            <a:r>
              <a:rPr sz="1850" b="1" spc="-20" dirty="0">
                <a:latin typeface="Arial"/>
                <a:cs typeface="Arial"/>
              </a:rPr>
              <a:t>r</a:t>
            </a:r>
            <a:r>
              <a:rPr sz="1850" b="1" spc="15" dirty="0">
                <a:latin typeface="Arial"/>
                <a:cs typeface="Arial"/>
              </a:rPr>
              <a:t>s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15" dirty="0">
                <a:latin typeface="Arial"/>
                <a:cs typeface="Arial"/>
              </a:rPr>
              <a:t>v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dade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024"/>
            <a:ext cx="8731250" cy="586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marR="53975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8200"/>
              </a:lnSpc>
              <a:spcBef>
                <a:spcPts val="63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anho(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84505" marR="110489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34645" indent="-262255">
              <a:lnSpc>
                <a:spcPct val="118200"/>
              </a:lnSpc>
              <a:spcBef>
                <a:spcPts val="126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ar</a:t>
            </a:r>
            <a:r>
              <a:rPr sz="2050" i="1" spc="-20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anjo</a:t>
            </a:r>
            <a:r>
              <a:rPr sz="2050" i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apon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dirty="0">
                <a:latin typeface="Arial"/>
                <a:cs typeface="Arial"/>
              </a:rPr>
              <a:t>adore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1353" y="862672"/>
            <a:ext cx="8689975" cy="5581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6139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pilha,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top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1850">
              <a:latin typeface="Times New Roman"/>
              <a:cs typeface="Times New Roman"/>
            </a:endParaRPr>
          </a:p>
          <a:p>
            <a:pPr marL="1323975" algn="ctr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It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10" dirty="0">
                <a:latin typeface="Times New Roman"/>
                <a:cs typeface="Times New Roman"/>
              </a:rPr>
              <a:t>ns</a:t>
            </a:r>
            <a:endParaRPr sz="1850">
              <a:latin typeface="Times New Roman"/>
              <a:cs typeface="Times New Roman"/>
            </a:endParaRPr>
          </a:p>
          <a:p>
            <a:pPr marR="1384300" algn="ctr">
              <a:lnSpc>
                <a:spcPct val="100000"/>
              </a:lnSpc>
              <a:spcBef>
                <a:spcPts val="225"/>
              </a:spcBef>
            </a:pPr>
            <a:r>
              <a:rPr sz="1850" spc="15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ri</a:t>
            </a:r>
            <a:r>
              <a:rPr sz="1850" spc="20" dirty="0">
                <a:latin typeface="Times New Roman"/>
                <a:cs typeface="Times New Roman"/>
              </a:rPr>
              <a:t>me</a:t>
            </a:r>
            <a:r>
              <a:rPr sz="1850" spc="5" dirty="0">
                <a:latin typeface="Times New Roman"/>
                <a:cs typeface="Times New Roman"/>
              </a:rPr>
              <a:t>ir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114" dirty="0">
                <a:latin typeface="Tahoma"/>
                <a:cs typeface="Tahoma"/>
              </a:rPr>
              <a:t>=</a:t>
            </a:r>
            <a:r>
              <a:rPr sz="1850" spc="-55" dirty="0">
                <a:latin typeface="Tahoma"/>
                <a:cs typeface="Tahoma"/>
              </a:rPr>
              <a:t> </a:t>
            </a:r>
            <a:r>
              <a:rPr sz="1850" spc="-70" dirty="0">
                <a:latin typeface="Tahoma"/>
                <a:cs typeface="Tahoma"/>
              </a:rPr>
              <a:t>1</a:t>
            </a:r>
            <a:endParaRPr sz="1850">
              <a:latin typeface="Tahoma"/>
              <a:cs typeface="Tahoma"/>
            </a:endParaRPr>
          </a:p>
          <a:p>
            <a:pPr marR="382270" algn="ctr">
              <a:lnSpc>
                <a:spcPct val="100000"/>
              </a:lnSpc>
              <a:spcBef>
                <a:spcPts val="229"/>
              </a:spcBef>
            </a:pPr>
            <a:r>
              <a:rPr sz="1850" spc="1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  <a:p>
            <a:pPr marL="3405504" marR="4416425" indent="372745">
              <a:lnSpc>
                <a:spcPct val="2868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 Ma</a:t>
            </a:r>
            <a:r>
              <a:rPr sz="1850" spc="10" dirty="0">
                <a:latin typeface="Times New Roman"/>
                <a:cs typeface="Times New Roman"/>
              </a:rPr>
              <a:t>x</a:t>
            </a: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20" dirty="0">
                <a:latin typeface="Times New Roman"/>
                <a:cs typeface="Times New Roman"/>
              </a:rPr>
              <a:t>am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4965" y="3864038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6935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23989" y="3863987"/>
            <a:ext cx="0" cy="2628900"/>
          </a:xfrm>
          <a:custGeom>
            <a:avLst/>
            <a:gdLst/>
            <a:ahLst/>
            <a:cxnLst/>
            <a:rect l="l" t="t" r="r" b="b"/>
            <a:pathLst>
              <a:path h="2628900">
                <a:moveTo>
                  <a:pt x="0" y="2628327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64965" y="6492260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03551" y="4173963"/>
          <a:ext cx="1252829" cy="22482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29"/>
              </a:tblGrid>
              <a:tr h="315468">
                <a:tc>
                  <a:txBody>
                    <a:bodyPr/>
                    <a:lstStyle/>
                    <a:p>
                      <a:pPr marR="3175" algn="ctr">
                        <a:lnSpc>
                          <a:spcPts val="1860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2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1010">
                <a:tc>
                  <a:txBody>
                    <a:bodyPr/>
                    <a:lstStyle/>
                    <a:p>
                      <a:pPr marR="3175" algn="ctr">
                        <a:lnSpc>
                          <a:spcPts val="182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7662">
                <a:tc>
                  <a:txBody>
                    <a:bodyPr/>
                    <a:lstStyle/>
                    <a:p>
                      <a:pPr algn="ctr">
                        <a:lnSpc>
                          <a:spcPts val="1814"/>
                        </a:lnSpc>
                      </a:pPr>
                      <a:r>
                        <a:rPr sz="1900" spc="-47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spc="-712" baseline="-2102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800" baseline="-42042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5474">
                <a:tc>
                  <a:txBody>
                    <a:bodyPr/>
                    <a:lstStyle/>
                    <a:p>
                      <a:endParaRPr sz="2800" baseline="-42042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12" y="851928"/>
            <a:ext cx="8716010" cy="6273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marR="22796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defin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pilha.</a:t>
            </a:r>
            <a:endParaRPr sz="2050">
              <a:latin typeface="Arial"/>
              <a:cs typeface="Arial"/>
            </a:endParaRPr>
          </a:p>
          <a:p>
            <a:pPr marL="15875" marR="5925820" indent="-3810">
              <a:lnSpc>
                <a:spcPct val="129800"/>
              </a:lnSpc>
              <a:spcBef>
                <a:spcPts val="1825"/>
              </a:spcBef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45" dirty="0">
                <a:latin typeface="Arial"/>
                <a:cs typeface="Arial"/>
              </a:rPr>
              <a:t>s</a:t>
            </a:r>
            <a:r>
              <a:rPr sz="1700" spc="-185" dirty="0">
                <a:latin typeface="Lucida Sans Unicode"/>
                <a:cs typeface="Lucida Sans Unicode"/>
              </a:rPr>
              <a:t>−−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110" dirty="0">
                <a:latin typeface="Lucida Sans Unicode"/>
                <a:cs typeface="Lucida Sans Unicode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31140" marR="588137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240780" cy="2396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60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30" y="3618408"/>
            <a:ext cx="4514215" cy="606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31457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MaxTa</a:t>
            </a:r>
            <a:r>
              <a:rPr sz="1700" spc="-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0419" y="3954526"/>
            <a:ext cx="22364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7302" y="4290721"/>
            <a:ext cx="6988175" cy="2623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  <a:tabLst>
                <a:tab pos="988060" algn="l"/>
                <a:tab pos="27019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-20" dirty="0">
                <a:latin typeface="Arial"/>
                <a:cs typeface="Arial"/>
              </a:rPr>
              <a:t>o</a:t>
            </a:r>
            <a:r>
              <a:rPr sz="1700" spc="90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  <a:tabLst>
                <a:tab pos="257810" algn="l"/>
                <a:tab pos="559435" algn="l"/>
                <a:tab pos="2288540" algn="l"/>
                <a:tab pos="377825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605"/>
              </a:spcBef>
              <a:tabLst>
                <a:tab pos="516572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210" dirty="0">
                <a:latin typeface="Lucida Sans Unicode"/>
                <a:cs typeface="Lucida Sans Unicode"/>
              </a:rPr>
              <a:t> </a:t>
            </a:r>
            <a:r>
              <a:rPr sz="1700" spc="14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65" dirty="0">
                <a:latin typeface="Lucida Sans Unicode"/>
                <a:cs typeface="Lucida Sans Unicode"/>
              </a:rPr>
              <a:t>−</a:t>
            </a:r>
            <a:r>
              <a:rPr sz="1700" spc="2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68858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300" y="1828390"/>
            <a:ext cx="4294505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Há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6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baseline="-12345" dirty="0">
                <a:latin typeface="Verdana"/>
                <a:cs typeface="Verdana"/>
              </a:rPr>
              <a:t> </a:t>
            </a:r>
            <a:r>
              <a:rPr sz="2025" i="1" spc="-157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82" baseline="-12345" dirty="0">
                <a:latin typeface="Verdana"/>
                <a:cs typeface="Verdan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pilha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- 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iga.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38045" y="5656376"/>
            <a:ext cx="73025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Ca</a:t>
            </a:r>
            <a:r>
              <a:rPr sz="1850" spc="10" dirty="0">
                <a:latin typeface="Times New Roman"/>
                <a:cs typeface="Times New Roman"/>
              </a:rPr>
              <a:t>b</a:t>
            </a:r>
            <a:r>
              <a:rPr sz="1850" spc="15" dirty="0">
                <a:latin typeface="Times New Roman"/>
                <a:cs typeface="Times New Roman"/>
              </a:rPr>
              <a:t>eça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5075" y="5251970"/>
            <a:ext cx="511809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135" dirty="0">
                <a:latin typeface="Times New Roman"/>
                <a:cs typeface="Times New Roman"/>
              </a:rPr>
              <a:t>T</a:t>
            </a:r>
            <a:r>
              <a:rPr sz="1850" spc="10" dirty="0">
                <a:latin typeface="Times New Roman"/>
                <a:cs typeface="Times New Roman"/>
              </a:rPr>
              <a:t>op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7079" y="5208854"/>
            <a:ext cx="33655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u="sng" spc="5" dirty="0">
                <a:latin typeface="Times New Roman"/>
                <a:cs typeface="Times New Roman"/>
              </a:rPr>
              <a:t> </a:t>
            </a:r>
            <a:r>
              <a:rPr sz="1700" u="sng" spc="-130" dirty="0">
                <a:latin typeface="Times New Roman"/>
                <a:cs typeface="Times New Roman"/>
              </a:rPr>
              <a:t> 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82879" y="2763672"/>
            <a:ext cx="102108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10" dirty="0">
                <a:latin typeface="Times New Roman"/>
                <a:cs typeface="Times New Roman"/>
              </a:rPr>
              <a:t>und</a:t>
            </a:r>
            <a:r>
              <a:rPr sz="1850" spc="15" dirty="0">
                <a:latin typeface="Times New Roman"/>
                <a:cs typeface="Times New Roman"/>
              </a:rPr>
              <a:t>o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2550" u="sng" spc="7" baseline="16339" dirty="0">
                <a:latin typeface="Times New Roman"/>
                <a:cs typeface="Times New Roman"/>
              </a:rPr>
              <a:t> </a:t>
            </a:r>
            <a:r>
              <a:rPr sz="2550" u="sng" spc="-195" baseline="16339" dirty="0">
                <a:latin typeface="Times New Roman"/>
                <a:cs typeface="Times New Roman"/>
              </a:rPr>
              <a:t> </a:t>
            </a:r>
            <a:r>
              <a:rPr sz="2550" u="sng" spc="315" baseline="16339" dirty="0">
                <a:latin typeface="Meiryo UI"/>
                <a:cs typeface="Meiryo UI"/>
              </a:rPr>
              <a:t>✲</a:t>
            </a:r>
            <a:endParaRPr sz="2550" baseline="16339">
              <a:latin typeface="Meiryo UI"/>
              <a:cs typeface="Meiryo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68755" y="4331652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73149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169136" y="4290302"/>
            <a:ext cx="27495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endParaRPr sz="2025" baseline="-12345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26004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68755" y="4651578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10638" y="4336080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66098" y="4180484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399654" y="4180547"/>
            <a:ext cx="466725" cy="0"/>
          </a:xfrm>
          <a:custGeom>
            <a:avLst/>
            <a:gdLst/>
            <a:ahLst/>
            <a:cxnLst/>
            <a:rect l="l" t="t" r="r" b="b"/>
            <a:pathLst>
              <a:path w="466725">
                <a:moveTo>
                  <a:pt x="0" y="0"/>
                </a:moveTo>
                <a:lnTo>
                  <a:pt x="46657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99627" y="3931767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386954" y="3934562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55864" y="3428555"/>
            <a:ext cx="85725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470" dirty="0">
                <a:latin typeface="Times New Roman"/>
                <a:cs typeface="Times New Roman"/>
              </a:rPr>
              <a:t>.</a:t>
            </a:r>
            <a:r>
              <a:rPr sz="2775" spc="7" baseline="-21021" dirty="0">
                <a:latin typeface="Times New Roman"/>
                <a:cs typeface="Times New Roman"/>
              </a:rPr>
              <a:t>.</a:t>
            </a:r>
            <a:endParaRPr sz="2775" baseline="-2102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55864" y="3603434"/>
            <a:ext cx="8572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399627" y="3247453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2488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86954" y="3250248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68755" y="2776473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73149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169135" y="2735098"/>
            <a:ext cx="255270" cy="284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20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endParaRPr sz="2025" baseline="-12345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026004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68755" y="3096285"/>
            <a:ext cx="1262380" cy="0"/>
          </a:xfrm>
          <a:custGeom>
            <a:avLst/>
            <a:gdLst/>
            <a:ahLst/>
            <a:cxnLst/>
            <a:rect l="l" t="t" r="r" b="b"/>
            <a:pathLst>
              <a:path w="1262379">
                <a:moveTo>
                  <a:pt x="0" y="0"/>
                </a:moveTo>
                <a:lnTo>
                  <a:pt x="1261757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10638" y="2780766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112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866098" y="2438780"/>
            <a:ext cx="0" cy="497840"/>
          </a:xfrm>
          <a:custGeom>
            <a:avLst/>
            <a:gdLst/>
            <a:ahLst/>
            <a:cxnLst/>
            <a:rect l="l" t="t" r="r" b="b"/>
            <a:pathLst>
              <a:path h="497839">
                <a:moveTo>
                  <a:pt x="0" y="497662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8853527" y="244157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7964" y="2079358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54647" y="208885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5904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13672" y="2088833"/>
            <a:ext cx="0" cy="3872865"/>
          </a:xfrm>
          <a:custGeom>
            <a:avLst/>
            <a:gdLst/>
            <a:ahLst/>
            <a:cxnLst/>
            <a:rect l="l" t="t" r="r" b="b"/>
            <a:pathLst>
              <a:path h="3872865">
                <a:moveTo>
                  <a:pt x="0" y="387248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454647" y="5961227"/>
            <a:ext cx="2763520" cy="0"/>
          </a:xfrm>
          <a:custGeom>
            <a:avLst/>
            <a:gdLst/>
            <a:ahLst/>
            <a:cxnLst/>
            <a:rect l="l" t="t" r="r" b="b"/>
            <a:pathLst>
              <a:path w="2763520">
                <a:moveTo>
                  <a:pt x="0" y="0"/>
                </a:moveTo>
                <a:lnTo>
                  <a:pt x="276343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768749" y="4802504"/>
          <a:ext cx="1252853" cy="108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6478"/>
                <a:gridCol w="311010"/>
                <a:gridCol w="155460"/>
                <a:gridCol w="159905"/>
              </a:tblGrid>
              <a:tr h="311175">
                <a:tc>
                  <a:txBody>
                    <a:bodyPr/>
                    <a:lstStyle/>
                    <a:p>
                      <a:endParaRPr sz="2600" baseline="16339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✻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59080">
                <a:tc gridSpan="3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rowSpan="2" gridSpan="2">
                  <a:txBody>
                    <a:bodyPr/>
                    <a:lstStyle/>
                    <a:p>
                      <a:pPr>
                        <a:lnSpc>
                          <a:spcPts val="1964"/>
                        </a:lnSpc>
                      </a:pP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470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350" baseline="-2614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590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31" y="851928"/>
            <a:ext cx="599122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8" y="1619221"/>
            <a:ext cx="3548379" cy="4769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4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8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19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00142" y="1738402"/>
            <a:ext cx="4398645" cy="4755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7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5110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6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397635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Fund</a:t>
            </a:r>
            <a:r>
              <a:rPr sz="1700" spc="6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2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51928"/>
            <a:ext cx="6887845" cy="6492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8125" marR="570865" indent="-194945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70" dirty="0">
                <a:latin typeface="Arial"/>
                <a:cs typeface="Arial"/>
              </a:rPr>
              <a:t>&gt;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3993515">
              <a:lnSpc>
                <a:spcPct val="129700"/>
              </a:lnSpc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NUL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.</a:t>
            </a:r>
            <a:r>
              <a:rPr sz="1700" spc="-105" dirty="0">
                <a:latin typeface="Arial"/>
                <a:cs typeface="Arial"/>
              </a:rPr>
              <a:t>Fund</a:t>
            </a:r>
            <a:r>
              <a:rPr sz="1700" spc="1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7000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1427480" indent="-20955">
              <a:lnSpc>
                <a:spcPts val="2650"/>
              </a:lnSpc>
              <a:spcBef>
                <a:spcPts val="185"/>
              </a:spcBef>
            </a:pP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Arial"/>
                <a:cs typeface="Arial"/>
              </a:rPr>
              <a:t>&gt;</a:t>
            </a:r>
            <a:r>
              <a:rPr sz="1700" spc="-85" dirty="0">
                <a:latin typeface="Arial"/>
                <a:cs typeface="Arial"/>
              </a:rPr>
              <a:t>Top</a:t>
            </a:r>
            <a:r>
              <a:rPr sz="1700" spc="-340" dirty="0">
                <a:latin typeface="Arial"/>
                <a:cs typeface="Arial"/>
              </a:rPr>
              <a:t>o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9710">
              <a:lnSpc>
                <a:spcPct val="100000"/>
              </a:lnSpc>
              <a:spcBef>
                <a:spcPts val="415"/>
              </a:spcBef>
            </a:pPr>
            <a:r>
              <a:rPr sz="1700" spc="-80" dirty="0">
                <a:latin typeface="Arial"/>
                <a:cs typeface="Arial"/>
              </a:rPr>
              <a:t>Au</a:t>
            </a:r>
            <a:r>
              <a:rPr sz="1700" spc="-33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 marR="4743450">
              <a:lnSpc>
                <a:spcPts val="2650"/>
              </a:lnSpc>
              <a:spcBef>
                <a:spcPts val="18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Au</a:t>
            </a:r>
            <a:r>
              <a:rPr sz="1700" spc="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30" dirty="0">
                <a:latin typeface="Arial"/>
                <a:cs typeface="Arial"/>
              </a:rPr>
              <a:t>&gt;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155" dirty="0">
                <a:latin typeface="Arial"/>
                <a:cs typeface="Arial"/>
              </a:rPr>
              <a:t>o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2"/>
            <a:ext cx="6887845" cy="1412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9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25" dirty="0">
                <a:latin typeface="Lucida Sans Unicode"/>
                <a:cs typeface="Lucida Sans Unicode"/>
              </a:rPr>
              <a:t>∗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9894" y="2332380"/>
            <a:ext cx="51244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l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st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22301" y="2332380"/>
            <a:ext cx="21323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8425" y="2246365"/>
            <a:ext cx="3660140" cy="1736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3655">
              <a:lnSpc>
                <a:spcPct val="133200"/>
              </a:lnSpc>
              <a:tabLst>
                <a:tab pos="348615" algn="l"/>
                <a:tab pos="229171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4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7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75"/>
              </a:spcBef>
            </a:pP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Top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675"/>
              </a:spcBef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q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85" dirty="0">
                <a:latin typeface="Arial"/>
                <a:cs typeface="Arial"/>
              </a:rPr>
              <a:t>&gt;</a:t>
            </a:r>
            <a:r>
              <a:rPr sz="1700" spc="-20" dirty="0">
                <a:latin typeface="Arial"/>
                <a:cs typeface="Arial"/>
              </a:rPr>
              <a:t>Pro</a:t>
            </a:r>
            <a:r>
              <a:rPr sz="1700" spc="-21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  <a:tabLst>
                <a:tab pos="1097915" algn="l"/>
              </a:tabLst>
            </a:pP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200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310" dirty="0">
                <a:latin typeface="Arial"/>
                <a:cs typeface="Arial"/>
              </a:rPr>
              <a:t>&gt;</a:t>
            </a:r>
            <a:r>
              <a:rPr sz="1700" spc="-145" dirty="0">
                <a:latin typeface="Arial"/>
                <a:cs typeface="Arial"/>
              </a:rPr>
              <a:t>Tamanh</a:t>
            </a:r>
            <a:r>
              <a:rPr sz="1700" spc="-420" dirty="0">
                <a:latin typeface="Arial"/>
                <a:cs typeface="Arial"/>
              </a:rPr>
              <a:t>o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4915" y="4057435"/>
            <a:ext cx="2994660" cy="1305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.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9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50"/>
            <a:ext cx="8737600" cy="5981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-15" dirty="0">
                <a:solidFill>
                  <a:srgbClr val="007F7A"/>
                </a:solidFill>
                <a:latin typeface="Arial"/>
                <a:cs typeface="Arial"/>
              </a:rPr>
              <a:t>x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mplo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Pilha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Edi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or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u="heavy" spc="-2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xt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(E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T)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8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spc="10" dirty="0">
                <a:latin typeface="Arial"/>
                <a:cs typeface="Arial"/>
              </a:rPr>
              <a:t>celar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UEM##FMB#G</a:t>
            </a:r>
            <a:endParaRPr sz="18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59"/>
              </a:spcBef>
            </a:pPr>
            <a:r>
              <a:rPr sz="1850" spc="145" dirty="0">
                <a:latin typeface="Lucida Sans Unicode"/>
                <a:cs typeface="Lucida Sans Unicode"/>
              </a:rPr>
              <a:t>→</a:t>
            </a:r>
            <a:r>
              <a:rPr sz="1850" spc="-65" dirty="0">
                <a:latin typeface="Lucida Sans Unicode"/>
                <a:cs typeface="Lucida Sans Unicode"/>
              </a:rPr>
              <a:t> </a:t>
            </a:r>
            <a:r>
              <a:rPr sz="1850" spc="20" dirty="0">
                <a:latin typeface="Arial"/>
                <a:cs typeface="Arial"/>
              </a:rPr>
              <a:t>UFMG.</a:t>
            </a:r>
            <a:endParaRPr sz="1850">
              <a:latin typeface="Arial"/>
              <a:cs typeface="Arial"/>
            </a:endParaRPr>
          </a:p>
          <a:p>
            <a:pPr marL="484505" indent="-250825">
              <a:lnSpc>
                <a:spcPct val="100000"/>
              </a:lnSpc>
              <a:spcBef>
                <a:spcPts val="14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20" dirty="0">
                <a:latin typeface="Courier New"/>
                <a:cs typeface="Courier New"/>
              </a:rPr>
              <a:t>\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484505" marR="206375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5" dirty="0">
                <a:latin typeface="Arial"/>
                <a:cs typeface="Arial"/>
              </a:rPr>
              <a:t>“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5" dirty="0">
                <a:latin typeface="Arial"/>
                <a:cs typeface="Arial"/>
              </a:rPr>
              <a:t>”: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linha.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20" dirty="0">
                <a:latin typeface="Arial"/>
                <a:cs typeface="Arial"/>
              </a:rPr>
              <a:t>mp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10" dirty="0">
                <a:latin typeface="Arial"/>
                <a:cs typeface="Arial"/>
              </a:rPr>
              <a:t> 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inic</a:t>
            </a:r>
            <a:r>
              <a:rPr sz="1850" spc="15" dirty="0">
                <a:latin typeface="Arial"/>
                <a:cs typeface="Arial"/>
              </a:rPr>
              <a:t>iando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-15" dirty="0">
                <a:latin typeface="Arial"/>
                <a:cs typeface="Arial"/>
              </a:rPr>
              <a:t>o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ir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 imedia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eguin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-</a:t>
            </a:r>
            <a:r>
              <a:rPr sz="1850" spc="10" dirty="0">
                <a:latin typeface="Arial"/>
                <a:cs typeface="Arial"/>
              </a:rPr>
              <a:t>linha.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5" dirty="0">
                <a:latin typeface="Arial"/>
                <a:cs typeface="Arial"/>
              </a:rPr>
              <a:t>: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DCC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20" dirty="0">
                <a:latin typeface="Arial"/>
                <a:cs typeface="Arial"/>
              </a:rPr>
              <a:t>U</a:t>
            </a:r>
            <a:r>
              <a:rPr sz="1850" spc="25" dirty="0">
                <a:latin typeface="Arial"/>
                <a:cs typeface="Arial"/>
              </a:rPr>
              <a:t>FMG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10" dirty="0">
                <a:latin typeface="Arial"/>
                <a:cs typeface="Arial"/>
              </a:rPr>
              <a:t>*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45" dirty="0">
                <a:latin typeface="Lucida Sans Unicode"/>
                <a:cs typeface="Lucida Sans Unicode"/>
              </a:rPr>
              <a:t>→</a:t>
            </a:r>
            <a:r>
              <a:rPr sz="1850" spc="-65" dirty="0">
                <a:latin typeface="Lucida Sans Unicode"/>
                <a:cs typeface="Lucida Sans Unicode"/>
              </a:rPr>
              <a:t> </a:t>
            </a:r>
            <a:r>
              <a:rPr sz="1850" spc="20" dirty="0">
                <a:latin typeface="Arial"/>
                <a:cs typeface="Arial"/>
              </a:rPr>
              <a:t>DC</a:t>
            </a:r>
            <a:r>
              <a:rPr sz="1850" spc="25" dirty="0">
                <a:latin typeface="Arial"/>
                <a:cs typeface="Arial"/>
              </a:rPr>
              <a:t>C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UFMG.</a:t>
            </a:r>
            <a:endParaRPr sz="1850">
              <a:latin typeface="Arial"/>
              <a:cs typeface="Arial"/>
            </a:endParaRPr>
          </a:p>
          <a:p>
            <a:pPr marL="484505" marR="832485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-114" dirty="0">
                <a:latin typeface="Arial"/>
                <a:cs typeface="Arial"/>
              </a:rPr>
              <a:t>V</a:t>
            </a:r>
            <a:r>
              <a:rPr sz="1850" spc="20" dirty="0">
                <a:latin typeface="Arial"/>
                <a:cs typeface="Arial"/>
              </a:rPr>
              <a:t>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Edi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10" dirty="0">
                <a:latin typeface="Arial"/>
                <a:cs typeface="Arial"/>
              </a:rPr>
              <a:t>T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ET)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cei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ês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20" dirty="0">
                <a:latin typeface="Arial"/>
                <a:cs typeface="Arial"/>
              </a:rPr>
              <a:t>omandos</a:t>
            </a:r>
            <a:r>
              <a:rPr sz="1850" spc="15" dirty="0">
                <a:latin typeface="Arial"/>
                <a:cs typeface="Arial"/>
              </a:rPr>
              <a:t> 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ima.</a:t>
            </a:r>
            <a:endParaRPr sz="1850">
              <a:latin typeface="Arial"/>
              <a:cs typeface="Arial"/>
            </a:endParaRPr>
          </a:p>
          <a:p>
            <a:pPr marL="484505" marR="304800" indent="-250825">
              <a:lnSpc>
                <a:spcPct val="120900"/>
              </a:lnSpc>
              <a:spcBef>
                <a:spcPts val="101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ez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odu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5" dirty="0">
                <a:latin typeface="Arial"/>
                <a:cs typeface="Arial"/>
              </a:rPr>
              <a:t>ir </a:t>
            </a:r>
            <a:r>
              <a:rPr sz="1850" spc="15" dirty="0">
                <a:latin typeface="Arial"/>
                <a:cs typeface="Arial"/>
              </a:rPr>
              <a:t>a 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linha,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má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70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 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88595" indent="-250825">
              <a:lnSpc>
                <a:spcPct val="120900"/>
              </a:lnSpc>
              <a:spcBef>
                <a:spcPts val="10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á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dirty="0">
                <a:latin typeface="Arial"/>
                <a:cs typeface="Arial"/>
              </a:rPr>
              <a:t>i</a:t>
            </a:r>
            <a:r>
              <a:rPr sz="1850" b="1" spc="20" dirty="0">
                <a:latin typeface="Arial"/>
                <a:cs typeface="Arial"/>
              </a:rPr>
              <a:t>po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abs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ra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20" dirty="0">
                <a:latin typeface="Arial"/>
                <a:cs typeface="Arial"/>
              </a:rPr>
              <a:t>o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de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dados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Pilha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def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io</a:t>
            </a:r>
            <a:r>
              <a:rPr sz="1850" spc="50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,</a:t>
            </a:r>
            <a:r>
              <a:rPr sz="1850" spc="15" dirty="0">
                <a:latin typeface="Arial"/>
                <a:cs typeface="Arial"/>
              </a:rPr>
              <a:t> implemen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meio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anj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1168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8546" y="862711"/>
            <a:ext cx="7249159" cy="441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40" dirty="0">
                <a:solidFill>
                  <a:srgbClr val="007F7A"/>
                </a:solidFill>
                <a:latin typeface="Arial"/>
                <a:cs typeface="Arial"/>
              </a:rPr>
              <a:t>g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2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xt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13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 marR="5080">
              <a:lnSpc>
                <a:spcPct val="173100"/>
              </a:lnSpc>
              <a:spcBef>
                <a:spcPts val="869"/>
              </a:spcBef>
            </a:pP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-21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xt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210" dirty="0">
                <a:latin typeface="Arial"/>
                <a:cs typeface="Arial"/>
              </a:rPr>
              <a:t>P</a:t>
            </a:r>
            <a:r>
              <a:rPr sz="1850" spc="20" dirty="0">
                <a:latin typeface="Arial"/>
                <a:cs typeface="Arial"/>
              </a:rPr>
              <a:t>ASCAL</a:t>
            </a:r>
            <a:r>
              <a:rPr sz="1850" dirty="0">
                <a:latin typeface="Arial"/>
                <a:cs typeface="Arial"/>
              </a:rPr>
              <a:t>.</a:t>
            </a:r>
            <a:r>
              <a:rPr sz="1850" spc="15" dirty="0">
                <a:latin typeface="Arial"/>
                <a:cs typeface="Arial"/>
              </a:rPr>
              <a:t>*A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abamos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apa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ET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sal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linha, 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ili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ando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eus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pode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xt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5" dirty="0">
                <a:latin typeface="Arial"/>
                <a:cs typeface="Arial"/>
              </a:rPr>
              <a:t>(c</a:t>
            </a:r>
            <a:r>
              <a:rPr sz="1850" spc="15" dirty="0">
                <a:latin typeface="Arial"/>
                <a:cs typeface="Arial"/>
              </a:rPr>
              <a:t>uidad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pois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ago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20" dirty="0">
                <a:latin typeface="Arial"/>
                <a:cs typeface="Arial"/>
              </a:rPr>
              <a:t>amos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ar</a:t>
            </a:r>
            <a:r>
              <a:rPr sz="1850" spc="10" dirty="0">
                <a:latin typeface="Arial"/>
                <a:cs typeface="Arial"/>
              </a:rPr>
              <a:t> a c</a:t>
            </a:r>
            <a:r>
              <a:rPr sz="1850" spc="15" dirty="0">
                <a:latin typeface="Arial"/>
                <a:cs typeface="Arial"/>
              </a:rPr>
              <a:t>apa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idade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má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ima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linha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imp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ã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70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ct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.)</a:t>
            </a:r>
            <a:r>
              <a:rPr sz="1850" spc="20" dirty="0">
                <a:latin typeface="Arial"/>
                <a:cs typeface="Arial"/>
              </a:rPr>
              <a:t>*O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k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rs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dh#e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as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D</a:t>
            </a:r>
            <a:r>
              <a:rPr sz="1850" spc="15" dirty="0">
                <a:latin typeface="Arial"/>
                <a:cs typeface="Arial"/>
              </a:rPr>
              <a:t>ados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h#um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uu#</a:t>
            </a:r>
            <a:r>
              <a:rPr sz="1850" spc="5" dirty="0">
                <a:latin typeface="Arial"/>
                <a:cs typeface="Arial"/>
              </a:rPr>
              <a:t>rs</a:t>
            </a:r>
            <a:r>
              <a:rPr sz="1850" spc="15" dirty="0">
                <a:latin typeface="Arial"/>
                <a:cs typeface="Arial"/>
              </a:rPr>
              <a:t>h#o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?*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15" dirty="0">
                <a:latin typeface="Arial"/>
                <a:cs typeface="Arial"/>
              </a:rPr>
              <a:t>#?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+.*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Como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bom</a:t>
            </a:r>
            <a:endParaRPr sz="1850">
              <a:latin typeface="Arial"/>
              <a:cs typeface="Arial"/>
            </a:endParaRPr>
          </a:p>
          <a:p>
            <a:pPr marL="12700" marR="603250">
              <a:lnSpc>
                <a:spcPct val="173100"/>
              </a:lnSpc>
            </a:pPr>
            <a:r>
              <a:rPr sz="1850" spc="15" dirty="0">
                <a:latin typeface="Arial"/>
                <a:cs typeface="Arial"/>
              </a:rPr>
              <a:t>n#n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#ao###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#e</a:t>
            </a:r>
            <a:r>
              <a:rPr sz="1850" spc="10" dirty="0">
                <a:latin typeface="Arial"/>
                <a:cs typeface="Arial"/>
              </a:rPr>
              <a:t>ss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dirty="0">
                <a:latin typeface="Arial"/>
                <a:cs typeface="Arial"/>
              </a:rPr>
              <a:t>tt</a:t>
            </a:r>
            <a:r>
              <a:rPr sz="1850" spc="15" dirty="0">
                <a:latin typeface="Arial"/>
                <a:cs typeface="Arial"/>
              </a:rPr>
              <a:t>#ar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mb#aa#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z</a:t>
            </a:r>
            <a:r>
              <a:rPr sz="1850" spc="15" dirty="0">
                <a:latin typeface="Arial"/>
                <a:cs typeface="Arial"/>
              </a:rPr>
              <a:t>#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ull#ado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nn#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#ele</a:t>
            </a:r>
            <a:r>
              <a:rPr sz="1850" dirty="0">
                <a:latin typeface="Arial"/>
                <a:cs typeface="Arial"/>
              </a:rPr>
              <a:t>!</a:t>
            </a:r>
            <a:r>
              <a:rPr sz="1850" spc="20" dirty="0">
                <a:latin typeface="Courier New"/>
                <a:cs typeface="Courier New"/>
              </a:rPr>
              <a:t>\</a:t>
            </a:r>
            <a:r>
              <a:rPr sz="1850" spc="-590" dirty="0">
                <a:latin typeface="Courier New"/>
                <a:cs typeface="Courier New"/>
              </a:rPr>
              <a:t> </a:t>
            </a: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 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st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f</a:t>
            </a:r>
            <a:r>
              <a:rPr sz="1850" spc="15" dirty="0">
                <a:latin typeface="Arial"/>
                <a:cs typeface="Arial"/>
              </a:rPr>
              <a:t>un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iona</a:t>
            </a:r>
            <a:r>
              <a:rPr sz="1850" spc="20" dirty="0">
                <a:latin typeface="Courier New"/>
                <a:cs typeface="Courier New"/>
              </a:rPr>
              <a:t>\\\</a:t>
            </a:r>
            <a:r>
              <a:rPr sz="1850" spc="15" dirty="0">
                <a:latin typeface="Arial"/>
                <a:cs typeface="Arial"/>
              </a:rPr>
              <a:t>?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sinal?</a:t>
            </a:r>
            <a:r>
              <a:rPr sz="1850" spc="13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não###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fic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r!</a:t>
            </a:r>
            <a:r>
              <a:rPr sz="1850" spc="135" dirty="0">
                <a:latin typeface="Arial"/>
                <a:cs typeface="Arial"/>
              </a:rPr>
              <a:t> </a:t>
            </a:r>
            <a:r>
              <a:rPr sz="1850" spc="20" dirty="0">
                <a:latin typeface="Courier New"/>
                <a:cs typeface="Courier New"/>
              </a:rPr>
              <a:t>~</a:t>
            </a:r>
            <a:endParaRPr sz="1850">
              <a:latin typeface="Courier New"/>
              <a:cs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67"/>
            <a:ext cx="8688070" cy="2206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484505" marR="91186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 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6413" y="3330372"/>
            <a:ext cx="493522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7</a:t>
            </a:r>
            <a:r>
              <a:rPr sz="1700" spc="10" dirty="0">
                <a:latin typeface="Arial"/>
                <a:cs typeface="Arial"/>
              </a:rPr>
              <a:t>0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3067050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15" dirty="0">
                <a:latin typeface="Arial"/>
                <a:cs typeface="Arial"/>
              </a:rPr>
              <a:t>CAR</a:t>
            </a:r>
            <a:r>
              <a:rPr sz="1700" spc="-20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TER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5" dirty="0">
                <a:latin typeface="Arial"/>
                <a:cs typeface="Arial"/>
              </a:rPr>
              <a:t>’</a:t>
            </a:r>
            <a:r>
              <a:rPr sz="1700" spc="10" dirty="0">
                <a:latin typeface="Arial"/>
                <a:cs typeface="Arial"/>
              </a:rPr>
              <a:t>#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26993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CANCELALINHA</a:t>
            </a:r>
            <a:r>
              <a:rPr sz="1700" dirty="0">
                <a:latin typeface="Arial"/>
                <a:cs typeface="Arial"/>
              </a:rPr>
              <a:t>	’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\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\</a:t>
            </a:r>
            <a:r>
              <a:rPr sz="1700" dirty="0">
                <a:latin typeface="Arial"/>
                <a:cs typeface="Arial"/>
              </a:rPr>
              <a:t> ’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  <a:tabLst>
                <a:tab pos="2308860" algn="l"/>
              </a:tabLst>
            </a:pPr>
            <a:r>
              <a:rPr sz="1700" spc="5" dirty="0">
                <a:latin typeface="Arial"/>
                <a:cs typeface="Arial"/>
              </a:rPr>
              <a:t>#</a:t>
            </a:r>
            <a:r>
              <a:rPr sz="1700" spc="55" dirty="0">
                <a:latin typeface="Arial"/>
                <a:cs typeface="Arial"/>
              </a:rPr>
              <a:t>defin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SA</a:t>
            </a:r>
            <a:r>
              <a:rPr sz="1700" spc="-180" dirty="0">
                <a:latin typeface="Arial"/>
                <a:cs typeface="Arial"/>
              </a:rPr>
              <a:t>L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ALINHA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40" dirty="0">
                <a:latin typeface="Arial"/>
                <a:cs typeface="Arial"/>
              </a:rPr>
              <a:t>’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24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endParaRPr sz="1700">
              <a:latin typeface="Arial"/>
              <a:cs typeface="Arial"/>
            </a:endParaRPr>
          </a:p>
          <a:p>
            <a:pPr marL="23495" marR="2402840" indent="-11430">
              <a:lnSpc>
                <a:spcPts val="2650"/>
              </a:lnSpc>
              <a:spcBef>
                <a:spcPts val="185"/>
              </a:spcBef>
              <a:tabLst>
                <a:tab pos="2261870" algn="l"/>
              </a:tabLst>
            </a:pPr>
            <a:r>
              <a:rPr sz="1700" spc="5" dirty="0">
                <a:latin typeface="Arial"/>
                <a:cs typeface="Arial"/>
              </a:rPr>
              <a:t>#</a:t>
            </a:r>
            <a:r>
              <a:rPr sz="1700" spc="55" dirty="0">
                <a:latin typeface="Arial"/>
                <a:cs typeface="Arial"/>
              </a:rPr>
              <a:t>defin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MARCAEOF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’</a:t>
            </a:r>
            <a:r>
              <a:rPr sz="1700" spc="10" dirty="0">
                <a:latin typeface="Arial"/>
                <a:cs typeface="Arial"/>
              </a:rPr>
              <a:t>~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typede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225" dirty="0">
                <a:latin typeface="Lucida Sans Unicode"/>
                <a:cs typeface="Lucida Sans Unicode"/>
              </a:rPr>
              <a:t> </a:t>
            </a:r>
            <a:r>
              <a:rPr sz="1700" spc="-60" dirty="0">
                <a:latin typeface="Arial"/>
                <a:cs typeface="Arial"/>
              </a:rPr>
              <a:t>Entra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tipo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transpa</a:t>
            </a:r>
            <a:r>
              <a:rPr sz="1700" spc="45" dirty="0">
                <a:latin typeface="Arial"/>
                <a:cs typeface="Arial"/>
              </a:rPr>
              <a:t>rênci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30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spc="-32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47040" marR="2680335" indent="-423545">
              <a:lnSpc>
                <a:spcPct val="129700"/>
              </a:lnSpc>
              <a:tabLst>
                <a:tab pos="1014730" algn="l"/>
                <a:tab pos="1203325" algn="l"/>
              </a:tabLst>
            </a:pPr>
            <a:r>
              <a:rPr sz="1700" spc="40" dirty="0">
                <a:latin typeface="Arial"/>
                <a:cs typeface="Arial"/>
              </a:rPr>
              <a:t>v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x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191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225" dirty="0">
                <a:latin typeface="Lucida Sans Unicode"/>
                <a:cs typeface="Lucida Sans Unicode"/>
              </a:rPr>
              <a:t> </a:t>
            </a:r>
            <a:r>
              <a:rPr sz="1700" spc="-60" dirty="0">
                <a:latin typeface="Arial"/>
                <a:cs typeface="Arial"/>
              </a:rPr>
              <a:t>Entra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o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operadore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d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transpa</a:t>
            </a:r>
            <a:r>
              <a:rPr sz="1700" spc="45" dirty="0">
                <a:latin typeface="Arial"/>
                <a:cs typeface="Arial"/>
              </a:rPr>
              <a:t>rênci</a:t>
            </a:r>
            <a:r>
              <a:rPr sz="1700" spc="10" dirty="0">
                <a:latin typeface="Arial"/>
                <a:cs typeface="Arial"/>
              </a:rPr>
              <a:t>a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86943" y="6355739"/>
            <a:ext cx="56769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10" dirty="0">
                <a:latin typeface="Arial"/>
                <a:cs typeface="Arial"/>
              </a:rPr>
              <a:t>31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spc="-32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6310" y="6691935"/>
            <a:ext cx="553148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/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spc="20" dirty="0">
                <a:latin typeface="Arial"/>
                <a:cs typeface="Arial"/>
              </a:rPr>
              <a:t>Entr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aqu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procediment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tr</a:t>
            </a:r>
            <a:r>
              <a:rPr sz="1700" spc="50" dirty="0">
                <a:latin typeface="Arial"/>
                <a:cs typeface="Arial"/>
              </a:rPr>
              <a:t>an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40</a:t>
            </a:r>
            <a:r>
              <a:rPr sz="1700" i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0" dirty="0">
                <a:latin typeface="Lucida Sans Unicode"/>
                <a:cs typeface="Lucida Sans Unicode"/>
              </a:rPr>
              <a:t>∗</a:t>
            </a:r>
            <a:r>
              <a:rPr sz="1700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9"/>
            <a:ext cx="7442834" cy="6001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905"/>
              </a:spcBef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mai</a:t>
            </a:r>
            <a:r>
              <a:rPr sz="1700" spc="7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5" dirty="0">
                <a:latin typeface="Arial"/>
                <a:cs typeface="Arial"/>
              </a:rPr>
              <a:t>g</a:t>
            </a:r>
            <a:r>
              <a:rPr sz="1700" spc="10" dirty="0">
                <a:latin typeface="Arial"/>
                <a:cs typeface="Arial"/>
              </a:rPr>
              <a:t>c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cha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spc="180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5" dirty="0">
                <a:latin typeface="Arial"/>
                <a:cs typeface="Arial"/>
              </a:rPr>
              <a:t>arg</a:t>
            </a:r>
            <a:r>
              <a:rPr sz="1700" spc="10" dirty="0">
                <a:latin typeface="Arial"/>
                <a:cs typeface="Arial"/>
              </a:rPr>
              <a:t>v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7170" marR="3165475" indent="-178435">
              <a:lnSpc>
                <a:spcPts val="2650"/>
              </a:lnSpc>
              <a:spcBef>
                <a:spcPts val="185"/>
              </a:spcBef>
              <a:tabLst>
                <a:tab pos="518795" algn="l"/>
                <a:tab pos="2153920" algn="l"/>
                <a:tab pos="3550920" algn="l"/>
                <a:tab pos="376555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 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	’	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90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MARCAEO</a:t>
            </a:r>
            <a:r>
              <a:rPr sz="1700" spc="145" dirty="0">
                <a:latin typeface="Arial"/>
                <a:cs typeface="Arial"/>
              </a:rPr>
              <a:t>F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415"/>
              </a:spcBef>
              <a:tabLst>
                <a:tab pos="467995" algn="l"/>
                <a:tab pos="76962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</a:t>
            </a:r>
            <a:r>
              <a:rPr sz="1700" spc="-45" dirty="0">
                <a:latin typeface="Arial"/>
                <a:cs typeface="Arial"/>
              </a:rPr>
              <a:t>A</a:t>
            </a:r>
            <a:r>
              <a:rPr sz="1700" spc="15" dirty="0">
                <a:latin typeface="Arial"/>
                <a:cs typeface="Arial"/>
              </a:rPr>
              <a:t>CAR</a:t>
            </a:r>
            <a:r>
              <a:rPr sz="1700" spc="-200" dirty="0">
                <a:latin typeface="Arial"/>
                <a:cs typeface="Arial"/>
              </a:rPr>
              <a:t>A</a:t>
            </a:r>
            <a:r>
              <a:rPr sz="1700" spc="10" dirty="0">
                <a:latin typeface="Arial"/>
                <a:cs typeface="Arial"/>
              </a:rPr>
              <a:t>TE</a:t>
            </a:r>
            <a:r>
              <a:rPr sz="1700" spc="15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67995">
              <a:lnSpc>
                <a:spcPct val="100000"/>
              </a:lnSpc>
              <a:spcBef>
                <a:spcPts val="605"/>
              </a:spcBef>
              <a:tabLst>
                <a:tab pos="681990" algn="l"/>
                <a:tab pos="99377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-6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50" dirty="0">
                <a:latin typeface="Arial"/>
                <a:cs typeface="Arial"/>
              </a:rPr>
              <a:t>&amp;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1325">
              <a:lnSpc>
                <a:spcPct val="100000"/>
              </a:lnSpc>
              <a:spcBef>
                <a:spcPts val="605"/>
              </a:spcBef>
              <a:tabLst>
                <a:tab pos="1003300" algn="l"/>
                <a:tab pos="130556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CANCELALINH</a:t>
            </a:r>
            <a:r>
              <a:rPr sz="1700" spc="22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605"/>
              </a:spcBef>
              <a:tabLst>
                <a:tab pos="1539240" algn="l"/>
                <a:tab pos="1840864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SA</a:t>
            </a:r>
            <a:r>
              <a:rPr sz="1700" spc="-180" dirty="0">
                <a:latin typeface="Arial"/>
                <a:cs typeface="Arial"/>
              </a:rPr>
              <a:t>L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0" dirty="0">
                <a:latin typeface="Arial"/>
                <a:cs typeface="Arial"/>
              </a:rPr>
              <a:t>ALINHA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57425" marR="5080" indent="-744855">
              <a:lnSpc>
                <a:spcPts val="2650"/>
              </a:lnSpc>
              <a:spcBef>
                <a:spcPts val="185"/>
              </a:spcBef>
              <a:tabLst>
                <a:tab pos="2289175" algn="l"/>
                <a:tab pos="259080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4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Tamanh</a:t>
            </a:r>
            <a:r>
              <a:rPr sz="1700" spc="-3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0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065020">
              <a:lnSpc>
                <a:spcPct val="100000"/>
              </a:lnSpc>
              <a:spcBef>
                <a:spcPts val="41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40055">
              <a:lnSpc>
                <a:spcPct val="100000"/>
              </a:lnSpc>
              <a:spcBef>
                <a:spcPts val="605"/>
              </a:spcBef>
              <a:tabLst>
                <a:tab pos="2717800" algn="l"/>
                <a:tab pos="3019425" algn="l"/>
                <a:tab pos="6051550" algn="l"/>
                <a:tab pos="6265545" algn="l"/>
              </a:tabLst>
            </a:pP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getcha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 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	’	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05"/>
              </a:spcBef>
              <a:tabLst>
                <a:tab pos="56515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60" dirty="0">
                <a:latin typeface="Arial"/>
                <a:cs typeface="Arial"/>
              </a:rPr>
              <a:t>&amp;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711"/>
            <a:ext cx="6706234" cy="4902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(P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Imprim</a:t>
            </a:r>
            <a:r>
              <a:rPr sz="1700" spc="10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315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2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20979" marR="4133215" indent="-178435">
              <a:lnSpc>
                <a:spcPts val="2720"/>
              </a:lnSpc>
              <a:spcBef>
                <a:spcPts val="20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TipoPilh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65" dirty="0">
                <a:latin typeface="Arial"/>
                <a:cs typeface="Arial"/>
              </a:rPr>
              <a:t>FPVazi</a:t>
            </a:r>
            <a:r>
              <a:rPr sz="1700" spc="-80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2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350" dirty="0">
                <a:latin typeface="Lucida Sans Unicode"/>
                <a:cs typeface="Lucida Sans Unicode"/>
              </a:rPr>
              <a:t>∗</a:t>
            </a:r>
            <a:r>
              <a:rPr sz="1700" spc="7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8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Pilh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Empilh</a:t>
            </a:r>
            <a:r>
              <a:rPr sz="1700" spc="1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0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&amp;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!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Pilhau</a:t>
            </a:r>
            <a:r>
              <a:rPr sz="1700" spc="220" dirty="0">
                <a:latin typeface="Arial"/>
                <a:cs typeface="Arial"/>
              </a:rPr>
              <a:t>x</a:t>
            </a:r>
            <a:r>
              <a:rPr sz="1700" spc="18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Desempilh</a:t>
            </a:r>
            <a:r>
              <a:rPr sz="1700" spc="-65" dirty="0">
                <a:latin typeface="Arial"/>
                <a:cs typeface="Arial"/>
              </a:rPr>
              <a:t>a</a:t>
            </a:r>
            <a:r>
              <a:rPr sz="1700" spc="-10" dirty="0">
                <a:latin typeface="Arial"/>
                <a:cs typeface="Arial"/>
              </a:rPr>
              <a:t>(</a:t>
            </a:r>
            <a:r>
              <a:rPr sz="1700" spc="25" dirty="0">
                <a:latin typeface="Arial"/>
                <a:cs typeface="Arial"/>
              </a:rPr>
              <a:t>&amp;</a:t>
            </a:r>
            <a:r>
              <a:rPr sz="1700" spc="35" dirty="0">
                <a:latin typeface="Arial"/>
                <a:cs typeface="Arial"/>
              </a:rPr>
              <a:t>Pilhau</a:t>
            </a:r>
            <a:r>
              <a:rPr sz="1700" spc="17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putcha</a:t>
            </a:r>
            <a:r>
              <a:rPr sz="1700" spc="155" dirty="0">
                <a:latin typeface="Arial"/>
                <a:cs typeface="Arial"/>
              </a:rPr>
              <a:t>r</a:t>
            </a:r>
            <a:r>
              <a:rPr sz="1700" spc="130" dirty="0">
                <a:latin typeface="Arial"/>
                <a:cs typeface="Arial"/>
              </a:rPr>
              <a:t>(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700" spc="25" dirty="0">
                <a:latin typeface="Arial"/>
                <a:cs typeface="Arial"/>
              </a:rPr>
              <a:t>putcha</a:t>
            </a:r>
            <a:r>
              <a:rPr sz="1700" spc="155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’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670290" cy="6026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endParaRPr sz="2450">
              <a:latin typeface="Arial"/>
              <a:cs typeface="Arial"/>
            </a:endParaRPr>
          </a:p>
          <a:p>
            <a:pPr marL="484505" marR="265430" indent="-262255" algn="just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9941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5" dirty="0">
                <a:latin typeface="Arial"/>
                <a:cs typeface="Arial"/>
              </a:rPr>
              <a:t>lo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fim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f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(“fir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-in”,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“fir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-ou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”).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“orde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hegada”.</a:t>
            </a:r>
            <a:endParaRPr sz="2050">
              <a:latin typeface="Arial"/>
              <a:cs typeface="Arial"/>
            </a:endParaRPr>
          </a:p>
          <a:p>
            <a:pPr marL="484505" marR="37592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“p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eiro-que-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hega,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eiro-a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endido”.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23" y="339966"/>
            <a:ext cx="44278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62711"/>
            <a:ext cx="8451215" cy="3691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-210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AD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dirty="0">
                <a:latin typeface="Arial"/>
                <a:cs typeface="Arial"/>
              </a:rPr>
              <a:t>FF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</a:t>
            </a:r>
            <a:r>
              <a:rPr sz="2050" spc="5" dirty="0">
                <a:latin typeface="Arial"/>
                <a:cs typeface="Arial"/>
              </a:rPr>
              <a:t>x,</a:t>
            </a:r>
            <a:r>
              <a:rPr sz="2050" dirty="0">
                <a:latin typeface="Arial"/>
                <a:cs typeface="Arial"/>
              </a:rPr>
              <a:t> 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a(Fila,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fila,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ando-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  <a:p>
            <a:pPr marL="852169" marR="28194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a(Fila).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5" dirty="0">
                <a:latin typeface="Arial"/>
                <a:cs typeface="Arial"/>
              </a:rPr>
              <a:t>t</a:t>
            </a:r>
            <a:r>
              <a:rPr sz="2050" i="1" spc="35" dirty="0">
                <a:latin typeface="Arial"/>
                <a:cs typeface="Arial"/>
              </a:rPr>
              <a:t>r</a:t>
            </a:r>
            <a:r>
              <a:rPr sz="2050" i="1" dirty="0">
                <a:latin typeface="Arial"/>
                <a:cs typeface="Arial"/>
              </a:rPr>
              <a:t>u</a:t>
            </a:r>
            <a:r>
              <a:rPr sz="2050" i="1" spc="5" dirty="0">
                <a:latin typeface="Arial"/>
                <a:cs typeface="Arial"/>
              </a:rPr>
              <a:t>e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a;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-65" dirty="0">
                <a:latin typeface="Arial"/>
                <a:cs typeface="Arial"/>
              </a:rPr>
              <a:t>f</a:t>
            </a:r>
            <a:r>
              <a:rPr sz="2050" i="1" dirty="0">
                <a:latin typeface="Arial"/>
                <a:cs typeface="Arial"/>
              </a:rPr>
              <a:t>a</a:t>
            </a:r>
            <a:r>
              <a:rPr sz="2050" i="1" spc="5" dirty="0">
                <a:latin typeface="Arial"/>
                <a:cs typeface="Arial"/>
              </a:rPr>
              <a:t>ls</a:t>
            </a:r>
            <a:r>
              <a:rPr sz="2050" i="1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404" y="851928"/>
            <a:ext cx="8654415" cy="457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pandir-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air-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60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272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ço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ela.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agina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7905" y="6789454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5743356"/>
            <a:ext cx="1254485" cy="1254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41730" y="6042990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5096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8704" y="6976075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97668" y="6789455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968238" y="5810745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78"/>
                </a:moveTo>
                <a:lnTo>
                  <a:pt x="103682" y="82943"/>
                </a:lnTo>
                <a:lnTo>
                  <a:pt x="82943" y="41478"/>
                </a:lnTo>
                <a:lnTo>
                  <a:pt x="82943" y="8296"/>
                </a:lnTo>
                <a:lnTo>
                  <a:pt x="0" y="41478"/>
                </a:lnTo>
                <a:close/>
              </a:path>
              <a:path w="104139" h="83185">
                <a:moveTo>
                  <a:pt x="82943" y="8296"/>
                </a:moveTo>
                <a:lnTo>
                  <a:pt x="82943" y="41478"/>
                </a:lnTo>
                <a:lnTo>
                  <a:pt x="103682" y="0"/>
                </a:lnTo>
                <a:lnTo>
                  <a:pt x="82943" y="82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5769306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78"/>
                </a:lnTo>
                <a:lnTo>
                  <a:pt x="103682" y="82943"/>
                </a:lnTo>
                <a:lnTo>
                  <a:pt x="82943" y="41478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88244" y="693044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20726" y="829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  <a:path w="104139" h="83184">
                <a:moveTo>
                  <a:pt x="0" y="0"/>
                </a:moveTo>
                <a:lnTo>
                  <a:pt x="20726" y="41468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6889020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4">
                <a:moveTo>
                  <a:pt x="0" y="82941"/>
                </a:moveTo>
                <a:lnTo>
                  <a:pt x="103670" y="41468"/>
                </a:lnTo>
                <a:lnTo>
                  <a:pt x="0" y="0"/>
                </a:lnTo>
                <a:lnTo>
                  <a:pt x="20726" y="41468"/>
                </a:lnTo>
                <a:lnTo>
                  <a:pt x="0" y="8294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946499" y="5483174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55094" y="5669750"/>
            <a:ext cx="1363980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0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</a:t>
            </a: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777" y="6209332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683133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77905" y="2776613"/>
            <a:ext cx="39433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0" dirty="0">
                <a:latin typeface="Times New Roman"/>
                <a:cs typeface="Times New Roman"/>
              </a:rPr>
              <a:t>T</a:t>
            </a:r>
            <a:r>
              <a:rPr sz="1600" spc="-65" dirty="0">
                <a:latin typeface="Times New Roman"/>
                <a:cs typeface="Times New Roman"/>
              </a:rPr>
              <a:t>r</a:t>
            </a:r>
            <a:r>
              <a:rPr sz="1600" spc="-465" dirty="0">
                <a:latin typeface="Times New Roman"/>
                <a:cs typeface="Times New Roman"/>
              </a:rPr>
              <a:t>´</a:t>
            </a:r>
            <a:r>
              <a:rPr sz="1600" spc="10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2992" y="1730551"/>
            <a:ext cx="1254485" cy="1254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63771" y="1656918"/>
            <a:ext cx="55562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0" dirty="0">
                <a:latin typeface="Times New Roman"/>
                <a:cs typeface="Times New Roman"/>
              </a:rPr>
              <a:t>Frente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1730" y="2030145"/>
            <a:ext cx="129539" cy="629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600" spc="15" dirty="0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5096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08704" y="2963258"/>
            <a:ext cx="56451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7675" algn="l"/>
              </a:tabLst>
            </a:pPr>
            <a:r>
              <a:rPr sz="1600" spc="15" dirty="0">
                <a:latin typeface="Times New Roman"/>
                <a:cs typeface="Times New Roman"/>
              </a:rPr>
              <a:t>7	6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97668" y="2776613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68238" y="1797900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31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41465"/>
                </a:moveTo>
                <a:lnTo>
                  <a:pt x="103682" y="82931"/>
                </a:lnTo>
                <a:lnTo>
                  <a:pt x="82943" y="41465"/>
                </a:lnTo>
                <a:lnTo>
                  <a:pt x="82943" y="8294"/>
                </a:lnTo>
                <a:lnTo>
                  <a:pt x="0" y="41465"/>
                </a:lnTo>
                <a:close/>
              </a:path>
              <a:path w="104139" h="83185">
                <a:moveTo>
                  <a:pt x="82943" y="8294"/>
                </a:moveTo>
                <a:lnTo>
                  <a:pt x="82943" y="41465"/>
                </a:lnTo>
                <a:lnTo>
                  <a:pt x="103682" y="0"/>
                </a:lnTo>
                <a:lnTo>
                  <a:pt x="82943" y="82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8246" y="1756474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103682" y="0"/>
                </a:moveTo>
                <a:lnTo>
                  <a:pt x="0" y="41465"/>
                </a:lnTo>
                <a:lnTo>
                  <a:pt x="103682" y="82931"/>
                </a:lnTo>
                <a:lnTo>
                  <a:pt x="82943" y="41465"/>
                </a:lnTo>
                <a:lnTo>
                  <a:pt x="103682" y="0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088244" y="2917609"/>
            <a:ext cx="483870" cy="0"/>
          </a:xfrm>
          <a:custGeom>
            <a:avLst/>
            <a:gdLst/>
            <a:ahLst/>
            <a:cxnLst/>
            <a:rect l="l" t="t" r="r" b="b"/>
            <a:pathLst>
              <a:path w="483870">
                <a:moveTo>
                  <a:pt x="483819" y="0"/>
                </a:moveTo>
                <a:lnTo>
                  <a:pt x="0" y="0"/>
                </a:lnTo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20726" y="829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  <a:path w="104139" h="83185">
                <a:moveTo>
                  <a:pt x="0" y="0"/>
                </a:moveTo>
                <a:lnTo>
                  <a:pt x="20726" y="41465"/>
                </a:lnTo>
                <a:lnTo>
                  <a:pt x="20726" y="829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68471" y="2876182"/>
            <a:ext cx="104139" cy="83185"/>
          </a:xfrm>
          <a:custGeom>
            <a:avLst/>
            <a:gdLst/>
            <a:ahLst/>
            <a:cxnLst/>
            <a:rect l="l" t="t" r="r" b="b"/>
            <a:pathLst>
              <a:path w="104139" h="83185">
                <a:moveTo>
                  <a:pt x="0" y="82931"/>
                </a:moveTo>
                <a:lnTo>
                  <a:pt x="103670" y="41465"/>
                </a:lnTo>
                <a:lnTo>
                  <a:pt x="0" y="0"/>
                </a:lnTo>
                <a:lnTo>
                  <a:pt x="20726" y="41465"/>
                </a:lnTo>
                <a:lnTo>
                  <a:pt x="0" y="82931"/>
                </a:lnTo>
                <a:close/>
              </a:path>
            </a:pathLst>
          </a:custGeom>
          <a:ln w="103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46499" y="1470291"/>
            <a:ext cx="626745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9905" algn="l"/>
              </a:tabLst>
            </a:pPr>
            <a:r>
              <a:rPr sz="1600" spc="15" dirty="0">
                <a:latin typeface="Times New Roman"/>
                <a:cs typeface="Times New Roman"/>
              </a:rPr>
              <a:t>n	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55096" y="1656918"/>
            <a:ext cx="129539" cy="246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777" y="2196488"/>
            <a:ext cx="218008" cy="180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sz="1600" dirty="0"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21320" y="3397654"/>
            <a:ext cx="8354059" cy="2611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8481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fila se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tí</a:t>
            </a:r>
            <a:r>
              <a:rPr sz="2050" dirty="0">
                <a:latin typeface="Arial"/>
                <a:cs typeface="Arial"/>
              </a:rPr>
              <a:t>gua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de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2476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horá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4190" y="851928"/>
            <a:ext cx="8391525" cy="5773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685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njo</a:t>
            </a:r>
            <a:endParaRPr sz="2450" dirty="0">
              <a:latin typeface="Arial"/>
              <a:cs typeface="Arial"/>
            </a:endParaRPr>
          </a:p>
          <a:p>
            <a:pPr marL="49212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rr</a:t>
            </a:r>
            <a:r>
              <a:rPr sz="2050" b="1" spc="-40" dirty="0">
                <a:latin typeface="Arial"/>
                <a:cs typeface="Arial"/>
              </a:rPr>
              <a:t>a</a:t>
            </a:r>
            <a:r>
              <a:rPr sz="2050" b="1" spc="5" dirty="0">
                <a:latin typeface="Arial"/>
                <a:cs typeface="Arial"/>
              </a:rPr>
              <a:t>y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definid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 dirty="0">
              <a:latin typeface="Arial"/>
              <a:cs typeface="Arial"/>
            </a:endParaRPr>
          </a:p>
          <a:p>
            <a:pPr marL="49212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92759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Pil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ê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fila.</a:t>
            </a: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5875" marR="5601335" indent="-3810">
              <a:lnSpc>
                <a:spcPct val="129700"/>
              </a:lnSpc>
              <a:tabLst>
                <a:tab pos="1988185" algn="l"/>
              </a:tabLst>
            </a:pPr>
            <a:r>
              <a:rPr sz="1700" b="1" spc="-50" dirty="0">
                <a:latin typeface="Arial"/>
                <a:cs typeface="Arial"/>
              </a:rPr>
              <a:t>#</a:t>
            </a:r>
            <a:r>
              <a:rPr sz="1700" b="1" spc="5" dirty="0">
                <a:latin typeface="Arial"/>
                <a:cs typeface="Arial"/>
              </a:rPr>
              <a:t>defin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100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24790">
              <a:lnSpc>
                <a:spcPct val="100000"/>
              </a:lnSpc>
              <a:spcBef>
                <a:spcPts val="605"/>
              </a:spcBef>
            </a:pP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60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endParaRPr sz="1700" dirty="0">
              <a:latin typeface="Arial"/>
              <a:cs typeface="Arial"/>
            </a:endParaRPr>
          </a:p>
          <a:p>
            <a:pPr marL="231140" marR="5279390" indent="3175">
              <a:lnSpc>
                <a:spcPct val="1297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 err="1">
                <a:latin typeface="Arial"/>
                <a:cs typeface="Arial"/>
              </a:rPr>
              <a:t>Tra</a:t>
            </a:r>
            <a:r>
              <a:rPr sz="1700" spc="175" dirty="0" err="1">
                <a:latin typeface="Arial"/>
                <a:cs typeface="Arial"/>
              </a:rPr>
              <a:t>s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223884" cy="5611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84505" marR="16891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í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pa</a:t>
            </a:r>
            <a:r>
              <a:rPr sz="2050" spc="-2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a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is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inguir 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dua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 si</a:t>
            </a:r>
            <a:r>
              <a:rPr sz="2050" spc="-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ua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õe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é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ix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u</a:t>
            </a:r>
            <a:r>
              <a:rPr sz="2050" spc="10" dirty="0">
                <a:solidFill>
                  <a:srgbClr val="FF0000"/>
                </a:solidFill>
                <a:latin typeface="Arial"/>
                <a:cs typeface="Arial"/>
              </a:rPr>
              <a:t>ma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po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siç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ã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50" spc="-50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zia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 n</a:t>
            </a:r>
            <a:r>
              <a:rPr sz="2050" spc="5" dirty="0">
                <a:solidFill>
                  <a:srgbClr val="FF0000"/>
                </a:solidFill>
                <a:latin typeface="Arial"/>
                <a:cs typeface="Arial"/>
              </a:rPr>
              <a:t>o 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spc="5" dirty="0">
                <a:solidFill>
                  <a:srgbClr val="FF0000"/>
                </a:solidFill>
                <a:latin typeface="Arial"/>
                <a:cs typeface="Arial"/>
              </a:rPr>
              <a:t>rr</a:t>
            </a:r>
            <a:r>
              <a:rPr sz="2050" b="1" spc="-4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50" b="1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5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 dirty="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c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75" dirty="0">
                <a:latin typeface="Tahoma"/>
                <a:cs typeface="Tahoma"/>
              </a:rPr>
              <a:t>+</a:t>
            </a:r>
            <a:r>
              <a:rPr sz="2050" spc="-110" dirty="0">
                <a:latin typeface="Tahoma"/>
                <a:cs typeface="Tahoma"/>
              </a:rPr>
              <a:t>1</a:t>
            </a:r>
            <a:r>
              <a:rPr sz="2050" spc="-70" dirty="0">
                <a:latin typeface="Tahoma"/>
                <a:cs typeface="Tahom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igual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11835" marR="4754245" indent="-200660">
              <a:lnSpc>
                <a:spcPct val="133100"/>
              </a:lnSpc>
              <a:tabLst>
                <a:tab pos="71183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498475">
              <a:lnSpc>
                <a:spcPct val="100000"/>
              </a:lnSpc>
              <a:spcBef>
                <a:spcPts val="1435"/>
              </a:spcBef>
              <a:tabLst>
                <a:tab pos="253555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6254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odula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d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al).</a:t>
            </a: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5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</a:t>
            </a:r>
            <a:r>
              <a:rPr sz="1700" spc="180" dirty="0" err="1" smtClean="0">
                <a:latin typeface="Arial"/>
                <a:cs typeface="Arial"/>
              </a:rPr>
              <a:t>print</a:t>
            </a:r>
            <a:r>
              <a:rPr sz="1700" spc="5" dirty="0" err="1" smtClean="0">
                <a:latin typeface="Arial"/>
                <a:cs typeface="Arial"/>
              </a:rPr>
              <a:t>f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65" dirty="0">
                <a:latin typeface="Arial"/>
                <a:cs typeface="Arial"/>
              </a:rPr>
              <a:t>es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0" dirty="0">
                <a:latin typeface="Arial"/>
                <a:cs typeface="Arial"/>
              </a:rPr>
              <a:t>chei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2121535" indent="-762635">
              <a:lnSpc>
                <a:spcPct val="129700"/>
              </a:lnSpc>
              <a:tabLst>
                <a:tab pos="1461770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605"/>
              </a:spcBef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511809">
              <a:lnSpc>
                <a:spcPct val="100000"/>
              </a:lnSpc>
              <a:spcBef>
                <a:spcPts val="605"/>
              </a:spcBef>
              <a:tabLst>
                <a:tab pos="725805" algn="l"/>
                <a:tab pos="1028065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>
              <a:lnSpc>
                <a:spcPct val="100000"/>
              </a:lnSpc>
              <a:spcBef>
                <a:spcPts val="605"/>
              </a:spcBef>
              <a:tabLst>
                <a:tab pos="2121535" algn="l"/>
                <a:tab pos="2630170" algn="l"/>
              </a:tabLst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461770" marR="1692910" indent="-762635">
              <a:lnSpc>
                <a:spcPct val="129700"/>
              </a:lnSpc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5" dirty="0">
                <a:latin typeface="Lucida Sans Unicode"/>
                <a:cs typeface="Lucida Sans Unicode"/>
              </a:rPr>
              <a:t> </a:t>
            </a:r>
            <a:r>
              <a:rPr sz="1700" spc="110" dirty="0">
                <a:latin typeface="Arial"/>
                <a:cs typeface="Arial"/>
              </a:rPr>
              <a:t>1]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%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5158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5016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792084" cy="2182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rra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njos</a:t>
            </a:r>
            <a:endParaRPr sz="2450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 smtClean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endParaRPr lang="pt-BR" sz="1700" b="1" spc="-25" dirty="0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tabLst>
                <a:tab pos="3385820" algn="l"/>
              </a:tabLst>
            </a:pPr>
            <a:r>
              <a:rPr sz="1700" b="1" spc="-25" dirty="0" smtClean="0">
                <a:latin typeface="Arial"/>
                <a:cs typeface="Arial"/>
              </a:rPr>
              <a:t>voi</a:t>
            </a:r>
            <a:r>
              <a:rPr sz="1700" b="1" spc="10" dirty="0" smtClean="0">
                <a:latin typeface="Arial"/>
                <a:cs typeface="Arial"/>
              </a:rPr>
              <a:t>d</a:t>
            </a:r>
            <a:r>
              <a:rPr sz="1700" b="1" dirty="0" smtClean="0">
                <a:latin typeface="Arial"/>
                <a:cs typeface="Arial"/>
              </a:rPr>
              <a:t>  </a:t>
            </a:r>
            <a:r>
              <a:rPr lang="pt-BR" sz="1700" spc="140" dirty="0" smtClean="0">
                <a:latin typeface="Arial"/>
                <a:cs typeface="Arial"/>
              </a:rPr>
              <a:t>Imprime</a:t>
            </a:r>
            <a:r>
              <a:rPr sz="1700" spc="-204" dirty="0" smtClean="0">
                <a:latin typeface="Arial"/>
                <a:cs typeface="Arial"/>
              </a:rPr>
              <a:t> </a:t>
            </a:r>
            <a:r>
              <a:rPr sz="1700" spc="145" dirty="0" smtClean="0">
                <a:latin typeface="Arial"/>
                <a:cs typeface="Arial"/>
              </a:rPr>
              <a:t>(</a:t>
            </a:r>
            <a:r>
              <a:rPr sz="1700" spc="70" dirty="0" err="1" smtClean="0">
                <a:latin typeface="Arial"/>
                <a:cs typeface="Arial"/>
              </a:rPr>
              <a:t>TipoFil</a:t>
            </a:r>
            <a:r>
              <a:rPr sz="1700" spc="10" dirty="0" err="1" smtClean="0">
                <a:latin typeface="Arial"/>
                <a:cs typeface="Arial"/>
              </a:rPr>
              <a:t>a</a:t>
            </a:r>
            <a:r>
              <a:rPr sz="1700" dirty="0" smtClean="0">
                <a:latin typeface="Arial"/>
                <a:cs typeface="Arial"/>
              </a:rPr>
              <a:t> </a:t>
            </a:r>
            <a:r>
              <a:rPr sz="1700" spc="-165" dirty="0" smtClean="0">
                <a:latin typeface="Arial"/>
                <a:cs typeface="Arial"/>
              </a:rPr>
              <a:t> </a:t>
            </a:r>
            <a:r>
              <a:rPr sz="1700" spc="-495" dirty="0" smtClean="0">
                <a:latin typeface="Lucida Sans Unicode"/>
                <a:cs typeface="Lucida Sans Unicode"/>
              </a:rPr>
              <a:t>∗</a:t>
            </a:r>
            <a:r>
              <a:rPr sz="1700" spc="125" dirty="0" smtClean="0">
                <a:latin typeface="Arial"/>
                <a:cs typeface="Arial"/>
              </a:rPr>
              <a:t>Fil</a:t>
            </a:r>
            <a:r>
              <a:rPr sz="1700" spc="10" dirty="0" smtClean="0">
                <a:latin typeface="Arial"/>
                <a:cs typeface="Arial"/>
              </a:rPr>
              <a:t>a</a:t>
            </a:r>
            <a:r>
              <a:rPr sz="1700" spc="-22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endParaRPr lang="pt-BR" sz="1700" spc="5" dirty="0" smtClean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endParaRPr lang="pt-BR" sz="1700" spc="5" dirty="0">
              <a:latin typeface="Arial"/>
              <a:cs typeface="Arial"/>
            </a:endParaRPr>
          </a:p>
          <a:p>
            <a:pPr marL="721360" marR="2121535" indent="-210185">
              <a:lnSpc>
                <a:spcPct val="129700"/>
              </a:lnSpc>
              <a:tabLst>
                <a:tab pos="725805" algn="l"/>
                <a:tab pos="1028065" algn="l"/>
                <a:tab pos="2442845" algn="l"/>
                <a:tab pos="2955925" algn="l"/>
                <a:tab pos="3477260" algn="l"/>
                <a:tab pos="3808095" algn="l"/>
              </a:tabLst>
            </a:pPr>
            <a:r>
              <a:rPr sz="1700" spc="5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711"/>
            <a:ext cx="8737600" cy="4219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Impl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eio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Há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a fila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9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1555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ligá-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apó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i="1" spc="44" baseline="-12345" dirty="0">
                <a:latin typeface="Verdana"/>
                <a:cs typeface="Verdana"/>
              </a:rPr>
              <a:t>n</a:t>
            </a:r>
            <a:r>
              <a:rPr sz="2025" i="1" spc="277" baseline="-12345" dirty="0">
                <a:latin typeface="Verdana"/>
                <a:cs typeface="Verdan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la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7747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enfilei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112" baseline="-12345" dirty="0">
                <a:latin typeface="Tahoma"/>
                <a:cs typeface="Tahoma"/>
              </a:rPr>
              <a:t>1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sli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65" dirty="0">
                <a:latin typeface="Verdana"/>
                <a:cs typeface="Verdana"/>
              </a:rPr>
              <a:t>x</a:t>
            </a:r>
            <a:r>
              <a:rPr sz="2025" spc="-15" baseline="-12345" dirty="0">
                <a:latin typeface="Tahoma"/>
                <a:cs typeface="Tahoma"/>
              </a:rPr>
              <a:t>1</a:t>
            </a:r>
            <a:r>
              <a:rPr sz="2025" baseline="-12345" dirty="0">
                <a:latin typeface="Tahoma"/>
                <a:cs typeface="Tahoma"/>
              </a:rPr>
              <a:t> </a:t>
            </a:r>
            <a:r>
              <a:rPr sz="2025" spc="-277" baseline="-12345" dirty="0">
                <a:latin typeface="Tahoma"/>
                <a:cs typeface="Tahom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93359" y="5496053"/>
            <a:ext cx="30480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650" dirty="0">
                <a:latin typeface="Lucida Sans Unicode"/>
                <a:cs typeface="Lucida Sans Unicode"/>
              </a:rPr>
              <a:t>·</a:t>
            </a:r>
            <a:r>
              <a:rPr sz="1850" spc="-270" dirty="0">
                <a:latin typeface="Lucida Sans Unicode"/>
                <a:cs typeface="Lucida Sans Unicode"/>
              </a:rPr>
              <a:t> </a:t>
            </a:r>
            <a:r>
              <a:rPr sz="1850" spc="-650" dirty="0">
                <a:latin typeface="Lucida Sans Unicode"/>
                <a:cs typeface="Lucida Sans Unicode"/>
              </a:rPr>
              <a:t>·</a:t>
            </a:r>
            <a:r>
              <a:rPr sz="1850" spc="-270" dirty="0">
                <a:latin typeface="Lucida Sans Unicode"/>
                <a:cs typeface="Lucida Sans Unicode"/>
              </a:rPr>
              <a:t> </a:t>
            </a:r>
            <a:r>
              <a:rPr sz="1850" spc="-650" dirty="0">
                <a:latin typeface="Lucida Sans Unicode"/>
                <a:cs typeface="Lucida Sans Unicode"/>
              </a:rPr>
              <a:t>·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13183" y="5464657"/>
            <a:ext cx="585470" cy="271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53695" algn="l"/>
              </a:tabLst>
            </a:pPr>
            <a:r>
              <a:rPr sz="1700" u="sng" spc="5" dirty="0">
                <a:latin typeface="Times New Roman"/>
                <a:cs typeface="Times New Roman"/>
              </a:rPr>
              <a:t> 	</a:t>
            </a:r>
            <a:r>
              <a:rPr sz="1700" u="sng" spc="210" dirty="0">
                <a:latin typeface="Meiryo UI"/>
                <a:cs typeface="Meiryo UI"/>
              </a:rPr>
              <a:t>✲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12787" y="5501614"/>
            <a:ext cx="27876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5" dirty="0">
                <a:latin typeface="Times New Roman"/>
                <a:cs typeface="Times New Roman"/>
              </a:rPr>
              <a:t>nil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86595" y="5904357"/>
            <a:ext cx="0" cy="280035"/>
          </a:xfrm>
          <a:custGeom>
            <a:avLst/>
            <a:gdLst/>
            <a:ahLst/>
            <a:cxnLst/>
            <a:rect l="l" t="t" r="r" b="b"/>
            <a:pathLst>
              <a:path h="280035">
                <a:moveTo>
                  <a:pt x="0" y="280035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73964" y="590726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33941" y="6145466"/>
            <a:ext cx="637540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15" dirty="0">
                <a:latin typeface="Times New Roman"/>
                <a:cs typeface="Times New Roman"/>
              </a:rPr>
              <a:t>F</a:t>
            </a:r>
            <a:r>
              <a:rPr sz="1850" spc="5" dirty="0">
                <a:latin typeface="Times New Roman"/>
                <a:cs typeface="Times New Roman"/>
              </a:rPr>
              <a:t>r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r>
              <a:rPr sz="1850" spc="5" dirty="0">
                <a:latin typeface="Times New Roman"/>
                <a:cs typeface="Times New Roman"/>
              </a:rPr>
              <a:t>nt</a:t>
            </a:r>
            <a:r>
              <a:rPr sz="1850" spc="15" dirty="0">
                <a:latin typeface="Times New Roman"/>
                <a:cs typeface="Times New Roman"/>
              </a:rPr>
              <a:t>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05726" y="5904357"/>
            <a:ext cx="0" cy="280035"/>
          </a:xfrm>
          <a:custGeom>
            <a:avLst/>
            <a:gdLst/>
            <a:ahLst/>
            <a:cxnLst/>
            <a:rect l="l" t="t" r="r" b="b"/>
            <a:pathLst>
              <a:path h="280035">
                <a:moveTo>
                  <a:pt x="0" y="280035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92963" y="5907266"/>
            <a:ext cx="244475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</a:pPr>
            <a:r>
              <a:rPr sz="1700" spc="210" dirty="0">
                <a:latin typeface="Meiryo UI"/>
                <a:cs typeface="Meiryo UI"/>
              </a:rPr>
              <a:t>✻</a:t>
            </a:r>
            <a:endParaRPr sz="1700">
              <a:latin typeface="Meiryo UI"/>
              <a:cs typeface="Meiryo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08961" y="6145466"/>
            <a:ext cx="442595" cy="29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50" spc="-50" dirty="0">
                <a:latin typeface="Times New Roman"/>
                <a:cs typeface="Times New Roman"/>
              </a:rPr>
              <a:t>T</a:t>
            </a:r>
            <a:r>
              <a:rPr sz="1850" spc="5" dirty="0">
                <a:latin typeface="Times New Roman"/>
                <a:cs typeface="Times New Roman"/>
              </a:rPr>
              <a:t>r</a:t>
            </a:r>
            <a:r>
              <a:rPr sz="1850" spc="10" dirty="0">
                <a:latin typeface="Times New Roman"/>
                <a:cs typeface="Times New Roman"/>
              </a:rPr>
              <a:t>ás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65806" y="5470525"/>
            <a:ext cx="5761990" cy="0"/>
          </a:xfrm>
          <a:custGeom>
            <a:avLst/>
            <a:gdLst/>
            <a:ahLst/>
            <a:cxnLst/>
            <a:rect l="l" t="t" r="r" b="b"/>
            <a:pathLst>
              <a:path w="5761990">
                <a:moveTo>
                  <a:pt x="0" y="0"/>
                </a:moveTo>
                <a:lnTo>
                  <a:pt x="576186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70200" y="5470627"/>
            <a:ext cx="0" cy="979805"/>
          </a:xfrm>
          <a:custGeom>
            <a:avLst/>
            <a:gdLst/>
            <a:ahLst/>
            <a:cxnLst/>
            <a:rect l="l" t="t" r="r" b="b"/>
            <a:pathLst>
              <a:path h="979804">
                <a:moveTo>
                  <a:pt x="0" y="9797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23275" y="5470627"/>
            <a:ext cx="0" cy="979805"/>
          </a:xfrm>
          <a:custGeom>
            <a:avLst/>
            <a:gdLst/>
            <a:ahLst/>
            <a:cxnLst/>
            <a:rect l="l" t="t" r="r" b="b"/>
            <a:pathLst>
              <a:path h="979804">
                <a:moveTo>
                  <a:pt x="0" y="979780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65806" y="6450309"/>
            <a:ext cx="5761990" cy="0"/>
          </a:xfrm>
          <a:custGeom>
            <a:avLst/>
            <a:gdLst/>
            <a:ahLst/>
            <a:cxnLst/>
            <a:rect l="l" t="t" r="r" b="b"/>
            <a:pathLst>
              <a:path w="5761990">
                <a:moveTo>
                  <a:pt x="0" y="0"/>
                </a:moveTo>
                <a:lnTo>
                  <a:pt x="576186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97943" y="5531771"/>
          <a:ext cx="1264093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72"/>
                <a:gridCol w="139966"/>
                <a:gridCol w="144424"/>
                <a:gridCol w="415531"/>
              </a:tblGrid>
              <a:tr h="259080">
                <a:tc rowSpan="2">
                  <a:txBody>
                    <a:bodyPr/>
                    <a:lstStyle/>
                    <a:p>
                      <a:pPr>
                        <a:lnSpc>
                          <a:spcPts val="1975"/>
                        </a:lnSpc>
                      </a:pPr>
                      <a:r>
                        <a:rPr sz="2600" spc="-1725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325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732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spc="-1325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2600" spc="-1732" baseline="-17973" dirty="0">
                          <a:latin typeface="Meiryo UI"/>
                          <a:cs typeface="Meiryo UI"/>
                        </a:rPr>
                        <a:t>/</a:t>
                      </a:r>
                      <a:r>
                        <a:rPr sz="1700" dirty="0">
                          <a:latin typeface="Meiryo UI"/>
                          <a:cs typeface="Meiryo UI"/>
                        </a:rPr>
                        <a:t>/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997661" y="5531771"/>
          <a:ext cx="1264093" cy="46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72"/>
                <a:gridCol w="139966"/>
                <a:gridCol w="144297"/>
                <a:gridCol w="415658"/>
              </a:tblGrid>
              <a:tr h="205740">
                <a:tc rowSpan="2">
                  <a:txBody>
                    <a:bodyPr/>
                    <a:lstStyle/>
                    <a:p>
                      <a:pPr marL="248285">
                        <a:lnSpc>
                          <a:spcPts val="173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baseline="-12345" dirty="0">
                          <a:latin typeface="Tahoma"/>
                          <a:cs typeface="Tahoma"/>
                        </a:rPr>
                        <a:t>1</a:t>
                      </a:r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 baseline="-12345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517049" y="5531771"/>
          <a:ext cx="1264106" cy="46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97"/>
                <a:gridCol w="139954"/>
                <a:gridCol w="144297"/>
                <a:gridCol w="415658"/>
              </a:tblGrid>
              <a:tr h="205740">
                <a:tc rowSpan="2">
                  <a:txBody>
                    <a:bodyPr/>
                    <a:lstStyle/>
                    <a:p>
                      <a:pPr marL="248285">
                        <a:lnSpc>
                          <a:spcPts val="1735"/>
                        </a:lnSpc>
                      </a:pPr>
                      <a:r>
                        <a:rPr sz="1900" dirty="0">
                          <a:latin typeface="Verdana"/>
                          <a:cs typeface="Verdana"/>
                        </a:rPr>
                        <a:t>x</a:t>
                      </a:r>
                      <a:r>
                        <a:rPr sz="2000" i="1" baseline="-12345" dirty="0">
                          <a:latin typeface="Verdana"/>
                          <a:cs typeface="Verdana"/>
                        </a:rPr>
                        <a:t>n</a:t>
                      </a:r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 baseline="-12345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335"/>
                        </a:lnSpc>
                      </a:pPr>
                      <a:r>
                        <a:rPr sz="1700" dirty="0">
                          <a:latin typeface="Meiryo UI"/>
                          <a:cs typeface="Meiryo UI"/>
                        </a:rPr>
                        <a:t>✲</a:t>
                      </a:r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90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700">
                        <a:latin typeface="Meiryo UI"/>
                        <a:cs typeface="Meiryo UI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57810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Estr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21295" y="1703271"/>
            <a:ext cx="3237230" cy="4391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 algn="just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élula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10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élula.</a:t>
            </a:r>
            <a:endParaRPr sz="2050">
              <a:latin typeface="Arial"/>
              <a:cs typeface="Arial"/>
            </a:endParaRPr>
          </a:p>
          <a:p>
            <a:pPr marL="274955" marR="5080" indent="-262255" algn="just">
              <a:lnSpc>
                <a:spcPct val="119700"/>
              </a:lnSpc>
              <a:spcBef>
                <a:spcPts val="86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TipoF</a:t>
            </a:r>
            <a:r>
              <a:rPr sz="2050" spc="5" dirty="0">
                <a:latin typeface="Arial"/>
                <a:cs typeface="Arial"/>
              </a:rPr>
              <a:t>ila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-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 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(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élu</a:t>
            </a:r>
            <a:r>
              <a:rPr sz="2050" spc="5" dirty="0">
                <a:latin typeface="Arial"/>
                <a:cs typeface="Arial"/>
              </a:rPr>
              <a:t>la c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28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1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fila.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4440" y="1803743"/>
            <a:ext cx="4398645" cy="4410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405" dirty="0">
                <a:latin typeface="Lucida Sans Unicode"/>
                <a:cs typeface="Lucida Sans Unicode"/>
              </a:rPr>
              <a:t>∗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6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7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4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0979" marR="1722755" indent="-20891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447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380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508125" indent="-215265">
              <a:lnSpc>
                <a:spcPct val="1331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50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2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7329" marR="1290320" indent="-215265">
              <a:lnSpc>
                <a:spcPts val="2720"/>
              </a:lnSpc>
              <a:spcBef>
                <a:spcPts val="200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75" dirty="0">
                <a:latin typeface="Arial"/>
                <a:cs typeface="Arial"/>
              </a:rPr>
              <a:t>s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6858000" cy="5800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FFVazi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43307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605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29845">
              <a:lnSpc>
                <a:spcPct val="100000"/>
              </a:lnSpc>
              <a:spcBef>
                <a:spcPts val="1295"/>
              </a:spcBef>
              <a:tabLst>
                <a:tab pos="2066925" algn="l"/>
              </a:tabLst>
            </a:pP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1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=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.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  <a:tabLst>
                <a:tab pos="291782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 </a:t>
            </a:r>
            <a:r>
              <a:rPr sz="1700" spc="140" dirty="0">
                <a:latin typeface="Arial"/>
                <a:cs typeface="Arial"/>
              </a:rPr>
              <a:t>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05" dirty="0">
                <a:latin typeface="Lucida Sans Unicode"/>
                <a:cs typeface="Lucida Sans Unicode"/>
              </a:rPr>
              <a:t> 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3204" marR="5080" indent="-200660">
              <a:lnSpc>
                <a:spcPct val="129700"/>
              </a:lnSpc>
              <a:tabLst>
                <a:tab pos="243204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19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mallo</a:t>
            </a:r>
            <a:r>
              <a:rPr sz="1700" spc="150" dirty="0">
                <a:latin typeface="Arial"/>
                <a:cs typeface="Arial"/>
              </a:rPr>
              <a:t>c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sizeo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TipoCelul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10" dirty="0">
                <a:latin typeface="Arial"/>
                <a:cs typeface="Arial"/>
              </a:rPr>
              <a:t>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 marR="3940175">
              <a:lnSpc>
                <a:spcPct val="129700"/>
              </a:lnSpc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70" dirty="0">
                <a:latin typeface="Arial"/>
                <a:cs typeface="Arial"/>
              </a:rPr>
              <a:t>&gt;</a:t>
            </a:r>
            <a:r>
              <a:rPr sz="1700" spc="-5" dirty="0">
                <a:latin typeface="Arial"/>
                <a:cs typeface="Arial"/>
              </a:rPr>
              <a:t>Tra</a:t>
            </a:r>
            <a:r>
              <a:rPr sz="1700" spc="-180" dirty="0">
                <a:latin typeface="Arial"/>
                <a:cs typeface="Arial"/>
              </a:rPr>
              <a:t>s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NUL</a:t>
            </a:r>
            <a:r>
              <a:rPr sz="1700" spc="190" dirty="0">
                <a:latin typeface="Arial"/>
                <a:cs typeface="Arial"/>
              </a:rPr>
              <a:t>L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18" y="339966"/>
            <a:ext cx="454215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3 </a:t>
            </a:r>
            <a:r>
              <a:rPr sz="1200" spc="-5" dirty="0">
                <a:latin typeface="Times New Roman"/>
                <a:cs typeface="Times New Roman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utu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s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D</a:t>
            </a:r>
            <a:r>
              <a:rPr sz="1200" spc="-5" dirty="0">
                <a:latin typeface="Times New Roman"/>
                <a:cs typeface="Times New Roman"/>
              </a:rPr>
              <a:t>ado</a:t>
            </a:r>
            <a:r>
              <a:rPr sz="1200" dirty="0">
                <a:latin typeface="Times New Roman"/>
                <a:cs typeface="Times New Roman"/>
              </a:rPr>
              <a:t>s B</a:t>
            </a:r>
            <a:r>
              <a:rPr sz="1200" spc="-5" dirty="0">
                <a:latin typeface="Times New Roman"/>
                <a:cs typeface="Times New Roman"/>
              </a:rPr>
              <a:t>á</a:t>
            </a:r>
            <a:r>
              <a:rPr sz="1200" dirty="0">
                <a:latin typeface="Times New Roman"/>
                <a:cs typeface="Times New Roman"/>
              </a:rPr>
              <a:t>s</a:t>
            </a:r>
            <a:r>
              <a:rPr sz="1200" spc="-5" dirty="0">
                <a:latin typeface="Times New Roman"/>
                <a:cs typeface="Times New Roman"/>
              </a:rPr>
              <a:t>ica</a:t>
            </a:r>
            <a:r>
              <a:rPr sz="1200" dirty="0">
                <a:latin typeface="Times New Roman"/>
                <a:cs typeface="Times New Roman"/>
              </a:rPr>
              <a:t>s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86" y="339966"/>
            <a:ext cx="178435" cy="184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89" y="862710"/>
            <a:ext cx="6961505" cy="3501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eraç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õ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Fila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Apon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Desenfileir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70" dirty="0">
                <a:latin typeface="Arial"/>
                <a:cs typeface="Arial"/>
              </a:rPr>
              <a:t>TipoFil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495" dirty="0">
                <a:latin typeface="Lucida Sans Unicode"/>
                <a:cs typeface="Lucida Sans Unicode"/>
              </a:rPr>
              <a:t>∗</a:t>
            </a:r>
            <a:r>
              <a:rPr sz="1700" spc="-325" dirty="0">
                <a:latin typeface="Lucida Sans Unicode"/>
                <a:cs typeface="Lucida Sans Unicode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TipoApontado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3520" marR="5080" indent="33655">
              <a:lnSpc>
                <a:spcPts val="2720"/>
              </a:lnSpc>
              <a:spcBef>
                <a:spcPts val="200"/>
              </a:spcBef>
              <a:tabLst>
                <a:tab pos="559435" algn="l"/>
                <a:tab pos="2395855" algn="l"/>
                <a:tab pos="3796029" algn="l"/>
                <a:tab pos="430466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Vazi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95" dirty="0">
                <a:latin typeface="Lucida Sans Unicode"/>
                <a:cs typeface="Lucida Sans Unicode"/>
              </a:rPr>
              <a:t>∗</a:t>
            </a:r>
            <a:r>
              <a:rPr sz="1700" spc="125" dirty="0">
                <a:latin typeface="Arial"/>
                <a:cs typeface="Arial"/>
              </a:rPr>
              <a:t>Fil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est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 q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8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470"/>
              </a:spcBef>
            </a:pP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90" dirty="0">
                <a:latin typeface="Arial"/>
                <a:cs typeface="Arial"/>
              </a:rPr>
              <a:t>&gt;</a:t>
            </a:r>
            <a:r>
              <a:rPr sz="1700" spc="-25" dirty="0">
                <a:latin typeface="Arial"/>
                <a:cs typeface="Arial"/>
              </a:rPr>
              <a:t>Pro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0" marR="3853179" indent="-12065">
              <a:lnSpc>
                <a:spcPct val="133100"/>
              </a:lnSpc>
            </a:pPr>
            <a:r>
              <a:rPr sz="1700" spc="-50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Fil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45" dirty="0">
                <a:latin typeface="Arial"/>
                <a:cs typeface="Arial"/>
              </a:rPr>
              <a:t>&gt;</a:t>
            </a:r>
            <a:r>
              <a:rPr sz="1700" spc="20" dirty="0">
                <a:latin typeface="Arial"/>
                <a:cs typeface="Arial"/>
              </a:rPr>
              <a:t>Frent</a:t>
            </a:r>
            <a:r>
              <a:rPr sz="1700" spc="-135" dirty="0">
                <a:latin typeface="Arial"/>
                <a:cs typeface="Arial"/>
              </a:rPr>
              <a:t>e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150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-29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fre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80" dirty="0">
                <a:latin typeface="Arial"/>
                <a:cs typeface="Arial"/>
              </a:rPr>
              <a:t>(</a:t>
            </a:r>
            <a:r>
              <a:rPr sz="1700" spc="165" dirty="0">
                <a:latin typeface="Arial"/>
                <a:cs typeface="Arial"/>
              </a:rPr>
              <a:t>q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Ordenação</a:t>
            </a:r>
            <a:r>
              <a:rPr sz="5325" spc="-1560" baseline="24256" dirty="0">
                <a:solidFill>
                  <a:srgbClr val="000000"/>
                </a:solidFill>
                <a:latin typeface="Lucida Sans Unicode"/>
                <a:cs typeface="Lucida Sans Unicode"/>
              </a:rPr>
              <a:t>∗</a:t>
            </a:r>
            <a:endParaRPr sz="5325" baseline="24256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5669" y="3526802"/>
            <a:ext cx="8863330" cy="285115"/>
          </a:xfrm>
          <a:custGeom>
            <a:avLst/>
            <a:gdLst/>
            <a:ahLst/>
            <a:cxnLst/>
            <a:rect l="l" t="t" r="r" b="b"/>
            <a:pathLst>
              <a:path w="8863330" h="285114">
                <a:moveTo>
                  <a:pt x="8863052" y="284607"/>
                </a:moveTo>
                <a:lnTo>
                  <a:pt x="8863052" y="0"/>
                </a:lnTo>
                <a:lnTo>
                  <a:pt x="0" y="0"/>
                </a:lnTo>
                <a:lnTo>
                  <a:pt x="0" y="284607"/>
                </a:lnTo>
                <a:lnTo>
                  <a:pt x="8863052" y="2846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08197" y="5228285"/>
            <a:ext cx="3878579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Últi</a:t>
            </a:r>
            <a:r>
              <a:rPr sz="1700" spc="10" dirty="0">
                <a:latin typeface="Arial"/>
                <a:cs typeface="Arial"/>
              </a:rPr>
              <a:t>ma</a:t>
            </a:r>
            <a:r>
              <a:rPr sz="1700" spc="5" dirty="0">
                <a:latin typeface="Arial"/>
                <a:cs typeface="Arial"/>
              </a:rPr>
              <a:t> alte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ç</a:t>
            </a:r>
            <a:r>
              <a:rPr sz="1700" spc="10" dirty="0">
                <a:latin typeface="Arial"/>
                <a:cs typeface="Arial"/>
              </a:rPr>
              <a:t>ão: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31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Ago</a:t>
            </a:r>
            <a:r>
              <a:rPr sz="1700" spc="5" dirty="0">
                <a:latin typeface="Arial"/>
                <a:cs typeface="Arial"/>
              </a:rPr>
              <a:t>sto </a:t>
            </a:r>
            <a:r>
              <a:rPr sz="1700" spc="1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2010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5669" y="6434995"/>
            <a:ext cx="3545840" cy="0"/>
          </a:xfrm>
          <a:custGeom>
            <a:avLst/>
            <a:gdLst/>
            <a:ahLst/>
            <a:cxnLst/>
            <a:rect l="l" t="t" r="r" b="b"/>
            <a:pathLst>
              <a:path w="3545840">
                <a:moveTo>
                  <a:pt x="0" y="0"/>
                </a:moveTo>
                <a:lnTo>
                  <a:pt x="354524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3111" y="6470257"/>
            <a:ext cx="6162040" cy="218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spc="-82" baseline="27777" dirty="0">
                <a:latin typeface="Lucida Sans Unicode"/>
                <a:cs typeface="Lucida Sans Unicode"/>
              </a:rPr>
              <a:t>∗</a:t>
            </a:r>
            <a:r>
              <a:rPr sz="1350" spc="-35" dirty="0">
                <a:latin typeface="Times New Roman"/>
                <a:cs typeface="Times New Roman"/>
              </a:rPr>
              <a:t>T</a:t>
            </a:r>
            <a:r>
              <a:rPr sz="1350" spc="5" dirty="0">
                <a:latin typeface="Times New Roman"/>
                <a:cs typeface="Times New Roman"/>
              </a:rPr>
              <a:t>ransparência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elaborada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por </a:t>
            </a:r>
            <a:r>
              <a:rPr sz="1350" spc="15" dirty="0">
                <a:latin typeface="Times New Roman"/>
                <a:cs typeface="Times New Roman"/>
              </a:rPr>
              <a:t>C</a:t>
            </a:r>
            <a:r>
              <a:rPr sz="1350" spc="5" dirty="0">
                <a:latin typeface="Times New Roman"/>
                <a:cs typeface="Times New Roman"/>
              </a:rPr>
              <a:t>har</a:t>
            </a:r>
            <a:r>
              <a:rPr sz="1350" dirty="0">
                <a:latin typeface="Times New Roman"/>
                <a:cs typeface="Times New Roman"/>
              </a:rPr>
              <a:t>le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Or</a:t>
            </a:r>
            <a:r>
              <a:rPr sz="1350" spc="5" dirty="0">
                <a:latin typeface="Times New Roman"/>
                <a:cs typeface="Times New Roman"/>
              </a:rPr>
              <a:t>nela</a:t>
            </a:r>
            <a:r>
              <a:rPr sz="1350" spc="10" dirty="0">
                <a:latin typeface="Times New Roman"/>
                <a:cs typeface="Times New Roman"/>
              </a:rPr>
              <a:t>s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A</a:t>
            </a:r>
            <a:r>
              <a:rPr sz="1350" dirty="0">
                <a:latin typeface="Times New Roman"/>
                <a:cs typeface="Times New Roman"/>
              </a:rPr>
              <a:t>l</a:t>
            </a:r>
            <a:r>
              <a:rPr sz="1350" spc="20" dirty="0">
                <a:latin typeface="Times New Roman"/>
                <a:cs typeface="Times New Roman"/>
              </a:rPr>
              <a:t>m</a:t>
            </a:r>
            <a:r>
              <a:rPr sz="1350" spc="5" dirty="0">
                <a:latin typeface="Times New Roman"/>
                <a:cs typeface="Times New Roman"/>
              </a:rPr>
              <a:t>eida, Israel </a:t>
            </a:r>
            <a:r>
              <a:rPr sz="1350" spc="15" dirty="0">
                <a:latin typeface="Times New Roman"/>
                <a:cs typeface="Times New Roman"/>
              </a:rPr>
              <a:t>G</a:t>
            </a:r>
            <a:r>
              <a:rPr sz="1350" spc="5" dirty="0">
                <a:latin typeface="Times New Roman"/>
                <a:cs typeface="Times New Roman"/>
              </a:rPr>
              <a:t>ue</a:t>
            </a:r>
            <a:r>
              <a:rPr sz="1350" spc="10" dirty="0">
                <a:latin typeface="Times New Roman"/>
                <a:cs typeface="Times New Roman"/>
              </a:rPr>
              <a:t>rra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0" dirty="0">
                <a:latin typeface="Times New Roman"/>
                <a:cs typeface="Times New Roman"/>
              </a:rPr>
              <a:t>e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N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</a:t>
            </a:r>
            <a:r>
              <a:rPr sz="1350" spc="10" dirty="0">
                <a:latin typeface="Times New Roman"/>
                <a:cs typeface="Times New Roman"/>
              </a:rPr>
              <a:t>o</a:t>
            </a:r>
            <a:r>
              <a:rPr sz="1350" spc="5" dirty="0">
                <a:latin typeface="Times New Roman"/>
                <a:cs typeface="Times New Roman"/>
              </a:rPr>
              <a:t> </a:t>
            </a:r>
            <a:r>
              <a:rPr sz="1350" spc="15" dirty="0">
                <a:latin typeface="Times New Roman"/>
                <a:cs typeface="Times New Roman"/>
              </a:rPr>
              <a:t>Z</a:t>
            </a:r>
            <a:r>
              <a:rPr sz="1350" spc="-30" dirty="0">
                <a:latin typeface="Times New Roman"/>
                <a:cs typeface="Times New Roman"/>
              </a:rPr>
              <a:t>i</a:t>
            </a:r>
            <a:r>
              <a:rPr sz="1350" spc="5" dirty="0">
                <a:latin typeface="Times New Roman"/>
                <a:cs typeface="Times New Roman"/>
              </a:rPr>
              <a:t>viani</a:t>
            </a:r>
            <a:endParaRPr sz="13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623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7643"/>
            <a:ext cx="331406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údo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apí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ulo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73949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87666" y="1414564"/>
            <a:ext cx="3477260" cy="5157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8634" lvl="1" indent="-495934">
              <a:lnSpc>
                <a:spcPct val="100000"/>
              </a:lnSpc>
              <a:buAutoNum type="arabicPeriod"/>
              <a:tabLst>
                <a:tab pos="50927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dirty="0">
                <a:latin typeface="Arial"/>
                <a:cs typeface="Arial"/>
              </a:rPr>
              <a:t>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lvl="2" indent="-714375">
              <a:lnSpc>
                <a:spcPct val="100000"/>
              </a:lnSpc>
              <a:spcBef>
                <a:spcPts val="915"/>
              </a:spcBef>
              <a:buAutoNum type="arabicPeriod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69369" y="1508975"/>
            <a:ext cx="4279265" cy="3909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5665" lvl="2" indent="-715010">
              <a:lnSpc>
                <a:spcPct val="100000"/>
              </a:lnSpc>
              <a:buAutoNum type="arabicPeriod" startAt="7"/>
              <a:tabLst>
                <a:tab pos="87630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Linea</a:t>
            </a:r>
            <a:r>
              <a:rPr sz="2050" spc="5" dirty="0">
                <a:latin typeface="Arial"/>
                <a:cs typeface="Arial"/>
              </a:rPr>
              <a:t>r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1137920" lvl="3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ixs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eiro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1137920" marR="5080" lvl="3" indent="-262255">
              <a:lnSpc>
                <a:spcPct val="119700"/>
              </a:lnSpc>
              <a:buFont typeface="Lucida Sans Unicode"/>
              <a:buChar char="·"/>
              <a:tabLst>
                <a:tab pos="113855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ixs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508000" lvl="1" indent="-495300">
              <a:lnSpc>
                <a:spcPct val="100000"/>
              </a:lnSpc>
              <a:spcBef>
                <a:spcPts val="1350"/>
              </a:spcBef>
              <a:buAutoNum type="arabicPeriod" startAt="2"/>
              <a:tabLst>
                <a:tab pos="508634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Ex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75665" marR="5080" lvl="2" indent="-715010">
              <a:lnSpc>
                <a:spcPct val="119700"/>
              </a:lnSpc>
              <a:spcBef>
                <a:spcPts val="430"/>
              </a:spcBef>
              <a:buAutoNum type="arabicPeriod"/>
              <a:tabLst>
                <a:tab pos="876300" algn="l"/>
                <a:tab pos="2446655" algn="l"/>
                <a:tab pos="397446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	d</a:t>
            </a:r>
            <a:r>
              <a:rPr sz="2050" spc="5" dirty="0">
                <a:latin typeface="Arial"/>
                <a:cs typeface="Arial"/>
              </a:rPr>
              <a:t>e 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75665" marR="5080" lvl="2" indent="-715010">
              <a:lnSpc>
                <a:spcPct val="119700"/>
              </a:lnSpc>
              <a:spcBef>
                <a:spcPts val="430"/>
              </a:spcBef>
              <a:buAutoNum type="arabicPeriod"/>
              <a:tabLst>
                <a:tab pos="87630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4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608320" y="5572088"/>
          <a:ext cx="4149678" cy="11837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290"/>
                <a:gridCol w="2998854"/>
                <a:gridCol w="479534"/>
              </a:tblGrid>
              <a:tr h="345665">
                <a:tc>
                  <a:txBody>
                    <a:bodyPr/>
                    <a:lstStyle/>
                    <a:p>
                      <a:pPr marL="22225">
                        <a:lnSpc>
                          <a:spcPts val="2085"/>
                        </a:lnSpc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3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2085"/>
                        </a:lnSpc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si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õe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rát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ic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428967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4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Inter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ã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10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li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fá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sica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40916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spc="-5" dirty="0">
                          <a:latin typeface="Arial"/>
                          <a:cs typeface="Arial"/>
                        </a:rPr>
                        <a:t>4.2.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5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Q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2050" spc="-4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8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t Ex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te</a:t>
                      </a:r>
                      <a:r>
                        <a:rPr sz="2050" spc="5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88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6800" cy="550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6178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obje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visa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2923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ificuldad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álog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ôn</a:t>
            </a:r>
            <a:r>
              <a:rPr sz="2050" spc="5" dirty="0">
                <a:latin typeface="Arial"/>
                <a:cs typeface="Arial"/>
              </a:rPr>
              <a:t>ico se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abé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108394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-2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-30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rola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ponen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582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1405" cy="6467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Font typeface="Lucida Sans Unicode"/>
              <a:buChar char="•"/>
            </a:pPr>
            <a:endParaRPr sz="190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b="1" spc="-45" dirty="0">
                <a:latin typeface="Arial"/>
                <a:cs typeface="Arial"/>
              </a:rPr>
              <a:t>lon</a:t>
            </a:r>
            <a:r>
              <a:rPr sz="1700" b="1" spc="10" dirty="0">
                <a:latin typeface="Arial"/>
                <a:cs typeface="Arial"/>
              </a:rPr>
              <a:t>g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1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39545" marR="4806315" indent="-208915">
              <a:lnSpc>
                <a:spcPct val="1297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5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s</a:t>
            </a:r>
            <a:r>
              <a:rPr sz="1700" b="1" spc="40" dirty="0">
                <a:latin typeface="Arial"/>
                <a:cs typeface="Arial"/>
              </a:rPr>
              <a:t>tru</a:t>
            </a:r>
            <a:r>
              <a:rPr sz="1700" b="1" spc="50" dirty="0">
                <a:latin typeface="Arial"/>
                <a:cs typeface="Arial"/>
              </a:rPr>
              <a:t>c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463675">
              <a:lnSpc>
                <a:spcPct val="100000"/>
              </a:lnSpc>
              <a:spcBef>
                <a:spcPts val="60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80" dirty="0">
                <a:latin typeface="Lucida Sans Unicode"/>
                <a:cs typeface="Lucida Sans Unicode"/>
              </a:rPr>
              <a:t> </a:t>
            </a:r>
            <a:r>
              <a:rPr sz="1700" i="1" spc="50" dirty="0">
                <a:latin typeface="Arial"/>
                <a:cs typeface="Arial"/>
              </a:rPr>
              <a:t>ou</a:t>
            </a:r>
            <a:r>
              <a:rPr sz="1700" i="1" spc="40" dirty="0">
                <a:latin typeface="Arial"/>
                <a:cs typeface="Arial"/>
              </a:rPr>
              <a:t>tr</a:t>
            </a:r>
            <a:r>
              <a:rPr sz="1700" i="1" spc="50" dirty="0">
                <a:latin typeface="Arial"/>
                <a:cs typeface="Arial"/>
              </a:rPr>
              <a:t>o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componente</a:t>
            </a:r>
            <a:r>
              <a:rPr sz="1700" i="1" spc="10" dirty="0">
                <a:latin typeface="Arial"/>
                <a:cs typeface="Arial"/>
              </a:rPr>
              <a:t>s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6174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20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84505" marR="299720" indent="-262255">
              <a:lnSpc>
                <a:spcPct val="116300"/>
              </a:lnSpc>
              <a:spcBef>
                <a:spcPts val="11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qual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-definid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não-e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2827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(1988</a:t>
            </a:r>
            <a:r>
              <a:rPr sz="2050" spc="5" dirty="0">
                <a:latin typeface="Arial"/>
                <a:cs typeface="Arial"/>
              </a:rPr>
              <a:t>) s</a:t>
            </a:r>
            <a:r>
              <a:rPr sz="2050" dirty="0">
                <a:latin typeface="Arial"/>
                <a:cs typeface="Arial"/>
              </a:rPr>
              <a:t>uger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rega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240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5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592820" cy="580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186055" lvl="1" indent="-262255">
              <a:lnSpc>
                <a:spcPct val="117600"/>
              </a:lnSpc>
              <a:spcBef>
                <a:spcPts val="6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im</a:t>
            </a:r>
            <a:r>
              <a:rPr sz="2050" dirty="0">
                <a:latin typeface="Arial"/>
                <a:cs typeface="Arial"/>
              </a:rPr>
              <a:t>edia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7500"/>
              </a:lnSpc>
              <a:spcBef>
                <a:spcPts val="6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eqüen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pa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0"/>
              </a:spcBef>
            </a:pPr>
            <a:r>
              <a:rPr sz="2050" b="1" dirty="0">
                <a:latin typeface="Arial"/>
                <a:cs typeface="Arial"/>
              </a:rPr>
              <a:t>dist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40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uição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9873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93405" cy="5699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1493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alh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5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5" dirty="0">
                <a:latin typeface="Arial"/>
                <a:cs typeface="Arial"/>
              </a:rPr>
              <a:t>m: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350"/>
              </a:spcBef>
            </a:pPr>
            <a:r>
              <a:rPr sz="2050" spc="-35" dirty="0">
                <a:latin typeface="Arial"/>
                <a:cs typeface="Arial"/>
              </a:rPr>
              <a:t>A </a:t>
            </a:r>
            <a:r>
              <a:rPr sz="2050" i="1" spc="375" dirty="0">
                <a:latin typeface="Arial"/>
                <a:cs typeface="Arial"/>
              </a:rPr>
              <a:t>&lt;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80" dirty="0">
                <a:latin typeface="Arial"/>
                <a:cs typeface="Arial"/>
              </a:rPr>
              <a:t>J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05" dirty="0">
                <a:latin typeface="Arial"/>
                <a:cs typeface="Arial"/>
              </a:rPr>
              <a:t>Q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" dirty="0">
                <a:latin typeface="Arial"/>
                <a:cs typeface="Arial"/>
              </a:rPr>
              <a:t>K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670"/>
              </a:spcBef>
            </a:pP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1016000" algn="ctr">
              <a:lnSpc>
                <a:spcPct val="100000"/>
              </a:lnSpc>
              <a:spcBef>
                <a:spcPts val="1350"/>
              </a:spcBef>
            </a:pPr>
            <a:r>
              <a:rPr sz="2050" spc="-125" dirty="0">
                <a:latin typeface="Lucida Sans Unicode"/>
                <a:cs typeface="Lucida Sans Unicode"/>
              </a:rPr>
              <a:t>♣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♦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125" dirty="0">
                <a:latin typeface="Lucida Sans Unicode"/>
                <a:cs typeface="Lucida Sans Unicode"/>
              </a:rPr>
              <a:t>♠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uir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doi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cific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Dis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pau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ouro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opa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cific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546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26035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3470" cy="4774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odu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-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19367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 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g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tal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xso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spc="5" dirty="0">
                <a:latin typeface="Arial"/>
                <a:cs typeface="Arial"/>
              </a:rPr>
              <a:t>t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spc="-40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ketso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168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dificuldade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lida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área,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nar-</a:t>
            </a: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proibi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é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055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829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2385"/>
            <a:ext cx="8562340" cy="581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 marL="484505" marR="1175385" indent="-262255">
              <a:lnSpc>
                <a:spcPct val="116500"/>
              </a:lnSpc>
              <a:spcBef>
                <a:spcPts val="184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25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95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onô</a:t>
            </a:r>
            <a:r>
              <a:rPr sz="2050" spc="5" dirty="0">
                <a:latin typeface="Arial"/>
                <a:cs typeface="Arial"/>
              </a:rPr>
              <a:t>mico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pon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requ</a:t>
            </a:r>
            <a:r>
              <a:rPr sz="2050" spc="5" dirty="0">
                <a:latin typeface="Arial"/>
                <a:cs typeface="Arial"/>
              </a:rPr>
              <a:t>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ordial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spc="5" dirty="0">
                <a:latin typeface="Arial"/>
                <a:cs typeface="Arial"/>
              </a:rPr>
              <a:t>n</a:t>
            </a:r>
            <a:r>
              <a:rPr sz="2050" b="1" i="1" dirty="0">
                <a:latin typeface="Arial"/>
                <a:cs typeface="Arial"/>
              </a:rPr>
              <a:t> s</a:t>
            </a:r>
            <a:r>
              <a:rPr sz="2050" b="1" i="1" spc="-5" dirty="0">
                <a:latin typeface="Arial"/>
                <a:cs typeface="Arial"/>
              </a:rPr>
              <a:t>i</a:t>
            </a:r>
            <a:r>
              <a:rPr sz="2050" b="1" i="1" dirty="0">
                <a:latin typeface="Arial"/>
                <a:cs typeface="Arial"/>
              </a:rPr>
              <a:t>t</a:t>
            </a:r>
            <a:r>
              <a:rPr sz="2050" b="1" i="1" spc="5" dirty="0">
                <a:latin typeface="Arial"/>
                <a:cs typeface="Arial"/>
              </a:rPr>
              <a:t>u</a:t>
            </a:r>
            <a:r>
              <a:rPr sz="2050" b="1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5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adeada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52425" indent="-262255">
              <a:lnSpc>
                <a:spcPct val="116500"/>
              </a:lnSpc>
              <a:spcBef>
                <a:spcPts val="109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ópia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ân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6829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47075" cy="5055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la</a:t>
            </a:r>
            <a:r>
              <a:rPr sz="2050" spc="5" dirty="0">
                <a:latin typeface="Arial"/>
                <a:cs typeface="Arial"/>
              </a:rPr>
              <a:t>ssific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rodu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dequado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alhe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484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960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35216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5190" y="339966"/>
            <a:ext cx="1022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9655" cy="432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ter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438784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Tipo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Lucida Sans Unicode"/>
              <a:buChar char="•"/>
            </a:pPr>
            <a:endParaRPr sz="1950">
              <a:latin typeface="Times New Roman"/>
              <a:cs typeface="Times New Roman"/>
            </a:endParaRPr>
          </a:p>
          <a:p>
            <a:pPr marL="1231265">
              <a:lnSpc>
                <a:spcPct val="100000"/>
              </a:lnSpc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5" dirty="0">
                <a:latin typeface="Arial"/>
                <a:cs typeface="Arial"/>
              </a:rPr>
              <a:t>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4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31265">
              <a:lnSpc>
                <a:spcPct val="100000"/>
              </a:lnSpc>
              <a:spcBef>
                <a:spcPts val="675"/>
              </a:spcBef>
            </a:pPr>
            <a:r>
              <a:rPr sz="1700" b="1" spc="-20" dirty="0">
                <a:latin typeface="Arial"/>
                <a:cs typeface="Arial"/>
              </a:rPr>
              <a:t>typede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200" dirty="0">
                <a:latin typeface="Arial"/>
                <a:cs typeface="Arial"/>
              </a:rPr>
              <a:t>r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49045">
              <a:lnSpc>
                <a:spcPct val="100000"/>
              </a:lnSpc>
              <a:spcBef>
                <a:spcPts val="675"/>
              </a:spcBef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2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MAX</a:t>
            </a:r>
            <a:r>
              <a:rPr sz="1700" spc="-200" dirty="0">
                <a:latin typeface="Arial"/>
                <a:cs typeface="Arial"/>
              </a:rPr>
              <a:t>T</a:t>
            </a:r>
            <a:r>
              <a:rPr sz="1700" spc="15" dirty="0">
                <a:latin typeface="Arial"/>
                <a:cs typeface="Arial"/>
              </a:rPr>
              <a:t>AM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+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9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1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20" dirty="0">
                <a:latin typeface="Arial"/>
                <a:cs typeface="Arial"/>
              </a:rPr>
              <a:t>po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55" dirty="0">
                <a:latin typeface="Arial"/>
                <a:cs typeface="Arial"/>
              </a:rPr>
              <a:t> </a:t>
            </a:r>
            <a:r>
              <a:rPr sz="1700" i="1" spc="-55" dirty="0">
                <a:latin typeface="Arial"/>
                <a:cs typeface="Arial"/>
              </a:rPr>
              <a:t>caus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spc="229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0" dirty="0">
                <a:latin typeface="Arial"/>
                <a:cs typeface="Arial"/>
              </a:rPr>
              <a:t> </a:t>
            </a:r>
            <a:r>
              <a:rPr sz="1700" i="1" spc="75" dirty="0">
                <a:latin typeface="Arial"/>
                <a:cs typeface="Arial"/>
              </a:rPr>
              <a:t>sentinel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spc="200" dirty="0">
                <a:latin typeface="Arial"/>
                <a:cs typeface="Arial"/>
              </a:rPr>
              <a:t> </a:t>
            </a:r>
            <a:r>
              <a:rPr sz="1700" i="1" spc="-225" dirty="0">
                <a:latin typeface="Arial"/>
                <a:cs typeface="Arial"/>
              </a:rPr>
              <a:t>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spc="150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Inserca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30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36345">
              <a:lnSpc>
                <a:spcPct val="100000"/>
              </a:lnSpc>
              <a:spcBef>
                <a:spcPts val="675"/>
              </a:spcBef>
            </a:pPr>
            <a:r>
              <a:rPr sz="1700" spc="20" dirty="0">
                <a:latin typeface="Arial"/>
                <a:cs typeface="Arial"/>
              </a:rPr>
              <a:t>TipoVeto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spcBef>
                <a:spcPts val="14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ai d</a:t>
            </a:r>
            <a:r>
              <a:rPr sz="2050" spc="5" dirty="0">
                <a:latin typeface="Arial"/>
                <a:cs typeface="Arial"/>
              </a:rPr>
              <a:t>e 0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210" dirty="0">
                <a:latin typeface="Arial"/>
                <a:cs typeface="Arial"/>
              </a:rPr>
              <a:t>T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6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,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à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7962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06790" cy="3384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(1)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93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59785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00226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21295" y="5204180"/>
            <a:ext cx="615124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si.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27684" y="304008"/>
          <a:ext cx="9638834" cy="44724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06274"/>
                <a:gridCol w="316027"/>
                <a:gridCol w="420224"/>
                <a:gridCol w="420229"/>
                <a:gridCol w="420211"/>
                <a:gridCol w="432466"/>
                <a:gridCol w="3123403"/>
              </a:tblGrid>
              <a:tr h="567033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ojet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 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lgo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 – 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ap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4 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denaçã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–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Seçã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 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880">
                <a:tc>
                  <a:txBody>
                    <a:bodyPr/>
                    <a:lstStyle/>
                    <a:p>
                      <a:pPr marL="495934">
                        <a:lnSpc>
                          <a:spcPts val="2790"/>
                        </a:lnSpc>
                      </a:pP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-5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açã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por</a:t>
                      </a:r>
                      <a:r>
                        <a:rPr sz="2450" b="1" spc="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Se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l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eçã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2450" b="1" spc="10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50" b="1" spc="-5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(2</a:t>
                      </a:r>
                      <a:r>
                        <a:rPr sz="2450" b="1" dirty="0">
                          <a:solidFill>
                            <a:srgbClr val="007F7A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2194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71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968375" indent="-262255">
                        <a:lnSpc>
                          <a:spcPct val="100000"/>
                        </a:lnSpc>
                        <a:buFont typeface="Lucida Sans Unicode"/>
                        <a:buChar char="•"/>
                        <a:tabLst>
                          <a:tab pos="969010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21945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172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0915">
                <a:tc>
                  <a:txBody>
                    <a:bodyPr/>
                    <a:lstStyle/>
                    <a:p>
                      <a:pPr marL="28873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953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34354">
                <a:tc>
                  <a:txBody>
                    <a:bodyPr/>
                    <a:lstStyle/>
                    <a:p>
                      <a:pPr marR="717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93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53631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7211" y="1770710"/>
            <a:ext cx="5041900" cy="337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0797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Seleca</a:t>
            </a:r>
            <a:r>
              <a:rPr sz="1700" spc="10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60" dirty="0">
                <a:latin typeface="Lucida Sans Unicode"/>
                <a:cs typeface="Lucida Sans Unicode"/>
              </a:rPr>
              <a:t>∗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576195" indent="-188595">
              <a:lnSpc>
                <a:spcPts val="2720"/>
              </a:lnSpc>
              <a:spcBef>
                <a:spcPts val="200"/>
              </a:spcBef>
              <a:tabLst>
                <a:tab pos="1428750" algn="l"/>
                <a:tab pos="1750060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2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470"/>
              </a:spcBef>
              <a:tabLst>
                <a:tab pos="977265" algn="l"/>
                <a:tab pos="154559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150" dirty="0">
                <a:latin typeface="Lucida Sans Unicode"/>
                <a:cs typeface="Lucida Sans Unicode"/>
              </a:rPr>
              <a:t> </a:t>
            </a:r>
            <a:r>
              <a:rPr sz="1700" spc="114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66750">
              <a:lnSpc>
                <a:spcPct val="100000"/>
              </a:lnSpc>
              <a:spcBef>
                <a:spcPts val="675"/>
              </a:spcBef>
              <a:tabLst>
                <a:tab pos="1834514" algn="l"/>
                <a:tab pos="2402840" algn="l"/>
                <a:tab pos="326009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658495" marR="5080" indent="241935">
              <a:lnSpc>
                <a:spcPts val="2720"/>
              </a:lnSpc>
              <a:spcBef>
                <a:spcPts val="200"/>
              </a:spcBef>
              <a:tabLst>
                <a:tab pos="120269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9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125" dirty="0">
                <a:latin typeface="Arial"/>
                <a:cs typeface="Arial"/>
              </a:rPr>
              <a:t>[</a:t>
            </a:r>
            <a:r>
              <a:rPr sz="1700" spc="-50" dirty="0">
                <a:latin typeface="Arial"/>
                <a:cs typeface="Arial"/>
              </a:rPr>
              <a:t>M</a:t>
            </a:r>
            <a:r>
              <a:rPr sz="1700" spc="-60" dirty="0">
                <a:latin typeface="Arial"/>
                <a:cs typeface="Arial"/>
              </a:rPr>
              <a:t>i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6188" y="1772041"/>
            <a:ext cx="367284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7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8141" y="2863202"/>
            <a:ext cx="85407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18386" y="3058007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39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05686" y="2787167"/>
            <a:ext cx="218440" cy="47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945" indent="-55880">
              <a:lnSpc>
                <a:spcPct val="100000"/>
              </a:lnSpc>
            </a:pPr>
            <a:r>
              <a:rPr sz="2025" i="1" spc="217" baseline="-20576" dirty="0">
                <a:latin typeface="Trebuchet MS"/>
                <a:cs typeface="Trebuchet MS"/>
              </a:rPr>
              <a:t>n</a:t>
            </a: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  <a:p>
            <a:pPr marL="67945">
              <a:lnSpc>
                <a:spcPct val="100000"/>
              </a:lnSpc>
              <a:spcBef>
                <a:spcPts val="390"/>
              </a:spcBef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82786" y="2848889"/>
            <a:ext cx="13843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94179" y="2863202"/>
            <a:ext cx="417195" cy="402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95" dirty="0">
                <a:latin typeface="Lucida Sans Unicode"/>
                <a:cs typeface="Lucida Sans Unicode"/>
              </a:rPr>
              <a:t> </a:t>
            </a:r>
            <a:r>
              <a:rPr sz="2025" spc="142" baseline="-28806" dirty="0">
                <a:latin typeface="PMingLiU"/>
                <a:cs typeface="PMingLiU"/>
              </a:rPr>
              <a:t>2</a:t>
            </a:r>
            <a:endParaRPr sz="2025" baseline="-28806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78141" y="3312172"/>
            <a:ext cx="193103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1295" y="5706818"/>
            <a:ext cx="788225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455" dirty="0">
                <a:latin typeface="Arial"/>
                <a:cs typeface="Arial"/>
              </a:rPr>
              <a:t>M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342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09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antagen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lina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480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2865120" indent="209550">
              <a:lnSpc>
                <a:spcPct val="1768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 </a:t>
            </a: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ajud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quadrá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573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1695" cy="322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jogadore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i=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  <a:p>
            <a:pPr marL="1114425" lvl="2" indent="-262255">
              <a:lnSpc>
                <a:spcPct val="100000"/>
              </a:lnSpc>
              <a:spcBef>
                <a:spcPts val="755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114425" marR="5080" lvl="2" indent="-262255">
              <a:lnSpc>
                <a:spcPct val="119700"/>
              </a:lnSpc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oloque-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luga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aprop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537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3634740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41370" y="2036102"/>
            <a:ext cx="0" cy="2740660"/>
          </a:xfrm>
          <a:custGeom>
            <a:avLst/>
            <a:gdLst/>
            <a:ahLst/>
            <a:cxnLst/>
            <a:rect l="l" t="t" r="r" b="b"/>
            <a:pathLst>
              <a:path h="2740660">
                <a:moveTo>
                  <a:pt x="0" y="274045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21295" y="5204180"/>
            <a:ext cx="68141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211770" y="1576211"/>
          <a:ext cx="6406841" cy="32002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3383"/>
                <a:gridCol w="398736"/>
                <a:gridCol w="432446"/>
                <a:gridCol w="432447"/>
                <a:gridCol w="432454"/>
                <a:gridCol w="432453"/>
                <a:gridCol w="544922"/>
              </a:tblGrid>
              <a:tr h="459827">
                <a:tc>
                  <a:txBody>
                    <a:bodyPr/>
                    <a:lstStyle/>
                    <a:p>
                      <a:pPr marL="284480" marR="89535" indent="-262255" algn="r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Lucida Sans Unicode"/>
                        <a:buChar char="•"/>
                        <a:tabLst>
                          <a:tab pos="285115" algn="l"/>
                        </a:tabLst>
                      </a:pPr>
                      <a:r>
                        <a:rPr sz="2050" dirty="0">
                          <a:latin typeface="Arial"/>
                          <a:cs typeface="Arial"/>
                        </a:rPr>
                        <a:t>O m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étod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é il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u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2050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ad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aba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ix</a:t>
                      </a:r>
                      <a:r>
                        <a:rPr sz="2050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2050" dirty="0">
                          <a:latin typeface="Arial"/>
                          <a:cs typeface="Arial"/>
                        </a:rPr>
                        <a:t>:</a:t>
                      </a:r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4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15684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71532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34354">
                <a:tc>
                  <a:txBody>
                    <a:bodyPr/>
                    <a:lstStyle/>
                    <a:p>
                      <a:pPr marR="6470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8801">
                      <a:solidFill>
                        <a:srgbClr val="000000"/>
                      </a:solidFill>
                      <a:prstDash val="solid"/>
                    </a:lnR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248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652320" y="3712438"/>
            <a:ext cx="300990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4298315" cy="20853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"/>
              </a:spcBef>
            </a:pPr>
            <a:endParaRPr sz="2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2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Inserca</a:t>
            </a:r>
            <a:r>
              <a:rPr sz="1700" spc="160" dirty="0">
                <a:latin typeface="Arial"/>
                <a:cs typeface="Arial"/>
              </a:rPr>
              <a:t>o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367915" indent="-188595">
              <a:lnSpc>
                <a:spcPct val="133100"/>
              </a:lnSpc>
              <a:tabLst>
                <a:tab pos="1428750" algn="l"/>
                <a:tab pos="175958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38125">
              <a:lnSpc>
                <a:spcPct val="100000"/>
              </a:lnSpc>
              <a:spcBef>
                <a:spcPts val="675"/>
              </a:spcBef>
              <a:tabLst>
                <a:tab pos="977265" algn="l"/>
                <a:tab pos="1545590" algn="l"/>
                <a:tab pos="2402840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6697" y="3022409"/>
            <a:ext cx="1162050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  <a:spcBef>
                <a:spcPts val="675"/>
              </a:spcBef>
            </a:pP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0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47339" y="3022409"/>
            <a:ext cx="2118361" cy="6129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80" dirty="0">
                <a:latin typeface="Lucida Sans Unicode"/>
                <a:cs typeface="Lucida Sans Unicode"/>
              </a:rPr>
              <a:t> </a:t>
            </a:r>
            <a:r>
              <a:rPr sz="1700" spc="7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27660" algn="l"/>
                <a:tab pos="1405255" algn="l"/>
              </a:tabLst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75" dirty="0">
                <a:latin typeface="Arial"/>
                <a:cs typeface="Arial"/>
              </a:rPr>
              <a:t>sentinel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155" dirty="0" smtClean="0">
                <a:latin typeface="Lucida Sans Unicode"/>
                <a:cs typeface="Lucida Sans Unicode"/>
              </a:rPr>
              <a:t>∗</a:t>
            </a:r>
            <a:r>
              <a:rPr lang="pt-BR" sz="1700" spc="-155" dirty="0" smtClean="0">
                <a:latin typeface="Lucida Sans Unicode"/>
                <a:cs typeface="Lucida Sans Unicode"/>
              </a:rPr>
              <a:t>/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16366" y="4057396"/>
            <a:ext cx="45085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dirty="0">
                <a:latin typeface="Arial"/>
                <a:cs typeface="Arial"/>
              </a:rPr>
              <a:t>j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4832" y="4057396"/>
            <a:ext cx="1950085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6289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471" y="5092496"/>
            <a:ext cx="527050" cy="615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169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83525" cy="374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dirty="0">
                <a:latin typeface="Arial"/>
                <a:cs typeface="Arial"/>
              </a:rPr>
              <a:t>Con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559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ingid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094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50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8100"/>
            <a:ext cx="7216140" cy="157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No </a:t>
            </a:r>
            <a:r>
              <a:rPr sz="2050" dirty="0">
                <a:latin typeface="Arial"/>
                <a:cs typeface="Arial"/>
              </a:rPr>
              <a:t>anel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120" baseline="-12345" dirty="0">
                <a:latin typeface="Trebuchet MS"/>
                <a:cs typeface="Trebuchet MS"/>
              </a:rPr>
              <a:t>i</a:t>
            </a:r>
            <a:r>
              <a:rPr sz="2025" i="1" baseline="-12345" dirty="0">
                <a:latin typeface="Trebuchet MS"/>
                <a:cs typeface="Trebuchet MS"/>
              </a:rPr>
              <a:t> </a:t>
            </a:r>
            <a:r>
              <a:rPr sz="2025" i="1" spc="-232" baseline="-12345" dirty="0">
                <a:latin typeface="Trebuchet MS"/>
                <a:cs typeface="Trebuchet MS"/>
              </a:rPr>
              <a:t>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9019" y="2716441"/>
            <a:ext cx="1254760" cy="800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3054" y="257991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0991" y="3793578"/>
            <a:ext cx="8890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spc="80" dirty="0">
                <a:latin typeface="Trebuchet MS"/>
                <a:cs typeface="Trebuchet MS"/>
              </a:rPr>
              <a:t>i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09032" y="3614153"/>
            <a:ext cx="3344545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26819" y="3615842"/>
            <a:ext cx="326390" cy="401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 marR="5080" indent="-104139">
              <a:lnSpc>
                <a:spcPts val="1530"/>
              </a:lnSpc>
            </a:pPr>
            <a:r>
              <a:rPr sz="1350" i="1" u="sng" spc="80" dirty="0">
                <a:latin typeface="Trebuchet MS"/>
                <a:cs typeface="Trebuchet MS"/>
              </a:rPr>
              <a:t>i</a:t>
            </a:r>
            <a:r>
              <a:rPr sz="1350" u="sng" spc="420" dirty="0">
                <a:latin typeface="PMingLiU"/>
                <a:cs typeface="PMingLiU"/>
              </a:rPr>
              <a:t>+</a:t>
            </a:r>
            <a:r>
              <a:rPr sz="1350" u="sng" spc="95" dirty="0">
                <a:latin typeface="PMingLiU"/>
                <a:cs typeface="PMingLiU"/>
              </a:rPr>
              <a:t>1</a:t>
            </a:r>
            <a:r>
              <a:rPr sz="1350" spc="75" dirty="0">
                <a:latin typeface="PMingLiU"/>
                <a:cs typeface="PMingLiU"/>
              </a:rPr>
              <a:t> 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1295" y="4205061"/>
            <a:ext cx="8382000" cy="749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8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Ass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édi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961" y="5242471"/>
            <a:ext cx="3859529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R="362585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6208" y="5870752"/>
            <a:ext cx="64579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9750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7967" y="5691327"/>
            <a:ext cx="446913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u="sng" baseline="32921" dirty="0">
                <a:latin typeface="Trebuchet MS"/>
                <a:cs typeface="Trebuchet MS"/>
              </a:rPr>
              <a:t> </a:t>
            </a:r>
            <a:r>
              <a:rPr sz="2025" i="1" u="sng" spc="-142" baseline="32921" dirty="0">
                <a:latin typeface="Trebuchet MS"/>
                <a:cs typeface="Trebuchet MS"/>
              </a:rPr>
              <a:t> 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170" dirty="0">
                <a:latin typeface="Georgia"/>
                <a:cs typeface="Georgia"/>
              </a:rPr>
              <a:t> </a:t>
            </a:r>
            <a:r>
              <a:rPr sz="2025" i="1" u="sng" spc="217" baseline="32921" dirty="0">
                <a:latin typeface="Trebuchet MS"/>
                <a:cs typeface="Trebuchet MS"/>
              </a:rPr>
              <a:t>n</a:t>
            </a:r>
            <a:r>
              <a:rPr sz="2025" i="1" baseline="32921" dirty="0">
                <a:latin typeface="Trebuchet MS"/>
                <a:cs typeface="Trebuchet MS"/>
              </a:rPr>
              <a:t> </a:t>
            </a:r>
            <a:r>
              <a:rPr sz="2025" i="1" spc="-225" baseline="32921" dirty="0">
                <a:latin typeface="Trebuchet MS"/>
                <a:cs typeface="Trebuchet MS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1997" y="5105943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89753" y="6319608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7961" y="6140296"/>
            <a:ext cx="379920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03832" y="6108598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46453" y="6319608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91018" y="6036969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3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187" baseline="-21680" dirty="0">
                <a:latin typeface="Georgia"/>
                <a:cs typeface="Georgia"/>
              </a:rPr>
              <a:t>1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6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846059" cy="3291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é: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2640330">
              <a:lnSpc>
                <a:spcPct val="100000"/>
              </a:lnSpc>
            </a:pPr>
            <a:r>
              <a:rPr sz="2050" i="1" spc="245" dirty="0">
                <a:latin typeface="Arial"/>
                <a:cs typeface="Arial"/>
              </a:rPr>
              <a:t>M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-35" dirty="0">
                <a:latin typeface="Arial"/>
                <a:cs typeface="Arial"/>
              </a:rPr>
              <a:t>C</a:t>
            </a:r>
            <a:r>
              <a:rPr sz="2025" i="1" spc="247" baseline="-12345" dirty="0">
                <a:latin typeface="Trebuchet MS"/>
                <a:cs typeface="Trebuchet MS"/>
              </a:rPr>
              <a:t>i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é: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4884" y="4920031"/>
            <a:ext cx="372745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4878" y="4471060"/>
            <a:ext cx="4260850" cy="561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R="246379" algn="r">
              <a:lnSpc>
                <a:spcPts val="1130"/>
              </a:lnSpc>
              <a:spcBef>
                <a:spcPts val="825"/>
              </a:spcBef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1234" y="5099342"/>
            <a:ext cx="692150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6105" algn="l"/>
              </a:tabLst>
            </a:pPr>
            <a:r>
              <a:rPr sz="1350" spc="95" dirty="0">
                <a:latin typeface="PMingLiU"/>
                <a:cs typeface="PMingLiU"/>
              </a:rPr>
              <a:t>2	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35811" y="4816703"/>
            <a:ext cx="127952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5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78900" y="4334532"/>
            <a:ext cx="1362710" cy="1373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3700"/>
              </a:lnSpc>
            </a:pPr>
            <a:r>
              <a:rPr sz="2050" spc="-70" dirty="0">
                <a:latin typeface="Georgia"/>
                <a:cs typeface="Georgia"/>
              </a:rPr>
              <a:t>Me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75" dirty="0">
                <a:latin typeface="Georgia"/>
                <a:cs typeface="Georgia"/>
              </a:rPr>
              <a:t>h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P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35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45" dirty="0">
                <a:latin typeface="Georgia"/>
                <a:cs typeface="Georgia"/>
              </a:rPr>
              <a:t> </a:t>
            </a: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spc="-25" dirty="0">
                <a:latin typeface="Georgia"/>
                <a:cs typeface="Georgia"/>
              </a:rPr>
              <a:t>a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80" dirty="0">
                <a:latin typeface="Georgia"/>
                <a:cs typeface="Georgia"/>
              </a:rPr>
              <a:t>m</a:t>
            </a:r>
            <a:r>
              <a:rPr sz="2050" spc="-969" dirty="0">
                <a:latin typeface="Georgia"/>
                <a:cs typeface="Georgia"/>
              </a:rPr>
              <a:t>´</a:t>
            </a:r>
            <a:r>
              <a:rPr sz="2050" spc="-95" dirty="0">
                <a:latin typeface="Georgia"/>
                <a:cs typeface="Georgia"/>
              </a:rPr>
              <a:t>e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95" dirty="0">
                <a:latin typeface="Georgia"/>
                <a:cs typeface="Georgia"/>
              </a:rPr>
              <a:t>o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0038" y="5548312"/>
            <a:ext cx="11874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spc="95" dirty="0">
                <a:latin typeface="PMingLiU"/>
                <a:cs typeface="PMingLiU"/>
              </a:rPr>
              <a:t>2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4865" y="5368887"/>
            <a:ext cx="387286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45" dirty="0">
                <a:latin typeface="Arial"/>
                <a:cs typeface="Arial"/>
              </a:rPr>
              <a:t>M</a:t>
            </a:r>
            <a:r>
              <a:rPr sz="2050" i="1" spc="-355" dirty="0">
                <a:latin typeface="Arial"/>
                <a:cs typeface="Arial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dirty="0">
                <a:latin typeface="Georgia"/>
                <a:cs typeface="Georgia"/>
              </a:rPr>
              <a:t> </a:t>
            </a:r>
            <a:r>
              <a:rPr sz="2050" spc="-210" dirty="0">
                <a:latin typeface="Georgia"/>
                <a:cs typeface="Georgia"/>
              </a:rPr>
              <a:t> </a:t>
            </a:r>
            <a:r>
              <a:rPr sz="2025" u="sng" spc="142" baseline="32921" dirty="0">
                <a:latin typeface="PMingLiU"/>
                <a:cs typeface="PMingLiU"/>
              </a:rPr>
              <a:t>1</a:t>
            </a:r>
            <a:r>
              <a:rPr sz="2025" spc="-217" baseline="32921" dirty="0">
                <a:latin typeface="PMingLiU"/>
                <a:cs typeface="PMingLiU"/>
              </a:rPr>
              <a:t>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75" dirty="0">
                <a:latin typeface="Georgia"/>
                <a:cs typeface="Georgia"/>
              </a:rPr>
              <a:t>5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305" dirty="0">
                <a:latin typeface="Lucida Sans Unicode"/>
                <a:cs typeface="Lucida Sans Unicode"/>
              </a:rPr>
              <a:t> </a:t>
            </a:r>
            <a:r>
              <a:rPr sz="2050" spc="-725" dirty="0">
                <a:latin typeface="Lucida Sans Unicode"/>
                <a:cs typeface="Lucida Sans Unicode"/>
              </a:rPr>
              <a:t>·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4002" y="5337187"/>
            <a:ext cx="106045" cy="144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0"/>
              </a:lnSpc>
            </a:pPr>
            <a:r>
              <a:rPr sz="1000" spc="75" dirty="0">
                <a:latin typeface="Cambria"/>
                <a:cs typeface="Cambria"/>
              </a:rPr>
              <a:t>2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6623" y="5548312"/>
            <a:ext cx="738505" cy="22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32460" algn="l"/>
              </a:tabLst>
            </a:pPr>
            <a:r>
              <a:rPr sz="1350" spc="95" dirty="0">
                <a:latin typeface="PMingLiU"/>
                <a:cs typeface="PMingLiU"/>
              </a:rPr>
              <a:t>4	4</a:t>
            </a:r>
            <a:endParaRPr sz="1350">
              <a:latin typeface="PMingLiU"/>
              <a:cs typeface="PMingLiU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81188" y="5265559"/>
            <a:ext cx="137223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i="1" u="sng" spc="145" dirty="0">
                <a:latin typeface="Trebuchet MS"/>
                <a:cs typeface="Trebuchet MS"/>
              </a:rPr>
              <a:t>n </a:t>
            </a:r>
            <a:r>
              <a:rPr sz="1350" i="1" u="sng" spc="-95" dirty="0">
                <a:latin typeface="Trebuchet MS"/>
                <a:cs typeface="Trebuchet MS"/>
              </a:rPr>
              <a:t> 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375" baseline="-21680" dirty="0">
                <a:latin typeface="Georgia"/>
                <a:cs typeface="Georgia"/>
              </a:rPr>
              <a:t>+</a:t>
            </a:r>
            <a:r>
              <a:rPr sz="3075" spc="254" baseline="-21680" dirty="0">
                <a:latin typeface="Georgia"/>
                <a:cs typeface="Georgia"/>
              </a:rPr>
              <a:t> </a:t>
            </a:r>
            <a:r>
              <a:rPr sz="1350" u="sng" spc="95" dirty="0">
                <a:latin typeface="PMingLiU"/>
                <a:cs typeface="PMingLiU"/>
              </a:rPr>
              <a:t>11</a:t>
            </a:r>
            <a:r>
              <a:rPr sz="1350" i="1" u="sng" spc="145" dirty="0">
                <a:latin typeface="Trebuchet MS"/>
                <a:cs typeface="Trebuchet MS"/>
              </a:rPr>
              <a:t>n</a:t>
            </a:r>
            <a:r>
              <a:rPr sz="1350" i="1" dirty="0">
                <a:latin typeface="Trebuchet MS"/>
                <a:cs typeface="Trebuchet MS"/>
              </a:rPr>
              <a:t> </a:t>
            </a:r>
            <a:r>
              <a:rPr sz="1350" i="1" spc="-150" dirty="0">
                <a:latin typeface="Trebuchet MS"/>
                <a:cs typeface="Trebuchet MS"/>
              </a:rPr>
              <a:t> </a:t>
            </a:r>
            <a:r>
              <a:rPr sz="3075" spc="-37" baseline="-21680" dirty="0">
                <a:latin typeface="Lucida Sans Unicode"/>
                <a:cs typeface="Lucida Sans Unicode"/>
              </a:rPr>
              <a:t>−</a:t>
            </a:r>
            <a:r>
              <a:rPr sz="3075" spc="-284" baseline="-21680" dirty="0">
                <a:latin typeface="Lucida Sans Unicode"/>
                <a:cs typeface="Lucida Sans Unicode"/>
              </a:rPr>
              <a:t> </a:t>
            </a:r>
            <a:r>
              <a:rPr sz="3075" spc="-187" baseline="-21680" dirty="0">
                <a:latin typeface="Georgia"/>
                <a:cs typeface="Georgia"/>
              </a:rPr>
              <a:t>3</a:t>
            </a:r>
            <a:endParaRPr sz="3075" baseline="-2168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11814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0760" cy="440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por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Inse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20193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marR="49720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”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86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61655" cy="438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1959.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o 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089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hell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5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6557009" cy="272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-é</a:t>
            </a:r>
            <a:r>
              <a:rPr sz="2050" spc="5" dirty="0">
                <a:latin typeface="Arial"/>
                <a:cs typeface="Arial"/>
              </a:rPr>
              <a:t>simo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58464" y="3746436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287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42491" y="3746372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58464" y="5743828"/>
            <a:ext cx="4389120" cy="0"/>
          </a:xfrm>
          <a:custGeom>
            <a:avLst/>
            <a:gdLst/>
            <a:ahLst/>
            <a:cxnLst/>
            <a:rect l="l" t="t" r="r" b="b"/>
            <a:pathLst>
              <a:path w="4389120">
                <a:moveTo>
                  <a:pt x="0" y="0"/>
                </a:moveTo>
                <a:lnTo>
                  <a:pt x="438854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6171614"/>
            <a:ext cx="7563484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396373" y="3837040"/>
          <a:ext cx="3912564" cy="1831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461"/>
                <a:gridCol w="420239"/>
                <a:gridCol w="420167"/>
                <a:gridCol w="420224"/>
                <a:gridCol w="408210"/>
                <a:gridCol w="420237"/>
                <a:gridCol w="287026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52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74440" cy="153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2024" y="2707640"/>
            <a:ext cx="240220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47434" y="2707640"/>
            <a:ext cx="122872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i="1" spc="375" dirty="0">
                <a:latin typeface="Arial"/>
                <a:cs typeface="Arial"/>
              </a:rPr>
              <a:t>&gt;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8554" y="3280968"/>
            <a:ext cx="7726045" cy="2195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5840">
              <a:lnSpc>
                <a:spcPct val="100000"/>
              </a:lnSpc>
              <a:tabLst>
                <a:tab pos="4871085" algn="l"/>
              </a:tabLst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dirty="0">
                <a:latin typeface="Arial"/>
                <a:cs typeface="Arial"/>
              </a:rPr>
              <a:t>	</a:t>
            </a:r>
            <a:r>
              <a:rPr sz="2050" spc="-50" dirty="0">
                <a:latin typeface="Georgia"/>
                <a:cs typeface="Georgia"/>
              </a:rPr>
              <a:t>p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274955" marR="49530" indent="-262255">
              <a:lnSpc>
                <a:spcPct val="119700"/>
              </a:lnSpc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 (1973,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95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eficiên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4, 13,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40, 121,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364,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093, 3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280,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426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062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Shellsor</a:t>
            </a:r>
            <a:r>
              <a:rPr sz="1700" spc="5" dirty="0">
                <a:latin typeface="Arial"/>
                <a:cs typeface="Arial"/>
              </a:rPr>
              <a:t>t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31775" marR="2040255" indent="-188595">
              <a:lnSpc>
                <a:spcPct val="129700"/>
              </a:lnSpc>
              <a:tabLst>
                <a:tab pos="244475" algn="l"/>
                <a:tab pos="678815" algn="l"/>
                <a:tab pos="1009650" algn="l"/>
                <a:tab pos="1423035" algn="l"/>
              </a:tabLst>
            </a:pPr>
            <a:r>
              <a:rPr sz="1700" spc="5" dirty="0">
                <a:latin typeface="Arial"/>
                <a:cs typeface="Arial"/>
              </a:rPr>
              <a:t>{	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1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n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1336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175895" algn="ctr">
              <a:lnSpc>
                <a:spcPct val="100000"/>
              </a:lnSpc>
              <a:spcBef>
                <a:spcPts val="605"/>
              </a:spcBef>
              <a:tabLst>
                <a:tab pos="1735455" algn="l"/>
                <a:tab pos="2592705" algn="l"/>
              </a:tabLst>
            </a:pPr>
            <a:r>
              <a:rPr sz="1700" b="1" spc="65" dirty="0">
                <a:latin typeface="Arial"/>
                <a:cs typeface="Arial"/>
              </a:rPr>
              <a:t>fo</a:t>
            </a:r>
            <a:r>
              <a:rPr sz="1700" b="1" spc="5" dirty="0">
                <a:latin typeface="Arial"/>
                <a:cs typeface="Arial"/>
              </a:rPr>
              <a:t>r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0430">
              <a:lnSpc>
                <a:spcPct val="100000"/>
              </a:lnSpc>
              <a:spcBef>
                <a:spcPts val="605"/>
              </a:spcBef>
              <a:tabLst>
                <a:tab pos="229552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085850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0" dirty="0">
                <a:latin typeface="Lucida Sans Unicode"/>
                <a:cs typeface="Lucida Sans Unicode"/>
              </a:rPr>
              <a:t> </a:t>
            </a:r>
            <a:r>
              <a:rPr sz="1700" spc="19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1329055">
              <a:lnSpc>
                <a:spcPct val="100000"/>
              </a:lnSpc>
              <a:spcBef>
                <a:spcPts val="605"/>
              </a:spcBef>
              <a:tabLst>
                <a:tab pos="3366770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j 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81380" algn="ctr">
              <a:lnSpc>
                <a:spcPct val="100000"/>
              </a:lnSpc>
              <a:spcBef>
                <a:spcPts val="605"/>
              </a:spcBef>
              <a:tabLst>
                <a:tab pos="118364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65" dirty="0">
                <a:latin typeface="Arial"/>
                <a:cs typeface="Arial"/>
              </a:rPr>
              <a:t>h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95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31889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9032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8909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h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185" dirty="0">
                <a:latin typeface="Arial"/>
                <a:cs typeface="Arial"/>
              </a:rPr>
              <a:t>!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05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4512310" cy="6617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 err="1">
                <a:latin typeface="Arial"/>
                <a:cs typeface="Arial"/>
              </a:rPr>
              <a:t>void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shellSort</a:t>
            </a:r>
            <a:r>
              <a:rPr lang="pt-BR" sz="2000" b="1" spc="-25" dirty="0">
                <a:latin typeface="Arial"/>
                <a:cs typeface="Arial"/>
              </a:rPr>
              <a:t>(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[],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i , j ,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int</a:t>
            </a:r>
            <a:r>
              <a:rPr lang="pt-BR" sz="2000" b="1" spc="-25" dirty="0">
                <a:latin typeface="Arial"/>
                <a:cs typeface="Arial"/>
              </a:rPr>
              <a:t> gap = 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(gap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= 3*gap+1;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 gap &gt; 1)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gap /= 3;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for(i = gap; i &lt; </a:t>
            </a:r>
            <a:r>
              <a:rPr lang="pt-BR" sz="2000" b="1" spc="-25" dirty="0" err="1">
                <a:latin typeface="Arial"/>
                <a:cs typeface="Arial"/>
              </a:rPr>
              <a:t>size</a:t>
            </a:r>
            <a:r>
              <a:rPr lang="pt-BR" sz="2000" b="1" spc="-25" dirty="0">
                <a:latin typeface="Arial"/>
                <a:cs typeface="Arial"/>
              </a:rPr>
              <a:t>; i++)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[i];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j = i -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while</a:t>
            </a:r>
            <a:r>
              <a:rPr lang="pt-BR" sz="2000" b="1" spc="-25" dirty="0">
                <a:latin typeface="Arial"/>
                <a:cs typeface="Arial"/>
              </a:rPr>
              <a:t> (j &gt;= 0 &amp;&amp;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 &lt;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[j]) {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[j];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    j -= gap;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    </a:t>
            </a:r>
            <a:r>
              <a:rPr lang="pt-BR" sz="2000" b="1" spc="-25" dirty="0" err="1">
                <a:latin typeface="Arial"/>
                <a:cs typeface="Arial"/>
              </a:rPr>
              <a:t>vet</a:t>
            </a:r>
            <a:r>
              <a:rPr lang="pt-BR" sz="2000" b="1" spc="-25" dirty="0">
                <a:latin typeface="Arial"/>
                <a:cs typeface="Arial"/>
              </a:rPr>
              <a:t> [j + gap] = </a:t>
            </a:r>
            <a:r>
              <a:rPr lang="pt-BR" sz="2000" b="1" spc="-25" dirty="0" err="1">
                <a:latin typeface="Arial"/>
                <a:cs typeface="Arial"/>
              </a:rPr>
              <a:t>value</a:t>
            </a:r>
            <a:r>
              <a:rPr lang="pt-BR" sz="2000" b="1" spc="-25" dirty="0">
                <a:latin typeface="Arial"/>
                <a:cs typeface="Arial"/>
              </a:rPr>
              <a:t>;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    }</a:t>
            </a:r>
          </a:p>
          <a:p>
            <a:pPr marL="12700">
              <a:lnSpc>
                <a:spcPct val="100000"/>
              </a:lnSpc>
              <a:tabLst>
                <a:tab pos="3021965" algn="l"/>
              </a:tabLst>
            </a:pPr>
            <a:r>
              <a:rPr lang="pt-BR" sz="2000" b="1" spc="-25" dirty="0">
                <a:latin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822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755255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iliza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sent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as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inela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20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-ordena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13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29625" cy="5539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eficiên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ingué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apa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ana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aná</a:t>
            </a:r>
            <a:r>
              <a:rPr sz="2050" spc="5" dirty="0">
                <a:latin typeface="Arial"/>
                <a:cs typeface="Arial"/>
              </a:rPr>
              <a:t>lise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dif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próp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7150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ab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úl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eren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K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h:</a:t>
            </a:r>
            <a:endParaRPr sz="2050">
              <a:latin typeface="Arial"/>
              <a:cs typeface="Arial"/>
            </a:endParaRPr>
          </a:p>
          <a:p>
            <a:pPr marL="2636520">
              <a:lnSpc>
                <a:spcPct val="100000"/>
              </a:lnSpc>
              <a:spcBef>
                <a:spcPts val="590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142" baseline="30864" dirty="0">
                <a:latin typeface="PMingLiU"/>
                <a:cs typeface="PMingLiU"/>
              </a:rPr>
              <a:t>1</a:t>
            </a:r>
            <a:r>
              <a:rPr sz="2025" i="1" spc="-135" baseline="30864" dirty="0">
                <a:latin typeface="Trebuchet MS"/>
                <a:cs typeface="Trebuchet MS"/>
              </a:rPr>
              <a:t>,</a:t>
            </a:r>
            <a:r>
              <a:rPr sz="2025" spc="142" baseline="30864" dirty="0">
                <a:latin typeface="PMingLiU"/>
                <a:cs typeface="PMingLiU"/>
              </a:rPr>
              <a:t>2</a:t>
            </a:r>
            <a:r>
              <a:rPr sz="2025" spc="262" baseline="30864" dirty="0">
                <a:latin typeface="PMingLiU"/>
                <a:cs typeface="PMingLiU"/>
              </a:rPr>
              <a:t>5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2636520">
              <a:lnSpc>
                <a:spcPct val="100000"/>
              </a:lnSpc>
              <a:spcBef>
                <a:spcPts val="2055"/>
              </a:spcBef>
              <a:tabLst>
                <a:tab pos="4255770" algn="l"/>
              </a:tabLst>
            </a:pPr>
            <a:r>
              <a:rPr sz="2050" spc="140" dirty="0">
                <a:latin typeface="Georgia"/>
                <a:cs typeface="Georgia"/>
              </a:rPr>
              <a:t>C</a:t>
            </a:r>
            <a:r>
              <a:rPr sz="2050" i="1" spc="-170" dirty="0">
                <a:latin typeface="Arial"/>
                <a:cs typeface="Arial"/>
              </a:rPr>
              <a:t>o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i="1" spc="-204" dirty="0">
                <a:latin typeface="Arial"/>
                <a:cs typeface="Arial"/>
              </a:rPr>
              <a:t>e</a:t>
            </a:r>
            <a:r>
              <a:rPr sz="2050" i="1" spc="155" dirty="0">
                <a:latin typeface="Arial"/>
                <a:cs typeface="Arial"/>
              </a:rPr>
              <a:t>t</a:t>
            </a:r>
            <a:r>
              <a:rPr sz="2050" i="1" spc="10" dirty="0">
                <a:latin typeface="Arial"/>
                <a:cs typeface="Arial"/>
              </a:rPr>
              <a:t>u</a:t>
            </a:r>
            <a:r>
              <a:rPr sz="2050" i="1" spc="280" dirty="0">
                <a:latin typeface="Arial"/>
                <a:cs typeface="Arial"/>
              </a:rPr>
              <a:t>r</a:t>
            </a:r>
            <a:r>
              <a:rPr sz="2050" i="1" spc="-80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Georgia"/>
                <a:cs typeface="Georgia"/>
              </a:rPr>
              <a:t>	</a:t>
            </a:r>
            <a:r>
              <a:rPr sz="2050" spc="-85" dirty="0">
                <a:latin typeface="Georgia"/>
                <a:cs typeface="Georgia"/>
              </a:rPr>
              <a:t>: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0" dirty="0">
                <a:latin typeface="Georgia"/>
                <a:cs typeface="Georgia"/>
              </a:rPr>
              <a:t>n</a:t>
            </a:r>
            <a:r>
              <a:rPr sz="2050" spc="-15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660353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25840" cy="420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ó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ima </a:t>
            </a:r>
            <a:r>
              <a:rPr sz="2050" dirty="0">
                <a:latin typeface="Arial"/>
                <a:cs typeface="Arial"/>
              </a:rPr>
              <a:t>op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ódig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pequena.</a:t>
            </a:r>
            <a:endParaRPr sz="2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9"/>
              </a:spcBef>
              <a:buFont typeface="Times New Roman"/>
              <a:buChar char="–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317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al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17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578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oar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</a:t>
            </a:r>
            <a:r>
              <a:rPr sz="2050" spc="5" dirty="0">
                <a:latin typeface="Arial"/>
                <a:cs typeface="Arial"/>
              </a:rPr>
              <a:t>0 e</a:t>
            </a:r>
            <a:r>
              <a:rPr sz="2050" dirty="0">
                <a:latin typeface="Arial"/>
                <a:cs typeface="Arial"/>
              </a:rPr>
              <a:t> pu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spc="5" dirty="0">
                <a:latin typeface="Arial"/>
                <a:cs typeface="Arial"/>
              </a:rPr>
              <a:t>licc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1962.</a:t>
            </a:r>
            <a:endParaRPr sz="2050">
              <a:latin typeface="Arial"/>
              <a:cs typeface="Arial"/>
            </a:endParaRPr>
          </a:p>
          <a:p>
            <a:pPr marL="484505" marR="18669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rápid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idé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bá</a:t>
            </a:r>
            <a:r>
              <a:rPr sz="2050" spc="5" dirty="0">
                <a:latin typeface="Arial"/>
                <a:cs typeface="Arial"/>
              </a:rPr>
              <a:t>sica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dir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independen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produ</a:t>
            </a:r>
            <a:r>
              <a:rPr sz="2050" spc="5" dirty="0">
                <a:latin typeface="Arial"/>
                <a:cs typeface="Arial"/>
              </a:rPr>
              <a:t>zir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final.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583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2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61400" cy="3474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b="1" dirty="0">
                <a:latin typeface="Arial"/>
                <a:cs typeface="Arial"/>
              </a:rPr>
              <a:t>piv</a:t>
            </a:r>
            <a:r>
              <a:rPr sz="2050" b="1" spc="5" dirty="0">
                <a:latin typeface="Arial"/>
                <a:cs typeface="Arial"/>
              </a:rPr>
              <a:t>ô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591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46795" cy="4864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Esc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arbi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v</a:t>
            </a:r>
            <a:r>
              <a:rPr sz="2050" b="1" spc="5" dirty="0">
                <a:latin typeface="Arial"/>
                <a:cs typeface="Arial"/>
              </a:rPr>
              <a:t>ô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are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i="1" spc="-10" dirty="0">
                <a:latin typeface="Arial"/>
                <a:cs typeface="Arial"/>
              </a:rPr>
              <a:t>..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que: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35" dirty="0">
                <a:latin typeface="Georgia"/>
                <a:cs typeface="Georgia"/>
              </a:rPr>
              <a:t>E</a:t>
            </a:r>
            <a:r>
              <a:rPr sz="2050" spc="-90" dirty="0">
                <a:latin typeface="Georgia"/>
                <a:cs typeface="Georgia"/>
              </a:rPr>
              <a:t>s</a:t>
            </a:r>
            <a:r>
              <a:rPr sz="2050" spc="-85" dirty="0">
                <a:latin typeface="Georgia"/>
                <a:cs typeface="Georgia"/>
              </a:rPr>
              <a:t>q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-60" dirty="0">
                <a:latin typeface="Georgia"/>
                <a:cs typeface="Georgia"/>
              </a:rPr>
              <a:t>r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igua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47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589145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lu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08399" y="2089086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2793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47078" y="2089022"/>
            <a:ext cx="0" cy="1626235"/>
          </a:xfrm>
          <a:custGeom>
            <a:avLst/>
            <a:gdLst/>
            <a:ahLst/>
            <a:cxnLst/>
            <a:rect l="l" t="t" r="r" b="b"/>
            <a:pathLst>
              <a:path h="1626235">
                <a:moveTo>
                  <a:pt x="0" y="1626031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08399" y="3715003"/>
            <a:ext cx="2743200" cy="0"/>
          </a:xfrm>
          <a:custGeom>
            <a:avLst/>
            <a:gdLst/>
            <a:ahLst/>
            <a:cxnLst/>
            <a:rect l="l" t="t" r="r" b="b"/>
            <a:pathLst>
              <a:path w="2743200">
                <a:moveTo>
                  <a:pt x="0" y="0"/>
                </a:moveTo>
                <a:lnTo>
                  <a:pt x="2743085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4142676"/>
            <a:ext cx="7938134" cy="1443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495" dirty="0">
                <a:latin typeface="Arial"/>
                <a:cs typeface="Arial"/>
              </a:rPr>
              <a:t>j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dirty="0">
                <a:latin typeface="Arial"/>
                <a:cs typeface="Arial"/>
              </a:rPr>
              <a:t>,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120" dirty="0">
                <a:latin typeface="Arial"/>
                <a:cs typeface="Arial"/>
              </a:rPr>
              <a:t>x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25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46435" y="2179690"/>
          <a:ext cx="2267024" cy="1460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236"/>
                <a:gridCol w="420223"/>
                <a:gridCol w="420223"/>
                <a:gridCol w="395919"/>
                <a:gridCol w="408174"/>
                <a:gridCol w="311249"/>
              </a:tblGrid>
              <a:tr h="357939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229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52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275272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ao: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31050" y="1964791"/>
            <a:ext cx="16116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5215" y="1964791"/>
            <a:ext cx="1504315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 </a:t>
            </a:r>
            <a:r>
              <a:rPr sz="1700" dirty="0" smtClean="0">
                <a:latin typeface="Arial"/>
                <a:cs typeface="Arial"/>
              </a:rPr>
              <a:t>i</a:t>
            </a:r>
            <a:r>
              <a:rPr lang="pt-BR" sz="1700" dirty="0" smtClean="0">
                <a:latin typeface="Arial"/>
                <a:cs typeface="Arial"/>
              </a:rPr>
              <a:t>,</a:t>
            </a:r>
            <a:r>
              <a:rPr sz="1700" spc="75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7900" y="1955891"/>
            <a:ext cx="3119854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7211" y="1964791"/>
            <a:ext cx="3121025" cy="955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9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Partica</a:t>
            </a:r>
            <a:r>
              <a:rPr sz="1700" spc="185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67030" indent="-137160">
              <a:lnSpc>
                <a:spcPct val="100000"/>
              </a:lnSpc>
              <a:spcBef>
                <a:spcPts val="605"/>
              </a:spcBef>
              <a:buFont typeface="Lucida Sans Unicode"/>
              <a:buChar char="·"/>
              <a:tabLst>
                <a:tab pos="367665" algn="l"/>
                <a:tab pos="1408430" algn="l"/>
              </a:tabLst>
            </a:pPr>
            <a:r>
              <a:rPr sz="1700" dirty="0">
                <a:latin typeface="Arial"/>
                <a:cs typeface="Arial"/>
              </a:rPr>
              <a:t>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4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32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95" dirty="0">
                <a:latin typeface="Arial"/>
                <a:cs typeface="Arial"/>
              </a:rPr>
              <a:t>D</a:t>
            </a:r>
            <a:r>
              <a:rPr sz="1700" spc="80" dirty="0">
                <a:latin typeface="Arial"/>
                <a:cs typeface="Arial"/>
              </a:rPr>
              <a:t>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8446" y="2973260"/>
            <a:ext cx="9499854" cy="4354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79">
              <a:lnSpc>
                <a:spcPct val="100000"/>
              </a:lnSpc>
              <a:tabLst>
                <a:tab pos="2581275" algn="l"/>
              </a:tabLst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60" dirty="0">
                <a:latin typeface="Arial"/>
                <a:cs typeface="Arial"/>
              </a:rPr>
              <a:t>[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0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210" dirty="0">
                <a:latin typeface="Lucida Sans Unicode"/>
                <a:cs typeface="Lucida Sans Unicode"/>
              </a:rPr>
              <a:t> </a:t>
            </a:r>
            <a:r>
              <a:rPr sz="1700" i="1" spc="-85" dirty="0">
                <a:latin typeface="Arial"/>
                <a:cs typeface="Arial"/>
              </a:rPr>
              <a:t>obte</a:t>
            </a:r>
            <a:r>
              <a:rPr sz="1700" i="1" spc="15" dirty="0">
                <a:latin typeface="Arial"/>
                <a:cs typeface="Arial"/>
              </a:rPr>
              <a:t>m</a:t>
            </a:r>
            <a:r>
              <a:rPr sz="1700" i="1" spc="215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14" dirty="0">
                <a:latin typeface="Arial"/>
                <a:cs typeface="Arial"/>
              </a:rPr>
              <a:t> </a:t>
            </a:r>
            <a:r>
              <a:rPr sz="1700" i="1" spc="45" dirty="0">
                <a:latin typeface="Arial"/>
                <a:cs typeface="Arial"/>
              </a:rPr>
              <a:t>piv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x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5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 dirty="0">
              <a:latin typeface="Arial"/>
              <a:cs typeface="Arial"/>
            </a:endParaRPr>
          </a:p>
          <a:p>
            <a:pPr marL="191770">
              <a:lnSpc>
                <a:spcPct val="100000"/>
              </a:lnSpc>
              <a:spcBef>
                <a:spcPts val="605"/>
              </a:spcBef>
            </a:pPr>
            <a:r>
              <a:rPr sz="1700" b="1" spc="-130" dirty="0">
                <a:latin typeface="Arial"/>
                <a:cs typeface="Arial"/>
              </a:rPr>
              <a:t>d</a:t>
            </a:r>
            <a:r>
              <a:rPr sz="1700" b="1" spc="10" dirty="0">
                <a:latin typeface="Arial"/>
                <a:cs typeface="Arial"/>
              </a:rPr>
              <a:t>o</a:t>
            </a:r>
            <a:endParaRPr sz="1700" dirty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lang="pt-BR" sz="1700" spc="-180" dirty="0" smtClean="0">
                <a:latin typeface="Arial"/>
                <a:cs typeface="Arial"/>
              </a:rPr>
              <a:t>) </a:t>
            </a:r>
            <a:r>
              <a:rPr sz="1700" spc="70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b="1" spc="-5" dirty="0" smtClean="0">
                <a:latin typeface="Arial"/>
                <a:cs typeface="Arial"/>
              </a:rPr>
              <a:t>whil</a:t>
            </a:r>
            <a:r>
              <a:rPr sz="1700" b="1" spc="10" dirty="0" smtClean="0">
                <a:latin typeface="Arial"/>
                <a:cs typeface="Arial"/>
              </a:rPr>
              <a:t>e</a:t>
            </a:r>
            <a:r>
              <a:rPr sz="1700" b="1" dirty="0" smtClean="0">
                <a:latin typeface="Arial"/>
                <a:cs typeface="Arial"/>
              </a:rPr>
              <a:t> </a:t>
            </a:r>
            <a:r>
              <a:rPr sz="1700" b="1" spc="-60" dirty="0" smtClean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6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30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)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 </a:t>
            </a:r>
            <a:endParaRPr lang="pt-BR" sz="1700" spc="5" dirty="0" smtClean="0">
              <a:latin typeface="Arial"/>
              <a:cs typeface="Arial"/>
            </a:endParaRPr>
          </a:p>
          <a:p>
            <a:pPr marL="636270" marR="3572510" indent="-186055" algn="just">
              <a:lnSpc>
                <a:spcPct val="129700"/>
              </a:lnSpc>
            </a:pPr>
            <a:r>
              <a:rPr sz="1700" b="1" spc="5" dirty="0" smtClean="0">
                <a:latin typeface="Arial"/>
                <a:cs typeface="Arial"/>
              </a:rPr>
              <a:t>i</a:t>
            </a:r>
            <a:r>
              <a:rPr sz="1700" b="1" spc="-265" dirty="0" smtClean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54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 dirty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sz="1700" spc="5" dirty="0">
                <a:latin typeface="Arial"/>
                <a:cs typeface="Arial"/>
              </a:rPr>
              <a:t>{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w</a:t>
            </a:r>
            <a:r>
              <a:rPr sz="1700" spc="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9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7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w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lang="pt-BR" sz="1700" spc="-130" dirty="0" smtClean="0">
                <a:latin typeface="Arial"/>
                <a:cs typeface="Arial"/>
              </a:rPr>
              <a:t>)</a:t>
            </a:r>
            <a:r>
              <a:rPr sz="1700" spc="125" dirty="0" smtClean="0">
                <a:latin typeface="Arial"/>
                <a:cs typeface="Arial"/>
              </a:rPr>
              <a:t>++</a:t>
            </a:r>
            <a:r>
              <a:rPr sz="1700" spc="5" dirty="0" smtClean="0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lang="pt-BR" sz="1700" spc="-114" dirty="0">
                <a:latin typeface="Arial"/>
                <a:cs typeface="Arial"/>
              </a:rPr>
              <a:t> </a:t>
            </a:r>
            <a:r>
              <a:rPr lang="pt-BR" sz="1700" spc="5" dirty="0">
                <a:latin typeface="Arial"/>
                <a:cs typeface="Arial"/>
              </a:rPr>
              <a:t>(</a:t>
            </a:r>
            <a:r>
              <a:rPr lang="pt-BR" sz="1700" spc="-300" dirty="0">
                <a:latin typeface="Arial"/>
                <a:cs typeface="Arial"/>
              </a:rPr>
              <a:t> </a:t>
            </a:r>
            <a:r>
              <a:rPr lang="pt-BR" sz="1700" spc="-270" dirty="0">
                <a:latin typeface="Lucida Sans Unicode"/>
                <a:cs typeface="Lucida Sans Unicode"/>
              </a:rPr>
              <a:t>∗</a:t>
            </a:r>
            <a:r>
              <a:rPr lang="pt-BR" sz="1700" spc="-130" dirty="0">
                <a:latin typeface="Lucida Sans Unicode"/>
                <a:cs typeface="Lucida Sans Unicode"/>
              </a:rPr>
              <a:t> </a:t>
            </a:r>
            <a:r>
              <a:rPr lang="pt-BR" sz="1700" dirty="0">
                <a:latin typeface="Arial"/>
                <a:cs typeface="Arial"/>
              </a:rPr>
              <a:t>i</a:t>
            </a:r>
            <a:r>
              <a:rPr lang="pt-BR" sz="1700" spc="-180" dirty="0">
                <a:latin typeface="Arial"/>
                <a:cs typeface="Arial"/>
              </a:rPr>
              <a:t> </a:t>
            </a:r>
            <a:r>
              <a:rPr lang="pt-BR" sz="1700" spc="-180">
                <a:latin typeface="Arial"/>
                <a:cs typeface="Arial"/>
              </a:rPr>
              <a:t>) </a:t>
            </a:r>
            <a:r>
              <a:rPr lang="pt-BR" sz="1700" spc="70" smtClean="0">
                <a:latin typeface="Arial"/>
                <a:cs typeface="Arial"/>
              </a:rPr>
              <a:t>++</a:t>
            </a:r>
            <a:r>
              <a:rPr lang="pt-BR" sz="1700" spc="5" smtClean="0">
                <a:latin typeface="Arial"/>
                <a:cs typeface="Arial"/>
              </a:rPr>
              <a:t>; </a:t>
            </a:r>
            <a:r>
              <a:rPr lang="pt-BR" sz="1700" spc="5">
                <a:latin typeface="Arial"/>
                <a:cs typeface="Arial"/>
              </a:rPr>
              <a:t>(</a:t>
            </a:r>
            <a:r>
              <a:rPr lang="pt-BR" sz="1700" spc="-300">
                <a:latin typeface="Arial"/>
                <a:cs typeface="Arial"/>
              </a:rPr>
              <a:t> </a:t>
            </a:r>
            <a:r>
              <a:rPr lang="pt-BR" sz="1700" spc="-270">
                <a:latin typeface="Lucida Sans Unicode"/>
                <a:cs typeface="Lucida Sans Unicode"/>
              </a:rPr>
              <a:t>∗</a:t>
            </a:r>
            <a:r>
              <a:rPr lang="pt-BR" sz="1700" spc="-130">
                <a:latin typeface="Lucida Sans Unicode"/>
                <a:cs typeface="Lucida Sans Unicode"/>
              </a:rPr>
              <a:t> </a:t>
            </a:r>
            <a:r>
              <a:rPr lang="pt-BR" sz="1700">
                <a:latin typeface="Arial"/>
                <a:cs typeface="Arial"/>
              </a:rPr>
              <a:t>j</a:t>
            </a:r>
            <a:r>
              <a:rPr lang="pt-BR" sz="1700" spc="-295">
                <a:latin typeface="Arial"/>
                <a:cs typeface="Arial"/>
              </a:rPr>
              <a:t> </a:t>
            </a:r>
            <a:r>
              <a:rPr lang="pt-BR" sz="1700" spc="-100">
                <a:latin typeface="Arial"/>
                <a:cs typeface="Arial"/>
              </a:rPr>
              <a:t>)</a:t>
            </a:r>
            <a:r>
              <a:rPr lang="pt-BR" sz="1700" spc="-120">
                <a:latin typeface="Lucida Sans Unicode"/>
                <a:cs typeface="Lucida Sans Unicode"/>
              </a:rPr>
              <a:t>−</a:t>
            </a:r>
            <a:r>
              <a:rPr lang="pt-BR" sz="1700" spc="-65">
                <a:latin typeface="Lucida Sans Unicode"/>
                <a:cs typeface="Lucida Sans Unicode"/>
              </a:rPr>
              <a:t>−</a:t>
            </a:r>
            <a:r>
              <a:rPr lang="pt-BR" sz="1700" spc="5">
                <a:latin typeface="Arial"/>
                <a:cs typeface="Arial"/>
              </a:rPr>
              <a:t>;</a:t>
            </a:r>
            <a:endParaRPr lang="pt-BR" sz="1700" spc="5" dirty="0" smtClean="0">
              <a:latin typeface="Arial"/>
              <a:cs typeface="Arial"/>
            </a:endParaRPr>
          </a:p>
          <a:p>
            <a:pPr marL="862965" marR="3495040" indent="-198120">
              <a:lnSpc>
                <a:spcPct val="129700"/>
              </a:lnSpc>
            </a:pPr>
            <a:r>
              <a:rPr sz="1700" spc="5" dirty="0" smtClean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 marL="45085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 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155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14" dirty="0">
                <a:latin typeface="Arial"/>
                <a:cs typeface="Arial"/>
              </a:rPr>
              <a:t> 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-254" dirty="0">
                <a:latin typeface="Lucida Sans Unicode"/>
                <a:cs typeface="Lucida Sans Unicode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467359" indent="-262255">
              <a:lnSpc>
                <a:spcPct val="100000"/>
              </a:lnSpc>
              <a:buFont typeface="Lucida Sans Unicode"/>
              <a:buChar char="•"/>
              <a:tabLst>
                <a:tab pos="46799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67359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6799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qual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rápid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464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6900545" cy="452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39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1950">
              <a:latin typeface="Times New Roman"/>
              <a:cs typeface="Times New Roman"/>
            </a:endParaRPr>
          </a:p>
          <a:p>
            <a:pPr marL="31115">
              <a:lnSpc>
                <a:spcPct val="100000"/>
              </a:lnSpc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365" dirty="0">
                <a:latin typeface="Lucida Sans Unicode"/>
                <a:cs typeface="Lucida Sans Unicode"/>
              </a:rPr>
              <a:t>∗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15" dirty="0">
                <a:latin typeface="Lucida Sans Unicode"/>
                <a:cs typeface="Lucida Sans Unicode"/>
              </a:rPr>
              <a:t>−</a:t>
            </a:r>
            <a:r>
              <a:rPr sz="1700" spc="-250" dirty="0">
                <a:latin typeface="Lucida Sans Unicode"/>
                <a:cs typeface="Lucida Sans Unicode"/>
              </a:rPr>
              <a:t> </a:t>
            </a:r>
            <a:r>
              <a:rPr sz="1700" i="1" spc="20" dirty="0">
                <a:latin typeface="Arial"/>
                <a:cs typeface="Arial"/>
              </a:rPr>
              <a:t>Entr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65" dirty="0">
                <a:latin typeface="Arial"/>
                <a:cs typeface="Arial"/>
              </a:rPr>
              <a:t> </a:t>
            </a:r>
            <a:r>
              <a:rPr sz="1700" i="1" spc="25" dirty="0">
                <a:latin typeface="Arial"/>
                <a:cs typeface="Arial"/>
              </a:rPr>
              <a:t>aqu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85" dirty="0">
                <a:latin typeface="Arial"/>
                <a:cs typeface="Arial"/>
              </a:rPr>
              <a:t> </a:t>
            </a:r>
            <a:r>
              <a:rPr sz="1700" i="1" spc="-15" dirty="0">
                <a:latin typeface="Arial"/>
                <a:cs typeface="Arial"/>
              </a:rPr>
              <a:t>procediment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 </a:t>
            </a:r>
            <a:r>
              <a:rPr sz="1700" i="1" spc="50" dirty="0">
                <a:latin typeface="Arial"/>
                <a:cs typeface="Arial"/>
              </a:rPr>
              <a:t>Partica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35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d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140" dirty="0">
                <a:latin typeface="Arial"/>
                <a:cs typeface="Arial"/>
              </a:rPr>
              <a:t> </a:t>
            </a:r>
            <a:r>
              <a:rPr sz="1700" i="1" spc="40" dirty="0">
                <a:latin typeface="Arial"/>
                <a:cs typeface="Arial"/>
              </a:rPr>
              <a:t>transparenci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7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32</a:t>
            </a:r>
            <a:r>
              <a:rPr sz="1700" spc="-310" dirty="0">
                <a:latin typeface="Arial"/>
                <a:cs typeface="Arial"/>
              </a:rPr>
              <a:t> </a:t>
            </a:r>
            <a:r>
              <a:rPr sz="1700" spc="-225" dirty="0">
                <a:latin typeface="Lucida Sans Unicode"/>
                <a:cs typeface="Lucida Sans Unicode"/>
              </a:rPr>
              <a:t>−</a:t>
            </a:r>
            <a:r>
              <a:rPr sz="1700" spc="-5" dirty="0">
                <a:latin typeface="Lucida Sans Unicode"/>
                <a:cs typeface="Lucida Sans Unicode"/>
              </a:rPr>
              <a:t>−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3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  <a:tabLst>
                <a:tab pos="1428750" algn="l"/>
                <a:tab pos="175958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 marR="3366770" indent="-20955">
              <a:lnSpc>
                <a:spcPct val="133100"/>
              </a:lnSpc>
              <a:tabLst>
                <a:tab pos="559435" algn="l"/>
                <a:tab pos="870585" algn="l"/>
                <a:tab pos="1739264" algn="l"/>
                <a:tab pos="2703195" algn="l"/>
                <a:tab pos="2928620" algn="l"/>
              </a:tabLst>
            </a:pPr>
            <a:r>
              <a:rPr sz="1700" spc="50" dirty="0">
                <a:latin typeface="Arial"/>
                <a:cs typeface="Arial"/>
              </a:rPr>
              <a:t>Partica</a:t>
            </a:r>
            <a:r>
              <a:rPr sz="1700" spc="185" dirty="0">
                <a:latin typeface="Arial"/>
                <a:cs typeface="Arial"/>
              </a:rPr>
              <a:t>o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j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  <a:tabLst>
                <a:tab pos="302196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QuickSor</a:t>
            </a:r>
            <a:r>
              <a:rPr sz="1700" spc="140" dirty="0">
                <a:latin typeface="Arial"/>
                <a:cs typeface="Arial"/>
              </a:rPr>
              <a:t>t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Orden</a:t>
            </a:r>
            <a:r>
              <a:rPr sz="1700" spc="60" dirty="0">
                <a:latin typeface="Arial"/>
                <a:cs typeface="Arial"/>
              </a:rPr>
              <a:t>a</a:t>
            </a:r>
            <a:r>
              <a:rPr sz="1700" spc="150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260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476490" cy="142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67608" y="2459989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72002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587983" y="2459926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67608" y="5571921"/>
            <a:ext cx="4425315" cy="0"/>
          </a:xfrm>
          <a:custGeom>
            <a:avLst/>
            <a:gdLst/>
            <a:ahLst/>
            <a:cxnLst/>
            <a:rect l="l" t="t" r="r" b="b"/>
            <a:pathLst>
              <a:path w="4425315">
                <a:moveTo>
                  <a:pt x="0" y="0"/>
                </a:moveTo>
                <a:lnTo>
                  <a:pt x="442478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405530" y="2550593"/>
          <a:ext cx="3948832" cy="29461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518"/>
                <a:gridCol w="420181"/>
                <a:gridCol w="420225"/>
                <a:gridCol w="420223"/>
                <a:gridCol w="420223"/>
                <a:gridCol w="420225"/>
                <a:gridCol w="311237"/>
              </a:tblGrid>
              <a:tr h="358555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is: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2929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177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014"/>
            <a:ext cx="8736965" cy="581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Pi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472440" algn="ctr">
              <a:lnSpc>
                <a:spcPct val="100000"/>
              </a:lnSpc>
              <a:spcBef>
                <a:spcPts val="484"/>
              </a:spcBef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4979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endParaRPr sz="2050">
              <a:latin typeface="Georgia"/>
              <a:cs typeface="Georgia"/>
            </a:endParaRPr>
          </a:p>
          <a:p>
            <a:pPr marL="484505" marR="5080" indent="-262255">
              <a:lnSpc>
                <a:spcPct val="117300"/>
              </a:lnSpc>
              <a:spcBef>
                <a:spcPts val="13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ivô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054100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rden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limi</a:t>
            </a:r>
            <a:r>
              <a:rPr sz="2050" dirty="0">
                <a:latin typeface="Arial"/>
                <a:cs typeface="Arial"/>
              </a:rPr>
              <a:t>nand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marR="158115" indent="-262255">
              <a:lnSpc>
                <a:spcPct val="117300"/>
              </a:lnSpc>
              <a:spcBef>
                <a:spcPts val="117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pregand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pequena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odifica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isso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2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edian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ê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309981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78520" cy="4963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:</a:t>
            </a:r>
            <a:r>
              <a:rPr sz="2450" b="1" spc="170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marR="508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ivi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iguai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Flajolet (1996,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7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.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17):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Font typeface="Lucida Sans Unicode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730885" algn="ctr">
              <a:lnSpc>
                <a:spcPct val="100000"/>
              </a:lnSpc>
            </a:pPr>
            <a:r>
              <a:rPr sz="2050" i="1" spc="105" dirty="0">
                <a:latin typeface="Arial"/>
                <a:cs typeface="Arial"/>
              </a:rPr>
              <a:t>C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≈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250" dirty="0">
                <a:latin typeface="Georgia"/>
                <a:cs typeface="Georgia"/>
              </a:rPr>
              <a:t>0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215" dirty="0">
                <a:latin typeface="Georgia"/>
                <a:cs typeface="Georgia"/>
              </a:rPr>
              <a:t>8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5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gn</a:t>
            </a:r>
            <a:r>
              <a:rPr sz="2050" spc="5" dirty="0">
                <a:latin typeface="Arial"/>
                <a:cs typeface="Arial"/>
              </a:rPr>
              <a:t>ifica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2491561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394700" cy="5542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Qui</a:t>
            </a:r>
            <a:r>
              <a:rPr sz="2450" b="1" spc="-35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ks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pilh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dirty="0">
                <a:latin typeface="Arial"/>
                <a:cs typeface="Arial"/>
              </a:rPr>
              <a:t>cil:</a:t>
            </a:r>
            <a:endParaRPr sz="2050">
              <a:latin typeface="Arial"/>
              <a:cs typeface="Arial"/>
            </a:endParaRPr>
          </a:p>
          <a:p>
            <a:pPr marL="1114425" marR="386715" lvl="2" indent="-262255">
              <a:lnSpc>
                <a:spcPct val="119700"/>
              </a:lnSpc>
              <a:spcBef>
                <a:spcPts val="270"/>
              </a:spcBef>
              <a:buFont typeface="Lucida Sans Unicode"/>
              <a:buChar char="·"/>
              <a:tabLst>
                <a:tab pos="111506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engan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ine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72966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84895" cy="5237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09955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roque-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214629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(o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endParaRPr sz="2050">
              <a:latin typeface="Georgia"/>
              <a:cs typeface="Georgia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redu</a:t>
            </a:r>
            <a:r>
              <a:rPr sz="2050" spc="5" dirty="0">
                <a:latin typeface="Arial"/>
                <a:cs typeface="Arial"/>
              </a:rPr>
              <a:t>zi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031419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3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02675" cy="4865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marR="53721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refle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habilidad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abandona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apida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6350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SOs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repetid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43815" lvl="1" indent="-262255">
              <a:lnSpc>
                <a:spcPct val="119700"/>
              </a:lnSpc>
              <a:spcBef>
                <a:spcPts val="70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Sis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gerên</a:t>
            </a:r>
            <a:r>
              <a:rPr sz="2050" spc="5" dirty="0">
                <a:latin typeface="Arial"/>
                <a:cs typeface="Arial"/>
              </a:rPr>
              <a:t>cia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página.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72626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320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Tip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Abst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Dado</a:t>
            </a:r>
            <a:r>
              <a:rPr sz="2050" b="1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ir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00"/>
              </a:spcBef>
            </a:pPr>
            <a:r>
              <a:rPr sz="2050" dirty="0">
                <a:latin typeface="Arial"/>
                <a:cs typeface="Arial"/>
              </a:rPr>
              <a:t>iten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marR="508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96520" lvl="1" indent="-349885">
              <a:lnSpc>
                <a:spcPct val="116300"/>
              </a:lnSpc>
              <a:spcBef>
                <a:spcPts val="540"/>
              </a:spcBef>
              <a:buAutoNum type="arabicPeriod" startAt="2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m,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qualque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940"/>
              </a:spcBef>
              <a:buAutoNum type="arabicPeriod" startAt="2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ún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7099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7387590" cy="570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Aj</a:t>
            </a:r>
            <a:r>
              <a:rPr sz="2050" dirty="0">
                <a:latin typeface="Arial"/>
                <a:cs typeface="Arial"/>
              </a:rPr>
              <a:t>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919845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054975" cy="4775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Repr</a:t>
            </a:r>
            <a:r>
              <a:rPr sz="2050" b="1" dirty="0">
                <a:latin typeface="Arial"/>
                <a:cs typeface="Arial"/>
              </a:rPr>
              <a:t>esentaçã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2774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rói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bse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4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ação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9700"/>
              </a:lnSpc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Aj</a:t>
            </a:r>
            <a:r>
              <a:rPr sz="2050" dirty="0">
                <a:latin typeface="Arial"/>
                <a:cs typeface="Arial"/>
              </a:rPr>
              <a:t>unt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eficient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aind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logarít</a:t>
            </a:r>
            <a:r>
              <a:rPr sz="2050" spc="5" dirty="0">
                <a:latin typeface="Arial"/>
                <a:cs typeface="Arial"/>
              </a:rPr>
              <a:t>mico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ub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itui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utiliza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utu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 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fis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ta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bino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uille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n, 1978).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3573411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8806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929"/>
            <a:ext cx="8604250" cy="5826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050" b="1" dirty="0">
                <a:latin typeface="Arial"/>
                <a:cs typeface="Arial"/>
              </a:rPr>
              <a:t>Fila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5" dirty="0">
                <a:latin typeface="Arial"/>
                <a:cs typeface="Arial"/>
              </a:rPr>
              <a:t>Pr</a:t>
            </a:r>
            <a:r>
              <a:rPr sz="2050" b="1" dirty="0">
                <a:latin typeface="Arial"/>
                <a:cs typeface="Arial"/>
              </a:rPr>
              <a:t>io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idade</a:t>
            </a:r>
            <a:r>
              <a:rPr sz="2050" b="1" spc="5" dirty="0">
                <a:latin typeface="Arial"/>
                <a:cs typeface="Arial"/>
              </a:rPr>
              <a:t>s -</a:t>
            </a:r>
            <a:r>
              <a:rPr sz="2050" b="1" dirty="0">
                <a:latin typeface="Arial"/>
                <a:cs typeface="Arial"/>
              </a:rPr>
              <a:t> Algo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it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s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484505" marR="657225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fila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idade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143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Em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484505" marR="35306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63600" indent="-262255">
              <a:lnSpc>
                <a:spcPct val="117600"/>
              </a:lnSpc>
              <a:spcBef>
                <a:spcPts val="120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lis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lineare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ordenada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3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i="1" spc="5" dirty="0">
                <a:latin typeface="Arial"/>
                <a:cs typeface="Arial"/>
              </a:rPr>
              <a:t>s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pond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203809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6865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1986"/>
            <a:ext cx="8223250" cy="3688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s</a:t>
            </a:r>
            <a:r>
              <a:rPr sz="2050" dirty="0">
                <a:latin typeface="Arial"/>
                <a:cs typeface="Arial"/>
              </a:rPr>
              <a:t>eqüên</a:t>
            </a:r>
            <a:r>
              <a:rPr sz="2050" spc="5" dirty="0">
                <a:latin typeface="Arial"/>
                <a:cs typeface="Arial"/>
              </a:rPr>
              <a:t>cia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que: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Font typeface="Lucida Sans Unicode"/>
              <a:buChar char="•"/>
            </a:pPr>
            <a:endParaRPr sz="2350">
              <a:latin typeface="Times New Roman"/>
              <a:cs typeface="Times New Roman"/>
            </a:endParaRPr>
          </a:p>
          <a:p>
            <a:pPr marL="541020" algn="ctr">
              <a:lnSpc>
                <a:spcPct val="100000"/>
              </a:lnSpc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986155" algn="ctr">
              <a:lnSpc>
                <a:spcPct val="100000"/>
              </a:lnSpc>
              <a:spcBef>
                <a:spcPts val="1075"/>
              </a:spcBef>
            </a:pP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≥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-160" dirty="0">
                <a:latin typeface="Arial"/>
                <a:cs typeface="Arial"/>
              </a:rPr>
              <a:t>c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</a:pP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tod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500"/>
              </a:lnSpc>
              <a:spcBef>
                <a:spcPts val="138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defin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163675" y="4919960"/>
            <a:ext cx="2379307" cy="14835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09669" y="6142469"/>
            <a:ext cx="35052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4828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4	</a:t>
            </a: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378" y="6142469"/>
            <a:ext cx="3524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177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5	</a:t>
            </a: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58030" y="5545289"/>
            <a:ext cx="35115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39395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2	</a:t>
            </a: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4739" y="4948110"/>
            <a:ext cx="34925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255904" algn="l"/>
              </a:tabLst>
            </a:pPr>
            <a:r>
              <a:rPr sz="1950" baseline="2136" dirty="0">
                <a:latin typeface="Times New Roman"/>
                <a:cs typeface="Times New Roman"/>
              </a:rPr>
              <a:t>1	</a:t>
            </a: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1428" y="5545289"/>
            <a:ext cx="3905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07340" algn="l"/>
              </a:tabLst>
            </a:pPr>
            <a:r>
              <a:rPr sz="1300" dirty="0">
                <a:latin typeface="Times New Roman"/>
                <a:cs typeface="Times New Roman"/>
              </a:rPr>
              <a:t>O	</a:t>
            </a:r>
            <a:r>
              <a:rPr sz="1950" baseline="2136" dirty="0">
                <a:latin typeface="Times New Roman"/>
                <a:cs typeface="Times New Roman"/>
              </a:rPr>
              <a:t>3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35332" y="6142469"/>
            <a:ext cx="109537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  <a:tabLst>
                <a:tab pos="314960" algn="l"/>
                <a:tab pos="704215" algn="l"/>
                <a:tab pos="1011555" algn="l"/>
              </a:tabLst>
            </a:pPr>
            <a:r>
              <a:rPr sz="1300" dirty="0">
                <a:latin typeface="Times New Roman"/>
                <a:cs typeface="Times New Roman"/>
              </a:rPr>
              <a:t>A	</a:t>
            </a:r>
            <a:r>
              <a:rPr sz="1950" baseline="2136" dirty="0">
                <a:latin typeface="Times New Roman"/>
                <a:cs typeface="Times New Roman"/>
              </a:rPr>
              <a:t>6	</a:t>
            </a:r>
            <a:r>
              <a:rPr sz="1300" dirty="0">
                <a:latin typeface="Times New Roman"/>
                <a:cs typeface="Times New Roman"/>
              </a:rPr>
              <a:t>D	</a:t>
            </a:r>
            <a:r>
              <a:rPr sz="1950" baseline="2136" dirty="0">
                <a:latin typeface="Times New Roman"/>
                <a:cs typeface="Times New Roman"/>
              </a:rPr>
              <a:t>7</a:t>
            </a:r>
            <a:endParaRPr sz="1950" baseline="2136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36161" y="48280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4055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19315" y="4827993"/>
            <a:ext cx="0" cy="1650364"/>
          </a:xfrm>
          <a:custGeom>
            <a:avLst/>
            <a:gdLst/>
            <a:ahLst/>
            <a:cxnLst/>
            <a:rect l="l" t="t" r="r" b="b"/>
            <a:pathLst>
              <a:path h="1650364">
                <a:moveTo>
                  <a:pt x="0" y="164980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36161" y="6477744"/>
            <a:ext cx="2887980" cy="0"/>
          </a:xfrm>
          <a:custGeom>
            <a:avLst/>
            <a:gdLst/>
            <a:ahLst/>
            <a:cxnLst/>
            <a:rect l="l" t="t" r="r" b="b"/>
            <a:pathLst>
              <a:path w="2887979">
                <a:moveTo>
                  <a:pt x="0" y="0"/>
                </a:moveTo>
                <a:lnTo>
                  <a:pt x="288756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25075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3295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b="1" spc="5" dirty="0">
                <a:latin typeface="Arial"/>
                <a:cs typeface="Arial"/>
              </a:rPr>
              <a:t>Á</a:t>
            </a:r>
            <a:r>
              <a:rPr sz="2050" b="1" spc="25" dirty="0">
                <a:latin typeface="Arial"/>
                <a:cs typeface="Arial"/>
              </a:rPr>
              <a:t>r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re 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ná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eta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eir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i="1" spc="375" dirty="0">
                <a:latin typeface="Arial"/>
                <a:cs typeface="Arial"/>
              </a:rPr>
              <a:t>&lt;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18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-120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11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55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i="1" spc="25" dirty="0">
                <a:latin typeface="Arial"/>
                <a:cs typeface="Arial"/>
              </a:rPr>
              <a:t>k</a:t>
            </a:r>
            <a:r>
              <a:rPr sz="2050" i="1" spc="70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≤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spc="-170" dirty="0">
                <a:latin typeface="Lucida Sans Unicode"/>
                <a:cs typeface="Lucida Sans Unicode"/>
              </a:rPr>
              <a:t>⌊</a:t>
            </a:r>
            <a:r>
              <a:rPr sz="2050" i="1" spc="90" dirty="0">
                <a:latin typeface="Arial"/>
                <a:cs typeface="Arial"/>
              </a:rPr>
              <a:t>k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170" dirty="0">
                <a:latin typeface="Lucida Sans Unicode"/>
                <a:cs typeface="Lucida Sans Unicode"/>
              </a:rPr>
              <a:t>⌋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9572029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663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5243"/>
            <a:ext cx="8206105" cy="256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As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filho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onjun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biná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-6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y: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46893" y="3539197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5130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08710" y="3539147"/>
            <a:ext cx="0" cy="892175"/>
          </a:xfrm>
          <a:custGeom>
            <a:avLst/>
            <a:gdLst/>
            <a:ahLst/>
            <a:cxnLst/>
            <a:rect l="l" t="t" r="r" b="b"/>
            <a:pathLst>
              <a:path h="892175">
                <a:moveTo>
                  <a:pt x="0" y="891768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46893" y="4430852"/>
            <a:ext cx="3066415" cy="0"/>
          </a:xfrm>
          <a:custGeom>
            <a:avLst/>
            <a:gdLst/>
            <a:ahLst/>
            <a:cxnLst/>
            <a:rect l="l" t="t" r="r" b="b"/>
            <a:pathLst>
              <a:path w="3066415">
                <a:moveTo>
                  <a:pt x="0" y="0"/>
                </a:moveTo>
                <a:lnTo>
                  <a:pt x="3066211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792243"/>
            <a:ext cx="6269355" cy="188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cilm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filho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605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pai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55" dirty="0">
                <a:latin typeface="Georgia"/>
                <a:cs typeface="Georgia"/>
              </a:rPr>
              <a:t>d</a:t>
            </a:r>
            <a:r>
              <a:rPr sz="2050" spc="-45" dirty="0">
                <a:latin typeface="Georgia"/>
                <a:cs typeface="Georgia"/>
              </a:rPr>
              <a:t>i</a:t>
            </a:r>
            <a:r>
              <a:rPr sz="2050" spc="45" dirty="0">
                <a:latin typeface="Georgia"/>
                <a:cs typeface="Georgia"/>
              </a:rPr>
              <a:t>v</a:t>
            </a:r>
            <a:r>
              <a:rPr sz="2050" spc="-1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975823" y="3629814"/>
          <a:ext cx="2808233" cy="725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1727"/>
                <a:gridCol w="395955"/>
                <a:gridCol w="420244"/>
                <a:gridCol w="395975"/>
                <a:gridCol w="408174"/>
                <a:gridCol w="395930"/>
                <a:gridCol w="420228"/>
              </a:tblGrid>
              <a:tr h="355267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644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801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657854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6170" cy="579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774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Na </a:t>
            </a:r>
            <a:r>
              <a:rPr sz="2050" dirty="0">
                <a:latin typeface="Arial"/>
                <a:cs typeface="Arial"/>
              </a:rPr>
              <a:t>repre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anj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019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oi propo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Fl</a:t>
            </a:r>
            <a:r>
              <a:rPr sz="2050" spc="-6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yd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1964.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auxilia</a:t>
            </a:r>
            <a:r>
              <a:rPr sz="2050" spc="-10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440" dirty="0">
                <a:latin typeface="Arial"/>
                <a:cs typeface="Arial"/>
              </a:rPr>
              <a:t>/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589915">
              <a:lnSpc>
                <a:spcPct val="100000"/>
              </a:lnSpc>
              <a:spcBef>
                <a:spcPts val="1185"/>
              </a:spcBef>
              <a:tabLst>
                <a:tab pos="852169" algn="l"/>
              </a:tabLst>
            </a:pPr>
            <a:r>
              <a:rPr sz="2050" b="1" spc="5" dirty="0">
                <a:latin typeface="Times New Roman"/>
                <a:cs typeface="Times New Roman"/>
              </a:rPr>
              <a:t>–	</a:t>
            </a: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380" dirty="0">
                <a:latin typeface="Arial"/>
                <a:cs typeface="Arial"/>
              </a:rPr>
              <a:t>j</a:t>
            </a:r>
            <a:r>
              <a:rPr sz="2050" i="1" spc="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282813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62672"/>
            <a:ext cx="79565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7814" y="1976729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92208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67777" y="1976665"/>
            <a:ext cx="0" cy="1997710"/>
          </a:xfrm>
          <a:custGeom>
            <a:avLst/>
            <a:gdLst/>
            <a:ahLst/>
            <a:cxnLst/>
            <a:rect l="l" t="t" r="r" b="b"/>
            <a:pathLst>
              <a:path h="1997710">
                <a:moveTo>
                  <a:pt x="0" y="199750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7814" y="3974122"/>
            <a:ext cx="4784725" cy="0"/>
          </a:xfrm>
          <a:custGeom>
            <a:avLst/>
            <a:gdLst/>
            <a:ahLst/>
            <a:cxnLst/>
            <a:rect l="l" t="t" r="r" b="b"/>
            <a:pathLst>
              <a:path w="4784725">
                <a:moveTo>
                  <a:pt x="0" y="0"/>
                </a:moveTo>
                <a:lnTo>
                  <a:pt x="4784483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82" y="4401908"/>
            <a:ext cx="8059420" cy="1265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0" dirty="0">
                <a:latin typeface="Georgia"/>
                <a:cs typeface="Georgia"/>
              </a:rPr>
              <a:t>4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89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endid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engloband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25" dirty="0">
                <a:latin typeface="Georgia"/>
                <a:cs typeface="Georgia"/>
              </a:rPr>
              <a:t>3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pai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iten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55" dirty="0">
                <a:latin typeface="Georgia"/>
                <a:cs typeface="Georgia"/>
              </a:rPr>
              <a:t>6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20" dirty="0">
                <a:latin typeface="Georgia"/>
                <a:cs typeface="Georgia"/>
              </a:rPr>
              <a:t>7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25736" y="2067333"/>
          <a:ext cx="4308426" cy="18464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8469"/>
                <a:gridCol w="420229"/>
                <a:gridCol w="395918"/>
                <a:gridCol w="432478"/>
                <a:gridCol w="395970"/>
                <a:gridCol w="408174"/>
                <a:gridCol w="395926"/>
                <a:gridCol w="311262"/>
              </a:tblGrid>
              <a:tr h="358555">
                <a:tc>
                  <a:txBody>
                    <a:bodyPr/>
                    <a:lstStyle/>
                    <a:p>
                      <a:endParaRPr sz="24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3525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1700" spc="-3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-3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i="1" dirty="0">
                          <a:latin typeface="Times New Roman"/>
                          <a:cs typeface="Times New Roman"/>
                        </a:rPr>
                        <a:t>: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148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0915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9172"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Esq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82376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029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13" y="856500"/>
            <a:ext cx="8709660" cy="5610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1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vi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la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34"/>
              </a:spcBef>
            </a:pP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cl</a:t>
            </a:r>
            <a:r>
              <a:rPr sz="2050" dirty="0">
                <a:latin typeface="Arial"/>
                <a:cs typeface="Arial"/>
              </a:rPr>
              <a:t>uind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245" dirty="0">
                <a:latin typeface="Arial"/>
                <a:cs typeface="Arial"/>
              </a:rPr>
              <a:t>E</a:t>
            </a:r>
            <a:r>
              <a:rPr sz="2050" i="1" spc="-75" dirty="0">
                <a:latin typeface="Arial"/>
                <a:cs typeface="Arial"/>
              </a:rPr>
              <a:t>s</a:t>
            </a:r>
            <a:r>
              <a:rPr sz="2050" i="1" spc="-245" dirty="0">
                <a:latin typeface="Arial"/>
                <a:cs typeface="Arial"/>
              </a:rPr>
              <a:t>q</a:t>
            </a:r>
            <a:r>
              <a:rPr sz="2050" i="1" spc="75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=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6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dirty="0">
                <a:latin typeface="Arial"/>
                <a:cs typeface="Arial"/>
              </a:rPr>
              <a:t>olada: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45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3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12700" marR="400685">
              <a:lnSpc>
                <a:spcPct val="117800"/>
              </a:lnSpc>
              <a:spcBef>
                <a:spcPts val="1215"/>
              </a:spcBef>
            </a:pPr>
            <a:r>
              <a:rPr sz="2050" spc="10" dirty="0">
                <a:latin typeface="Arial"/>
                <a:cs typeface="Arial"/>
              </a:rPr>
              <a:t>O 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spc="195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Ma</a:t>
            </a:r>
            <a:r>
              <a:rPr sz="1700" spc="-40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3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35" dirty="0">
                <a:latin typeface="Arial"/>
                <a:cs typeface="Arial"/>
              </a:rPr>
              <a:t> 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9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 </a:t>
            </a: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935672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1928"/>
            <a:ext cx="5904865" cy="4855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1465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85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4475" marR="3653154" indent="-201295">
              <a:lnSpc>
                <a:spcPct val="129700"/>
              </a:lnSpc>
              <a:tabLst>
                <a:tab pos="688340" algn="l"/>
                <a:tab pos="852169" algn="l"/>
                <a:tab pos="1438275" algn="l"/>
              </a:tabLst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110" dirty="0">
                <a:latin typeface="Arial"/>
                <a:cs typeface="Arial"/>
              </a:rPr>
              <a:t>in</a:t>
            </a:r>
            <a:r>
              <a:rPr sz="1700" b="1" spc="5" dirty="0">
                <a:latin typeface="Arial"/>
                <a:cs typeface="Arial"/>
              </a:rPr>
              <a:t>t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j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870">
              <a:lnSpc>
                <a:spcPct val="100000"/>
              </a:lnSpc>
              <a:spcBef>
                <a:spcPts val="605"/>
              </a:spcBef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0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&lt;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605"/>
              </a:spcBef>
              <a:tabLst>
                <a:tab pos="686435" algn="l"/>
                <a:tab pos="988060" algn="l"/>
                <a:tab pos="129921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	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902969" marR="1826260" indent="-217170">
              <a:lnSpc>
                <a:spcPct val="129700"/>
              </a:lnSpc>
              <a:tabLst>
                <a:tab pos="900430" algn="l"/>
                <a:tab pos="120269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60" dirty="0">
                <a:latin typeface="Arial"/>
                <a:cs typeface="Arial"/>
              </a:rPr>
              <a:t>(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100" dirty="0">
                <a:latin typeface="Arial"/>
                <a:cs typeface="Arial"/>
              </a:rPr>
              <a:t>+1]</a:t>
            </a:r>
            <a:r>
              <a:rPr sz="1700" spc="-35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 j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15" dirty="0">
                <a:latin typeface="Arial"/>
                <a:cs typeface="Arial"/>
              </a:rPr>
              <a:t>++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76275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686435">
              <a:lnSpc>
                <a:spcPct val="100000"/>
              </a:lnSpc>
              <a:spcBef>
                <a:spcPts val="605"/>
              </a:spcBef>
              <a:tabLst>
                <a:tab pos="988060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7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6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&gt;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90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b="1" spc="-65" dirty="0">
                <a:latin typeface="Arial"/>
                <a:cs typeface="Arial"/>
              </a:rPr>
              <a:t>got</a:t>
            </a:r>
            <a:r>
              <a:rPr sz="1700" b="1" spc="10" dirty="0">
                <a:latin typeface="Arial"/>
                <a:cs typeface="Arial"/>
              </a:rPr>
              <a:t>o</a:t>
            </a:r>
            <a:r>
              <a:rPr sz="1700" b="1" spc="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0" dirty="0">
                <a:latin typeface="Arial"/>
                <a:cs typeface="Arial"/>
              </a:rPr>
              <a:t>9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3283" y="5773153"/>
            <a:ext cx="10471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0395" algn="l"/>
              </a:tabLst>
            </a:pPr>
            <a:r>
              <a:rPr sz="1700" dirty="0">
                <a:latin typeface="Arial"/>
                <a:cs typeface="Arial"/>
              </a:rPr>
              <a:t>j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spc="260" dirty="0">
                <a:latin typeface="Lucida Sans Unicode"/>
                <a:cs typeface="Lucida Sans Unicode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4094" y="5773153"/>
            <a:ext cx="2486025" cy="942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3070">
              <a:lnSpc>
                <a:spcPct val="100000"/>
              </a:lnSpc>
              <a:tabLst>
                <a:tab pos="1874520" algn="l"/>
              </a:tabLst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i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j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5270">
              <a:lnSpc>
                <a:spcPct val="100000"/>
              </a:lnSpc>
              <a:spcBef>
                <a:spcPts val="60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700" spc="-85" dirty="0">
                <a:latin typeface="Arial"/>
                <a:cs typeface="Arial"/>
              </a:rPr>
              <a:t>L99</a:t>
            </a:r>
            <a:r>
              <a:rPr sz="1700" spc="10" dirty="0">
                <a:latin typeface="Arial"/>
                <a:cs typeface="Arial"/>
              </a:rPr>
              <a:t>9</a:t>
            </a:r>
            <a:r>
              <a:rPr sz="1700" spc="-3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781619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681718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3798570" cy="1011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9645" y="2154644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211" y="2154644"/>
            <a:ext cx="2799715" cy="2685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  <a:p>
            <a:pPr marL="217170" marR="869315" indent="-173990">
              <a:lnSpc>
                <a:spcPts val="2720"/>
              </a:lnSpc>
              <a:spcBef>
                <a:spcPts val="200"/>
              </a:spcBef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+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105" dirty="0">
                <a:latin typeface="Arial"/>
                <a:cs typeface="Arial"/>
              </a:rPr>
              <a:t>(</a:t>
            </a: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7180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-290" dirty="0">
                <a:latin typeface="Arial"/>
                <a:cs typeface="Arial"/>
              </a:rPr>
              <a:t>q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653415">
              <a:lnSpc>
                <a:spcPct val="100000"/>
              </a:lnSpc>
              <a:spcBef>
                <a:spcPts val="675"/>
              </a:spcBef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6228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15445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33130" cy="4322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tabLst>
                <a:tab pos="3446145" algn="l"/>
              </a:tabLst>
            </a:pP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R</a:t>
            </a:r>
            <a:r>
              <a:rPr sz="1700" spc="-20" dirty="0">
                <a:latin typeface="Arial"/>
                <a:cs typeface="Arial"/>
              </a:rPr>
              <a:t>eti</a:t>
            </a:r>
            <a:r>
              <a:rPr sz="1700" spc="-25" dirty="0">
                <a:latin typeface="Arial"/>
                <a:cs typeface="Arial"/>
              </a:rPr>
              <a:t>r</a:t>
            </a:r>
            <a:r>
              <a:rPr sz="1700" spc="-15" dirty="0">
                <a:latin typeface="Arial"/>
                <a:cs typeface="Arial"/>
              </a:rPr>
              <a:t>aMa</a:t>
            </a:r>
            <a:r>
              <a:rPr sz="1700" spc="114" dirty="0">
                <a:latin typeface="Arial"/>
                <a:cs typeface="Arial"/>
              </a:rPr>
              <a:t>x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60" dirty="0">
                <a:latin typeface="Lucida Sans Unicode"/>
                <a:cs typeface="Lucida Sans Unicode"/>
              </a:rPr>
              <a:t>∗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3365">
              <a:lnSpc>
                <a:spcPct val="100000"/>
              </a:lnSpc>
              <a:spcBef>
                <a:spcPts val="675"/>
              </a:spcBef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20" dirty="0">
                <a:latin typeface="Arial"/>
                <a:cs typeface="Arial"/>
              </a:rPr>
              <a:t> </a:t>
            </a:r>
            <a:r>
              <a:rPr sz="1700" spc="-17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675"/>
              </a:spcBef>
            </a:pP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hea</a:t>
            </a:r>
            <a:r>
              <a:rPr sz="1700" spc="10" dirty="0">
                <a:latin typeface="Arial"/>
                <a:cs typeface="Arial"/>
              </a:rPr>
              <a:t>p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vazi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970915" marR="3470275" indent="-743585">
              <a:lnSpc>
                <a:spcPts val="2720"/>
              </a:lnSpc>
              <a:spcBef>
                <a:spcPts val="200"/>
              </a:spcBef>
              <a:tabLst>
                <a:tab pos="2671445" algn="l"/>
                <a:tab pos="4308475" algn="l"/>
              </a:tabLst>
            </a:pPr>
            <a:r>
              <a:rPr sz="1700" b="1" spc="15" dirty="0">
                <a:latin typeface="Arial"/>
                <a:cs typeface="Arial"/>
              </a:rPr>
              <a:t>e</a:t>
            </a:r>
            <a:r>
              <a:rPr sz="1700" b="1" spc="5" dirty="0">
                <a:latin typeface="Arial"/>
                <a:cs typeface="Arial"/>
              </a:rPr>
              <a:t>l</a:t>
            </a:r>
            <a:r>
              <a:rPr sz="1700" b="1" spc="15" dirty="0">
                <a:latin typeface="Arial"/>
                <a:cs typeface="Arial"/>
              </a:rPr>
              <a:t>s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3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{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45" dirty="0">
                <a:latin typeface="Lucida Sans Unicode"/>
                <a:cs typeface="Lucida Sans Unicode"/>
              </a:rPr>
              <a:t>∗</a:t>
            </a:r>
            <a:r>
              <a:rPr sz="1700" spc="-100" dirty="0">
                <a:latin typeface="Arial"/>
                <a:cs typeface="Arial"/>
              </a:rPr>
              <a:t>n)</a:t>
            </a:r>
            <a:r>
              <a:rPr sz="1700" spc="-120" dirty="0">
                <a:latin typeface="Lucida Sans Unicode"/>
                <a:cs typeface="Lucida Sans Unicode"/>
              </a:rPr>
              <a:t>−</a:t>
            </a:r>
            <a:r>
              <a:rPr sz="1700" spc="-65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85" dirty="0">
                <a:latin typeface="Arial"/>
                <a:cs typeface="Arial"/>
              </a:rPr>
              <a:t>z</a:t>
            </a:r>
            <a:r>
              <a:rPr sz="1700" spc="12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0" dirty="0">
                <a:latin typeface="Arial"/>
                <a:cs typeface="Arial"/>
              </a:rPr>
              <a:t> </a:t>
            </a:r>
            <a:r>
              <a:rPr sz="1700" spc="-185" dirty="0">
                <a:latin typeface="Lucida Sans Unicode"/>
                <a:cs typeface="Lucida Sans Unicode"/>
              </a:rPr>
              <a:t>∗</a:t>
            </a:r>
            <a:r>
              <a:rPr sz="1700" spc="17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R="6892290" algn="ctr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675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229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Maxim</a:t>
            </a:r>
            <a:r>
              <a:rPr sz="1700" spc="50" dirty="0">
                <a:latin typeface="Arial"/>
                <a:cs typeface="Arial"/>
              </a:rPr>
              <a:t>o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0527167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7320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55471"/>
            <a:ext cx="8388350" cy="4255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16510" marR="5080">
              <a:lnSpc>
                <a:spcPct val="117400"/>
              </a:lnSpc>
              <a:spcBef>
                <a:spcPts val="1735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4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142615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spc="20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5" dirty="0">
                <a:latin typeface="Arial"/>
                <a:cs typeface="Arial"/>
              </a:rPr>
              <a:t>e(</a:t>
            </a:r>
            <a:r>
              <a:rPr sz="1700" spc="-295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i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TipoChav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5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ChaveNov</a:t>
            </a:r>
            <a:r>
              <a:rPr sz="170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310" dirty="0">
                <a:latin typeface="Lucida Sans Unicode"/>
                <a:cs typeface="Lucida Sans Unicode"/>
              </a:rPr>
              <a:t>∗</a:t>
            </a:r>
            <a:r>
              <a:rPr sz="1700" spc="-1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559435" algn="l"/>
              </a:tabLst>
            </a:pPr>
            <a:r>
              <a:rPr sz="1700" b="1" spc="5" dirty="0">
                <a:latin typeface="Arial"/>
                <a:cs typeface="Arial"/>
              </a:rPr>
              <a:t>i</a:t>
            </a:r>
            <a:r>
              <a:rPr sz="1700" b="1" spc="-265" dirty="0">
                <a:latin typeface="Arial"/>
                <a:cs typeface="Arial"/>
              </a:rPr>
              <a:t> </a:t>
            </a:r>
            <a:r>
              <a:rPr sz="1700" b="1" spc="5" dirty="0">
                <a:latin typeface="Arial"/>
                <a:cs typeface="Arial"/>
              </a:rPr>
              <a:t>f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(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204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30"/>
              </a:spcBef>
              <a:tabLst>
                <a:tab pos="467359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spc="180" dirty="0">
                <a:latin typeface="Arial"/>
                <a:cs typeface="Arial"/>
              </a:rPr>
              <a:t>print</a:t>
            </a:r>
            <a:r>
              <a:rPr sz="1700" spc="5" dirty="0">
                <a:latin typeface="Arial"/>
                <a:cs typeface="Arial"/>
              </a:rPr>
              <a:t>f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145" dirty="0">
                <a:latin typeface="Arial"/>
                <a:cs typeface="Arial"/>
              </a:rPr>
              <a:t>"</a:t>
            </a:r>
            <a:r>
              <a:rPr sz="1700" spc="25" dirty="0">
                <a:latin typeface="Arial"/>
                <a:cs typeface="Arial"/>
              </a:rPr>
              <a:t>Err</a:t>
            </a:r>
            <a:r>
              <a:rPr sz="1700" spc="10" dirty="0">
                <a:latin typeface="Arial"/>
                <a:cs typeface="Arial"/>
              </a:rPr>
              <a:t>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: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meno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17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qu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atua</a:t>
            </a:r>
            <a:r>
              <a:rPr sz="1700" dirty="0">
                <a:latin typeface="Arial"/>
                <a:cs typeface="Arial"/>
              </a:rPr>
              <a:t>l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130" dirty="0">
                <a:latin typeface="Arial"/>
                <a:cs typeface="Arial"/>
              </a:rPr>
              <a:t>\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"</a:t>
            </a:r>
            <a:r>
              <a:rPr sz="1700" spc="-1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6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6405">
              <a:lnSpc>
                <a:spcPct val="100000"/>
              </a:lnSpc>
              <a:spcBef>
                <a:spcPts val="630"/>
              </a:spcBef>
            </a:pPr>
            <a:r>
              <a:rPr sz="1700" b="1" spc="15" dirty="0">
                <a:latin typeface="Arial"/>
                <a:cs typeface="Arial"/>
              </a:rPr>
              <a:t>retur</a:t>
            </a:r>
            <a:r>
              <a:rPr sz="1700" b="1" spc="10" dirty="0">
                <a:latin typeface="Arial"/>
                <a:cs typeface="Arial"/>
              </a:rPr>
              <a:t>n</a:t>
            </a:r>
            <a:r>
              <a:rPr sz="1700" b="1" spc="-28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  <a:p>
            <a:pPr marL="211454">
              <a:lnSpc>
                <a:spcPct val="100000"/>
              </a:lnSpc>
              <a:spcBef>
                <a:spcPts val="630"/>
              </a:spcBef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5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Cha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-130" dirty="0">
                <a:latin typeface="Arial"/>
                <a:cs typeface="Arial"/>
              </a:rPr>
              <a:t>eNo</a:t>
            </a:r>
            <a:r>
              <a:rPr sz="1700" spc="-135" dirty="0">
                <a:latin typeface="Arial"/>
                <a:cs typeface="Arial"/>
              </a:rPr>
              <a:t>v</a:t>
            </a:r>
            <a:r>
              <a:rPr sz="1700" spc="5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29235">
              <a:lnSpc>
                <a:spcPct val="100000"/>
              </a:lnSpc>
              <a:spcBef>
                <a:spcPts val="630"/>
              </a:spcBef>
              <a:tabLst>
                <a:tab pos="2389505" algn="l"/>
              </a:tabLst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120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&amp;</a:t>
            </a:r>
            <a:r>
              <a:rPr sz="1700" spc="10" dirty="0">
                <a:latin typeface="Arial"/>
                <a:cs typeface="Arial"/>
              </a:rPr>
              <a:t>&amp;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21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&lt;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1785" y="5179580"/>
            <a:ext cx="291465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7995" algn="l"/>
                <a:tab pos="1940560" algn="l"/>
              </a:tabLst>
            </a:pPr>
            <a:r>
              <a:rPr sz="1700" spc="40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3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6982" y="5099525"/>
            <a:ext cx="1595755" cy="1028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8760" marR="5080" indent="-217170">
              <a:lnSpc>
                <a:spcPct val="130900"/>
              </a:lnSpc>
              <a:tabLst>
                <a:tab pos="420370" algn="l"/>
                <a:tab pos="1086485" algn="l"/>
              </a:tabLst>
            </a:pPr>
            <a:r>
              <a:rPr sz="1700" spc="5" dirty="0">
                <a:latin typeface="Arial"/>
                <a:cs typeface="Arial"/>
              </a:rPr>
              <a:t>{ 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	</a:t>
            </a:r>
            <a:r>
              <a:rPr sz="1700" spc="5" dirty="0">
                <a:latin typeface="Arial"/>
                <a:cs typeface="Arial"/>
              </a:rPr>
              <a:t>/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 i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170" dirty="0">
                <a:latin typeface="Arial"/>
                <a:cs typeface="Arial"/>
              </a:rPr>
              <a:t>/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2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471" y="6196627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177628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7862570" cy="1358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64770" y="4200543"/>
            <a:ext cx="2379307" cy="1483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1594" y="4200543"/>
            <a:ext cx="2379307" cy="14835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64770" y="2508547"/>
            <a:ext cx="2379307" cy="148353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1594" y="2508547"/>
            <a:ext cx="2379307" cy="148353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10776" y="4148289"/>
            <a:ext cx="220979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(c)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0776" y="2456281"/>
            <a:ext cx="3019425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  <a:tabLst>
                <a:tab pos="2786380" algn="l"/>
              </a:tabLst>
            </a:pPr>
            <a:r>
              <a:rPr sz="1550" spc="5" dirty="0">
                <a:latin typeface="Times New Roman"/>
                <a:cs typeface="Times New Roman"/>
              </a:rPr>
              <a:t>(a)	(b)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7601" y="4148289"/>
            <a:ext cx="23241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spc="5" dirty="0">
                <a:latin typeface="Times New Roman"/>
                <a:cs typeface="Times New Roman"/>
              </a:rPr>
              <a:t>(d)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0371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90532" y="3501351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50180" y="4596168"/>
            <a:ext cx="55880" cy="23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55"/>
              </a:lnSpc>
            </a:pPr>
            <a:r>
              <a:rPr sz="1550" i="1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4416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959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39709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12400" y="423754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4776" y="4834725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4087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46425" y="5431904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46419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40871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36427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39718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9595" y="3739908"/>
            <a:ext cx="10160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99104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12400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92510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85923" y="3142729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99211" y="2545550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79334" y="3142729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27683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123239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U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26530" y="3739908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774891" y="4205795"/>
            <a:ext cx="370840" cy="22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5"/>
              </a:lnSpc>
              <a:tabLst>
                <a:tab pos="314960" algn="l"/>
              </a:tabLst>
            </a:pPr>
            <a:r>
              <a:rPr sz="1300" dirty="0">
                <a:latin typeface="Times New Roman"/>
                <a:cs typeface="Times New Roman"/>
              </a:rPr>
              <a:t>U	</a:t>
            </a:r>
            <a:r>
              <a:rPr sz="2325" i="1" baseline="1792" dirty="0">
                <a:latin typeface="Times New Roman"/>
                <a:cs typeface="Times New Roman"/>
              </a:rPr>
              <a:t>i</a:t>
            </a:r>
            <a:endParaRPr sz="2325" baseline="1792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95920" y="4834725"/>
            <a:ext cx="92710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085916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26530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30977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27681" y="5431904"/>
            <a:ext cx="120014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D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299091" y="4834725"/>
            <a:ext cx="1111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5"/>
              </a:lnSpc>
            </a:pPr>
            <a:r>
              <a:rPr sz="1300" dirty="0">
                <a:latin typeface="Times New Roman"/>
                <a:cs typeface="Times New Roman"/>
              </a:rPr>
              <a:t>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637027" y="242385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641422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118564" y="2423807"/>
            <a:ext cx="0" cy="3335654"/>
          </a:xfrm>
          <a:custGeom>
            <a:avLst/>
            <a:gdLst/>
            <a:ahLst/>
            <a:cxnLst/>
            <a:rect l="l" t="t" r="r" b="b"/>
            <a:pathLst>
              <a:path h="3335654">
                <a:moveTo>
                  <a:pt x="0" y="3335274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637027" y="5759018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>
                <a:moveTo>
                  <a:pt x="0" y="0"/>
                </a:moveTo>
                <a:lnTo>
                  <a:pt x="5485942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1221295" y="6132294"/>
            <a:ext cx="8527415" cy="702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5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  <a:p>
            <a:pPr marL="274955">
              <a:lnSpc>
                <a:spcPct val="100000"/>
              </a:lnSpc>
              <a:spcBef>
                <a:spcPts val="400"/>
              </a:spcBef>
            </a:pP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0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7625511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07211" y="862672"/>
            <a:ext cx="8385175" cy="2597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15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4093210" algn="l"/>
              </a:tabLst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00" dirty="0">
                <a:latin typeface="Arial"/>
                <a:cs typeface="Arial"/>
              </a:rPr>
              <a:t> </a:t>
            </a:r>
            <a:r>
              <a:rPr sz="1700" spc="40" dirty="0">
                <a:latin typeface="Arial"/>
                <a:cs typeface="Arial"/>
              </a:rPr>
              <a:t>I</a:t>
            </a:r>
            <a:r>
              <a:rPr sz="1700" spc="50" dirty="0">
                <a:latin typeface="Arial"/>
                <a:cs typeface="Arial"/>
              </a:rPr>
              <a:t>n</a:t>
            </a:r>
            <a:r>
              <a:rPr sz="1700" spc="45" dirty="0">
                <a:latin typeface="Arial"/>
                <a:cs typeface="Arial"/>
              </a:rPr>
              <a:t>s</a:t>
            </a:r>
            <a:r>
              <a:rPr sz="1700" spc="50" dirty="0">
                <a:latin typeface="Arial"/>
                <a:cs typeface="Arial"/>
              </a:rPr>
              <a:t>e</a:t>
            </a:r>
            <a:r>
              <a:rPr sz="1700" spc="40" dirty="0">
                <a:latin typeface="Arial"/>
                <a:cs typeface="Arial"/>
              </a:rPr>
              <a:t>r</a:t>
            </a:r>
            <a:r>
              <a:rPr sz="1700" spc="175" dirty="0">
                <a:latin typeface="Arial"/>
                <a:cs typeface="Arial"/>
              </a:rPr>
              <a:t>e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16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2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13995" marR="3452495" indent="-180975">
              <a:lnSpc>
                <a:spcPts val="2720"/>
              </a:lnSpc>
              <a:spcBef>
                <a:spcPts val="200"/>
              </a:spcBef>
              <a:tabLst>
                <a:tab pos="1068705" algn="l"/>
                <a:tab pos="2461260" algn="l"/>
              </a:tabLst>
            </a:pPr>
            <a:r>
              <a:rPr sz="1700" spc="135" dirty="0">
                <a:latin typeface="Arial"/>
                <a:cs typeface="Arial"/>
              </a:rPr>
              <a:t>{(</a:t>
            </a:r>
            <a:r>
              <a:rPr sz="1700" spc="-200" dirty="0">
                <a:latin typeface="Lucida Sans Unicode"/>
                <a:cs typeface="Lucida Sans Unicode"/>
              </a:rPr>
              <a:t>∗</a:t>
            </a:r>
            <a:r>
              <a:rPr sz="1700" spc="65" dirty="0">
                <a:latin typeface="Arial"/>
                <a:cs typeface="Arial"/>
              </a:rPr>
              <a:t>n</a:t>
            </a:r>
            <a:r>
              <a:rPr sz="1700" spc="120" dirty="0">
                <a:latin typeface="Arial"/>
                <a:cs typeface="Arial"/>
              </a:rPr>
              <a:t>)++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130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30" dirty="0">
                <a:latin typeface="Arial"/>
                <a:cs typeface="Arial"/>
              </a:rPr>
              <a:t>A</a:t>
            </a:r>
            <a:r>
              <a:rPr sz="1700" spc="120" dirty="0">
                <a:latin typeface="Arial"/>
                <a:cs typeface="Arial"/>
              </a:rPr>
              <a:t>[</a:t>
            </a:r>
            <a:r>
              <a:rPr sz="1700" spc="-215" dirty="0">
                <a:latin typeface="Lucida Sans Unicode"/>
                <a:cs typeface="Lucida Sans Unicode"/>
              </a:rPr>
              <a:t>∗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120" dirty="0">
                <a:latin typeface="Arial"/>
                <a:cs typeface="Arial"/>
              </a:rPr>
              <a:t>.</a:t>
            </a:r>
            <a:r>
              <a:rPr sz="1700" spc="-120" dirty="0">
                <a:latin typeface="Arial"/>
                <a:cs typeface="Arial"/>
              </a:rPr>
              <a:t>Chav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spc="16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IN</a:t>
            </a:r>
            <a:r>
              <a:rPr sz="1700" spc="-50" dirty="0">
                <a:latin typeface="Arial"/>
                <a:cs typeface="Arial"/>
              </a:rPr>
              <a:t>T_</a:t>
            </a:r>
            <a:r>
              <a:rPr sz="1700" spc="10" dirty="0">
                <a:latin typeface="Arial"/>
                <a:cs typeface="Arial"/>
              </a:rPr>
              <a:t>M</a:t>
            </a:r>
            <a:r>
              <a:rPr sz="1700" spc="5" dirty="0">
                <a:latin typeface="Arial"/>
                <a:cs typeface="Arial"/>
              </a:rPr>
              <a:t>I</a:t>
            </a:r>
            <a:r>
              <a:rPr sz="1700" spc="19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-125" dirty="0">
                <a:latin typeface="Arial"/>
                <a:cs typeface="Arial"/>
              </a:rPr>
              <a:t>AumentaChav</a:t>
            </a:r>
            <a:r>
              <a:rPr sz="1700" spc="-45" dirty="0">
                <a:latin typeface="Arial"/>
                <a:cs typeface="Arial"/>
              </a:rPr>
              <a:t>e</a:t>
            </a:r>
            <a:r>
              <a:rPr sz="1700" spc="85" dirty="0">
                <a:latin typeface="Arial"/>
                <a:cs typeface="Arial"/>
              </a:rPr>
              <a:t>(</a:t>
            </a:r>
            <a:r>
              <a:rPr sz="1700" spc="-225" dirty="0">
                <a:latin typeface="Lucida Sans Unicode"/>
                <a:cs typeface="Lucida Sans Unicode"/>
              </a:rPr>
              <a:t>∗</a:t>
            </a:r>
            <a:r>
              <a:rPr sz="1700" spc="10" dirty="0">
                <a:latin typeface="Arial"/>
                <a:cs typeface="Arial"/>
              </a:rPr>
              <a:t>n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70" dirty="0">
                <a:latin typeface="Arial"/>
                <a:cs typeface="Arial"/>
              </a:rPr>
              <a:t>x</a:t>
            </a:r>
            <a:r>
              <a:rPr sz="1700" spc="-345" dirty="0">
                <a:latin typeface="Lucida Sans Unicode"/>
                <a:cs typeface="Lucida Sans Unicode"/>
              </a:rPr>
              <a:t>−</a:t>
            </a:r>
            <a:r>
              <a:rPr sz="1700" spc="-265" dirty="0">
                <a:latin typeface="Arial"/>
                <a:cs typeface="Arial"/>
              </a:rPr>
              <a:t>&gt;</a:t>
            </a:r>
            <a:r>
              <a:rPr sz="1700" spc="-100" dirty="0">
                <a:latin typeface="Arial"/>
                <a:cs typeface="Arial"/>
              </a:rPr>
              <a:t>Chav</a:t>
            </a:r>
            <a:r>
              <a:rPr sz="1700" spc="35" dirty="0">
                <a:latin typeface="Arial"/>
                <a:cs typeface="Arial"/>
              </a:rPr>
              <a:t>e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33655">
              <a:lnSpc>
                <a:spcPct val="100000"/>
              </a:lnSpc>
              <a:spcBef>
                <a:spcPts val="470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595046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404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marR="306070" lvl="1" indent="-349885">
              <a:lnSpc>
                <a:spcPct val="119700"/>
              </a:lnSpc>
              <a:spcBef>
                <a:spcPts val="700"/>
              </a:spcBef>
              <a:buAutoNum type="arabicPeriod"/>
              <a:tabLst>
                <a:tab pos="852805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spc="5" dirty="0">
                <a:latin typeface="Arial"/>
                <a:cs typeface="Arial"/>
              </a:rPr>
              <a:t>)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 startAt="4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epi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2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3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5" dirty="0">
                <a:latin typeface="Lucida Sans Unicode"/>
                <a:cs typeface="Lucida Sans Unicode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depo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endParaRPr sz="2050">
              <a:latin typeface="Arial"/>
              <a:cs typeface="Arial"/>
            </a:endParaRPr>
          </a:p>
          <a:p>
            <a:pPr marL="852169">
              <a:lnSpc>
                <a:spcPct val="100000"/>
              </a:lnSpc>
              <a:spcBef>
                <a:spcPts val="484"/>
              </a:spcBef>
            </a:pP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−</a:t>
            </a:r>
            <a:r>
              <a:rPr sz="2050" spc="-190" dirty="0">
                <a:latin typeface="Lucida Sans Unicode"/>
                <a:cs typeface="Lucida Sans Unicode"/>
              </a:rPr>
              <a:t> 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dirty="0">
                <a:latin typeface="Arial"/>
                <a:cs typeface="Arial"/>
              </a:rPr>
              <a:t>, at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ite</a:t>
            </a:r>
            <a:r>
              <a:rPr sz="2050" spc="5" dirty="0">
                <a:latin typeface="Arial"/>
                <a:cs typeface="Arial"/>
              </a:rPr>
              <a:t>m.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081944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4641850" cy="995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86200" y="2075129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90606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69391" y="2074964"/>
            <a:ext cx="0" cy="3112135"/>
          </a:xfrm>
          <a:custGeom>
            <a:avLst/>
            <a:gdLst/>
            <a:ahLst/>
            <a:cxnLst/>
            <a:rect l="l" t="t" r="r" b="b"/>
            <a:pathLst>
              <a:path h="3112135">
                <a:moveTo>
                  <a:pt x="0" y="3112046"/>
                </a:moveTo>
                <a:lnTo>
                  <a:pt x="0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6200" y="5186946"/>
            <a:ext cx="3187700" cy="0"/>
          </a:xfrm>
          <a:custGeom>
            <a:avLst/>
            <a:gdLst/>
            <a:ahLst/>
            <a:cxnLst/>
            <a:rect l="l" t="t" r="r" b="b"/>
            <a:pathLst>
              <a:path w="3187700">
                <a:moveTo>
                  <a:pt x="0" y="0"/>
                </a:moveTo>
                <a:lnTo>
                  <a:pt x="3187598" y="0"/>
                </a:lnTo>
              </a:path>
            </a:pathLst>
          </a:custGeom>
          <a:ln w="8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1295" y="5468266"/>
            <a:ext cx="8485505" cy="160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790575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lo</a:t>
            </a:r>
            <a:r>
              <a:rPr sz="2050" dirty="0">
                <a:latin typeface="Arial"/>
                <a:cs typeface="Arial"/>
              </a:rPr>
              <a:t> 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ond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i="1" dirty="0">
                <a:latin typeface="Arial"/>
                <a:cs typeface="Arial"/>
              </a:rPr>
              <a:t>hea</a:t>
            </a:r>
            <a:r>
              <a:rPr sz="2050" i="1" spc="5" dirty="0">
                <a:latin typeface="Arial"/>
                <a:cs typeface="Arial"/>
              </a:rPr>
              <a:t>p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-20" dirty="0">
                <a:latin typeface="Arial"/>
                <a:cs typeface="Arial"/>
              </a:rPr>
              <a:t>g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linh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Figu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5, apó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pela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siç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2.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024121" y="2165745"/>
          <a:ext cx="2711652" cy="29460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529"/>
                <a:gridCol w="420218"/>
                <a:gridCol w="420224"/>
                <a:gridCol w="420222"/>
                <a:gridCol w="420224"/>
                <a:gridCol w="395979"/>
                <a:gridCol w="311256"/>
              </a:tblGrid>
              <a:tr h="35855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2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3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4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5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6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0858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4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R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S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O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R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532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N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147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E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N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2091">
                <a:tc>
                  <a:txBody>
                    <a:bodyPr/>
                    <a:lstStyle/>
                    <a:p>
                      <a:pPr marL="279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D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b="1" i="1" dirty="0">
                          <a:latin typeface="Arial"/>
                          <a:cs typeface="Arial"/>
                        </a:rPr>
                        <a:t>A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E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58555"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A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50648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6210935" cy="951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Heap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7211" y="2218309"/>
            <a:ext cx="27997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25" dirty="0">
                <a:latin typeface="Arial"/>
                <a:cs typeface="Arial"/>
              </a:rPr>
              <a:t>voi</a:t>
            </a:r>
            <a:r>
              <a:rPr sz="1700" b="1" spc="10" dirty="0">
                <a:latin typeface="Arial"/>
                <a:cs typeface="Arial"/>
              </a:rPr>
              <a:t>d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16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Heapsor</a:t>
            </a:r>
            <a:r>
              <a:rPr sz="1700" spc="110" dirty="0">
                <a:latin typeface="Arial"/>
                <a:cs typeface="Arial"/>
              </a:rPr>
              <a:t>t</a:t>
            </a:r>
            <a:r>
              <a:rPr sz="1700" spc="145" dirty="0">
                <a:latin typeface="Arial"/>
                <a:cs typeface="Arial"/>
              </a:rPr>
              <a:t>(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229" dirty="0">
                <a:latin typeface="Arial"/>
                <a:cs typeface="Arial"/>
              </a:rPr>
              <a:t> </a:t>
            </a:r>
            <a:r>
              <a:rPr sz="1700" spc="-254" dirty="0">
                <a:latin typeface="Lucida Sans Unicode"/>
                <a:cs typeface="Lucida Sans Unicode"/>
              </a:rPr>
              <a:t>∗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9632" y="2218309"/>
            <a:ext cx="139573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8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0327" y="2563266"/>
            <a:ext cx="4203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186" y="2477251"/>
            <a:ext cx="1804670" cy="104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0660" marR="5080" indent="-188595">
              <a:lnSpc>
                <a:spcPct val="133200"/>
              </a:lnSpc>
            </a:pPr>
            <a:r>
              <a:rPr sz="1700" spc="5" dirty="0">
                <a:latin typeface="Arial"/>
                <a:cs typeface="Arial"/>
              </a:rPr>
              <a:t>{  </a:t>
            </a:r>
            <a:r>
              <a:rPr sz="1700" spc="50" dirty="0">
                <a:latin typeface="Arial"/>
                <a:cs typeface="Arial"/>
              </a:rPr>
              <a:t>TipoIndic</a:t>
            </a:r>
            <a:r>
              <a:rPr sz="1700" spc="10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 </a:t>
            </a:r>
            <a:r>
              <a:rPr sz="1700" spc="10" dirty="0">
                <a:latin typeface="Arial"/>
                <a:cs typeface="Arial"/>
              </a:rPr>
              <a:t>TipoIte</a:t>
            </a:r>
            <a:r>
              <a:rPr sz="1700" spc="15" dirty="0">
                <a:latin typeface="Arial"/>
                <a:cs typeface="Arial"/>
              </a:rPr>
              <a:t>m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75" dirty="0">
                <a:latin typeface="Arial"/>
                <a:cs typeface="Arial"/>
              </a:rPr>
              <a:t>x</a:t>
            </a:r>
            <a:r>
              <a:rPr sz="1700" spc="5" dirty="0">
                <a:latin typeface="Arial"/>
                <a:cs typeface="Arial"/>
              </a:rPr>
              <a:t>; </a:t>
            </a:r>
            <a:r>
              <a:rPr sz="1700" spc="45" dirty="0">
                <a:latin typeface="Arial"/>
                <a:cs typeface="Arial"/>
              </a:rPr>
              <a:t>Constro</a:t>
            </a:r>
            <a:r>
              <a:rPr sz="1700" spc="170" dirty="0">
                <a:latin typeface="Arial"/>
                <a:cs typeface="Arial"/>
              </a:rPr>
              <a:t>i</a:t>
            </a:r>
            <a:r>
              <a:rPr sz="1700" spc="35" dirty="0">
                <a:latin typeface="Arial"/>
                <a:cs typeface="Arial"/>
              </a:rPr>
              <a:t>(</a:t>
            </a:r>
            <a:r>
              <a:rPr sz="1700" spc="4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200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)</a:t>
            </a:r>
            <a:r>
              <a:rPr sz="1700" spc="-22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1639" y="3253295"/>
            <a:ext cx="224599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8930" algn="l"/>
              </a:tabLst>
            </a:pP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	</a:t>
            </a:r>
            <a:r>
              <a:rPr sz="1700" i="1" spc="85" dirty="0">
                <a:latin typeface="Arial"/>
                <a:cs typeface="Arial"/>
              </a:rPr>
              <a:t>c</a:t>
            </a:r>
            <a:r>
              <a:rPr sz="1700" i="1" spc="90" dirty="0">
                <a:latin typeface="Arial"/>
                <a:cs typeface="Arial"/>
              </a:rPr>
              <a:t>on</a:t>
            </a:r>
            <a:r>
              <a:rPr sz="1700" i="1" spc="85" dirty="0">
                <a:latin typeface="Arial"/>
                <a:cs typeface="Arial"/>
              </a:rPr>
              <a:t>stro</a:t>
            </a:r>
            <a:r>
              <a:rPr sz="1700" i="1" dirty="0">
                <a:latin typeface="Arial"/>
                <a:cs typeface="Arial"/>
              </a:rPr>
              <a:t>i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spc="220" dirty="0">
                <a:latin typeface="Arial"/>
                <a:cs typeface="Arial"/>
              </a:rPr>
              <a:t> </a:t>
            </a:r>
            <a:r>
              <a:rPr sz="1700" i="1" spc="-85" dirty="0">
                <a:latin typeface="Arial"/>
                <a:cs typeface="Arial"/>
              </a:rPr>
              <a:t>hea</a:t>
            </a:r>
            <a:r>
              <a:rPr sz="1700" i="1" spc="10" dirty="0">
                <a:latin typeface="Arial"/>
                <a:cs typeface="Arial"/>
              </a:rPr>
              <a:t>p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80" dirty="0">
                <a:latin typeface="Arial"/>
                <a:cs typeface="Arial"/>
              </a:rPr>
              <a:t> 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27428" y="4633353"/>
            <a:ext cx="1207770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x</a:t>
            </a:r>
            <a:r>
              <a:rPr sz="1700" spc="-24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7948" y="4633353"/>
            <a:ext cx="6762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10" dirty="0">
                <a:latin typeface="Arial"/>
                <a:cs typeface="Arial"/>
              </a:rPr>
              <a:t>r</a:t>
            </a:r>
            <a:r>
              <a:rPr sz="1700" spc="-265" dirty="0">
                <a:latin typeface="Lucida Sans Unicode"/>
                <a:cs typeface="Lucida Sans Unicode"/>
              </a:rPr>
              <a:t>−</a:t>
            </a:r>
            <a:r>
              <a:rPr sz="1700" spc="-140" dirty="0">
                <a:latin typeface="Lucida Sans Unicode"/>
                <a:cs typeface="Lucida Sans Unicode"/>
              </a:rPr>
              <a:t>−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1808" y="3598252"/>
            <a:ext cx="3122930" cy="1995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08075" algn="l"/>
              </a:tabLst>
            </a:pPr>
            <a:r>
              <a:rPr sz="1700" spc="-100" dirty="0">
                <a:latin typeface="Arial"/>
                <a:cs typeface="Arial"/>
              </a:rPr>
              <a:t>Es</a:t>
            </a:r>
            <a:r>
              <a:rPr sz="1700" spc="10" dirty="0">
                <a:latin typeface="Arial"/>
                <a:cs typeface="Arial"/>
              </a:rPr>
              <a:t>q</a:t>
            </a:r>
            <a:r>
              <a:rPr sz="1700" spc="23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135" dirty="0">
                <a:latin typeface="Arial"/>
                <a:cs typeface="Arial"/>
              </a:rPr>
              <a:t>n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4130">
              <a:lnSpc>
                <a:spcPct val="100000"/>
              </a:lnSpc>
              <a:spcBef>
                <a:spcPts val="675"/>
              </a:spcBef>
            </a:pPr>
            <a:r>
              <a:rPr sz="1700" b="1" spc="-5" dirty="0">
                <a:latin typeface="Arial"/>
                <a:cs typeface="Arial"/>
              </a:rPr>
              <a:t>whil</a:t>
            </a:r>
            <a:r>
              <a:rPr sz="1700" b="1" spc="10" dirty="0">
                <a:latin typeface="Arial"/>
                <a:cs typeface="Arial"/>
              </a:rPr>
              <a:t>e</a:t>
            </a:r>
            <a:r>
              <a:rPr sz="1700" b="1" dirty="0">
                <a:latin typeface="Arial"/>
                <a:cs typeface="Arial"/>
              </a:rPr>
              <a:t> </a:t>
            </a:r>
            <a:r>
              <a:rPr sz="1700" b="1" spc="-6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(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&gt;</a:t>
            </a:r>
            <a:r>
              <a:rPr sz="1700" spc="210" dirty="0">
                <a:latin typeface="Arial"/>
                <a:cs typeface="Arial"/>
              </a:rPr>
              <a:t> </a:t>
            </a:r>
            <a:r>
              <a:rPr sz="1700" spc="110" dirty="0">
                <a:latin typeface="Arial"/>
                <a:cs typeface="Arial"/>
              </a:rPr>
              <a:t>1</a:t>
            </a:r>
            <a:r>
              <a:rPr sz="1700" spc="5" dirty="0">
                <a:latin typeface="Arial"/>
                <a:cs typeface="Arial"/>
              </a:rPr>
              <a:t>)</a:t>
            </a:r>
            <a:endParaRPr sz="1700">
              <a:latin typeface="Arial"/>
              <a:cs typeface="Arial"/>
            </a:endParaRPr>
          </a:p>
          <a:p>
            <a:pPr marL="267335">
              <a:lnSpc>
                <a:spcPct val="100000"/>
              </a:lnSpc>
              <a:spcBef>
                <a:spcPts val="675"/>
              </a:spcBef>
              <a:tabLst>
                <a:tab pos="469265" algn="l"/>
                <a:tab pos="2397760" algn="l"/>
              </a:tabLst>
            </a:pPr>
            <a:r>
              <a:rPr sz="1700" spc="5" dirty="0">
                <a:latin typeface="Arial"/>
                <a:cs typeface="Arial"/>
              </a:rPr>
              <a:t>{	</a:t>
            </a:r>
            <a:r>
              <a:rPr sz="1700" i="1" spc="120" dirty="0">
                <a:latin typeface="Arial"/>
                <a:cs typeface="Arial"/>
              </a:rPr>
              <a:t>/</a:t>
            </a:r>
            <a:r>
              <a:rPr sz="1700" spc="-270" dirty="0">
                <a:latin typeface="Lucida Sans Unicode"/>
                <a:cs typeface="Lucida Sans Unicode"/>
              </a:rPr>
              <a:t>∗</a:t>
            </a:r>
            <a:r>
              <a:rPr sz="1700" dirty="0">
                <a:latin typeface="Lucida Sans Unicode"/>
                <a:cs typeface="Lucida Sans Unicode"/>
              </a:rPr>
              <a:t> </a:t>
            </a:r>
            <a:r>
              <a:rPr sz="1700" spc="-160" dirty="0">
                <a:latin typeface="Lucida Sans Unicode"/>
                <a:cs typeface="Lucida Sans Unicode"/>
              </a:rPr>
              <a:t> </a:t>
            </a:r>
            <a:r>
              <a:rPr sz="1700" i="1" spc="-35" dirty="0">
                <a:latin typeface="Arial"/>
                <a:cs typeface="Arial"/>
              </a:rPr>
              <a:t>orden</a:t>
            </a:r>
            <a:r>
              <a:rPr sz="1700" i="1" spc="10" dirty="0">
                <a:latin typeface="Arial"/>
                <a:cs typeface="Arial"/>
              </a:rPr>
              <a:t>a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204" dirty="0">
                <a:latin typeface="Arial"/>
                <a:cs typeface="Arial"/>
              </a:rPr>
              <a:t> </a:t>
            </a:r>
            <a:r>
              <a:rPr sz="1700" i="1" spc="10" dirty="0">
                <a:latin typeface="Arial"/>
                <a:cs typeface="Arial"/>
              </a:rPr>
              <a:t>o</a:t>
            </a:r>
            <a:r>
              <a:rPr sz="1700" i="1" dirty="0">
                <a:latin typeface="Arial"/>
                <a:cs typeface="Arial"/>
              </a:rPr>
              <a:t> </a:t>
            </a:r>
            <a:r>
              <a:rPr sz="1700" i="1" spc="-95" dirty="0">
                <a:latin typeface="Arial"/>
                <a:cs typeface="Arial"/>
              </a:rPr>
              <a:t> </a:t>
            </a:r>
            <a:r>
              <a:rPr sz="1700" i="1" spc="70" dirty="0">
                <a:latin typeface="Arial"/>
                <a:cs typeface="Arial"/>
              </a:rPr>
              <a:t>v</a:t>
            </a:r>
            <a:r>
              <a:rPr sz="1700" i="1" spc="75" dirty="0">
                <a:latin typeface="Arial"/>
                <a:cs typeface="Arial"/>
              </a:rPr>
              <a:t>eto</a:t>
            </a:r>
            <a:r>
              <a:rPr sz="1700" i="1" spc="5" dirty="0">
                <a:latin typeface="Arial"/>
                <a:cs typeface="Arial"/>
              </a:rPr>
              <a:t>r</a:t>
            </a:r>
            <a:r>
              <a:rPr sz="1700" i="1" dirty="0">
                <a:latin typeface="Arial"/>
                <a:cs typeface="Arial"/>
              </a:rPr>
              <a:t>	</a:t>
            </a:r>
            <a:r>
              <a:rPr sz="1700" spc="-155" dirty="0">
                <a:latin typeface="Lucida Sans Unicode"/>
                <a:cs typeface="Lucida Sans Unicode"/>
              </a:rPr>
              <a:t>∗</a:t>
            </a:r>
            <a:r>
              <a:rPr sz="1700" i="1" spc="5" dirty="0">
                <a:latin typeface="Arial"/>
                <a:cs typeface="Arial"/>
              </a:rPr>
              <a:t>/</a:t>
            </a:r>
            <a:endParaRPr sz="1700">
              <a:latin typeface="Arial"/>
              <a:cs typeface="Arial"/>
            </a:endParaRPr>
          </a:p>
          <a:p>
            <a:pPr marL="453390">
              <a:lnSpc>
                <a:spcPct val="100000"/>
              </a:lnSpc>
              <a:spcBef>
                <a:spcPts val="675"/>
              </a:spcBef>
              <a:tabLst>
                <a:tab pos="1613535" algn="l"/>
              </a:tabLst>
            </a:pPr>
            <a:r>
              <a:rPr sz="1700" spc="10" dirty="0">
                <a:latin typeface="Arial"/>
                <a:cs typeface="Arial"/>
              </a:rPr>
              <a:t>x 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35" dirty="0">
                <a:latin typeface="Arial"/>
                <a:cs typeface="Arial"/>
              </a:rPr>
              <a:t> </a:t>
            </a:r>
            <a:r>
              <a:rPr sz="1700" spc="7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2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1</a:t>
            </a:r>
            <a:r>
              <a:rPr sz="1700" spc="-305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10" dirty="0">
                <a:latin typeface="Arial"/>
                <a:cs typeface="Arial"/>
              </a:rPr>
              <a:t>=</a:t>
            </a:r>
            <a:r>
              <a:rPr sz="1700" spc="190" dirty="0">
                <a:latin typeface="Arial"/>
                <a:cs typeface="Arial"/>
              </a:rPr>
              <a:t> </a:t>
            </a:r>
            <a:r>
              <a:rPr sz="1700" spc="35" dirty="0">
                <a:latin typeface="Arial"/>
                <a:cs typeface="Arial"/>
              </a:rPr>
              <a:t>A</a:t>
            </a:r>
            <a:r>
              <a:rPr sz="1700" spc="5" dirty="0">
                <a:latin typeface="Arial"/>
                <a:cs typeface="Arial"/>
              </a:rPr>
              <a:t>[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90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2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]</a:t>
            </a:r>
            <a:r>
              <a:rPr sz="1700" spc="-2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448945">
              <a:lnSpc>
                <a:spcPct val="100000"/>
              </a:lnSpc>
              <a:spcBef>
                <a:spcPts val="675"/>
              </a:spcBef>
              <a:tabLst>
                <a:tab pos="1641475" algn="l"/>
              </a:tabLst>
            </a:pPr>
            <a:r>
              <a:rPr sz="1700" spc="-40" dirty="0">
                <a:latin typeface="Arial"/>
                <a:cs typeface="Arial"/>
              </a:rPr>
              <a:t>Refa</a:t>
            </a:r>
            <a:r>
              <a:rPr sz="1700" spc="95" dirty="0">
                <a:latin typeface="Arial"/>
                <a:cs typeface="Arial"/>
              </a:rPr>
              <a:t>z</a:t>
            </a:r>
            <a:r>
              <a:rPr sz="1700" spc="50" dirty="0">
                <a:latin typeface="Arial"/>
                <a:cs typeface="Arial"/>
              </a:rPr>
              <a:t>(</a:t>
            </a:r>
            <a:r>
              <a:rPr sz="1700" spc="-80" dirty="0">
                <a:latin typeface="Arial"/>
                <a:cs typeface="Arial"/>
              </a:rPr>
              <a:t>Es</a:t>
            </a:r>
            <a:r>
              <a:rPr sz="1700" spc="75" dirty="0">
                <a:latin typeface="Arial"/>
                <a:cs typeface="Arial"/>
              </a:rPr>
              <a:t>q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75" dirty="0">
                <a:latin typeface="Arial"/>
                <a:cs typeface="Arial"/>
              </a:rPr>
              <a:t>Di</a:t>
            </a:r>
            <a:r>
              <a:rPr sz="1700" spc="5" dirty="0">
                <a:latin typeface="Arial"/>
                <a:cs typeface="Arial"/>
              </a:rPr>
              <a:t>r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5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65" dirty="0">
                <a:latin typeface="Arial"/>
                <a:cs typeface="Arial"/>
              </a:rPr>
              <a:t>A</a:t>
            </a:r>
            <a:r>
              <a:rPr sz="1700" spc="215" dirty="0">
                <a:latin typeface="Arial"/>
                <a:cs typeface="Arial"/>
              </a:rPr>
              <a:t>)</a:t>
            </a:r>
            <a:r>
              <a:rPr sz="1700" spc="5" dirty="0">
                <a:latin typeface="Arial"/>
                <a:cs typeface="Arial"/>
              </a:rPr>
              <a:t>;</a:t>
            </a:r>
            <a:endParaRPr sz="1700">
              <a:latin typeface="Arial"/>
              <a:cs typeface="Arial"/>
            </a:endParaRPr>
          </a:p>
          <a:p>
            <a:pPr marL="257810">
              <a:lnSpc>
                <a:spcPct val="100000"/>
              </a:lnSpc>
              <a:spcBef>
                <a:spcPts val="675"/>
              </a:spcBef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8471" y="5668340"/>
            <a:ext cx="9842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5" dirty="0">
                <a:latin typeface="Arial"/>
                <a:cs typeface="Arial"/>
              </a:rPr>
              <a:t>}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90691" y="2130196"/>
            <a:ext cx="958850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b="1" dirty="0">
                <a:latin typeface="Arial"/>
                <a:cs typeface="Arial"/>
              </a:rPr>
              <a:t>Anális</a:t>
            </a:r>
            <a:r>
              <a:rPr sz="2050" b="1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35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61578" y="2614028"/>
            <a:ext cx="268732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96439" algn="l"/>
              </a:tabLst>
            </a:pPr>
            <a:r>
              <a:rPr sz="2050" dirty="0">
                <a:latin typeface="Arial"/>
                <a:cs typeface="Arial"/>
              </a:rPr>
              <a:t>pro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	</a:t>
            </a:r>
            <a:r>
              <a:rPr sz="2050" spc="5" dirty="0">
                <a:latin typeface="Arial"/>
                <a:cs typeface="Arial"/>
              </a:rPr>
              <a:t>Re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z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62979" y="2926585"/>
            <a:ext cx="3285490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700"/>
              </a:lnSpc>
            </a:pP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21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2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- 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1295" y="6552624"/>
            <a:ext cx="852741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63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dirty="0">
                <a:latin typeface="Arial"/>
                <a:cs typeface="Arial"/>
              </a:rPr>
              <a:t>Log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ga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719132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5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74978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7986"/>
            <a:ext cx="8737600" cy="580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22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13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208279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, 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ada.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agen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marR="48387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anel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262255">
              <a:lnSpc>
                <a:spcPct val="100000"/>
              </a:lnSpc>
              <a:spcBef>
                <a:spcPts val="108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b="1" dirty="0">
                <a:latin typeface="Arial"/>
                <a:cs typeface="Arial"/>
              </a:rPr>
              <a:t>estáve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71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endado:</a:t>
            </a:r>
            <a:endParaRPr sz="2050">
              <a:latin typeface="Arial"/>
              <a:cs typeface="Arial"/>
            </a:endParaRPr>
          </a:p>
          <a:p>
            <a:pPr marL="852169" marR="46990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852169" marR="5080" lvl="1" indent="-262255">
              <a:lnSpc>
                <a:spcPct val="118200"/>
              </a:lnSpc>
              <a:spcBef>
                <a:spcPts val="630"/>
              </a:spcBef>
              <a:buFont typeface="Times New Roman"/>
              <a:buChar char="–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endad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0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uir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dirty="0">
                <a:latin typeface="Arial"/>
                <a:cs typeface="Arial"/>
              </a:rPr>
              <a:t>heap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904440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874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5" dirty="0">
                <a:latin typeface="Arial"/>
                <a:cs typeface="Arial"/>
              </a:rPr>
              <a:t>Co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pl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dirty="0">
                <a:latin typeface="Arial"/>
                <a:cs typeface="Arial"/>
              </a:rPr>
              <a:t>xidade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295" y="4851397"/>
            <a:ext cx="7750175" cy="75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5080" indent="-262255">
              <a:lnSpc>
                <a:spcPct val="1197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onhe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anali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he</a:t>
            </a:r>
            <a:r>
              <a:rPr sz="2050" spc="5" dirty="0">
                <a:latin typeface="Arial"/>
                <a:cs typeface="Arial"/>
              </a:rPr>
              <a:t>lls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e</a:t>
            </a:r>
            <a:r>
              <a:rPr sz="2050" spc="5" dirty="0">
                <a:latin typeface="Arial"/>
                <a:cs typeface="Arial"/>
              </a:rPr>
              <a:t>le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e).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801852" y="1902250"/>
          <a:ext cx="3080841" cy="25786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903"/>
                <a:gridCol w="1793938"/>
              </a:tblGrid>
              <a:tr h="429768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ompl</a:t>
                      </a:r>
                      <a:r>
                        <a:rPr sz="1850" spc="-6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idade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2025" spc="127" baseline="28806" dirty="0">
                          <a:latin typeface="PMingLiU"/>
                          <a:cs typeface="PMingLiU"/>
                        </a:rPr>
                        <a:t>2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50" dirty="0">
                          <a:latin typeface="Palatino Linotype"/>
                          <a:cs typeface="Palatino Linotyp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(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spc="-150" dirty="0">
                          <a:latin typeface="Palatino Linotype"/>
                          <a:cs typeface="Palatino Linotype"/>
                        </a:rPr>
                        <a:t> 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l</a:t>
                      </a:r>
                      <a:r>
                        <a:rPr sz="1850" spc="-5" dirty="0">
                          <a:latin typeface="Lucida Sans Unicode"/>
                          <a:cs typeface="Lucida Sans Unicode"/>
                        </a:rPr>
                        <a:t>o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g</a:t>
                      </a:r>
                      <a:r>
                        <a:rPr sz="1850" spc="-2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50" dirty="0">
                          <a:latin typeface="Palatino Linotype"/>
                          <a:cs typeface="Palatino Linotype"/>
                        </a:rPr>
                        <a:t>n</a:t>
                      </a:r>
                      <a:r>
                        <a:rPr sz="1850" dirty="0">
                          <a:latin typeface="Lucida Sans Unicode"/>
                          <a:cs typeface="Lucida Sans Unicode"/>
                        </a:rPr>
                        <a:t>)</a:t>
                      </a:r>
                      <a:endParaRPr sz="1850">
                        <a:latin typeface="Lucida Sans Unicode"/>
                        <a:cs typeface="Lucida Sans Unicode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05004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110220" cy="2369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ão:</a:t>
            </a:r>
            <a:r>
              <a:rPr sz="2050" spc="14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l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real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5" dirty="0">
                <a:latin typeface="Arial"/>
                <a:cs typeface="Arial"/>
              </a:rPr>
              <a:t>u o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 e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ebe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alore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el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3426440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335556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06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125821"/>
          <a:ext cx="4900382" cy="25787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3189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524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066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69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8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4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24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61967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4626610" cy="1442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-120" dirty="0">
                <a:latin typeface="Arial"/>
                <a:cs typeface="Arial"/>
              </a:rPr>
              <a:t>T</a:t>
            </a:r>
            <a:r>
              <a:rPr sz="2050" b="1" dirty="0">
                <a:latin typeface="Arial"/>
                <a:cs typeface="Arial"/>
              </a:rPr>
              <a:t>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p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e </a:t>
            </a:r>
            <a:r>
              <a:rPr sz="2050" b="1" spc="-30" dirty="0">
                <a:latin typeface="Arial"/>
                <a:cs typeface="Arial"/>
              </a:rPr>
              <a:t>e</a:t>
            </a:r>
            <a:r>
              <a:rPr sz="2050" b="1" spc="-20" dirty="0">
                <a:latin typeface="Arial"/>
                <a:cs typeface="Arial"/>
              </a:rPr>
              <a:t>x</a:t>
            </a:r>
            <a:r>
              <a:rPr sz="2050" b="1" dirty="0">
                <a:latin typeface="Arial"/>
                <a:cs typeface="Arial"/>
              </a:rPr>
              <a:t>ecução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enden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e:</a:t>
            </a:r>
            <a:endParaRPr sz="20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892151" y="2499925"/>
          <a:ext cx="4900382" cy="25787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6891"/>
                <a:gridCol w="737019"/>
                <a:gridCol w="870038"/>
                <a:gridCol w="1003211"/>
                <a:gridCol w="1003223"/>
              </a:tblGrid>
              <a:tr h="429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000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rç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40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305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575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Sele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ç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ão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29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3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221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417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–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80">
                <a:tc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6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75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850" spc="-4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1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9895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spc="-5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eap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50" spc="7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5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7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8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850" dirty="0">
                          <a:latin typeface="Arial"/>
                          <a:cs typeface="Arial"/>
                        </a:rPr>
                        <a:t>9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303669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1168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468" y="829411"/>
            <a:ext cx="8737600" cy="637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24265" algn="l"/>
              </a:tabLst>
            </a:pPr>
            <a:r>
              <a:rPr sz="2450" b="1" u="heavy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u="heavy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u="heavy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u="heavy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r>
              <a:rPr sz="2450" b="1" u="heavy" dirty="0">
                <a:solidFill>
                  <a:srgbClr val="007F7A"/>
                </a:solidFill>
                <a:latin typeface="Arial"/>
                <a:cs typeface="Arial"/>
              </a:rPr>
              <a:t>	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1850" b="1" spc="20" dirty="0">
                <a:latin typeface="Arial"/>
                <a:cs typeface="Arial"/>
              </a:rPr>
              <a:t>Obse</a:t>
            </a:r>
            <a:r>
              <a:rPr sz="1850" b="1" spc="25" dirty="0">
                <a:latin typeface="Arial"/>
                <a:cs typeface="Arial"/>
              </a:rPr>
              <a:t>r</a:t>
            </a:r>
            <a:r>
              <a:rPr sz="1850" b="1" spc="-25" dirty="0">
                <a:latin typeface="Arial"/>
                <a:cs typeface="Arial"/>
              </a:rPr>
              <a:t>v</a:t>
            </a:r>
            <a:r>
              <a:rPr sz="1850" b="1" spc="15" dirty="0">
                <a:latin typeface="Arial"/>
                <a:cs typeface="Arial"/>
              </a:rPr>
              <a:t>ações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15" dirty="0">
                <a:latin typeface="Arial"/>
                <a:cs typeface="Arial"/>
              </a:rPr>
              <a:t>sobre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0" dirty="0">
                <a:latin typeface="Arial"/>
                <a:cs typeface="Arial"/>
              </a:rPr>
              <a:t>os</a:t>
            </a:r>
            <a:r>
              <a:rPr sz="1850" b="1" spc="5" dirty="0">
                <a:latin typeface="Arial"/>
                <a:cs typeface="Arial"/>
              </a:rPr>
              <a:t> </a:t>
            </a:r>
            <a:r>
              <a:rPr sz="1850" b="1" spc="25" dirty="0">
                <a:latin typeface="Arial"/>
                <a:cs typeface="Arial"/>
              </a:rPr>
              <a:t>mé</a:t>
            </a:r>
            <a:r>
              <a:rPr sz="1850" b="1" spc="5" dirty="0">
                <a:latin typeface="Arial"/>
                <a:cs typeface="Arial"/>
              </a:rPr>
              <a:t>t</a:t>
            </a:r>
            <a:r>
              <a:rPr sz="1850" b="1" spc="15" dirty="0">
                <a:latin typeface="Arial"/>
                <a:cs typeface="Arial"/>
              </a:rPr>
              <a:t>odos: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êm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5" dirty="0">
                <a:latin typeface="Arial"/>
                <a:cs typeface="Arial"/>
              </a:rPr>
              <a:t>g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ande</a:t>
            </a:r>
            <a:r>
              <a:rPr sz="1850" spc="10" dirty="0">
                <a:latin typeface="Arial"/>
                <a:cs typeface="Arial"/>
              </a:rPr>
              <a:t>za.</a:t>
            </a:r>
            <a:endParaRPr sz="1850">
              <a:latin typeface="Arial"/>
              <a:cs typeface="Arial"/>
            </a:endParaRPr>
          </a:p>
          <a:p>
            <a:pPr marL="484505" marR="153225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c</a:t>
            </a:r>
            <a:r>
              <a:rPr sz="1850" spc="15" dirty="0">
                <a:latin typeface="Arial"/>
                <a:cs typeface="Arial"/>
              </a:rPr>
              <a:t>on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ela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t/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núme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a.</a:t>
            </a:r>
            <a:endParaRPr sz="1850">
              <a:latin typeface="Arial"/>
              <a:cs typeface="Arial"/>
            </a:endParaRPr>
          </a:p>
          <a:p>
            <a:pPr marL="484505" marR="42862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-60" dirty="0">
                <a:latin typeface="Arial"/>
                <a:cs typeface="Arial"/>
              </a:rPr>
              <a:t>P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pequenos</a:t>
            </a:r>
            <a:r>
              <a:rPr sz="1850" spc="5" dirty="0">
                <a:latin typeface="Arial"/>
                <a:cs typeface="Arial"/>
              </a:rPr>
              <a:t> (</a:t>
            </a:r>
            <a:r>
              <a:rPr sz="1850" spc="15" dirty="0">
                <a:latin typeface="Arial"/>
                <a:cs typeface="Arial"/>
              </a:rPr>
              <a:t>500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),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Se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aumen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0" dirty="0">
                <a:latin typeface="Arial"/>
                <a:cs typeface="Arial"/>
              </a:rPr>
              <a:t>a,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indent="-33083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116205" indent="-330835">
              <a:lnSpc>
                <a:spcPct val="120900"/>
              </a:lnSpc>
              <a:spcBef>
                <a:spcPts val="1025"/>
              </a:spcBef>
              <a:buAutoNum type="arabicPeriod"/>
              <a:tabLst>
                <a:tab pos="485140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len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elemen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em</a:t>
            </a:r>
            <a:r>
              <a:rPr sz="1850" spc="10" dirty="0">
                <a:latin typeface="Arial"/>
                <a:cs typeface="Arial"/>
              </a:rPr>
              <a:t> 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484505" marR="753745" indent="-330835">
              <a:lnSpc>
                <a:spcPct val="120900"/>
              </a:lnSpc>
              <a:spcBef>
                <a:spcPts val="1019"/>
              </a:spcBef>
              <a:buAutoNum type="arabicPeriod"/>
              <a:tabLst>
                <a:tab pos="485140" algn="l"/>
              </a:tabLst>
            </a:pPr>
            <a:r>
              <a:rPr sz="1850" spc="20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algo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mos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30" dirty="0">
                <a:latin typeface="Palatino Linotype"/>
                <a:cs typeface="Palatino Linotype"/>
              </a:rPr>
              <a:t>O</a:t>
            </a:r>
            <a:r>
              <a:rPr sz="1850" spc="130" dirty="0">
                <a:latin typeface="Lucida Sans Unicode"/>
                <a:cs typeface="Lucida Sans Unicode"/>
              </a:rPr>
              <a:t>(</a:t>
            </a:r>
            <a:r>
              <a:rPr sz="1850" spc="50" dirty="0">
                <a:latin typeface="Palatino Linotype"/>
                <a:cs typeface="Palatino Linotype"/>
              </a:rPr>
              <a:t>n</a:t>
            </a:r>
            <a:r>
              <a:rPr sz="2025" spc="262" baseline="28806" dirty="0">
                <a:latin typeface="PMingLiU"/>
                <a:cs typeface="PMingLiU"/>
              </a:rPr>
              <a:t>2</a:t>
            </a:r>
            <a:r>
              <a:rPr sz="1850" spc="130" dirty="0">
                <a:latin typeface="Lucida Sans Unicode"/>
                <a:cs typeface="Lucida Sans Unicode"/>
              </a:rPr>
              <a:t>)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I</a:t>
            </a:r>
            <a:r>
              <a:rPr sz="1850" spc="15" dirty="0">
                <a:latin typeface="Arial"/>
                <a:cs typeface="Arial"/>
              </a:rPr>
              <a:t>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melhor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odos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alea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ó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-4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x</a:t>
            </a:r>
            <a:r>
              <a:rPr sz="1850" spc="15" dirty="0">
                <a:latin typeface="Arial"/>
                <a:cs typeface="Arial"/>
              </a:rPr>
              <a:t>pe</a:t>
            </a:r>
            <a:r>
              <a:rPr sz="1850" spc="3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imen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368188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5132705" cy="84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In</a:t>
            </a:r>
            <a:r>
              <a:rPr sz="2050" b="1" spc="5" dirty="0">
                <a:latin typeface="Arial"/>
                <a:cs typeface="Arial"/>
              </a:rPr>
              <a:t>f</a:t>
            </a:r>
            <a:r>
              <a:rPr sz="2050" b="1" dirty="0">
                <a:latin typeface="Arial"/>
                <a:cs typeface="Arial"/>
              </a:rPr>
              <a:t>luênci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inicial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do</a:t>
            </a:r>
            <a:r>
              <a:rPr sz="2050" b="1" spc="5" dirty="0">
                <a:latin typeface="Arial"/>
                <a:cs typeface="Arial"/>
              </a:rPr>
              <a:t>s r</a:t>
            </a:r>
            <a:r>
              <a:rPr sz="2050" b="1" dirty="0">
                <a:latin typeface="Arial"/>
                <a:cs typeface="Arial"/>
              </a:rPr>
              <a:t>egist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os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2829" y="3596515"/>
            <a:ext cx="8453755" cy="344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2900" marR="233679" indent="-330200">
              <a:lnSpc>
                <a:spcPct val="120900"/>
              </a:lnSpc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ba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 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9372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Shell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ou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de</a:t>
            </a:r>
            <a:r>
              <a:rPr sz="1850" spc="10" dirty="0">
                <a:latin typeface="Arial"/>
                <a:cs typeface="Arial"/>
              </a:rPr>
              <a:t>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  <a:p>
            <a:pPr marL="342900" marR="518795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Em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me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20" dirty="0">
                <a:latin typeface="Arial"/>
                <a:cs typeface="Arial"/>
              </a:rPr>
              <a:t>mo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</a:t>
            </a:r>
            <a:r>
              <a:rPr sz="1850" spc="-6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,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-45" dirty="0">
                <a:latin typeface="Arial"/>
                <a:cs typeface="Arial"/>
              </a:rPr>
              <a:t>ex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15" dirty="0">
                <a:latin typeface="Arial"/>
                <a:cs typeface="Arial"/>
              </a:rPr>
              <a:t>u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10" dirty="0">
                <a:latin typeface="Arial"/>
                <a:cs typeface="Arial"/>
              </a:rPr>
              <a:t> 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denado</a:t>
            </a:r>
            <a:r>
              <a:rPr sz="1850" spc="-15" dirty="0">
                <a:latin typeface="Arial"/>
                <a:cs typeface="Arial"/>
              </a:rPr>
              <a:t>s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marR="5080" indent="-330200">
              <a:lnSpc>
                <a:spcPct val="120900"/>
              </a:lnSpc>
              <a:spcBef>
                <a:spcPts val="40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25" dirty="0">
                <a:latin typeface="Arial"/>
                <a:cs typeface="Arial"/>
              </a:rPr>
              <a:t>c</a:t>
            </a:r>
            <a:r>
              <a:rPr sz="1850" spc="10" dirty="0">
                <a:latin typeface="Arial"/>
                <a:cs typeface="Arial"/>
              </a:rPr>
              <a:t>ks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10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mais</a:t>
            </a:r>
            <a:r>
              <a:rPr sz="1850" spc="5" dirty="0">
                <a:latin typeface="Arial"/>
                <a:cs typeface="Arial"/>
              </a:rPr>
              <a:t> r</a:t>
            </a:r>
            <a:r>
              <a:rPr sz="1850" spc="15" dirty="0">
                <a:latin typeface="Arial"/>
                <a:cs typeface="Arial"/>
              </a:rPr>
              <a:t>ápido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qualquer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20" dirty="0">
                <a:latin typeface="Arial"/>
                <a:cs typeface="Arial"/>
              </a:rPr>
              <a:t>amanho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pa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qui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5" dirty="0">
                <a:latin typeface="Arial"/>
                <a:cs typeface="Arial"/>
              </a:rPr>
              <a:t>os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20" dirty="0">
                <a:latin typeface="Arial"/>
                <a:cs typeface="Arial"/>
              </a:rPr>
              <a:t>dem</a:t>
            </a:r>
            <a:r>
              <a:rPr sz="1850" spc="10" dirty="0">
                <a:latin typeface="Arial"/>
                <a:cs typeface="Arial"/>
              </a:rPr>
              <a:t> asc</a:t>
            </a:r>
            <a:r>
              <a:rPr sz="1850" spc="15" dirty="0">
                <a:latin typeface="Arial"/>
                <a:cs typeface="Arial"/>
              </a:rPr>
              <a:t>enden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.</a:t>
            </a:r>
            <a:endParaRPr sz="1850">
              <a:latin typeface="Arial"/>
              <a:cs typeface="Arial"/>
            </a:endParaRPr>
          </a:p>
          <a:p>
            <a:pPr marL="342900" indent="-330200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343535" algn="l"/>
              </a:tabLst>
            </a:pPr>
            <a:r>
              <a:rPr sz="1850" spc="2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20" dirty="0">
                <a:latin typeface="Arial"/>
                <a:cs typeface="Arial"/>
              </a:rPr>
              <a:t>H</a:t>
            </a:r>
            <a:r>
              <a:rPr sz="1850" spc="15" dirty="0">
                <a:latin typeface="Arial"/>
                <a:cs typeface="Arial"/>
              </a:rPr>
              <a:t>eap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85" dirty="0">
                <a:latin typeface="Arial"/>
                <a:cs typeface="Arial"/>
              </a:rPr>
              <a:t>r</a:t>
            </a:r>
            <a:r>
              <a:rPr sz="1850" spc="5" dirty="0">
                <a:latin typeface="Arial"/>
                <a:cs typeface="Arial"/>
              </a:rPr>
              <a:t>t </a:t>
            </a:r>
            <a:r>
              <a:rPr sz="1850" spc="15" dirty="0">
                <a:latin typeface="Arial"/>
                <a:cs typeface="Arial"/>
              </a:rPr>
              <a:t>p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5" dirty="0">
                <a:latin typeface="Arial"/>
                <a:cs typeface="Arial"/>
              </a:rPr>
              <a:t>i</a:t>
            </a:r>
            <a:r>
              <a:rPr sz="1850" spc="10" dirty="0">
                <a:latin typeface="Arial"/>
                <a:cs typeface="Arial"/>
              </a:rPr>
              <a:t>c</a:t>
            </a:r>
            <a:r>
              <a:rPr sz="1850" spc="20" dirty="0">
                <a:latin typeface="Arial"/>
                <a:cs typeface="Arial"/>
              </a:rPr>
              <a:t>amen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15" dirty="0">
                <a:latin typeface="Arial"/>
                <a:cs typeface="Arial"/>
              </a:rPr>
              <a:t>e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não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é</a:t>
            </a:r>
            <a:r>
              <a:rPr sz="1850" spc="10" dirty="0">
                <a:latin typeface="Arial"/>
                <a:cs typeface="Arial"/>
              </a:rPr>
              <a:t> s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spc="10" dirty="0">
                <a:latin typeface="Arial"/>
                <a:cs typeface="Arial"/>
              </a:rPr>
              <a:t>s</a:t>
            </a:r>
            <a:r>
              <a:rPr sz="1850" dirty="0">
                <a:latin typeface="Arial"/>
                <a:cs typeface="Arial"/>
              </a:rPr>
              <a:t>í</a:t>
            </a:r>
            <a:r>
              <a:rPr sz="1850" spc="-35" dirty="0">
                <a:latin typeface="Arial"/>
                <a:cs typeface="Arial"/>
              </a:rPr>
              <a:t>v</a:t>
            </a:r>
            <a:r>
              <a:rPr sz="1850" spc="10" dirty="0">
                <a:latin typeface="Arial"/>
                <a:cs typeface="Arial"/>
              </a:rPr>
              <a:t>el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à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o</a:t>
            </a:r>
            <a:r>
              <a:rPr sz="1850" spc="5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dena</a:t>
            </a:r>
            <a:r>
              <a:rPr sz="1850" spc="10" dirty="0">
                <a:latin typeface="Arial"/>
                <a:cs typeface="Arial"/>
              </a:rPr>
              <a:t>ç</a:t>
            </a:r>
            <a:r>
              <a:rPr sz="1850" spc="15" dirty="0">
                <a:latin typeface="Arial"/>
                <a:cs typeface="Arial"/>
              </a:rPr>
              <a:t>ão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da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spc="15" dirty="0">
                <a:latin typeface="Arial"/>
                <a:cs typeface="Arial"/>
              </a:rPr>
              <a:t>en</a:t>
            </a:r>
            <a:r>
              <a:rPr sz="1850" dirty="0">
                <a:latin typeface="Arial"/>
                <a:cs typeface="Arial"/>
              </a:rPr>
              <a:t>t</a:t>
            </a:r>
            <a:r>
              <a:rPr sz="1850" spc="-10" dirty="0">
                <a:latin typeface="Arial"/>
                <a:cs typeface="Arial"/>
              </a:rPr>
              <a:t>r</a:t>
            </a:r>
            <a:r>
              <a:rPr sz="1850" spc="15" dirty="0">
                <a:latin typeface="Arial"/>
                <a:cs typeface="Arial"/>
              </a:rPr>
              <a:t>ada.</a:t>
            </a:r>
            <a:endParaRPr sz="185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79175" y="1809095"/>
          <a:ext cx="7544139" cy="1523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2142"/>
                <a:gridCol w="708774"/>
                <a:gridCol w="805916"/>
                <a:gridCol w="805929"/>
                <a:gridCol w="708774"/>
                <a:gridCol w="805929"/>
                <a:gridCol w="806043"/>
                <a:gridCol w="708660"/>
                <a:gridCol w="806043"/>
                <a:gridCol w="805929"/>
              </a:tblGrid>
              <a:tr h="302780">
                <a:tc>
                  <a:txBody>
                    <a:bodyPr/>
                    <a:lstStyle/>
                    <a:p>
                      <a:endParaRPr sz="20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Shell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Qui</a:t>
                      </a:r>
                      <a:r>
                        <a:rPr sz="1350" spc="-3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ks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Heap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350" spc="5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t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2895">
                <a:tc>
                  <a:txBody>
                    <a:bodyPr/>
                    <a:lstStyle/>
                    <a:p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000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78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c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Des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6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5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289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Ale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7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9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0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50" dirty="0">
                          <a:latin typeface="Arial"/>
                          <a:cs typeface="Arial"/>
                        </a:rPr>
                        <a:t>1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8801">
                      <a:solidFill>
                        <a:srgbClr val="000000"/>
                      </a:solidFill>
                      <a:prstDash val="solid"/>
                    </a:lnL>
                    <a:lnR w="8801">
                      <a:solidFill>
                        <a:srgbClr val="000000"/>
                      </a:solidFill>
                      <a:prstDash val="solid"/>
                    </a:lnR>
                    <a:lnT w="8801">
                      <a:solidFill>
                        <a:srgbClr val="000000"/>
                      </a:solidFill>
                      <a:prstDash val="solid"/>
                    </a:lnT>
                    <a:lnB w="880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973314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694420" cy="5311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Inse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2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889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146748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9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bo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h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(</a:t>
            </a:r>
            <a:r>
              <a:rPr sz="2050" b="1" spc="5" dirty="0">
                <a:latin typeface="Arial"/>
                <a:cs typeface="Arial"/>
              </a:rPr>
              <a:t>B</a:t>
            </a:r>
            <a:r>
              <a:rPr sz="2050" b="1" dirty="0">
                <a:latin typeface="Arial"/>
                <a:cs typeface="Arial"/>
              </a:rPr>
              <a:t>ub</a:t>
            </a:r>
            <a:r>
              <a:rPr sz="2050" b="1" spc="-20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eso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)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el.</a:t>
            </a:r>
            <a:endParaRPr sz="2050">
              <a:latin typeface="Arial"/>
              <a:cs typeface="Arial"/>
            </a:endParaRPr>
          </a:p>
          <a:p>
            <a:pPr marL="484505" marR="69151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b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262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linea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algun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a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já</a:t>
            </a:r>
            <a:r>
              <a:rPr sz="2050" dirty="0">
                <a:latin typeface="Arial"/>
                <a:cs typeface="Arial"/>
              </a:rPr>
              <a:t> 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9567494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16010" cy="2727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étod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d</a:t>
            </a:r>
            <a:r>
              <a:rPr sz="2050" b="1" spc="5" dirty="0">
                <a:latin typeface="Arial"/>
                <a:cs typeface="Arial"/>
              </a:rPr>
              <a:t>a</a:t>
            </a:r>
            <a:r>
              <a:rPr sz="2050" b="1" dirty="0">
                <a:latin typeface="Arial"/>
                <a:cs typeface="Arial"/>
              </a:rPr>
              <a:t> </a:t>
            </a: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eleção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ajo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nú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qu</a:t>
            </a:r>
            <a:r>
              <a:rPr sz="2050" spc="5" dirty="0">
                <a:latin typeface="Arial"/>
                <a:cs typeface="Arial"/>
              </a:rPr>
              <a:t>e é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84"/>
              </a:spcBef>
            </a:pP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xc</a:t>
            </a:r>
            <a:r>
              <a:rPr sz="2050" dirty="0">
                <a:latin typeface="Arial"/>
                <a:cs typeface="Arial"/>
              </a:rPr>
              <a:t>ed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.</a:t>
            </a:r>
            <a:r>
              <a:rPr sz="2050" dirty="0">
                <a:latin typeface="Arial"/>
                <a:cs typeface="Arial"/>
              </a:rPr>
              <a:t>00</a:t>
            </a:r>
            <a:r>
              <a:rPr sz="2050" spc="5" dirty="0">
                <a:latin typeface="Arial"/>
                <a:cs typeface="Arial"/>
              </a:rPr>
              <a:t>0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253286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524240" cy="4580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S</a:t>
            </a:r>
            <a:r>
              <a:rPr sz="2050" b="1" dirty="0">
                <a:latin typeface="Arial"/>
                <a:cs typeface="Arial"/>
              </a:rPr>
              <a:t>hellso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40322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olhid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39306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smo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ge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34719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ui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im e</a:t>
            </a:r>
            <a:r>
              <a:rPr sz="2050" dirty="0">
                <a:latin typeface="Arial"/>
                <a:cs typeface="Arial"/>
              </a:rPr>
              <a:t> 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abalh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5740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6</a:t>
            </a:r>
            <a:r>
              <a:rPr sz="1200" dirty="0">
                <a:latin typeface="Times New Roman"/>
                <a:cs typeface="Times New Roman"/>
              </a:rPr>
              <a:t>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0731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iedad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8064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rágil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err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di</a:t>
            </a:r>
            <a:r>
              <a:rPr sz="2050" spc="-5" dirty="0">
                <a:latin typeface="Arial"/>
                <a:cs typeface="Arial"/>
              </a:rPr>
              <a:t>fí</a:t>
            </a:r>
            <a:r>
              <a:rPr sz="2050" spc="5" dirty="0">
                <a:latin typeface="Arial"/>
                <a:cs typeface="Arial"/>
              </a:rPr>
              <a:t>cil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16383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algo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10" dirty="0">
                <a:latin typeface="Arial"/>
                <a:cs typeface="Arial"/>
              </a:rPr>
              <a:t>mo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pequen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idad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5" dirty="0">
                <a:latin typeface="Arial"/>
                <a:cs typeface="Arial"/>
              </a:rPr>
              <a:t>O</a:t>
            </a:r>
            <a:r>
              <a:rPr sz="2050" spc="15" dirty="0">
                <a:latin typeface="Georgia"/>
                <a:cs typeface="Georgia"/>
              </a:rPr>
              <a:t>(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25" spc="262" baseline="30864" dirty="0">
                <a:latin typeface="PMingLiU"/>
                <a:cs typeface="PMingLiU"/>
              </a:rPr>
              <a:t>2</a:t>
            </a:r>
            <a:r>
              <a:rPr sz="2050" spc="15" dirty="0">
                <a:latin typeface="Georgia"/>
                <a:cs typeface="Georgia"/>
              </a:rPr>
              <a:t>)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ope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pal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uidad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é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</a:t>
            </a:r>
            <a:r>
              <a:rPr sz="2050" spc="5" dirty="0">
                <a:latin typeface="Arial"/>
                <a:cs typeface="Arial"/>
              </a:rPr>
              <a:t>iv</a:t>
            </a:r>
            <a:r>
              <a:rPr sz="2050" dirty="0">
                <a:latin typeface="Arial"/>
                <a:cs typeface="Arial"/>
              </a:rPr>
              <a:t>ô.</a:t>
            </a:r>
            <a:endParaRPr sz="2050">
              <a:latin typeface="Arial"/>
              <a:cs typeface="Arial"/>
            </a:endParaRPr>
          </a:p>
          <a:p>
            <a:pPr marL="484505" marR="31305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sc</a:t>
            </a:r>
            <a:r>
              <a:rPr sz="2050" dirty="0">
                <a:latin typeface="Arial"/>
                <a:cs typeface="Arial"/>
              </a:rPr>
              <a:t>olh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o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al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par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spc="-5" dirty="0">
                <a:latin typeface="Arial"/>
                <a:cs typeface="Arial"/>
              </a:rPr>
              <a:t> 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probabilidad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alea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5179689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28710" cy="5132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spc="10" dirty="0">
                <a:latin typeface="Arial"/>
                <a:cs typeface="Arial"/>
              </a:rPr>
              <a:t>Q</a:t>
            </a:r>
            <a:r>
              <a:rPr sz="2050" b="1" dirty="0">
                <a:latin typeface="Arial"/>
                <a:cs typeface="Arial"/>
              </a:rPr>
              <a:t>ui</a:t>
            </a:r>
            <a:r>
              <a:rPr sz="2050" b="1" spc="-40" dirty="0">
                <a:latin typeface="Arial"/>
                <a:cs typeface="Arial"/>
              </a:rPr>
              <a:t>c</a:t>
            </a:r>
            <a:r>
              <a:rPr sz="2050" b="1" dirty="0">
                <a:latin typeface="Arial"/>
                <a:cs typeface="Arial"/>
              </a:rPr>
              <a:t>kso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G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edian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rê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pio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dirty="0">
                <a:latin typeface="Arial"/>
                <a:cs typeface="Arial"/>
              </a:rPr>
              <a:t>ligei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9654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t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vi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ada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pequeno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ubarqui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9683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 ba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sim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pequeno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2387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m</a:t>
            </a:r>
            <a:r>
              <a:rPr sz="2050" dirty="0">
                <a:latin typeface="Arial"/>
                <a:cs typeface="Arial"/>
              </a:rPr>
              <a:t>elho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penh</a:t>
            </a:r>
            <a:r>
              <a:rPr sz="2050" spc="5" dirty="0">
                <a:latin typeface="Arial"/>
                <a:cs typeface="Arial"/>
              </a:rPr>
              <a:t>o é si</a:t>
            </a:r>
            <a:r>
              <a:rPr sz="2050" dirty="0">
                <a:latin typeface="Arial"/>
                <a:cs typeface="Arial"/>
              </a:rPr>
              <a:t>gnifica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a, podend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hega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20</a:t>
            </a:r>
            <a:r>
              <a:rPr sz="2050" spc="10" dirty="0">
                <a:latin typeface="Arial"/>
                <a:cs typeface="Arial"/>
              </a:rPr>
              <a:t>%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(</a:t>
            </a: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edg</a:t>
            </a:r>
            <a:r>
              <a:rPr sz="2050" spc="-4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w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k, </a:t>
            </a:r>
            <a:r>
              <a:rPr sz="2050" dirty="0">
                <a:latin typeface="Arial"/>
                <a:cs typeface="Arial"/>
              </a:rPr>
              <a:t>1988).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844318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1885" cy="3832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050" b="1" dirty="0">
                <a:latin typeface="Arial"/>
                <a:cs typeface="Arial"/>
              </a:rPr>
              <a:t>Heapso</a:t>
            </a:r>
            <a:r>
              <a:rPr sz="2050" b="1" spc="4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t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elegan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e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ca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Q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40" dirty="0">
                <a:latin typeface="Arial"/>
                <a:cs typeface="Arial"/>
              </a:rPr>
              <a:t>c</a:t>
            </a:r>
            <a:r>
              <a:rPr sz="2050" spc="5" dirty="0">
                <a:latin typeface="Arial"/>
                <a:cs typeface="Arial"/>
              </a:rPr>
              <a:t>ks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, nã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nenhu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ici</a:t>
            </a:r>
            <a:r>
              <a:rPr sz="2050" dirty="0">
                <a:latin typeface="Arial"/>
                <a:cs typeface="Arial"/>
              </a:rPr>
              <a:t>onal.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E</a:t>
            </a:r>
            <a:r>
              <a:rPr sz="2050" spc="-60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propor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onal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spc="-30" dirty="0">
                <a:latin typeface="Georgia"/>
                <a:cs typeface="Georgia"/>
              </a:rPr>
              <a:t>l</a:t>
            </a:r>
            <a:r>
              <a:rPr sz="2050" spc="-95" dirty="0">
                <a:latin typeface="Georgia"/>
                <a:cs typeface="Georgia"/>
              </a:rPr>
              <a:t>o</a:t>
            </a:r>
            <a:r>
              <a:rPr sz="2050" spc="-35" dirty="0">
                <a:latin typeface="Georgia"/>
                <a:cs typeface="Georgia"/>
              </a:rPr>
              <a:t>g</a:t>
            </a:r>
            <a:r>
              <a:rPr sz="2050" spc="-125" dirty="0">
                <a:latin typeface="Georgia"/>
                <a:cs typeface="Georgia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dirty="0">
                <a:latin typeface="Arial"/>
                <a:cs typeface="Arial"/>
              </a:rPr>
              <a:t>,</a:t>
            </a:r>
            <a:endParaRPr sz="2050">
              <a:latin typeface="Arial"/>
              <a:cs typeface="Arial"/>
            </a:endParaRPr>
          </a:p>
          <a:p>
            <a:pPr marL="484505" marR="719455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lic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pode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ole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ex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H</a:t>
            </a:r>
            <a:r>
              <a:rPr sz="2050" dirty="0">
                <a:latin typeface="Arial"/>
                <a:cs typeface="Arial"/>
              </a:rPr>
              <a:t>eap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3347268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7209" y="339966"/>
            <a:ext cx="3467100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ojet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e A</a:t>
            </a:r>
            <a:r>
              <a:rPr sz="1200" spc="-5" dirty="0">
                <a:latin typeface="Times New Roman"/>
                <a:cs typeface="Times New Roman"/>
              </a:rPr>
              <a:t>lgo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it</a:t>
            </a:r>
            <a:r>
              <a:rPr sz="1200" dirty="0">
                <a:latin typeface="Times New Roman"/>
                <a:cs typeface="Times New Roman"/>
              </a:rPr>
              <a:t>m</a:t>
            </a:r>
            <a:r>
              <a:rPr sz="1200" spc="-5" dirty="0">
                <a:latin typeface="Times New Roman"/>
                <a:cs typeface="Times New Roman"/>
              </a:rPr>
              <a:t>o</a:t>
            </a:r>
            <a:r>
              <a:rPr sz="1200" dirty="0">
                <a:latin typeface="Times New Roman"/>
                <a:cs typeface="Times New Roman"/>
              </a:rPr>
              <a:t>s – C</a:t>
            </a:r>
            <a:r>
              <a:rPr sz="1200" spc="-5" dirty="0">
                <a:latin typeface="Times New Roman"/>
                <a:cs typeface="Times New Roman"/>
              </a:rPr>
              <a:t>ap</a:t>
            </a:r>
            <a:r>
              <a:rPr sz="1200" spc="15" dirty="0">
                <a:latin typeface="Times New Roman"/>
                <a:cs typeface="Times New Roman"/>
              </a:rPr>
              <a:t>.</a:t>
            </a:r>
            <a:r>
              <a:rPr sz="1200" dirty="0">
                <a:latin typeface="Times New Roman"/>
                <a:cs typeface="Times New Roman"/>
              </a:rPr>
              <a:t>4 Or</a:t>
            </a:r>
            <a:r>
              <a:rPr sz="1200" spc="-5" dirty="0">
                <a:latin typeface="Times New Roman"/>
                <a:cs typeface="Times New Roman"/>
              </a:rPr>
              <a:t>denaçã</a:t>
            </a:r>
            <a:r>
              <a:rPr sz="1200" dirty="0">
                <a:latin typeface="Times New Roman"/>
                <a:cs typeface="Times New Roman"/>
              </a:rPr>
              <a:t>o – </a:t>
            </a:r>
            <a:r>
              <a:rPr sz="1200" spc="-5" dirty="0">
                <a:latin typeface="Times New Roman"/>
                <a:cs typeface="Times New Roman"/>
              </a:rPr>
              <a:t>Seçã</a:t>
            </a:r>
            <a:r>
              <a:rPr sz="1200" dirty="0">
                <a:latin typeface="Times New Roman"/>
                <a:cs typeface="Times New Roman"/>
              </a:rPr>
              <a:t>o </a:t>
            </a:r>
            <a:r>
              <a:rPr sz="1200" spc="-5" dirty="0">
                <a:latin typeface="Times New Roman"/>
                <a:cs typeface="Times New Roman"/>
              </a:rPr>
              <a:t>4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.5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78608" y="339966"/>
            <a:ext cx="178435" cy="195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7</a:t>
            </a:r>
            <a:r>
              <a:rPr sz="1200" dirty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02675" cy="6163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Comp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araçã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 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Mét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odos</a:t>
            </a:r>
            <a:endParaRPr sz="2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50" b="1" dirty="0">
                <a:latin typeface="Arial"/>
                <a:cs typeface="Arial"/>
              </a:rPr>
              <a:t>Conside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açõe</a:t>
            </a:r>
            <a:r>
              <a:rPr sz="2050" b="1" spc="5" dirty="0">
                <a:latin typeface="Arial"/>
                <a:cs typeface="Arial"/>
              </a:rPr>
              <a:t>s f</a:t>
            </a:r>
            <a:r>
              <a:rPr sz="2050" b="1" dirty="0">
                <a:latin typeface="Arial"/>
                <a:cs typeface="Arial"/>
              </a:rPr>
              <a:t>inais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  <a:p>
            <a:pPr marL="484505" marR="11430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gr</a:t>
            </a:r>
            <a:r>
              <a:rPr sz="2050" dirty="0">
                <a:latin typeface="Arial"/>
                <a:cs typeface="Arial"/>
              </a:rPr>
              <a:t>ande</a:t>
            </a:r>
            <a:r>
              <a:rPr sz="2050" spc="5" dirty="0">
                <a:latin typeface="Arial"/>
                <a:cs typeface="Arial"/>
              </a:rPr>
              <a:t>s é 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ejá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qu</a:t>
            </a:r>
            <a:r>
              <a:rPr sz="2050" spc="5" dirty="0">
                <a:latin typeface="Arial"/>
                <a:cs typeface="Arial"/>
              </a:rPr>
              <a:t>e 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reali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apena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i="1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o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-40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denaçã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nd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5" dirty="0">
                <a:latin typeface="Arial"/>
                <a:cs typeface="Arial"/>
              </a:rPr>
              <a:t>a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spc="5" dirty="0">
                <a:latin typeface="Arial"/>
                <a:cs typeface="Arial"/>
              </a:rPr>
              <a:t>se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eguir </a:t>
            </a:r>
            <a:r>
              <a:rPr sz="2050" spc="5" dirty="0">
                <a:latin typeface="Arial"/>
                <a:cs typeface="Arial"/>
              </a:rPr>
              <a:t>iss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uponh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o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eguin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  <a:spcBef>
                <a:spcPts val="400"/>
              </a:spcBef>
            </a:pP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14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ja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i="1" spc="-28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ar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5" dirty="0">
                <a:latin typeface="Arial"/>
                <a:cs typeface="Arial"/>
              </a:rPr>
              <a:t>jo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.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10" dirty="0">
                <a:latin typeface="Arial"/>
                <a:cs typeface="Arial"/>
              </a:rPr>
              <a:t>,</a:t>
            </a:r>
            <a:r>
              <a:rPr sz="2050" i="1" spc="-225" dirty="0">
                <a:latin typeface="Arial"/>
                <a:cs typeface="Arial"/>
              </a:rPr>
              <a:t>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i="1" spc="65" dirty="0">
                <a:latin typeface="Arial"/>
                <a:cs typeface="Arial"/>
              </a:rPr>
              <a:t>n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Os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fin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õe</a:t>
            </a:r>
            <a:r>
              <a:rPr sz="2050" spc="5" dirty="0">
                <a:latin typeface="Arial"/>
                <a:cs typeface="Arial"/>
              </a:rPr>
              <a:t>s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</a:t>
            </a:r>
            <a:r>
              <a:rPr sz="2050" spc="5" dirty="0">
                <a:latin typeface="Arial"/>
                <a:cs typeface="Arial"/>
              </a:rPr>
              <a:t>a 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rea</a:t>
            </a:r>
            <a:r>
              <a:rPr sz="2050" spc="5" dirty="0">
                <a:latin typeface="Arial"/>
                <a:cs typeface="Arial"/>
              </a:rPr>
              <a:t>liz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obr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apon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217804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Ao </a:t>
            </a:r>
            <a:r>
              <a:rPr sz="2050" dirty="0">
                <a:latin typeface="Arial"/>
                <a:cs typeface="Arial"/>
              </a:rPr>
              <a:t>final,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ele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i="1" spc="14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, </a:t>
            </a:r>
            <a:r>
              <a:rPr sz="2050" i="1" spc="-65" dirty="0">
                <a:latin typeface="Arial"/>
                <a:cs typeface="Arial"/>
              </a:rPr>
              <a:t>P</a:t>
            </a:r>
            <a:r>
              <a:rPr sz="2050" i="1" spc="-290" dirty="0">
                <a:latin typeface="Arial"/>
                <a:cs typeface="Arial"/>
              </a:rPr>
              <a:t> </a:t>
            </a:r>
            <a:r>
              <a:rPr sz="2050" spc="-210" dirty="0">
                <a:latin typeface="Georgia"/>
                <a:cs typeface="Georgia"/>
              </a:rPr>
              <a:t>[</a:t>
            </a:r>
            <a:r>
              <a:rPr sz="2050" spc="-140" dirty="0">
                <a:latin typeface="Georgia"/>
                <a:cs typeface="Georgia"/>
              </a:rPr>
              <a:t>2</a:t>
            </a:r>
            <a:r>
              <a:rPr sz="2050" spc="-210" dirty="0">
                <a:latin typeface="Georgia"/>
                <a:cs typeface="Georgia"/>
              </a:rPr>
              <a:t>]</a:t>
            </a:r>
            <a:r>
              <a:rPr sz="2050" spc="80" dirty="0">
                <a:latin typeface="Georgia"/>
                <a:cs typeface="Georgia"/>
              </a:rPr>
              <a:t> 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nd</a:t>
            </a:r>
            <a:r>
              <a:rPr sz="2050" spc="5" dirty="0">
                <a:latin typeface="Arial"/>
                <a:cs typeface="Arial"/>
              </a:rPr>
              <a:t>ice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 s</a:t>
            </a:r>
            <a:r>
              <a:rPr sz="2050" dirty="0">
                <a:latin typeface="Arial"/>
                <a:cs typeface="Arial"/>
              </a:rPr>
              <a:t>egund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" dirty="0">
                <a:latin typeface="Arial"/>
                <a:cs typeface="Arial"/>
              </a:rPr>
              <a:t>ssim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645795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Essa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ég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ordena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na.</a:t>
            </a:r>
            <a:endParaRPr sz="2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1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</TotalTime>
  <Words>15872</Words>
  <Application>Microsoft Office PowerPoint</Application>
  <PresentationFormat>Personalizar</PresentationFormat>
  <Paragraphs>3285</Paragraphs>
  <Slides>211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8</vt:i4>
      </vt:variant>
      <vt:variant>
        <vt:lpstr>Títulos de slides</vt:lpstr>
      </vt:variant>
      <vt:variant>
        <vt:i4>211</vt:i4>
      </vt:variant>
    </vt:vector>
  </HeadingPairs>
  <TitlesOfParts>
    <vt:vector size="219" baseType="lpstr"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Estruturas de Dados</vt:lpstr>
      <vt:lpstr>Apresentação da Disciplina</vt:lpstr>
      <vt:lpstr>Pré-requisitos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REVISÃO: Tipos de Subrotinas</vt:lpstr>
      <vt:lpstr>Parâmetros de uma subrotina em C 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Chamada por referência-exemplo</vt:lpstr>
      <vt:lpstr>Exercícios (continuação)</vt:lpstr>
      <vt:lpstr>Exercícios</vt:lpstr>
      <vt:lpstr>Exercícios</vt:lpstr>
      <vt:lpstr>Exercícios</vt:lpstr>
      <vt:lpstr>Vetores</vt:lpstr>
      <vt:lpstr>Vetores: Declaração</vt:lpstr>
      <vt:lpstr>Vetores: Referência (Manipulação)</vt:lpstr>
      <vt:lpstr>Vetores: Inicialização</vt:lpstr>
      <vt:lpstr>Vetores: Inicialização</vt:lpstr>
      <vt:lpstr>Vetores: Exemplo</vt:lpstr>
      <vt:lpstr>Vetores e Subrotinas</vt:lpstr>
      <vt:lpstr>Exercícios</vt:lpstr>
      <vt:lpstr>Exercícios</vt:lpstr>
      <vt:lpstr>Exercícios</vt:lpstr>
      <vt:lpstr>Declaração de matrizes</vt:lpstr>
      <vt:lpstr>Declaração de matrizes</vt:lpstr>
      <vt:lpstr>Matrizes: inicialização</vt:lpstr>
      <vt:lpstr>Matrizes: inicialização</vt:lpstr>
      <vt:lpstr>Matrizes: exemplos</vt:lpstr>
      <vt:lpstr>Matrizes e subrotinas</vt:lpstr>
      <vt:lpstr>Exercícios</vt:lpstr>
      <vt:lpstr>Exercícios</vt:lpstr>
      <vt:lpstr>Exercícios</vt:lpstr>
      <vt:lpstr>Exercícios</vt:lpstr>
      <vt:lpstr>Estruturas de Dados Heterogêneas</vt:lpstr>
      <vt:lpstr>Estruturas de Dados Heterogêneas</vt:lpstr>
      <vt:lpstr>Variáveis Compostas Heterogêneas</vt:lpstr>
      <vt:lpstr>Definição de Estrutura</vt:lpstr>
      <vt:lpstr>Estruturas em C</vt:lpstr>
      <vt:lpstr>Estruturas (declaração)</vt:lpstr>
      <vt:lpstr>Estruturas: Declaração</vt:lpstr>
      <vt:lpstr>Estrutura</vt:lpstr>
      <vt:lpstr>Estruturas: Manipulação</vt:lpstr>
      <vt:lpstr>Estruturas: Manipulação</vt:lpstr>
      <vt:lpstr>Estrutura: Exemplo Completo</vt:lpstr>
      <vt:lpstr>Estruturas: Outras formas de Declaração</vt:lpstr>
      <vt:lpstr>Estruturas: Outras formas de Declaração</vt:lpstr>
      <vt:lpstr>Typedef</vt:lpstr>
      <vt:lpstr>Exemplo de uso do typedef</vt:lpstr>
      <vt:lpstr>Vetores de estruturas</vt:lpstr>
      <vt:lpstr>Acesso aos elementos do vetor</vt:lpstr>
      <vt:lpstr>Acesso aos elementos do vetor</vt:lpstr>
      <vt:lpstr>Código completo do exemplo</vt:lpstr>
      <vt:lpstr>Inicialização de um vetor de estruturas</vt:lpstr>
      <vt:lpstr>Inicializando um vetor de estruturas</vt:lpstr>
      <vt:lpstr>Funções e vetores de estruturas</vt:lpstr>
      <vt:lpstr>Estruturas e funções – Exemplo 1/3</vt:lpstr>
      <vt:lpstr>Estruturas e funções – Exemplo 2/3</vt:lpstr>
      <vt:lpstr>Estruturas e funções – Exemplo 3/3</vt:lpstr>
      <vt:lpstr>Estruturas e funções - Completo</vt:lpstr>
      <vt:lpstr>Estruturas e funções - Completo</vt:lpstr>
      <vt:lpstr>Exercícios</vt:lpstr>
      <vt:lpstr>Exercícios</vt:lpstr>
      <vt:lpstr>Exercícios</vt:lpstr>
      <vt:lpstr>Exercícios</vt:lpstr>
      <vt:lpstr>Exercícios</vt:lpstr>
      <vt:lpstr>Exercícios</vt:lpstr>
      <vt:lpstr>Exercícios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Ordenação∗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transp-cap3.dvi</dc:title>
  <dc:creator>Samuel Basilio</dc:creator>
  <cp:lastModifiedBy>Samuel</cp:lastModifiedBy>
  <cp:revision>20</cp:revision>
  <dcterms:created xsi:type="dcterms:W3CDTF">2015-06-18T03:37:37Z</dcterms:created>
  <dcterms:modified xsi:type="dcterms:W3CDTF">2015-09-29T14:52:21Z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2010-09-16T00:00:00Z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