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5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5" r:id="rId8"/>
    <p:sldId id="264" r:id="rId9"/>
    <p:sldId id="262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7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1BEF0D-F0BB-DE4B-95CE-6DB70DBA9567}" type="datetimeFigureOut">
              <a:rPr lang="en-US" smtClean="0"/>
              <a:pPr/>
              <a:t>12/5/2014</a:t>
            </a:fld>
            <a:endParaRPr lang="en-US" dirty="0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2A54C80-263E-416B-A8E0-580EDEADCBDC}" type="datetimeFigureOut">
              <a:rPr lang="en-US" smtClean="0"/>
              <a:t>12/5/2014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12/5/2014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Divisa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2A54C80-263E-416B-A8E0-580EDEADCBDC}" type="datetimeFigureOut">
              <a:rPr lang="en-US" smtClean="0"/>
              <a:t>12/5/2014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12/5/2014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12/5/2014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12/5/2014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42A54C80-263E-416B-A8E0-580EDEADCBDC}" type="datetimeFigureOut">
              <a:rPr lang="en-US" smtClean="0"/>
              <a:t>12/5/2014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1BEF0D-F0BB-DE4B-95CE-6DB70DBA9567}" type="datetimeFigureOut">
              <a:rPr lang="en-US" smtClean="0"/>
              <a:pPr/>
              <a:t>12/5/2014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C6B4A9-1611-4792-9094-5F34BCA07E0B}" type="datetimeFigureOut">
              <a:rPr lang="en-US" smtClean="0"/>
              <a:t>12/5/2014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61BEF0D-F0BB-DE4B-95CE-6DB70DBA9567}" type="datetimeFigureOut">
              <a:rPr lang="en-US" smtClean="0"/>
              <a:pPr/>
              <a:t>12/5/2014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61BEF0D-F0BB-DE4B-95CE-6DB70DBA9567}" type="datetimeFigureOut">
              <a:rPr lang="en-US" smtClean="0"/>
              <a:pPr/>
              <a:t>12/5/2014</a:t>
            </a:fld>
            <a:endParaRPr lang="en-US" dirty="0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Arvore Trie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Equipe: Alexandro</a:t>
            </a:r>
          </a:p>
          <a:p>
            <a:r>
              <a:rPr lang="pt-BR" dirty="0" smtClean="0"/>
              <a:t>Guilherme</a:t>
            </a:r>
          </a:p>
          <a:p>
            <a:r>
              <a:rPr lang="pt-BR" dirty="0" smtClean="0"/>
              <a:t>Pierre Alvim</a:t>
            </a:r>
          </a:p>
          <a:p>
            <a:r>
              <a:rPr lang="pt-BR" smtClean="0"/>
              <a:t>Vinícius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029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Em ciência da computação, uma trie, ou árvore de prefixos, é uma </a:t>
            </a:r>
            <a:r>
              <a:rPr lang="pt-BR" sz="2000" dirty="0" smtClean="0"/>
              <a:t>estrutura de dados ordenada</a:t>
            </a:r>
            <a:r>
              <a:rPr lang="pt-BR" sz="2000" dirty="0"/>
              <a:t>, que pode ser usada para armazenar </a:t>
            </a:r>
            <a:r>
              <a:rPr lang="pt-BR" sz="2000" dirty="0" err="1" smtClean="0"/>
              <a:t>arrays</a:t>
            </a:r>
            <a:r>
              <a:rPr lang="pt-BR" sz="2000" dirty="0" smtClean="0"/>
              <a:t> associativos em </a:t>
            </a:r>
            <a:r>
              <a:rPr lang="pt-BR" sz="2000" dirty="0"/>
              <a:t>que as chaves são normalmente cadeias de caracteres. </a:t>
            </a:r>
            <a:endParaRPr lang="pt-BR" sz="2000" dirty="0" smtClean="0"/>
          </a:p>
          <a:p>
            <a:endParaRPr lang="pt-BR" sz="2000" dirty="0" smtClean="0"/>
          </a:p>
          <a:p>
            <a:r>
              <a:rPr lang="pt-BR" sz="2000" b="1" dirty="0" smtClean="0"/>
              <a:t>Edward </a:t>
            </a:r>
            <a:r>
              <a:rPr lang="pt-BR" sz="2000" b="1" dirty="0" err="1"/>
              <a:t>Fredkin</a:t>
            </a:r>
            <a:r>
              <a:rPr lang="pt-BR" sz="2000" dirty="0"/>
              <a:t>, o inventor, usa o termo </a:t>
            </a:r>
            <a:r>
              <a:rPr lang="pt-BR" sz="2000" dirty="0" smtClean="0"/>
              <a:t>trie, </a:t>
            </a:r>
            <a:r>
              <a:rPr lang="pt-BR" sz="2000" dirty="0"/>
              <a:t>porque essa estrutura é basicamente usada na recuperação de dados.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29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 smtClean="0"/>
              <a:t>Em </a:t>
            </a:r>
            <a:r>
              <a:rPr lang="pt-PT" dirty="0"/>
              <a:t>relação a uma árvore de procura binária, uma </a:t>
            </a:r>
            <a:r>
              <a:rPr lang="pt-PT" i="1" dirty="0" smtClean="0"/>
              <a:t>TRIE</a:t>
            </a:r>
            <a:r>
              <a:rPr lang="pt-PT" dirty="0" smtClean="0"/>
              <a:t> </a:t>
            </a:r>
            <a:r>
              <a:rPr lang="pt-PT" dirty="0"/>
              <a:t>apresenta três vantagens principais: </a:t>
            </a:r>
          </a:p>
          <a:p>
            <a:endParaRPr lang="pt-PT" dirty="0" smtClean="0"/>
          </a:p>
          <a:p>
            <a:r>
              <a:rPr lang="pt-PT" dirty="0" smtClean="0"/>
              <a:t>Procura </a:t>
            </a:r>
            <a:r>
              <a:rPr lang="pt-PT" dirty="0"/>
              <a:t>de chaves mais </a:t>
            </a:r>
            <a:r>
              <a:rPr lang="pt-PT" dirty="0" smtClean="0"/>
              <a:t>rápida;</a:t>
            </a:r>
          </a:p>
          <a:p>
            <a:endParaRPr lang="pt-PT" dirty="0" smtClean="0"/>
          </a:p>
          <a:p>
            <a:r>
              <a:rPr lang="pt-PT" dirty="0" smtClean="0"/>
              <a:t>Requerem </a:t>
            </a:r>
            <a:r>
              <a:rPr lang="pt-PT" dirty="0"/>
              <a:t>menos </a:t>
            </a:r>
            <a:r>
              <a:rPr lang="pt-PT" dirty="0" smtClean="0"/>
              <a:t>espaço;</a:t>
            </a:r>
          </a:p>
          <a:p>
            <a:endParaRPr lang="pt-PT" dirty="0" smtClean="0"/>
          </a:p>
          <a:p>
            <a:r>
              <a:rPr lang="pt-PT" dirty="0" smtClean="0"/>
              <a:t>Apresentam </a:t>
            </a:r>
            <a:r>
              <a:rPr lang="pt-PT" dirty="0"/>
              <a:t>um </a:t>
            </a:r>
            <a:r>
              <a:rPr lang="pt-PT" dirty="0" smtClean="0"/>
              <a:t>algoritmo </a:t>
            </a:r>
            <a:r>
              <a:rPr lang="pt-PT" dirty="0"/>
              <a:t>de procura do prefixo mais longo muito eficiente.</a:t>
            </a:r>
            <a:endParaRPr lang="pt-BR" dirty="0"/>
          </a:p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Vantagens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40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528811" y="229243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62129" y="450760"/>
            <a:ext cx="1786789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6146" name="Picture 2" descr="C:\Users\alexncxd\Pictures\figur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02609" y="0"/>
            <a:ext cx="1289460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48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altLang="pt-BR" dirty="0"/>
              <a:t>As Tries são boas para suportar tarefas de tratamento lexicográfico, tais como: </a:t>
            </a:r>
            <a:endParaRPr lang="pt-BR" altLang="pt-BR" dirty="0" smtClean="0"/>
          </a:p>
          <a:p>
            <a:pPr marL="0" indent="0">
              <a:buNone/>
            </a:pPr>
            <a:endParaRPr lang="pt-BR" altLang="pt-BR" dirty="0"/>
          </a:p>
          <a:p>
            <a:r>
              <a:rPr lang="pt-BR" altLang="pt-BR" dirty="0"/>
              <a:t>M</a:t>
            </a:r>
            <a:r>
              <a:rPr lang="pt-BR" altLang="pt-BR" dirty="0" smtClean="0"/>
              <a:t>anuseamento </a:t>
            </a:r>
            <a:r>
              <a:rPr lang="pt-BR" altLang="pt-BR" dirty="0"/>
              <a:t>de dicionários; </a:t>
            </a:r>
            <a:endParaRPr lang="pt-BR" altLang="pt-BR" dirty="0" smtClean="0"/>
          </a:p>
          <a:p>
            <a:endParaRPr lang="pt-BR" altLang="pt-BR" dirty="0"/>
          </a:p>
          <a:p>
            <a:r>
              <a:rPr lang="pt-BR" altLang="pt-BR" dirty="0" smtClean="0"/>
              <a:t>Pesquisas </a:t>
            </a:r>
            <a:r>
              <a:rPr lang="pt-BR" altLang="pt-BR" dirty="0"/>
              <a:t>em textos de grande dimensão; </a:t>
            </a:r>
            <a:endParaRPr lang="pt-BR" altLang="pt-BR" dirty="0" smtClean="0"/>
          </a:p>
          <a:p>
            <a:endParaRPr lang="pt-BR" altLang="pt-BR" dirty="0"/>
          </a:p>
          <a:p>
            <a:r>
              <a:rPr lang="pt-BR" altLang="pt-BR" dirty="0"/>
              <a:t>C</a:t>
            </a:r>
            <a:r>
              <a:rPr lang="pt-BR" altLang="pt-BR" dirty="0" smtClean="0"/>
              <a:t>onstrução </a:t>
            </a:r>
            <a:r>
              <a:rPr lang="pt-BR" altLang="pt-BR" dirty="0"/>
              <a:t>de índices de documentos; </a:t>
            </a:r>
            <a:endParaRPr lang="pt-BR" altLang="pt-BR" dirty="0" smtClean="0"/>
          </a:p>
          <a:p>
            <a:endParaRPr lang="pt-BR" altLang="pt-BR" dirty="0"/>
          </a:p>
          <a:p>
            <a:r>
              <a:rPr lang="pt-BR" altLang="pt-BR" dirty="0"/>
              <a:t>E</a:t>
            </a:r>
            <a:r>
              <a:rPr lang="pt-BR" altLang="pt-BR" dirty="0" smtClean="0"/>
              <a:t>xpressões </a:t>
            </a:r>
            <a:r>
              <a:rPr lang="pt-BR" altLang="pt-BR" dirty="0"/>
              <a:t>regulares (padrões de pesquisa). </a:t>
            </a:r>
          </a:p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Aplicações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807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      Inserção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 smtClean="0"/>
              <a:t>E feito uma busca pela palavra a ser inserida, se ela já existir na trie nada é feito, caso contrario, é recuperado o nó até onde acontece a maior parte da palavra a ser inserida, sendo o restante de seus caracteres adicionados na trie a partir daquele nó 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85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049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9068" y="-1"/>
            <a:ext cx="12652385" cy="7113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535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Remoção </a:t>
            </a:r>
          </a:p>
          <a:p>
            <a:endParaRPr lang="pt-BR" dirty="0"/>
          </a:p>
          <a:p>
            <a:endParaRPr lang="pt-BR" sz="2400" dirty="0" smtClean="0"/>
          </a:p>
          <a:p>
            <a:r>
              <a:rPr lang="pt-BR" sz="2400" dirty="0" smtClean="0"/>
              <a:t>Tendo</a:t>
            </a:r>
            <a:r>
              <a:rPr lang="pt-BR" sz="2400" dirty="0"/>
              <a:t> a busca encontrado o nó que representa o final da palavra a </a:t>
            </a:r>
            <a:r>
              <a:rPr lang="pt-BR" sz="2400" dirty="0" err="1" smtClean="0"/>
              <a:t>seremovida</a:t>
            </a:r>
            <a:r>
              <a:rPr lang="pt-BR" sz="2400" dirty="0" smtClean="0"/>
              <a:t>, são</a:t>
            </a:r>
            <a:r>
              <a:rPr lang="pt-BR" sz="2400" dirty="0"/>
              <a:t> removidos os nós que possuem apenas um </a:t>
            </a:r>
            <a:r>
              <a:rPr lang="pt-BR" sz="2400" dirty="0" smtClean="0"/>
              <a:t>filho </a:t>
            </a:r>
            <a:r>
              <a:rPr lang="pt-BR" sz="2400" dirty="0"/>
              <a:t> seguindo </a:t>
            </a:r>
            <a:r>
              <a:rPr lang="pt-BR" sz="2400" dirty="0" smtClean="0"/>
              <a:t>o caminho </a:t>
            </a:r>
            <a:r>
              <a:rPr lang="pt-BR" sz="2400" dirty="0"/>
              <a:t>ascendente. A remoção é concluída quando se encontra um nó </a:t>
            </a:r>
            <a:r>
              <a:rPr lang="pt-BR" sz="2400" dirty="0" smtClean="0"/>
              <a:t>com mais </a:t>
            </a:r>
            <a:r>
              <a:rPr lang="pt-BR" sz="2400" dirty="0"/>
              <a:t>de um filho.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48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921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20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Localizar  </a:t>
            </a:r>
            <a:r>
              <a:rPr lang="pt-BR" dirty="0"/>
              <a:t>um   dado    que corresponde a chave informada.</a:t>
            </a:r>
          </a:p>
          <a:p>
            <a:r>
              <a:rPr lang="pt-BR" b="1" dirty="0"/>
              <a:t>Problema</a:t>
            </a:r>
            <a:r>
              <a:rPr lang="pt-BR" dirty="0"/>
              <a:t>: seria em um sistema  de   cadastros  de  palavras, onde quando   temos palavras com  grafias semelhantes (lixo/</a:t>
            </a:r>
            <a:r>
              <a:rPr lang="pt-BR" dirty="0" err="1"/>
              <a:t>lixeira,abacate</a:t>
            </a:r>
            <a:r>
              <a:rPr lang="pt-BR" dirty="0"/>
              <a:t>/abacateiro), podem ocorrer erros na entrada desses dados, ou seja, de não ser que sejam testados os possíveis erros cometidos. </a:t>
            </a:r>
          </a:p>
          <a:p>
            <a:r>
              <a:rPr lang="pt-BR" b="1" dirty="0"/>
              <a:t>Solução</a:t>
            </a:r>
            <a:r>
              <a:rPr lang="pt-BR" dirty="0"/>
              <a:t> </a:t>
            </a:r>
            <a:r>
              <a:rPr lang="pt-BR" dirty="0" smtClean="0"/>
              <a:t> </a:t>
            </a:r>
            <a:r>
              <a:rPr lang="pt-BR" dirty="0"/>
              <a:t>do  problema: existe    um    método   de busca por aproximação de correspondência, onde podemos localizar dados  que  são semelhantes a uma chave informada. Pela estrutura de  representação  de caractere  a  caractere  usada   nas  tries,  elas   acabam   tendo  um   desempenho   muito  bom  nesse  tipo  de aplicação.</a:t>
            </a:r>
          </a:p>
          <a:p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Pesquisa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614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385</TotalTime>
  <Words>248</Words>
  <Application>Microsoft Office PowerPoint</Application>
  <PresentationFormat>Personalizar</PresentationFormat>
  <Paragraphs>39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Concurso</vt:lpstr>
      <vt:lpstr>Arvore Trie</vt:lpstr>
      <vt:lpstr>Introdução</vt:lpstr>
      <vt:lpstr>Vantagens </vt:lpstr>
      <vt:lpstr>Apresentação do PowerPoint</vt:lpstr>
      <vt:lpstr>Aplicações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Pesquisa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Arvore Trie</dc:title>
  <dc:creator>Windows User</dc:creator>
  <cp:lastModifiedBy>alexncxd</cp:lastModifiedBy>
  <cp:revision>17</cp:revision>
  <dcterms:created xsi:type="dcterms:W3CDTF">2014-12-04T23:30:58Z</dcterms:created>
  <dcterms:modified xsi:type="dcterms:W3CDTF">2014-12-05T13:40:27Z</dcterms:modified>
</cp:coreProperties>
</file>