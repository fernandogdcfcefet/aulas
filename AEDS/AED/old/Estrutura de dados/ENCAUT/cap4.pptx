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Default Extension="png" ContentType="image/png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</p:sldIdLst>
  <p:sldSz cx="10693400" cy="7556500"/>
  <p:notesSz cx="10693400" cy="75565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0" Type="http://schemas.openxmlformats.org/officeDocument/2006/relationships/slide" Target="slides/slide125.xml"/><Relationship Id="rId131" Type="http://schemas.openxmlformats.org/officeDocument/2006/relationships/slide" Target="slides/slide126.xml"/><Relationship Id="rId132" Type="http://schemas.openxmlformats.org/officeDocument/2006/relationships/slide" Target="slides/slide127.xml"/><Relationship Id="rId133" Type="http://schemas.openxmlformats.org/officeDocument/2006/relationships/slide" Target="slides/slide128.xml"/><Relationship Id="rId134" Type="http://schemas.openxmlformats.org/officeDocument/2006/relationships/slide" Target="slides/slide129.xml"/><Relationship Id="rId135" Type="http://schemas.openxmlformats.org/officeDocument/2006/relationships/slide" Target="slides/slide130.xml"/><Relationship Id="rId136" Type="http://schemas.openxmlformats.org/officeDocument/2006/relationships/slide" Target="slides/slide131.xml"/><Relationship Id="rId137" Type="http://schemas.openxmlformats.org/officeDocument/2006/relationships/slide" Target="slides/slide132.xml"/><Relationship Id="rId138" Type="http://schemas.openxmlformats.org/officeDocument/2006/relationships/slide" Target="slides/slide133.xml"/><Relationship Id="rId139" Type="http://schemas.openxmlformats.org/officeDocument/2006/relationships/slide" Target="slides/slide134.xml"/><Relationship Id="rId140" Type="http://schemas.openxmlformats.org/officeDocument/2006/relationships/slide" Target="slides/slide135.xml"/><Relationship Id="rId141" Type="http://schemas.openxmlformats.org/officeDocument/2006/relationships/slide" Target="slides/slide136.xml"/><Relationship Id="rId142" Type="http://schemas.openxmlformats.org/officeDocument/2006/relationships/slide" Target="slides/slide137.xml"/><Relationship Id="rId143" Type="http://schemas.openxmlformats.org/officeDocument/2006/relationships/slide" Target="slides/slide138.xml"/><Relationship Id="rId144" Type="http://schemas.openxmlformats.org/officeDocument/2006/relationships/slide" Target="slides/slide139.xml"/><Relationship Id="rId145" Type="http://schemas.openxmlformats.org/officeDocument/2006/relationships/slide" Target="slides/slide140.xml"/><Relationship Id="rId146" Type="http://schemas.openxmlformats.org/officeDocument/2006/relationships/slide" Target="slides/slide141.xml"/><Relationship Id="rId147" Type="http://schemas.openxmlformats.org/officeDocument/2006/relationships/slide" Target="slides/slide142.xml"/><Relationship Id="rId148" Type="http://schemas.openxmlformats.org/officeDocument/2006/relationships/slide" Target="slides/slide143.xml"/><Relationship Id="rId149" Type="http://schemas.openxmlformats.org/officeDocument/2006/relationships/slide" Target="slides/slide144.xml"/><Relationship Id="rId150" Type="http://schemas.openxmlformats.org/officeDocument/2006/relationships/slide" Target="slides/slide145.xml"/><Relationship Id="rId151" Type="http://schemas.openxmlformats.org/officeDocument/2006/relationships/slide" Target="slides/slide146.xml"/><Relationship Id="rId152" Type="http://schemas.openxmlformats.org/officeDocument/2006/relationships/slide" Target="slides/slide147.xml"/><Relationship Id="rId153" Type="http://schemas.openxmlformats.org/officeDocument/2006/relationships/slide" Target="slides/slide148.xml"/><Relationship Id="rId154" Type="http://schemas.openxmlformats.org/officeDocument/2006/relationships/slide" Target="slides/slide14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7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5669" y="2385180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8863052" y="114414"/>
                </a:moveTo>
                <a:lnTo>
                  <a:pt x="8863052" y="0"/>
                </a:lnTo>
                <a:lnTo>
                  <a:pt x="0" y="0"/>
                </a:lnTo>
                <a:lnTo>
                  <a:pt x="0" y="114414"/>
                </a:lnTo>
                <a:lnTo>
                  <a:pt x="8863052" y="11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70197" y="2615806"/>
            <a:ext cx="2953004" cy="655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5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7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15"/>
              <a:t>Ordenação</a:t>
            </a:r>
            <a:r>
              <a:rPr dirty="0" baseline="24256" sz="5325" spc="-1560">
                <a:solidFill>
                  <a:srgbClr val="000000"/>
                </a:solidFill>
                <a:latin typeface="Lucida Sans Unicode"/>
                <a:cs typeface="Lucida Sans Unicode"/>
              </a:rPr>
              <a:t>∗</a:t>
            </a:r>
            <a:endParaRPr baseline="24256" sz="5325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5669" y="3526802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08197" y="5228285"/>
            <a:ext cx="3878579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Últi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alte</a:t>
            </a:r>
            <a:r>
              <a:rPr dirty="0" sz="1700" spc="-15">
                <a:latin typeface="Arial"/>
                <a:cs typeface="Arial"/>
              </a:rPr>
              <a:t>r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ç</a:t>
            </a:r>
            <a:r>
              <a:rPr dirty="0" sz="1700" spc="10">
                <a:latin typeface="Arial"/>
                <a:cs typeface="Arial"/>
              </a:rPr>
              <a:t>ão:</a:t>
            </a:r>
            <a:r>
              <a:rPr dirty="0" sz="1700" spc="114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31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Ago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to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2010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5669" y="6434995"/>
            <a:ext cx="3545840" cy="0"/>
          </a:xfrm>
          <a:custGeom>
            <a:avLst/>
            <a:gdLst/>
            <a:ahLst/>
            <a:cxnLst/>
            <a:rect l="l" t="t" r="r" b="b"/>
            <a:pathLst>
              <a:path w="3545840" h="0">
                <a:moveTo>
                  <a:pt x="0" y="0"/>
                </a:moveTo>
                <a:lnTo>
                  <a:pt x="354524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23111" y="6470257"/>
            <a:ext cx="6162040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aseline="27777" sz="1500" spc="-82">
                <a:latin typeface="Lucida Sans Unicode"/>
                <a:cs typeface="Lucida Sans Unicode"/>
              </a:rPr>
              <a:t>∗</a:t>
            </a:r>
            <a:r>
              <a:rPr dirty="0" sz="1350" spc="-35">
                <a:latin typeface="Times New Roman"/>
                <a:cs typeface="Times New Roman"/>
              </a:rPr>
              <a:t>T</a:t>
            </a:r>
            <a:r>
              <a:rPr dirty="0" sz="1350" spc="5">
                <a:latin typeface="Times New Roman"/>
                <a:cs typeface="Times New Roman"/>
              </a:rPr>
              <a:t>r</a:t>
            </a:r>
            <a:r>
              <a:rPr dirty="0" sz="1350" spc="5">
                <a:latin typeface="Times New Roman"/>
                <a:cs typeface="Times New Roman"/>
              </a:rPr>
              <a:t>anspa</a:t>
            </a:r>
            <a:r>
              <a:rPr dirty="0" sz="1350" spc="5">
                <a:latin typeface="Times New Roman"/>
                <a:cs typeface="Times New Roman"/>
              </a:rPr>
              <a:t>r</a:t>
            </a:r>
            <a:r>
              <a:rPr dirty="0" sz="1350" spc="5">
                <a:latin typeface="Times New Roman"/>
                <a:cs typeface="Times New Roman"/>
              </a:rPr>
              <a:t>ência</a:t>
            </a:r>
            <a:r>
              <a:rPr dirty="0" sz="1350" spc="10">
                <a:latin typeface="Times New Roman"/>
                <a:cs typeface="Times New Roman"/>
              </a:rPr>
              <a:t>s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5">
                <a:latin typeface="Times New Roman"/>
                <a:cs typeface="Times New Roman"/>
              </a:rPr>
              <a:t>elabo</a:t>
            </a:r>
            <a:r>
              <a:rPr dirty="0" sz="1350" spc="5">
                <a:latin typeface="Times New Roman"/>
                <a:cs typeface="Times New Roman"/>
              </a:rPr>
              <a:t>r</a:t>
            </a:r>
            <a:r>
              <a:rPr dirty="0" sz="1350" spc="5">
                <a:latin typeface="Times New Roman"/>
                <a:cs typeface="Times New Roman"/>
              </a:rPr>
              <a:t>ada</a:t>
            </a:r>
            <a:r>
              <a:rPr dirty="0" sz="1350" spc="10">
                <a:latin typeface="Times New Roman"/>
                <a:cs typeface="Times New Roman"/>
              </a:rPr>
              <a:t>s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5">
                <a:latin typeface="Times New Roman"/>
                <a:cs typeface="Times New Roman"/>
              </a:rPr>
              <a:t>po</a:t>
            </a:r>
            <a:r>
              <a:rPr dirty="0" sz="1350" spc="5">
                <a:latin typeface="Times New Roman"/>
                <a:cs typeface="Times New Roman"/>
              </a:rPr>
              <a:t>r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C</a:t>
            </a:r>
            <a:r>
              <a:rPr dirty="0" sz="1350" spc="5">
                <a:latin typeface="Times New Roman"/>
                <a:cs typeface="Times New Roman"/>
              </a:rPr>
              <a:t>ha</a:t>
            </a:r>
            <a:r>
              <a:rPr dirty="0" sz="1350" spc="5">
                <a:latin typeface="Times New Roman"/>
                <a:cs typeface="Times New Roman"/>
              </a:rPr>
              <a:t>r</a:t>
            </a:r>
            <a:r>
              <a:rPr dirty="0" sz="1350">
                <a:latin typeface="Times New Roman"/>
                <a:cs typeface="Times New Roman"/>
              </a:rPr>
              <a:t>le</a:t>
            </a:r>
            <a:r>
              <a:rPr dirty="0" sz="1350" spc="10">
                <a:latin typeface="Times New Roman"/>
                <a:cs typeface="Times New Roman"/>
              </a:rPr>
              <a:t>s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0">
                <a:latin typeface="Times New Roman"/>
                <a:cs typeface="Times New Roman"/>
              </a:rPr>
              <a:t>Or</a:t>
            </a:r>
            <a:r>
              <a:rPr dirty="0" sz="1350" spc="5">
                <a:latin typeface="Times New Roman"/>
                <a:cs typeface="Times New Roman"/>
              </a:rPr>
              <a:t>nela</a:t>
            </a:r>
            <a:r>
              <a:rPr dirty="0" sz="1350" spc="10">
                <a:latin typeface="Times New Roman"/>
                <a:cs typeface="Times New Roman"/>
              </a:rPr>
              <a:t>s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A</a:t>
            </a:r>
            <a:r>
              <a:rPr dirty="0" sz="1350">
                <a:latin typeface="Times New Roman"/>
                <a:cs typeface="Times New Roman"/>
              </a:rPr>
              <a:t>l</a:t>
            </a:r>
            <a:r>
              <a:rPr dirty="0" sz="1350" spc="20">
                <a:latin typeface="Times New Roman"/>
                <a:cs typeface="Times New Roman"/>
              </a:rPr>
              <a:t>m</a:t>
            </a:r>
            <a:r>
              <a:rPr dirty="0" sz="1350" spc="5">
                <a:latin typeface="Times New Roman"/>
                <a:cs typeface="Times New Roman"/>
              </a:rPr>
              <a:t>eida</a:t>
            </a:r>
            <a:r>
              <a:rPr dirty="0" sz="1350" spc="5">
                <a:latin typeface="Times New Roman"/>
                <a:cs typeface="Times New Roman"/>
              </a:rPr>
              <a:t>,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5">
                <a:latin typeface="Times New Roman"/>
                <a:cs typeface="Times New Roman"/>
              </a:rPr>
              <a:t>Isr</a:t>
            </a:r>
            <a:r>
              <a:rPr dirty="0" sz="1350" spc="5">
                <a:latin typeface="Times New Roman"/>
                <a:cs typeface="Times New Roman"/>
              </a:rPr>
              <a:t>ae</a:t>
            </a:r>
            <a:r>
              <a:rPr dirty="0" sz="1350" spc="5">
                <a:latin typeface="Times New Roman"/>
                <a:cs typeface="Times New Roman"/>
              </a:rPr>
              <a:t>l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G</a:t>
            </a:r>
            <a:r>
              <a:rPr dirty="0" sz="1350" spc="5">
                <a:latin typeface="Times New Roman"/>
                <a:cs typeface="Times New Roman"/>
              </a:rPr>
              <a:t>ue</a:t>
            </a:r>
            <a:r>
              <a:rPr dirty="0" sz="1350" spc="10">
                <a:latin typeface="Times New Roman"/>
                <a:cs typeface="Times New Roman"/>
              </a:rPr>
              <a:t>rra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0">
                <a:latin typeface="Times New Roman"/>
                <a:cs typeface="Times New Roman"/>
              </a:rPr>
              <a:t>e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N</a:t>
            </a:r>
            <a:r>
              <a:rPr dirty="0" sz="1350" spc="-30">
                <a:latin typeface="Times New Roman"/>
                <a:cs typeface="Times New Roman"/>
              </a:rPr>
              <a:t>i</a:t>
            </a:r>
            <a:r>
              <a:rPr dirty="0" sz="1350" spc="5">
                <a:latin typeface="Times New Roman"/>
                <a:cs typeface="Times New Roman"/>
              </a:rPr>
              <a:t>vi</a:t>
            </a:r>
            <a:r>
              <a:rPr dirty="0" sz="1350" spc="10">
                <a:latin typeface="Times New Roman"/>
                <a:cs typeface="Times New Roman"/>
              </a:rPr>
              <a:t>o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Z</a:t>
            </a:r>
            <a:r>
              <a:rPr dirty="0" sz="1350" spc="-30">
                <a:latin typeface="Times New Roman"/>
                <a:cs typeface="Times New Roman"/>
              </a:rPr>
              <a:t>i</a:t>
            </a:r>
            <a:r>
              <a:rPr dirty="0" sz="1350" spc="5">
                <a:latin typeface="Times New Roman"/>
                <a:cs typeface="Times New Roman"/>
              </a:rPr>
              <a:t>vian</a:t>
            </a:r>
            <a:r>
              <a:rPr dirty="0" sz="1350" spc="5">
                <a:latin typeface="Times New Roman"/>
                <a:cs typeface="Times New Roman"/>
              </a:rPr>
              <a:t>i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7643"/>
            <a:ext cx="331406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údo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pí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73949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87666" y="1414564"/>
            <a:ext cx="3477260" cy="5157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lvl="1" marL="508634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lvl="2" marL="875665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lvl="2" marL="875665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lvl="2" marL="875665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lls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</a:t>
            </a:r>
            <a:endParaRPr sz="2050">
              <a:latin typeface="Arial"/>
              <a:cs typeface="Arial"/>
            </a:endParaRPr>
          </a:p>
          <a:p>
            <a:pPr lvl="2" marL="875665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c</a:t>
            </a:r>
            <a:r>
              <a:rPr dirty="0" sz="2050" spc="5">
                <a:latin typeface="Arial"/>
                <a:cs typeface="Arial"/>
              </a:rPr>
              <a:t>ks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</a:t>
            </a:r>
            <a:endParaRPr sz="2050">
              <a:latin typeface="Arial"/>
              <a:cs typeface="Arial"/>
            </a:endParaRPr>
          </a:p>
          <a:p>
            <a:pPr lvl="2" marL="875665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dirty="0" sz="2050" spc="5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</a:t>
            </a:r>
            <a:endParaRPr sz="2050">
              <a:latin typeface="Arial"/>
              <a:cs typeface="Arial"/>
            </a:endParaRPr>
          </a:p>
          <a:p>
            <a:pPr lvl="3" marL="1137920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3" marL="1137920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dirty="0" sz="2050" spc="5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2" marL="875665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endParaRPr sz="2050">
              <a:latin typeface="Arial"/>
              <a:cs typeface="Arial"/>
            </a:endParaRPr>
          </a:p>
          <a:p>
            <a:pPr lvl="3" marL="1137920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endParaRPr sz="2050">
              <a:latin typeface="Arial"/>
              <a:cs typeface="Arial"/>
            </a:endParaRPr>
          </a:p>
          <a:p>
            <a:pPr lvl="3" marL="1137920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endParaRPr sz="2050">
              <a:latin typeface="Arial"/>
              <a:cs typeface="Arial"/>
            </a:endParaRPr>
          </a:p>
          <a:p>
            <a:pPr lvl="3" marL="1137920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dirty="0" sz="2050" spc="5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endParaRPr sz="2050">
              <a:latin typeface="Arial"/>
              <a:cs typeface="Arial"/>
            </a:endParaRPr>
          </a:p>
          <a:p>
            <a:pPr lvl="3" marL="1137920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c</a:t>
            </a:r>
            <a:r>
              <a:rPr dirty="0" sz="2050" spc="5">
                <a:latin typeface="Arial"/>
                <a:cs typeface="Arial"/>
              </a:rPr>
              <a:t>ks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69369" y="1508975"/>
            <a:ext cx="4279265" cy="39096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lvl="2" marL="875665" indent="-715010">
              <a:lnSpc>
                <a:spcPct val="100000"/>
              </a:lnSpc>
              <a:buAutoNum type="arabicPeriod" startAt="7"/>
              <a:tabLst>
                <a:tab pos="87630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endParaRPr sz="2050">
              <a:latin typeface="Arial"/>
              <a:cs typeface="Arial"/>
            </a:endParaRPr>
          </a:p>
          <a:p>
            <a:pPr lvl="3" marL="1137920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  <a:p>
            <a:pPr lvl="3" marL="1137920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ixs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3" marL="1137920" marR="5080" indent="-262255">
              <a:lnSpc>
                <a:spcPct val="119700"/>
              </a:lnSpc>
              <a:buFont typeface="Lucida Sans Unicode"/>
              <a:buChar char="·"/>
              <a:tabLst>
                <a:tab pos="1138555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ixs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 spc="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1" marL="508000" indent="-495300">
              <a:lnSpc>
                <a:spcPct val="100000"/>
              </a:lnSpc>
              <a:spcBef>
                <a:spcPts val="1350"/>
              </a:spcBef>
              <a:buAutoNum type="arabicPeriod" startAt="2"/>
              <a:tabLst>
                <a:tab pos="508634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lvl="2" marL="875665" marR="5080" indent="-715010">
              <a:lnSpc>
                <a:spcPct val="119700"/>
              </a:lnSpc>
              <a:spcBef>
                <a:spcPts val="430"/>
              </a:spcBef>
              <a:buAutoNum type="arabicPeriod"/>
              <a:tabLst>
                <a:tab pos="876300" algn="l"/>
                <a:tab pos="2446655" algn="l"/>
                <a:tab pos="3974465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 spc="1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2" marL="875665" marR="5080" indent="-715010">
              <a:lnSpc>
                <a:spcPct val="119700"/>
              </a:lnSpc>
              <a:spcBef>
                <a:spcPts val="430"/>
              </a:spcBef>
              <a:buAutoNum type="arabicPeriod"/>
              <a:tabLst>
                <a:tab pos="876300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4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4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4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608320" y="5572088"/>
          <a:ext cx="4149725" cy="1184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1290"/>
                <a:gridCol w="2998854"/>
                <a:gridCol w="479534"/>
              </a:tblGrid>
              <a:tr h="345665">
                <a:tc>
                  <a:txBody>
                    <a:bodyPr/>
                    <a:lstStyle/>
                    <a:p>
                      <a:pPr marL="22225">
                        <a:lnSpc>
                          <a:spcPts val="2085"/>
                        </a:lnSpc>
                      </a:pPr>
                      <a:r>
                        <a:rPr dirty="0" sz="2050" spc="-5">
                          <a:latin typeface="Arial"/>
                          <a:cs typeface="Arial"/>
                        </a:rPr>
                        <a:t>4.2.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3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2085"/>
                        </a:lnSpc>
                      </a:pPr>
                      <a:r>
                        <a:rPr dirty="0" sz="2050" spc="-5">
                          <a:latin typeface="Arial"/>
                          <a:cs typeface="Arial"/>
                        </a:rPr>
                        <a:t>Con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si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2050" spc="-2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ç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õe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20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rát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ic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s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428967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050" spc="-5">
                          <a:latin typeface="Arial"/>
                          <a:cs typeface="Arial"/>
                        </a:rPr>
                        <a:t>4.2.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4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050" spc="-5">
                          <a:latin typeface="Arial"/>
                          <a:cs typeface="Arial"/>
                        </a:rPr>
                        <a:t>Inter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l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ç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ã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 spc="-105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li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fá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sica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40916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050" spc="-5">
                          <a:latin typeface="Arial"/>
                          <a:cs typeface="Arial"/>
                        </a:rPr>
                        <a:t>4.2.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5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050">
                          <a:latin typeface="Arial"/>
                          <a:cs typeface="Arial"/>
                        </a:rPr>
                        <a:t>Q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u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2050" spc="-45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ks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 spc="80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Ex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te</a:t>
                      </a:r>
                      <a:r>
                        <a:rPr dirty="0" sz="2050" spc="50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o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86800" cy="5507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6178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cili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229235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ific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ô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9"/>
              </a:spcBef>
              <a:buFont typeface="Times New Roman"/>
              <a:buChar char="–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1083945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h</a:t>
            </a:r>
            <a:r>
              <a:rPr dirty="0" sz="2050" spc="-3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v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01405" cy="64674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"/>
              </a:spcBef>
              <a:buFont typeface="Lucida Sans Unicode"/>
              <a:buChar char="•"/>
            </a:pPr>
            <a:endParaRPr sz="1900">
              <a:latin typeface="Times New Roman"/>
              <a:cs typeface="Times New Roman"/>
            </a:endParaRPr>
          </a:p>
          <a:p>
            <a:pPr marL="1231265">
              <a:lnSpc>
                <a:spcPct val="100000"/>
              </a:lnSpc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85" b="1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lon</a:t>
            </a:r>
            <a:r>
              <a:rPr dirty="0" sz="1700" spc="10" b="1">
                <a:latin typeface="Arial"/>
                <a:cs typeface="Arial"/>
              </a:rPr>
              <a:t>g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29" b="1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1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439545" marR="4806315" indent="-208915">
              <a:lnSpc>
                <a:spcPct val="129700"/>
              </a:lnSpc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6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463675">
              <a:lnSpc>
                <a:spcPct val="100000"/>
              </a:lnSpc>
              <a:spcBef>
                <a:spcPts val="605"/>
              </a:spcBef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80">
                <a:latin typeface="Lucida Sans Unicode"/>
                <a:cs typeface="Lucida Sans Unicode"/>
              </a:rPr>
              <a:t> </a:t>
            </a:r>
            <a:r>
              <a:rPr dirty="0" sz="1700" spc="50" i="1">
                <a:latin typeface="Arial"/>
                <a:cs typeface="Arial"/>
              </a:rPr>
              <a:t>ou</a:t>
            </a:r>
            <a:r>
              <a:rPr dirty="0" sz="1700" spc="40" i="1">
                <a:latin typeface="Arial"/>
                <a:cs typeface="Arial"/>
              </a:rPr>
              <a:t>tr</a:t>
            </a:r>
            <a:r>
              <a:rPr dirty="0" sz="1700" spc="50" i="1">
                <a:latin typeface="Arial"/>
                <a:cs typeface="Arial"/>
              </a:rPr>
              <a:t>o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55" i="1">
                <a:latin typeface="Arial"/>
                <a:cs typeface="Arial"/>
              </a:rPr>
              <a:t> </a:t>
            </a:r>
            <a:r>
              <a:rPr dirty="0" sz="1700" spc="-80" i="1">
                <a:latin typeface="Arial"/>
                <a:cs typeface="Arial"/>
              </a:rPr>
              <a:t>componente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75" i="1">
                <a:latin typeface="Arial"/>
                <a:cs typeface="Arial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6174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20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84505" marR="299720" indent="-262255">
              <a:lnSpc>
                <a:spcPct val="116300"/>
              </a:lnSpc>
              <a:spcBef>
                <a:spcPts val="11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á</a:t>
            </a:r>
            <a:r>
              <a:rPr dirty="0" sz="205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l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  <a:p>
            <a:pPr marL="484505" marR="12827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-4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w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c</a:t>
            </a:r>
            <a:r>
              <a:rPr dirty="0" sz="2050" spc="5">
                <a:latin typeface="Arial"/>
                <a:cs typeface="Arial"/>
              </a:rPr>
              <a:t>k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8</a:t>
            </a:r>
            <a:r>
              <a:rPr dirty="0" sz="2050">
                <a:latin typeface="Arial"/>
                <a:cs typeface="Arial"/>
              </a:rPr>
              <a:t>8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68577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5929"/>
            <a:ext cx="8592820" cy="5808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21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0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0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Ex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marR="186055" indent="-262255">
              <a:lnSpc>
                <a:spcPct val="117600"/>
              </a:lnSpc>
              <a:spcBef>
                <a:spcPts val="6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Em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5080" indent="-262255">
              <a:lnSpc>
                <a:spcPct val="117500"/>
              </a:lnSpc>
              <a:spcBef>
                <a:spcPts val="6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Em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ü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õ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30"/>
              </a:spcBef>
            </a:pPr>
            <a:r>
              <a:rPr dirty="0" sz="2050">
                <a:latin typeface="Arial"/>
                <a:cs typeface="Arial"/>
              </a:rPr>
              <a:t>da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30"/>
              </a:spcBef>
            </a:pPr>
            <a:r>
              <a:rPr dirty="0" sz="2050" b="1">
                <a:latin typeface="Arial"/>
                <a:cs typeface="Arial"/>
              </a:rPr>
              <a:t>dist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-40" b="1">
                <a:latin typeface="Arial"/>
                <a:cs typeface="Arial"/>
              </a:rPr>
              <a:t>b</a:t>
            </a:r>
            <a:r>
              <a:rPr dirty="0" sz="2050" b="1">
                <a:latin typeface="Arial"/>
                <a:cs typeface="Arial"/>
              </a:rPr>
              <a:t>uição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193405" cy="56991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1493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5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m:</a:t>
            </a:r>
            <a:endParaRPr sz="2050">
              <a:latin typeface="Arial"/>
              <a:cs typeface="Arial"/>
            </a:endParaRPr>
          </a:p>
          <a:p>
            <a:pPr algn="ctr" marL="1016000">
              <a:lnSpc>
                <a:spcPct val="100000"/>
              </a:lnSpc>
              <a:spcBef>
                <a:spcPts val="1350"/>
              </a:spcBef>
            </a:pPr>
            <a:r>
              <a:rPr dirty="0" sz="2050" spc="-35">
                <a:latin typeface="Arial"/>
                <a:cs typeface="Arial"/>
              </a:rPr>
              <a:t>A</a:t>
            </a:r>
            <a:r>
              <a:rPr dirty="0" sz="2050" spc="-35">
                <a:latin typeface="Arial"/>
                <a:cs typeface="Arial"/>
              </a:rPr>
              <a:t> </a:t>
            </a:r>
            <a:r>
              <a:rPr dirty="0" sz="2050" spc="375" i="1">
                <a:latin typeface="Arial"/>
                <a:cs typeface="Arial"/>
              </a:rPr>
              <a:t>&lt;</a:t>
            </a:r>
            <a:r>
              <a:rPr dirty="0" sz="2050" spc="375" i="1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375" i="1">
                <a:latin typeface="Arial"/>
                <a:cs typeface="Arial"/>
              </a:rPr>
              <a:t>&lt;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375" i="1">
                <a:latin typeface="Arial"/>
                <a:cs typeface="Arial"/>
              </a:rPr>
              <a:t>&lt;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375" i="1">
                <a:latin typeface="Arial"/>
                <a:cs typeface="Arial"/>
              </a:rPr>
              <a:t>&lt;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375" i="1">
                <a:latin typeface="Arial"/>
                <a:cs typeface="Arial"/>
              </a:rPr>
              <a:t>&lt;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8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375" i="1">
                <a:latin typeface="Arial"/>
                <a:cs typeface="Arial"/>
              </a:rPr>
              <a:t>&lt;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105">
                <a:latin typeface="Arial"/>
                <a:cs typeface="Arial"/>
              </a:rPr>
              <a:t>Q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375" i="1">
                <a:latin typeface="Arial"/>
                <a:cs typeface="Arial"/>
              </a:rPr>
              <a:t>&lt;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25">
                <a:latin typeface="Arial"/>
                <a:cs typeface="Arial"/>
              </a:rPr>
              <a:t>K</a:t>
            </a:r>
            <a:endParaRPr sz="2050">
              <a:latin typeface="Arial"/>
              <a:cs typeface="Arial"/>
            </a:endParaRPr>
          </a:p>
          <a:p>
            <a:pPr algn="ctr" marL="1016000">
              <a:lnSpc>
                <a:spcPct val="100000"/>
              </a:lnSpc>
              <a:spcBef>
                <a:spcPts val="1670"/>
              </a:spcBef>
            </a:pPr>
            <a:r>
              <a:rPr dirty="0" sz="2050" spc="5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algn="ctr" marL="1016000">
              <a:lnSpc>
                <a:spcPct val="100000"/>
              </a:lnSpc>
              <a:spcBef>
                <a:spcPts val="1350"/>
              </a:spcBef>
            </a:pPr>
            <a:r>
              <a:rPr dirty="0" sz="2050" spc="-125">
                <a:latin typeface="Lucida Sans Unicode"/>
                <a:cs typeface="Lucida Sans Unicode"/>
              </a:rPr>
              <a:t>♣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375" i="1">
                <a:latin typeface="Arial"/>
                <a:cs typeface="Arial"/>
              </a:rPr>
              <a:t>&lt;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125">
                <a:latin typeface="Lucida Sans Unicode"/>
                <a:cs typeface="Lucida Sans Unicode"/>
              </a:rPr>
              <a:t>♦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375" i="1">
                <a:latin typeface="Arial"/>
                <a:cs typeface="Arial"/>
              </a:rPr>
              <a:t>&lt;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125">
                <a:latin typeface="Lucida Sans Unicode"/>
                <a:cs typeface="Lucida Sans Unicode"/>
              </a:rPr>
              <a:t>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375" i="1">
                <a:latin typeface="Arial"/>
                <a:cs typeface="Arial"/>
              </a:rPr>
              <a:t>&lt;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125">
                <a:latin typeface="Lucida Sans Unicode"/>
                <a:cs typeface="Lucida Sans Unicode"/>
              </a:rPr>
              <a:t>♠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5080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13470" cy="4774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9367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-40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g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x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45" b="1">
                <a:latin typeface="Arial"/>
                <a:cs typeface="Arial"/>
              </a:rPr>
              <a:t>r</a:t>
            </a:r>
            <a:r>
              <a:rPr dirty="0" sz="2050" spc="5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 b="1">
                <a:latin typeface="Arial"/>
                <a:cs typeface="Arial"/>
              </a:rPr>
              <a:t>b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spc="-4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k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4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iliza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1686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ific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829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2385"/>
            <a:ext cx="8562340" cy="58191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na</a:t>
            </a:r>
            <a:endParaRPr sz="2450">
              <a:latin typeface="Arial"/>
              <a:cs typeface="Arial"/>
            </a:endParaRPr>
          </a:p>
          <a:p>
            <a:pPr marL="484505" marR="1175385" indent="-262255">
              <a:lnSpc>
                <a:spcPct val="116500"/>
              </a:lnSpc>
              <a:spcBef>
                <a:spcPts val="18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255" indent="-262255">
              <a:lnSpc>
                <a:spcPct val="116500"/>
              </a:lnSpc>
              <a:spcBef>
                <a:spcPts val="10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vim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500"/>
              </a:lnSpc>
              <a:spcBef>
                <a:spcPts val="10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ô</a:t>
            </a:r>
            <a:r>
              <a:rPr dirty="0" sz="2050" spc="5">
                <a:latin typeface="Arial"/>
                <a:cs typeface="Arial"/>
              </a:rPr>
              <a:t>mico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5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 b="1" i="1">
                <a:latin typeface="Arial"/>
                <a:cs typeface="Arial"/>
              </a:rPr>
              <a:t>i</a:t>
            </a:r>
            <a:r>
              <a:rPr dirty="0" sz="2050" spc="5" b="1" i="1">
                <a:latin typeface="Arial"/>
                <a:cs typeface="Arial"/>
              </a:rPr>
              <a:t>n</a:t>
            </a:r>
            <a:r>
              <a:rPr dirty="0" sz="2050" b="1" i="1">
                <a:latin typeface="Arial"/>
                <a:cs typeface="Arial"/>
              </a:rPr>
              <a:t> </a:t>
            </a:r>
            <a:r>
              <a:rPr dirty="0" sz="2050" b="1" i="1">
                <a:latin typeface="Arial"/>
                <a:cs typeface="Arial"/>
              </a:rPr>
              <a:t>s</a:t>
            </a:r>
            <a:r>
              <a:rPr dirty="0" sz="2050" spc="-5" b="1" i="1">
                <a:latin typeface="Arial"/>
                <a:cs typeface="Arial"/>
              </a:rPr>
              <a:t>i</a:t>
            </a:r>
            <a:r>
              <a:rPr dirty="0" sz="2050" b="1" i="1">
                <a:latin typeface="Arial"/>
                <a:cs typeface="Arial"/>
              </a:rPr>
              <a:t>t</a:t>
            </a:r>
            <a:r>
              <a:rPr dirty="0" sz="2050" spc="5" b="1" i="1">
                <a:latin typeface="Arial"/>
                <a:cs typeface="Arial"/>
              </a:rPr>
              <a:t>u</a:t>
            </a:r>
            <a:r>
              <a:rPr dirty="0" sz="2050" b="1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5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52425" indent="-262255">
              <a:lnSpc>
                <a:spcPct val="116500"/>
              </a:lnSpc>
              <a:spcBef>
                <a:spcPts val="10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â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347075" cy="5055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2" marL="1114425" indent="-262255">
              <a:lnSpc>
                <a:spcPct val="100000"/>
              </a:lnSpc>
              <a:spcBef>
                <a:spcPts val="75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2" marL="1114425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262">
                <a:latin typeface="PMingLiU"/>
                <a:cs typeface="PMingLiU"/>
              </a:rPr>
              <a:t>2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2" marL="1114425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2" marL="1114425" indent="-262255">
              <a:lnSpc>
                <a:spcPct val="100000"/>
              </a:lnSpc>
              <a:spcBef>
                <a:spcPts val="75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2" marL="1114425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5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2" marL="1114425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2" marL="1114425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dirty="0" sz="2050" spc="5">
                <a:latin typeface="Arial"/>
                <a:cs typeface="Arial"/>
              </a:rPr>
              <a:t>As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2" marL="1114425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69655" cy="43275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438784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Lucida Sans Unicode"/>
              <a:buChar char="•"/>
            </a:pPr>
            <a:endParaRPr sz="1950">
              <a:latin typeface="Times New Roman"/>
              <a:cs typeface="Times New Roman"/>
            </a:endParaRPr>
          </a:p>
          <a:p>
            <a:pPr marL="1231265">
              <a:lnSpc>
                <a:spcPct val="100000"/>
              </a:lnSpc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5" b="1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45" b="1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31265">
              <a:lnSpc>
                <a:spcPct val="100000"/>
              </a:lnSpc>
              <a:spcBef>
                <a:spcPts val="675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30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TipoVeto</a:t>
            </a:r>
            <a:r>
              <a:rPr dirty="0" sz="1700" spc="200">
                <a:latin typeface="Arial"/>
                <a:cs typeface="Arial"/>
              </a:rPr>
              <a:t>r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AX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5">
                <a:latin typeface="Arial"/>
                <a:cs typeface="Arial"/>
              </a:rPr>
              <a:t>AM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49045">
              <a:lnSpc>
                <a:spcPct val="100000"/>
              </a:lnSpc>
              <a:spcBef>
                <a:spcPts val="675"/>
              </a:spcBef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120">
                <a:latin typeface="Lucida Sans Unicode"/>
                <a:cs typeface="Lucida Sans Unicode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AX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5">
                <a:latin typeface="Arial"/>
                <a:cs typeface="Arial"/>
              </a:rPr>
              <a:t>AM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+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95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1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85" i="1">
                <a:latin typeface="Arial"/>
                <a:cs typeface="Arial"/>
              </a:rPr>
              <a:t> </a:t>
            </a:r>
            <a:r>
              <a:rPr dirty="0" sz="1700" spc="20" i="1">
                <a:latin typeface="Arial"/>
                <a:cs typeface="Arial"/>
              </a:rPr>
              <a:t>po</a:t>
            </a:r>
            <a:r>
              <a:rPr dirty="0" sz="1700" spc="5" i="1">
                <a:latin typeface="Arial"/>
                <a:cs typeface="Arial"/>
              </a:rPr>
              <a:t>r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55" i="1">
                <a:latin typeface="Arial"/>
                <a:cs typeface="Arial"/>
              </a:rPr>
              <a:t> </a:t>
            </a:r>
            <a:r>
              <a:rPr dirty="0" sz="1700" spc="-55" i="1">
                <a:latin typeface="Arial"/>
                <a:cs typeface="Arial"/>
              </a:rPr>
              <a:t>caus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spc="229" i="1">
                <a:latin typeface="Arial"/>
                <a:cs typeface="Arial"/>
              </a:rPr>
              <a:t> </a:t>
            </a:r>
            <a:r>
              <a:rPr dirty="0" sz="1700" spc="-70" i="1">
                <a:latin typeface="Arial"/>
                <a:cs typeface="Arial"/>
              </a:rPr>
              <a:t>d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10" i="1">
                <a:latin typeface="Arial"/>
                <a:cs typeface="Arial"/>
              </a:rPr>
              <a:t> </a:t>
            </a:r>
            <a:r>
              <a:rPr dirty="0" sz="1700" spc="75" i="1">
                <a:latin typeface="Arial"/>
                <a:cs typeface="Arial"/>
              </a:rPr>
              <a:t>s</a:t>
            </a:r>
            <a:r>
              <a:rPr dirty="0" sz="1700" spc="75" i="1">
                <a:latin typeface="Arial"/>
                <a:cs typeface="Arial"/>
              </a:rPr>
              <a:t>entinel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spc="200" i="1">
                <a:latin typeface="Arial"/>
                <a:cs typeface="Arial"/>
              </a:rPr>
              <a:t> </a:t>
            </a:r>
            <a:r>
              <a:rPr dirty="0" sz="1700" spc="-225" i="1">
                <a:latin typeface="Arial"/>
                <a:cs typeface="Arial"/>
              </a:rPr>
              <a:t>e</a:t>
            </a:r>
            <a:r>
              <a:rPr dirty="0" sz="1700" spc="15" i="1">
                <a:latin typeface="Arial"/>
                <a:cs typeface="Arial"/>
              </a:rPr>
              <a:t>m</a:t>
            </a:r>
            <a:r>
              <a:rPr dirty="0" sz="1700" spc="150" i="1">
                <a:latin typeface="Arial"/>
                <a:cs typeface="Arial"/>
              </a:rPr>
              <a:t> </a:t>
            </a:r>
            <a:r>
              <a:rPr dirty="0" sz="1700" spc="25" i="1">
                <a:latin typeface="Arial"/>
                <a:cs typeface="Arial"/>
              </a:rPr>
              <a:t>Inserca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30" i="1">
                <a:latin typeface="Arial"/>
                <a:cs typeface="Arial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36345">
              <a:lnSpc>
                <a:spcPct val="100000"/>
              </a:lnSpc>
              <a:spcBef>
                <a:spcPts val="675"/>
              </a:spcBef>
            </a:pPr>
            <a:r>
              <a:rPr dirty="0" sz="1700" spc="20">
                <a:latin typeface="Arial"/>
                <a:cs typeface="Arial"/>
              </a:rPr>
              <a:t>TipoVeto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spcBef>
                <a:spcPts val="147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455" i="1">
                <a:latin typeface="Arial"/>
                <a:cs typeface="Arial"/>
              </a:rPr>
              <a:t>M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210" i="1">
                <a:latin typeface="Arial"/>
                <a:cs typeface="Arial"/>
              </a:rPr>
              <a:t>T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vi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à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06790" cy="3384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(1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508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59785" y="2036102"/>
            <a:ext cx="0" cy="2740660"/>
          </a:xfrm>
          <a:custGeom>
            <a:avLst/>
            <a:gdLst/>
            <a:ahLst/>
            <a:cxnLst/>
            <a:rect l="l" t="t" r="r" b="b"/>
            <a:pathLst>
              <a:path w="0" h="2740660">
                <a:moveTo>
                  <a:pt x="0" y="274045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00226" y="2036102"/>
            <a:ext cx="0" cy="2740660"/>
          </a:xfrm>
          <a:custGeom>
            <a:avLst/>
            <a:gdLst/>
            <a:ahLst/>
            <a:cxnLst/>
            <a:rect l="l" t="t" r="r" b="b"/>
            <a:pathLst>
              <a:path w="0" h="2740660">
                <a:moveTo>
                  <a:pt x="0" y="274045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21295" y="5204180"/>
            <a:ext cx="615124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As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27684" y="304008"/>
          <a:ext cx="9639300" cy="4481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6274"/>
                <a:gridCol w="316027"/>
                <a:gridCol w="420224"/>
                <a:gridCol w="420229"/>
                <a:gridCol w="420211"/>
                <a:gridCol w="432466"/>
                <a:gridCol w="3123403"/>
              </a:tblGrid>
              <a:tr h="567033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200" spc="-5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ojet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lgo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ap</a:t>
                      </a:r>
                      <a:r>
                        <a:rPr dirty="0" sz="1200" spc="15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denaçã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Seçã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.1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200" spc="-5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7880">
                <a:tc>
                  <a:txBody>
                    <a:bodyPr/>
                    <a:lstStyle/>
                    <a:p>
                      <a:pPr marL="495934">
                        <a:lnSpc>
                          <a:spcPts val="2790"/>
                        </a:lnSpc>
                      </a:pPr>
                      <a:r>
                        <a:rPr dirty="0" sz="2450" b="1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450" spc="-50" b="1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dirty="0" sz="2450" b="1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dirty="0" sz="2450" spc="-5" b="1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2450" b="1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450" spc="-5" b="1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açã</a:t>
                      </a:r>
                      <a:r>
                        <a:rPr dirty="0" sz="2450" b="1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450" spc="10" b="1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50" b="1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por</a:t>
                      </a:r>
                      <a:r>
                        <a:rPr dirty="0" sz="2450" spc="5" b="1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50" spc="-5" b="1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Se</a:t>
                      </a:r>
                      <a:r>
                        <a:rPr dirty="0" sz="2450" b="1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dirty="0" sz="2450" spc="-5" b="1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eçã</a:t>
                      </a:r>
                      <a:r>
                        <a:rPr dirty="0" sz="2450" b="1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450" spc="10" b="1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50" spc="-5" b="1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(2</a:t>
                      </a:r>
                      <a:r>
                        <a:rPr dirty="0" sz="2450" b="1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47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968375" indent="-262255">
                        <a:lnSpc>
                          <a:spcPct val="100000"/>
                        </a:lnSpc>
                        <a:buFont typeface="Lucida Sans Unicode"/>
                        <a:buChar char="•"/>
                        <a:tabLst>
                          <a:tab pos="969010" algn="l"/>
                        </a:tabLst>
                      </a:pPr>
                      <a:r>
                        <a:rPr dirty="0" sz="205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m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é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d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é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il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u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2050" spc="-2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d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b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ix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: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9172">
                <a:tc>
                  <a:txBody>
                    <a:bodyPr/>
                    <a:lstStyle/>
                    <a:p>
                      <a:pPr/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70915">
                <a:tc>
                  <a:txBody>
                    <a:bodyPr/>
                    <a:lstStyle/>
                    <a:p>
                      <a:pPr marL="28873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dirty="0" sz="1700" spc="-3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 spc="-3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52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3189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1532">
                <a:tc>
                  <a:txBody>
                    <a:bodyPr/>
                    <a:lstStyle/>
                    <a:p>
                      <a:pPr algn="r" marR="7175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52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3189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371475">
                <a:tc>
                  <a:txBody>
                    <a:bodyPr/>
                    <a:lstStyle/>
                    <a:p>
                      <a:pPr algn="r" marR="7175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3189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3189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1475">
                <a:tc>
                  <a:txBody>
                    <a:bodyPr/>
                    <a:lstStyle/>
                    <a:p>
                      <a:pPr algn="r" marR="7175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3189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9539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1532">
                <a:tc>
                  <a:txBody>
                    <a:bodyPr/>
                    <a:lstStyle/>
                    <a:p>
                      <a:pPr algn="r" marR="7175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3189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52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434354">
                <a:tc>
                  <a:txBody>
                    <a:bodyPr/>
                    <a:lstStyle/>
                    <a:p>
                      <a:pPr algn="r" marR="7175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3189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52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353631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7211" y="1770710"/>
            <a:ext cx="5041900" cy="33756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2807970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75" b="1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Seleca</a:t>
            </a:r>
            <a:r>
              <a:rPr dirty="0" sz="1700" spc="100">
                <a:latin typeface="Arial"/>
                <a:cs typeface="Arial"/>
              </a:rPr>
              <a:t>o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260">
                <a:latin typeface="Lucida Sans Unicode"/>
                <a:cs typeface="Lucida Sans Unicode"/>
              </a:rPr>
              <a:t>∗</a:t>
            </a:r>
            <a:r>
              <a:rPr dirty="0" sz="1700" spc="5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1775" marR="2576195" indent="-188595">
              <a:lnSpc>
                <a:spcPts val="2720"/>
              </a:lnSpc>
              <a:spcBef>
                <a:spcPts val="200"/>
              </a:spcBef>
              <a:tabLst>
                <a:tab pos="1428750" algn="l"/>
                <a:tab pos="175006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 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12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>
              <a:lnSpc>
                <a:spcPct val="100000"/>
              </a:lnSpc>
              <a:spcBef>
                <a:spcPts val="470"/>
              </a:spcBef>
              <a:tabLst>
                <a:tab pos="977265" algn="l"/>
                <a:tab pos="1545590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150">
                <a:latin typeface="Lucida Sans Unicode"/>
                <a:cs typeface="Lucida Sans Unicode"/>
              </a:rPr>
              <a:t> </a:t>
            </a:r>
            <a:r>
              <a:rPr dirty="0" sz="1700" spc="114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66750">
              <a:lnSpc>
                <a:spcPct val="100000"/>
              </a:lnSpc>
              <a:spcBef>
                <a:spcPts val="675"/>
              </a:spcBef>
              <a:tabLst>
                <a:tab pos="1834514" algn="l"/>
                <a:tab pos="2402840" algn="l"/>
                <a:tab pos="3260090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80">
                <a:latin typeface="Arial"/>
                <a:cs typeface="Arial"/>
              </a:rPr>
              <a:t> </a:t>
            </a:r>
            <a:r>
              <a:rPr dirty="0" sz="1700" spc="19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658495" marR="5080" indent="241935">
              <a:lnSpc>
                <a:spcPts val="2720"/>
              </a:lnSpc>
              <a:spcBef>
                <a:spcPts val="200"/>
              </a:spcBef>
              <a:tabLst>
                <a:tab pos="1202690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60">
                <a:latin typeface="Arial"/>
                <a:cs typeface="Arial"/>
              </a:rPr>
              <a:t>(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8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A</a:t>
            </a:r>
            <a:r>
              <a:rPr dirty="0" sz="1700" spc="125">
                <a:latin typeface="Arial"/>
                <a:cs typeface="Arial"/>
              </a:rPr>
              <a:t>[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19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9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x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125">
                <a:latin typeface="Arial"/>
                <a:cs typeface="Arial"/>
              </a:rPr>
              <a:t>[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A</a:t>
            </a:r>
            <a:r>
              <a:rPr dirty="0" sz="1700" spc="125">
                <a:latin typeface="Arial"/>
                <a:cs typeface="Arial"/>
              </a:rPr>
              <a:t>[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13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47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6188" y="1772041"/>
            <a:ext cx="3672840" cy="758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7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7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7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vim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78141" y="2863202"/>
            <a:ext cx="85407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018386" y="3058007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 h="0">
                <a:moveTo>
                  <a:pt x="0" y="0"/>
                </a:moveTo>
                <a:lnTo>
                  <a:pt x="20391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005686" y="2787167"/>
            <a:ext cx="218440" cy="47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7945" indent="-55880">
              <a:lnSpc>
                <a:spcPct val="100000"/>
              </a:lnSpc>
            </a:pPr>
            <a:r>
              <a:rPr dirty="0" baseline="-20576" sz="2025" spc="217" i="1">
                <a:latin typeface="Trebuchet MS"/>
                <a:cs typeface="Trebuchet MS"/>
              </a:rPr>
              <a:t>n</a:t>
            </a:r>
            <a:r>
              <a:rPr dirty="0" sz="1000" spc="75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  <a:p>
            <a:pPr marL="67945">
              <a:lnSpc>
                <a:spcPct val="100000"/>
              </a:lnSpc>
              <a:spcBef>
                <a:spcPts val="390"/>
              </a:spcBef>
            </a:pP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82786" y="2848889"/>
            <a:ext cx="138430" cy="223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45" i="1" u="sng">
                <a:latin typeface="Trebuchet MS"/>
                <a:cs typeface="Trebuchet MS"/>
              </a:rPr>
              <a:t>n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94179" y="2863202"/>
            <a:ext cx="417195" cy="4025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95">
                <a:latin typeface="Lucida Sans Unicode"/>
                <a:cs typeface="Lucida Sans Unicode"/>
              </a:rPr>
              <a:t> </a:t>
            </a:r>
            <a:r>
              <a:rPr dirty="0" baseline="-28806" sz="2025" spc="142">
                <a:latin typeface="PMingLiU"/>
                <a:cs typeface="PMingLiU"/>
              </a:rPr>
              <a:t>2</a:t>
            </a:r>
            <a:endParaRPr baseline="-28806" sz="2025">
              <a:latin typeface="PMingLiU"/>
              <a:cs typeface="PMingLiU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78141" y="3312172"/>
            <a:ext cx="193103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15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21295" y="5706818"/>
            <a:ext cx="7882255" cy="758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455" i="1">
                <a:latin typeface="Arial"/>
                <a:cs typeface="Arial"/>
              </a:rPr>
              <a:t>M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85">
                <a:latin typeface="Georgia"/>
                <a:cs typeface="Georgia"/>
              </a:rPr>
              <a:t>: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380" i="1">
                <a:latin typeface="Arial"/>
                <a:cs typeface="Arial"/>
              </a:rPr>
              <a:t>j</a:t>
            </a:r>
            <a:r>
              <a:rPr dirty="0" sz="2050" spc="12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5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K</a:t>
            </a:r>
            <a:r>
              <a:rPr dirty="0" sz="2050" spc="-2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7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94420" cy="5090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50" spc="-13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antagen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vim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480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2700" marR="2865120" indent="209550">
              <a:lnSpc>
                <a:spcPct val="1768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já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á</a:t>
            </a:r>
            <a:r>
              <a:rPr dirty="0" sz="205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81695" cy="32245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4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Em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=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2" marL="1114425" indent="-262255">
              <a:lnSpc>
                <a:spcPct val="100000"/>
              </a:lnSpc>
              <a:spcBef>
                <a:spcPts val="75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ü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2" marL="1114425" marR="5080" indent="-262255">
              <a:lnSpc>
                <a:spcPct val="119700"/>
              </a:lnSpc>
              <a:buFont typeface="Lucida Sans Unicode"/>
              <a:buChar char="·"/>
              <a:tabLst>
                <a:tab pos="111506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ü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3634740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41370" y="2036102"/>
            <a:ext cx="0" cy="2740660"/>
          </a:xfrm>
          <a:custGeom>
            <a:avLst/>
            <a:gdLst/>
            <a:ahLst/>
            <a:cxnLst/>
            <a:rect l="l" t="t" r="r" b="b"/>
            <a:pathLst>
              <a:path w="0" h="2740660">
                <a:moveTo>
                  <a:pt x="0" y="274045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221295" y="5204180"/>
            <a:ext cx="6814184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As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ü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211770" y="1576211"/>
          <a:ext cx="6411595" cy="3209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33383"/>
                <a:gridCol w="398736"/>
                <a:gridCol w="432446"/>
                <a:gridCol w="432447"/>
                <a:gridCol w="432454"/>
                <a:gridCol w="432453"/>
                <a:gridCol w="544922"/>
              </a:tblGrid>
              <a:tr h="459827">
                <a:tc>
                  <a:txBody>
                    <a:bodyPr/>
                    <a:lstStyle/>
                    <a:p>
                      <a:pPr algn="r" marL="284480" marR="89535" indent="-262255">
                        <a:lnSpc>
                          <a:spcPct val="100000"/>
                        </a:lnSpc>
                        <a:spcBef>
                          <a:spcPts val="120"/>
                        </a:spcBef>
                        <a:buFont typeface="Lucida Sans Unicode"/>
                        <a:buChar char="•"/>
                        <a:tabLst>
                          <a:tab pos="285115" algn="l"/>
                        </a:tabLst>
                      </a:pPr>
                      <a:r>
                        <a:rPr dirty="0" sz="205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m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é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d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é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il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u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2050" spc="-2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d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b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ix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: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pPr/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48555">
                <a:tc>
                  <a:txBody>
                    <a:bodyPr/>
                    <a:lstStyle/>
                    <a:p>
                      <a:pPr/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algn="r" marR="1568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dirty="0" sz="1700" spc="-3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 spc="-3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algn="r" marR="6470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r" marR="6470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r" marR="6470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algn="r" marR="6470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34354">
                <a:tc>
                  <a:txBody>
                    <a:bodyPr/>
                    <a:lstStyle/>
                    <a:p>
                      <a:pPr algn="r" marR="6470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4298315" cy="20853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914650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20" b="1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Inserca</a:t>
            </a:r>
            <a:r>
              <a:rPr dirty="0" sz="1700" spc="160">
                <a:latin typeface="Arial"/>
                <a:cs typeface="Arial"/>
              </a:rPr>
              <a:t>o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254">
                <a:latin typeface="Lucida Sans Unicode"/>
                <a:cs typeface="Lucida Sans Unicode"/>
              </a:rPr>
              <a:t>∗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1775" marR="2367915" indent="-188595">
              <a:lnSpc>
                <a:spcPct val="133100"/>
              </a:lnSpc>
              <a:tabLst>
                <a:tab pos="1428750" algn="l"/>
                <a:tab pos="175958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 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>
              <a:lnSpc>
                <a:spcPct val="100000"/>
              </a:lnSpc>
              <a:spcBef>
                <a:spcPts val="675"/>
              </a:spcBef>
              <a:tabLst>
                <a:tab pos="977265" algn="l"/>
                <a:tab pos="1545590" algn="l"/>
                <a:tab pos="2402840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2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85">
                <a:latin typeface="Arial"/>
                <a:cs typeface="Arial"/>
              </a:rPr>
              <a:t> </a:t>
            </a:r>
            <a:r>
              <a:rPr dirty="0" sz="1700" spc="19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66697" y="3022409"/>
            <a:ext cx="1162050" cy="6153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80340">
              <a:lnSpc>
                <a:spcPct val="100000"/>
              </a:lnSpc>
              <a:spcBef>
                <a:spcPts val="675"/>
              </a:spcBef>
            </a:pPr>
            <a:r>
              <a:rPr dirty="0" sz="1700" spc="2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47339" y="3022409"/>
            <a:ext cx="1603375" cy="6286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305">
              <a:lnSpc>
                <a:spcPct val="100000"/>
              </a:lnSpc>
            </a:pP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80">
                <a:latin typeface="Lucida Sans Unicode"/>
                <a:cs typeface="Lucida Sans Unicode"/>
              </a:rPr>
              <a:t> </a:t>
            </a:r>
            <a:r>
              <a:rPr dirty="0" sz="1700" spc="75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27660" algn="l"/>
                <a:tab pos="1405255" algn="l"/>
              </a:tabLst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	</a:t>
            </a:r>
            <a:r>
              <a:rPr dirty="0" sz="1700" spc="75" i="1">
                <a:latin typeface="Arial"/>
                <a:cs typeface="Arial"/>
              </a:rPr>
              <a:t>s</a:t>
            </a:r>
            <a:r>
              <a:rPr dirty="0" sz="1700" spc="75" i="1">
                <a:latin typeface="Arial"/>
                <a:cs typeface="Arial"/>
              </a:rPr>
              <a:t>entinel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	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52320" y="3712438"/>
            <a:ext cx="3009900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8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16366" y="4057396"/>
            <a:ext cx="450850" cy="283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-265">
                <a:latin typeface="Lucida Sans Unicode"/>
                <a:cs typeface="Lucida Sans Unicode"/>
              </a:rPr>
              <a:t>−</a:t>
            </a:r>
            <a:r>
              <a:rPr dirty="0" sz="1700" spc="-140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4832" y="4057396"/>
            <a:ext cx="1950085" cy="9601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3050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+1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19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6289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+1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19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8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8471" y="5092496"/>
            <a:ext cx="527050" cy="6153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r" marR="5080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883525" cy="37445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050">
                <a:latin typeface="Arial"/>
                <a:cs typeface="Arial"/>
              </a:rPr>
              <a:t>Con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obr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marR="315595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ü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Times New Roman"/>
              <a:buChar char="–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7509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8100"/>
            <a:ext cx="7216140" cy="15798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sima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5" i="1">
                <a:latin typeface="Arial"/>
                <a:cs typeface="Arial"/>
              </a:rPr>
              <a:t>C</a:t>
            </a:r>
            <a:r>
              <a:rPr dirty="0" baseline="-12345" sz="2025" spc="120" i="1">
                <a:latin typeface="Trebuchet MS"/>
                <a:cs typeface="Trebuchet MS"/>
              </a:rPr>
              <a:t>i</a:t>
            </a:r>
            <a:r>
              <a:rPr dirty="0" baseline="-12345" sz="2025" i="1">
                <a:latin typeface="Trebuchet MS"/>
                <a:cs typeface="Trebuchet MS"/>
              </a:rPr>
              <a:t> </a:t>
            </a:r>
            <a:r>
              <a:rPr dirty="0" baseline="-12345" sz="2025" spc="-232" i="1">
                <a:latin typeface="Trebuchet MS"/>
                <a:cs typeface="Trebuchet MS"/>
              </a:rPr>
              <a:t> 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09019" y="2716441"/>
            <a:ext cx="1254760" cy="800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85">
                <a:latin typeface="Georgia"/>
                <a:cs typeface="Georgia"/>
              </a:rPr>
              <a:t>: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35" i="1">
                <a:latin typeface="Arial"/>
                <a:cs typeface="Arial"/>
              </a:rPr>
              <a:t>C</a:t>
            </a:r>
            <a:r>
              <a:rPr dirty="0" baseline="-12345" sz="2025" spc="247" i="1">
                <a:latin typeface="Trebuchet MS"/>
                <a:cs typeface="Trebuchet MS"/>
              </a:rPr>
              <a:t>i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2050" spc="-85">
                <a:latin typeface="Georgia"/>
                <a:cs typeface="Georgia"/>
              </a:rPr>
              <a:t>: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35" i="1">
                <a:latin typeface="Arial"/>
                <a:cs typeface="Arial"/>
              </a:rPr>
              <a:t>C</a:t>
            </a:r>
            <a:r>
              <a:rPr dirty="0" baseline="-12345" sz="2025" spc="247" i="1">
                <a:latin typeface="Trebuchet MS"/>
                <a:cs typeface="Trebuchet MS"/>
              </a:rPr>
              <a:t>i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3054" y="2579913"/>
            <a:ext cx="1362710" cy="1373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43700"/>
              </a:lnSpc>
            </a:pPr>
            <a:r>
              <a:rPr dirty="0" sz="2050" spc="-70">
                <a:latin typeface="Georgia"/>
                <a:cs typeface="Georgia"/>
              </a:rPr>
              <a:t>Me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75">
                <a:latin typeface="Georgia"/>
                <a:cs typeface="Georgia"/>
              </a:rPr>
              <a:t>h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60">
                <a:latin typeface="Georgia"/>
                <a:cs typeface="Georgia"/>
              </a:rPr>
              <a:t>r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35">
                <a:latin typeface="Georgia"/>
                <a:cs typeface="Georgia"/>
              </a:rPr>
              <a:t>c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-90">
                <a:latin typeface="Georgia"/>
                <a:cs typeface="Georgia"/>
              </a:rPr>
              <a:t>s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4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P</a:t>
            </a:r>
            <a:r>
              <a:rPr dirty="0" sz="2050" spc="-45">
                <a:latin typeface="Georgia"/>
                <a:cs typeface="Georgia"/>
              </a:rPr>
              <a:t>i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60">
                <a:latin typeface="Georgia"/>
                <a:cs typeface="Georgia"/>
              </a:rPr>
              <a:t>r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35">
                <a:latin typeface="Georgia"/>
                <a:cs typeface="Georgia"/>
              </a:rPr>
              <a:t>c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-90">
                <a:latin typeface="Georgia"/>
                <a:cs typeface="Georgia"/>
              </a:rPr>
              <a:t>s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45">
                <a:latin typeface="Georgia"/>
                <a:cs typeface="Georgia"/>
              </a:rPr>
              <a:t> </a:t>
            </a:r>
            <a:r>
              <a:rPr dirty="0" sz="2050" spc="140">
                <a:latin typeface="Georgia"/>
                <a:cs typeface="Georgia"/>
              </a:rPr>
              <a:t>C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-90">
                <a:latin typeface="Georgia"/>
                <a:cs typeface="Georgia"/>
              </a:rPr>
              <a:t>s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80">
                <a:latin typeface="Georgia"/>
                <a:cs typeface="Georgia"/>
              </a:rPr>
              <a:t>m</a:t>
            </a:r>
            <a:r>
              <a:rPr dirty="0" sz="2050" spc="-969">
                <a:latin typeface="Georgia"/>
                <a:cs typeface="Georgia"/>
              </a:rPr>
              <a:t>´</a:t>
            </a:r>
            <a:r>
              <a:rPr dirty="0" sz="2050" spc="-95">
                <a:latin typeface="Georgia"/>
                <a:cs typeface="Georgia"/>
              </a:rPr>
              <a:t>e</a:t>
            </a:r>
            <a:r>
              <a:rPr dirty="0" sz="2050" spc="-55">
                <a:latin typeface="Georgia"/>
                <a:cs typeface="Georgia"/>
              </a:rPr>
              <a:t>d</a:t>
            </a:r>
            <a:r>
              <a:rPr dirty="0" sz="2050" spc="-45">
                <a:latin typeface="Georgia"/>
                <a:cs typeface="Georgia"/>
              </a:rPr>
              <a:t>i</a:t>
            </a:r>
            <a:r>
              <a:rPr dirty="0" sz="2050" spc="-95">
                <a:latin typeface="Georgia"/>
                <a:cs typeface="Georgia"/>
              </a:rPr>
              <a:t>o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50991" y="3793578"/>
            <a:ext cx="88900" cy="223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80" i="1">
                <a:latin typeface="Trebuchet MS"/>
                <a:cs typeface="Trebuchet MS"/>
              </a:rPr>
              <a:t>i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09032" y="3614153"/>
            <a:ext cx="3344545" cy="351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85">
                <a:latin typeface="Georgia"/>
                <a:cs typeface="Georgia"/>
              </a:rPr>
              <a:t>: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35" i="1">
                <a:latin typeface="Arial"/>
                <a:cs typeface="Arial"/>
              </a:rPr>
              <a:t>C</a:t>
            </a:r>
            <a:r>
              <a:rPr dirty="0" baseline="-12345" sz="2025" spc="247" i="1">
                <a:latin typeface="Trebuchet MS"/>
                <a:cs typeface="Trebuchet MS"/>
              </a:rPr>
              <a:t>i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>
                <a:latin typeface="Georgia"/>
                <a:cs typeface="Georgia"/>
              </a:rPr>
              <a:t> </a:t>
            </a:r>
            <a:r>
              <a:rPr dirty="0" sz="2050" spc="-210">
                <a:latin typeface="Georgia"/>
                <a:cs typeface="Georgia"/>
              </a:rPr>
              <a:t> </a:t>
            </a:r>
            <a:r>
              <a:rPr dirty="0" baseline="32921" sz="2025" spc="142" u="sng">
                <a:latin typeface="PMingLiU"/>
                <a:cs typeface="PMingLiU"/>
              </a:rPr>
              <a:t>1</a:t>
            </a:r>
            <a:r>
              <a:rPr dirty="0" baseline="32921" sz="2025" spc="-217">
                <a:latin typeface="PMingLiU"/>
                <a:cs typeface="PMingLiU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26819" y="3615842"/>
            <a:ext cx="326390" cy="4013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16205" marR="5080" indent="-104139">
              <a:lnSpc>
                <a:spcPts val="1530"/>
              </a:lnSpc>
            </a:pPr>
            <a:r>
              <a:rPr dirty="0" sz="1350" spc="80" i="1" u="sng">
                <a:latin typeface="Trebuchet MS"/>
                <a:cs typeface="Trebuchet MS"/>
              </a:rPr>
              <a:t>i</a:t>
            </a:r>
            <a:r>
              <a:rPr dirty="0" sz="1350" spc="420" u="sng">
                <a:latin typeface="PMingLiU"/>
                <a:cs typeface="PMingLiU"/>
              </a:rPr>
              <a:t>+</a:t>
            </a:r>
            <a:r>
              <a:rPr dirty="0" sz="1350" spc="95" u="sng">
                <a:latin typeface="PMingLiU"/>
                <a:cs typeface="PMingLiU"/>
              </a:rPr>
              <a:t>1</a:t>
            </a:r>
            <a:r>
              <a:rPr dirty="0" sz="1350" spc="75">
                <a:latin typeface="PMingLiU"/>
                <a:cs typeface="PMingLiU"/>
              </a:rPr>
              <a:t> 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21295" y="4205061"/>
            <a:ext cx="8382000" cy="7499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marR="5080" indent="-262255">
              <a:lnSpc>
                <a:spcPct val="118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Ass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17961" y="5242471"/>
            <a:ext cx="3859529" cy="5613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85">
                <a:latin typeface="Georgia"/>
                <a:cs typeface="Georgia"/>
              </a:rPr>
              <a:t>: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 algn="r" marR="362585">
              <a:lnSpc>
                <a:spcPts val="1130"/>
              </a:lnSpc>
              <a:spcBef>
                <a:spcPts val="825"/>
              </a:spcBef>
            </a:pPr>
            <a:r>
              <a:rPr dirty="0" sz="1000" spc="75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56208" y="5870752"/>
            <a:ext cx="645795" cy="223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539750" algn="l"/>
              </a:tabLst>
            </a:pPr>
            <a:r>
              <a:rPr dirty="0" sz="1350" spc="95">
                <a:latin typeface="PMingLiU"/>
                <a:cs typeface="PMingLiU"/>
              </a:rPr>
              <a:t>2</a:t>
            </a:r>
            <a:r>
              <a:rPr dirty="0" sz="1350" spc="95">
                <a:latin typeface="PMingLiU"/>
                <a:cs typeface="PMingLiU"/>
              </a:rPr>
              <a:t>	</a:t>
            </a: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7967" y="5691327"/>
            <a:ext cx="4469130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85">
                <a:latin typeface="Georgia"/>
                <a:cs typeface="Georgia"/>
              </a:rPr>
              <a:t>: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>
                <a:latin typeface="Georgia"/>
                <a:cs typeface="Georgia"/>
              </a:rPr>
              <a:t> </a:t>
            </a:r>
            <a:r>
              <a:rPr dirty="0" sz="2050" spc="-210">
                <a:latin typeface="Georgia"/>
                <a:cs typeface="Georgia"/>
              </a:rPr>
              <a:t> </a:t>
            </a:r>
            <a:r>
              <a:rPr dirty="0" baseline="32921" sz="2025" spc="217" i="1" u="sng">
                <a:latin typeface="Trebuchet MS"/>
                <a:cs typeface="Trebuchet MS"/>
              </a:rPr>
              <a:t>n</a:t>
            </a:r>
            <a:r>
              <a:rPr dirty="0" baseline="32921" sz="2025" i="1" u="sng">
                <a:latin typeface="Trebuchet MS"/>
                <a:cs typeface="Trebuchet MS"/>
              </a:rPr>
              <a:t> </a:t>
            </a:r>
            <a:r>
              <a:rPr dirty="0" baseline="32921" sz="2025" spc="-142" i="1" u="sng">
                <a:latin typeface="Trebuchet MS"/>
                <a:cs typeface="Trebuchet MS"/>
              </a:rPr>
              <a:t> </a:t>
            </a:r>
            <a:r>
              <a:rPr dirty="0" baseline="32921" sz="2025" i="1">
                <a:latin typeface="Trebuchet MS"/>
                <a:cs typeface="Trebuchet MS"/>
              </a:rPr>
              <a:t> </a:t>
            </a:r>
            <a:r>
              <a:rPr dirty="0" baseline="32921" sz="2025" spc="-225" i="1">
                <a:latin typeface="Trebuchet MS"/>
                <a:cs typeface="Trebuchet MS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170">
                <a:latin typeface="Georgia"/>
                <a:cs typeface="Georgia"/>
              </a:rPr>
              <a:t> </a:t>
            </a:r>
            <a:r>
              <a:rPr dirty="0" baseline="32921" sz="2025" spc="217" i="1" u="sng">
                <a:latin typeface="Trebuchet MS"/>
                <a:cs typeface="Trebuchet MS"/>
              </a:rPr>
              <a:t>n</a:t>
            </a:r>
            <a:r>
              <a:rPr dirty="0" baseline="32921" sz="2025" i="1">
                <a:latin typeface="Trebuchet MS"/>
                <a:cs typeface="Trebuchet MS"/>
              </a:rPr>
              <a:t> </a:t>
            </a:r>
            <a:r>
              <a:rPr dirty="0" baseline="32921" sz="2025" spc="-225" i="1">
                <a:latin typeface="Trebuchet MS"/>
                <a:cs typeface="Trebuchet MS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61997" y="5105943"/>
            <a:ext cx="1362710" cy="1373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43700"/>
              </a:lnSpc>
            </a:pPr>
            <a:r>
              <a:rPr dirty="0" sz="2050" spc="-70">
                <a:latin typeface="Georgia"/>
                <a:cs typeface="Georgia"/>
              </a:rPr>
              <a:t>Me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75">
                <a:latin typeface="Georgia"/>
                <a:cs typeface="Georgia"/>
              </a:rPr>
              <a:t>h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60">
                <a:latin typeface="Georgia"/>
                <a:cs typeface="Georgia"/>
              </a:rPr>
              <a:t>r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35">
                <a:latin typeface="Georgia"/>
                <a:cs typeface="Georgia"/>
              </a:rPr>
              <a:t>c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-90">
                <a:latin typeface="Georgia"/>
                <a:cs typeface="Georgia"/>
              </a:rPr>
              <a:t>s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4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P</a:t>
            </a:r>
            <a:r>
              <a:rPr dirty="0" sz="2050" spc="-45">
                <a:latin typeface="Georgia"/>
                <a:cs typeface="Georgia"/>
              </a:rPr>
              <a:t>i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60">
                <a:latin typeface="Georgia"/>
                <a:cs typeface="Georgia"/>
              </a:rPr>
              <a:t>r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35">
                <a:latin typeface="Georgia"/>
                <a:cs typeface="Georgia"/>
              </a:rPr>
              <a:t>c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-90">
                <a:latin typeface="Georgia"/>
                <a:cs typeface="Georgia"/>
              </a:rPr>
              <a:t>s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45">
                <a:latin typeface="Georgia"/>
                <a:cs typeface="Georgia"/>
              </a:rPr>
              <a:t> </a:t>
            </a:r>
            <a:r>
              <a:rPr dirty="0" sz="2050" spc="140">
                <a:latin typeface="Georgia"/>
                <a:cs typeface="Georgia"/>
              </a:rPr>
              <a:t>C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-90">
                <a:latin typeface="Georgia"/>
                <a:cs typeface="Georgia"/>
              </a:rPr>
              <a:t>s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80">
                <a:latin typeface="Georgia"/>
                <a:cs typeface="Georgia"/>
              </a:rPr>
              <a:t>m</a:t>
            </a:r>
            <a:r>
              <a:rPr dirty="0" sz="2050" spc="-969">
                <a:latin typeface="Georgia"/>
                <a:cs typeface="Georgia"/>
              </a:rPr>
              <a:t>´</a:t>
            </a:r>
            <a:r>
              <a:rPr dirty="0" sz="2050" spc="-95">
                <a:latin typeface="Georgia"/>
                <a:cs typeface="Georgia"/>
              </a:rPr>
              <a:t>e</a:t>
            </a:r>
            <a:r>
              <a:rPr dirty="0" sz="2050" spc="-55">
                <a:latin typeface="Georgia"/>
                <a:cs typeface="Georgia"/>
              </a:rPr>
              <a:t>d</a:t>
            </a:r>
            <a:r>
              <a:rPr dirty="0" sz="2050" spc="-45">
                <a:latin typeface="Georgia"/>
                <a:cs typeface="Georgia"/>
              </a:rPr>
              <a:t>i</a:t>
            </a:r>
            <a:r>
              <a:rPr dirty="0" sz="2050" spc="-95">
                <a:latin typeface="Georgia"/>
                <a:cs typeface="Georgia"/>
              </a:rPr>
              <a:t>o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89753" y="6319608"/>
            <a:ext cx="118745" cy="223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17961" y="6140296"/>
            <a:ext cx="3799204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85">
                <a:latin typeface="Georgia"/>
                <a:cs typeface="Georgia"/>
              </a:rPr>
              <a:t>: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>
                <a:latin typeface="Georgia"/>
                <a:cs typeface="Georgia"/>
              </a:rPr>
              <a:t> </a:t>
            </a:r>
            <a:r>
              <a:rPr dirty="0" sz="2050" spc="-210">
                <a:latin typeface="Georgia"/>
                <a:cs typeface="Georgia"/>
              </a:rPr>
              <a:t> </a:t>
            </a:r>
            <a:r>
              <a:rPr dirty="0" baseline="32921" sz="2025" spc="142" u="sng">
                <a:latin typeface="PMingLiU"/>
                <a:cs typeface="PMingLiU"/>
              </a:rPr>
              <a:t>1</a:t>
            </a:r>
            <a:r>
              <a:rPr dirty="0" baseline="32921" sz="2025" spc="-217">
                <a:latin typeface="PMingLiU"/>
                <a:cs typeface="PMingLiU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03832" y="6108598"/>
            <a:ext cx="106045" cy="1441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30"/>
              </a:lnSpc>
            </a:pPr>
            <a:r>
              <a:rPr dirty="0" sz="1000" spc="75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46453" y="6319608"/>
            <a:ext cx="692150" cy="223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586105" algn="l"/>
              </a:tabLst>
            </a:pPr>
            <a:r>
              <a:rPr dirty="0" sz="1350" spc="95">
                <a:latin typeface="PMingLiU"/>
                <a:cs typeface="PMingLiU"/>
              </a:rPr>
              <a:t>4</a:t>
            </a:r>
            <a:r>
              <a:rPr dirty="0" sz="1350" spc="95">
                <a:latin typeface="PMingLiU"/>
                <a:cs typeface="PMingLiU"/>
              </a:rPr>
              <a:t>	</a:t>
            </a:r>
            <a:r>
              <a:rPr dirty="0" sz="1350" spc="95">
                <a:latin typeface="PMingLiU"/>
                <a:cs typeface="PMingLiU"/>
              </a:rPr>
              <a:t>4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91018" y="6036969"/>
            <a:ext cx="1279525" cy="4425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45" i="1" u="sng">
                <a:latin typeface="Trebuchet MS"/>
                <a:cs typeface="Trebuchet MS"/>
              </a:rPr>
              <a:t>n</a:t>
            </a:r>
            <a:r>
              <a:rPr dirty="0" sz="1350" spc="145" i="1" u="sng">
                <a:latin typeface="Trebuchet MS"/>
                <a:cs typeface="Trebuchet MS"/>
              </a:rPr>
              <a:t> </a:t>
            </a:r>
            <a:r>
              <a:rPr dirty="0" sz="1350" spc="-95" i="1" u="sng">
                <a:latin typeface="Trebuchet MS"/>
                <a:cs typeface="Trebuchet MS"/>
              </a:rPr>
              <a:t> </a:t>
            </a:r>
            <a:r>
              <a:rPr dirty="0" sz="1350" i="1">
                <a:latin typeface="Trebuchet MS"/>
                <a:cs typeface="Trebuchet MS"/>
              </a:rPr>
              <a:t> </a:t>
            </a:r>
            <a:r>
              <a:rPr dirty="0" sz="1350" spc="-150" i="1">
                <a:latin typeface="Trebuchet MS"/>
                <a:cs typeface="Trebuchet MS"/>
              </a:rPr>
              <a:t> </a:t>
            </a:r>
            <a:r>
              <a:rPr dirty="0" baseline="-21680" sz="3075" spc="375">
                <a:latin typeface="Georgia"/>
                <a:cs typeface="Georgia"/>
              </a:rPr>
              <a:t>+</a:t>
            </a:r>
            <a:r>
              <a:rPr dirty="0" baseline="-21680" sz="3075" spc="254">
                <a:latin typeface="Georgia"/>
                <a:cs typeface="Georgia"/>
              </a:rPr>
              <a:t> </a:t>
            </a:r>
            <a:r>
              <a:rPr dirty="0" sz="1350" spc="95" u="sng">
                <a:latin typeface="PMingLiU"/>
                <a:cs typeface="PMingLiU"/>
              </a:rPr>
              <a:t>3</a:t>
            </a:r>
            <a:r>
              <a:rPr dirty="0" sz="1350" spc="145" i="1" u="sng">
                <a:latin typeface="Trebuchet MS"/>
                <a:cs typeface="Trebuchet MS"/>
              </a:rPr>
              <a:t>n</a:t>
            </a:r>
            <a:r>
              <a:rPr dirty="0" sz="1350" i="1">
                <a:latin typeface="Trebuchet MS"/>
                <a:cs typeface="Trebuchet MS"/>
              </a:rPr>
              <a:t> </a:t>
            </a:r>
            <a:r>
              <a:rPr dirty="0" sz="1350" spc="-150" i="1">
                <a:latin typeface="Trebuchet MS"/>
                <a:cs typeface="Trebuchet MS"/>
              </a:rPr>
              <a:t> </a:t>
            </a:r>
            <a:r>
              <a:rPr dirty="0" baseline="-21680" sz="3075" spc="-37">
                <a:latin typeface="Lucida Sans Unicode"/>
                <a:cs typeface="Lucida Sans Unicode"/>
              </a:rPr>
              <a:t>−</a:t>
            </a:r>
            <a:r>
              <a:rPr dirty="0" baseline="-21680" sz="3075" spc="-284">
                <a:latin typeface="Lucida Sans Unicode"/>
                <a:cs typeface="Lucida Sans Unicode"/>
              </a:rPr>
              <a:t> </a:t>
            </a:r>
            <a:r>
              <a:rPr dirty="0" baseline="-21680" sz="3075" spc="187">
                <a:latin typeface="Georgia"/>
                <a:cs typeface="Georgia"/>
              </a:rPr>
              <a:t>1</a:t>
            </a:r>
            <a:endParaRPr baseline="-21680" sz="3075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846059" cy="32918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vim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vim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sima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"/>
              </a:spcBef>
              <a:buFont typeface="Lucida Sans Unicode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2640330">
              <a:lnSpc>
                <a:spcPct val="100000"/>
              </a:lnSpc>
            </a:pP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baseline="-12345" sz="2025" spc="247" i="1">
                <a:latin typeface="Trebuchet MS"/>
                <a:cs typeface="Trebuchet MS"/>
              </a:rPr>
              <a:t>i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35" i="1">
                <a:latin typeface="Arial"/>
                <a:cs typeface="Arial"/>
              </a:rPr>
              <a:t>C</a:t>
            </a:r>
            <a:r>
              <a:rPr dirty="0" baseline="-12345" sz="2025" spc="247" i="1">
                <a:latin typeface="Trebuchet MS"/>
                <a:cs typeface="Trebuchet MS"/>
              </a:rPr>
              <a:t>i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35" i="1">
                <a:latin typeface="Arial"/>
                <a:cs typeface="Arial"/>
              </a:rPr>
              <a:t>C</a:t>
            </a:r>
            <a:r>
              <a:rPr dirty="0" baseline="-12345" sz="2025" spc="247" i="1">
                <a:latin typeface="Trebuchet MS"/>
                <a:cs typeface="Trebuchet MS"/>
              </a:rPr>
              <a:t>i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endParaRPr sz="20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25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vim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34884" y="4920031"/>
            <a:ext cx="3727450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85">
                <a:latin typeface="Georgia"/>
                <a:cs typeface="Georgia"/>
              </a:rPr>
              <a:t>: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4878" y="4471060"/>
            <a:ext cx="4260850" cy="5613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85">
                <a:latin typeface="Georgia"/>
                <a:cs typeface="Georgia"/>
              </a:rPr>
              <a:t>: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15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algn="r" marR="246379">
              <a:lnSpc>
                <a:spcPts val="1130"/>
              </a:lnSpc>
              <a:spcBef>
                <a:spcPts val="825"/>
              </a:spcBef>
            </a:pPr>
            <a:r>
              <a:rPr dirty="0" sz="1000" spc="75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91234" y="5099342"/>
            <a:ext cx="692150" cy="223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586105" algn="l"/>
              </a:tabLst>
            </a:pPr>
            <a:r>
              <a:rPr dirty="0" sz="1350" spc="95">
                <a:latin typeface="PMingLiU"/>
                <a:cs typeface="PMingLiU"/>
              </a:rPr>
              <a:t>2</a:t>
            </a:r>
            <a:r>
              <a:rPr dirty="0" sz="1350" spc="95">
                <a:latin typeface="PMingLiU"/>
                <a:cs typeface="PMingLiU"/>
              </a:rPr>
              <a:t>	</a:t>
            </a: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35811" y="4816703"/>
            <a:ext cx="1279525" cy="4425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45" i="1" u="sng">
                <a:latin typeface="Trebuchet MS"/>
                <a:cs typeface="Trebuchet MS"/>
              </a:rPr>
              <a:t>n</a:t>
            </a:r>
            <a:r>
              <a:rPr dirty="0" sz="1350" spc="145" i="1" u="sng">
                <a:latin typeface="Trebuchet MS"/>
                <a:cs typeface="Trebuchet MS"/>
              </a:rPr>
              <a:t> </a:t>
            </a:r>
            <a:r>
              <a:rPr dirty="0" sz="1350" spc="-95" i="1" u="sng">
                <a:latin typeface="Trebuchet MS"/>
                <a:cs typeface="Trebuchet MS"/>
              </a:rPr>
              <a:t> </a:t>
            </a:r>
            <a:r>
              <a:rPr dirty="0" sz="1350" i="1">
                <a:latin typeface="Trebuchet MS"/>
                <a:cs typeface="Trebuchet MS"/>
              </a:rPr>
              <a:t> </a:t>
            </a:r>
            <a:r>
              <a:rPr dirty="0" sz="1350" spc="-150" i="1">
                <a:latin typeface="Trebuchet MS"/>
                <a:cs typeface="Trebuchet MS"/>
              </a:rPr>
              <a:t> </a:t>
            </a:r>
            <a:r>
              <a:rPr dirty="0" baseline="-21680" sz="3075" spc="375">
                <a:latin typeface="Georgia"/>
                <a:cs typeface="Georgia"/>
              </a:rPr>
              <a:t>+</a:t>
            </a:r>
            <a:r>
              <a:rPr dirty="0" baseline="-21680" sz="3075" spc="254">
                <a:latin typeface="Georgia"/>
                <a:cs typeface="Georgia"/>
              </a:rPr>
              <a:t> </a:t>
            </a:r>
            <a:r>
              <a:rPr dirty="0" sz="1350" spc="95" u="sng">
                <a:latin typeface="PMingLiU"/>
                <a:cs typeface="PMingLiU"/>
              </a:rPr>
              <a:t>5</a:t>
            </a:r>
            <a:r>
              <a:rPr dirty="0" sz="1350" spc="145" i="1" u="sng">
                <a:latin typeface="Trebuchet MS"/>
                <a:cs typeface="Trebuchet MS"/>
              </a:rPr>
              <a:t>n</a:t>
            </a:r>
            <a:r>
              <a:rPr dirty="0" sz="1350" i="1">
                <a:latin typeface="Trebuchet MS"/>
                <a:cs typeface="Trebuchet MS"/>
              </a:rPr>
              <a:t> </a:t>
            </a:r>
            <a:r>
              <a:rPr dirty="0" sz="1350" spc="-150" i="1">
                <a:latin typeface="Trebuchet MS"/>
                <a:cs typeface="Trebuchet MS"/>
              </a:rPr>
              <a:t> </a:t>
            </a:r>
            <a:r>
              <a:rPr dirty="0" baseline="-21680" sz="3075" spc="-37">
                <a:latin typeface="Lucida Sans Unicode"/>
                <a:cs typeface="Lucida Sans Unicode"/>
              </a:rPr>
              <a:t>−</a:t>
            </a:r>
            <a:r>
              <a:rPr dirty="0" baseline="-21680" sz="3075" spc="-284">
                <a:latin typeface="Lucida Sans Unicode"/>
                <a:cs typeface="Lucida Sans Unicode"/>
              </a:rPr>
              <a:t> </a:t>
            </a:r>
            <a:r>
              <a:rPr dirty="0" baseline="-21680" sz="3075" spc="-187">
                <a:latin typeface="Georgia"/>
                <a:cs typeface="Georgia"/>
              </a:rPr>
              <a:t>3</a:t>
            </a:r>
            <a:endParaRPr baseline="-21680" sz="3075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78900" y="4334532"/>
            <a:ext cx="1362710" cy="1373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43700"/>
              </a:lnSpc>
            </a:pPr>
            <a:r>
              <a:rPr dirty="0" sz="2050" spc="-70">
                <a:latin typeface="Georgia"/>
                <a:cs typeface="Georgia"/>
              </a:rPr>
              <a:t>Me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75">
                <a:latin typeface="Georgia"/>
                <a:cs typeface="Georgia"/>
              </a:rPr>
              <a:t>h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60">
                <a:latin typeface="Georgia"/>
                <a:cs typeface="Georgia"/>
              </a:rPr>
              <a:t>r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35">
                <a:latin typeface="Georgia"/>
                <a:cs typeface="Georgia"/>
              </a:rPr>
              <a:t>c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-90">
                <a:latin typeface="Georgia"/>
                <a:cs typeface="Georgia"/>
              </a:rPr>
              <a:t>s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4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P</a:t>
            </a:r>
            <a:r>
              <a:rPr dirty="0" sz="2050" spc="-45">
                <a:latin typeface="Georgia"/>
                <a:cs typeface="Georgia"/>
              </a:rPr>
              <a:t>i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60">
                <a:latin typeface="Georgia"/>
                <a:cs typeface="Georgia"/>
              </a:rPr>
              <a:t>r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35">
                <a:latin typeface="Georgia"/>
                <a:cs typeface="Georgia"/>
              </a:rPr>
              <a:t>c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-90">
                <a:latin typeface="Georgia"/>
                <a:cs typeface="Georgia"/>
              </a:rPr>
              <a:t>s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45">
                <a:latin typeface="Georgia"/>
                <a:cs typeface="Georgia"/>
              </a:rPr>
              <a:t> </a:t>
            </a:r>
            <a:r>
              <a:rPr dirty="0" sz="2050" spc="140">
                <a:latin typeface="Georgia"/>
                <a:cs typeface="Georgia"/>
              </a:rPr>
              <a:t>C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-90">
                <a:latin typeface="Georgia"/>
                <a:cs typeface="Georgia"/>
              </a:rPr>
              <a:t>s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80">
                <a:latin typeface="Georgia"/>
                <a:cs typeface="Georgia"/>
              </a:rPr>
              <a:t>m</a:t>
            </a:r>
            <a:r>
              <a:rPr dirty="0" sz="2050" spc="-969">
                <a:latin typeface="Georgia"/>
                <a:cs typeface="Georgia"/>
              </a:rPr>
              <a:t>´</a:t>
            </a:r>
            <a:r>
              <a:rPr dirty="0" sz="2050" spc="-95">
                <a:latin typeface="Georgia"/>
                <a:cs typeface="Georgia"/>
              </a:rPr>
              <a:t>e</a:t>
            </a:r>
            <a:r>
              <a:rPr dirty="0" sz="2050" spc="-55">
                <a:latin typeface="Georgia"/>
                <a:cs typeface="Georgia"/>
              </a:rPr>
              <a:t>d</a:t>
            </a:r>
            <a:r>
              <a:rPr dirty="0" sz="2050" spc="-45">
                <a:latin typeface="Georgia"/>
                <a:cs typeface="Georgia"/>
              </a:rPr>
              <a:t>i</a:t>
            </a:r>
            <a:r>
              <a:rPr dirty="0" sz="2050" spc="-95">
                <a:latin typeface="Georgia"/>
                <a:cs typeface="Georgia"/>
              </a:rPr>
              <a:t>o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80038" y="5548312"/>
            <a:ext cx="118745" cy="223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34865" y="5368887"/>
            <a:ext cx="387286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85">
                <a:latin typeface="Georgia"/>
                <a:cs typeface="Georgia"/>
              </a:rPr>
              <a:t>: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>
                <a:latin typeface="Georgia"/>
                <a:cs typeface="Georgia"/>
              </a:rPr>
              <a:t> </a:t>
            </a:r>
            <a:r>
              <a:rPr dirty="0" sz="2050" spc="-210">
                <a:latin typeface="Georgia"/>
                <a:cs typeface="Georgia"/>
              </a:rPr>
              <a:t> </a:t>
            </a:r>
            <a:r>
              <a:rPr dirty="0" baseline="32921" sz="2025" spc="142" u="sng">
                <a:latin typeface="PMingLiU"/>
                <a:cs typeface="PMingLiU"/>
              </a:rPr>
              <a:t>1</a:t>
            </a:r>
            <a:r>
              <a:rPr dirty="0" baseline="32921" sz="2025" spc="-217">
                <a:latin typeface="PMingLiU"/>
                <a:cs typeface="PMingLiU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55">
                <a:latin typeface="Georgia"/>
                <a:cs typeface="Georgia"/>
              </a:rPr>
              <a:t>6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94002" y="5337187"/>
            <a:ext cx="106045" cy="1441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30"/>
              </a:lnSpc>
            </a:pPr>
            <a:r>
              <a:rPr dirty="0" sz="1000" spc="75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36623" y="5548312"/>
            <a:ext cx="738505" cy="223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632460" algn="l"/>
              </a:tabLst>
            </a:pPr>
            <a:r>
              <a:rPr dirty="0" sz="1350" spc="95">
                <a:latin typeface="PMingLiU"/>
                <a:cs typeface="PMingLiU"/>
              </a:rPr>
              <a:t>4</a:t>
            </a:r>
            <a:r>
              <a:rPr dirty="0" sz="1350" spc="95">
                <a:latin typeface="PMingLiU"/>
                <a:cs typeface="PMingLiU"/>
              </a:rPr>
              <a:t>	</a:t>
            </a:r>
            <a:r>
              <a:rPr dirty="0" sz="1350" spc="95">
                <a:latin typeface="PMingLiU"/>
                <a:cs typeface="PMingLiU"/>
              </a:rPr>
              <a:t>4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81188" y="5265559"/>
            <a:ext cx="1372235" cy="4425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45" i="1" u="sng">
                <a:latin typeface="Trebuchet MS"/>
                <a:cs typeface="Trebuchet MS"/>
              </a:rPr>
              <a:t>n</a:t>
            </a:r>
            <a:r>
              <a:rPr dirty="0" sz="1350" spc="145" i="1" u="sng">
                <a:latin typeface="Trebuchet MS"/>
                <a:cs typeface="Trebuchet MS"/>
              </a:rPr>
              <a:t> </a:t>
            </a:r>
            <a:r>
              <a:rPr dirty="0" sz="1350" spc="-95" i="1" u="sng">
                <a:latin typeface="Trebuchet MS"/>
                <a:cs typeface="Trebuchet MS"/>
              </a:rPr>
              <a:t> </a:t>
            </a:r>
            <a:r>
              <a:rPr dirty="0" sz="1350" i="1">
                <a:latin typeface="Trebuchet MS"/>
                <a:cs typeface="Trebuchet MS"/>
              </a:rPr>
              <a:t> </a:t>
            </a:r>
            <a:r>
              <a:rPr dirty="0" sz="1350" spc="-150" i="1">
                <a:latin typeface="Trebuchet MS"/>
                <a:cs typeface="Trebuchet MS"/>
              </a:rPr>
              <a:t> </a:t>
            </a:r>
            <a:r>
              <a:rPr dirty="0" baseline="-21680" sz="3075" spc="375">
                <a:latin typeface="Georgia"/>
                <a:cs typeface="Georgia"/>
              </a:rPr>
              <a:t>+</a:t>
            </a:r>
            <a:r>
              <a:rPr dirty="0" baseline="-21680" sz="3075" spc="254">
                <a:latin typeface="Georgia"/>
                <a:cs typeface="Georgia"/>
              </a:rPr>
              <a:t> </a:t>
            </a:r>
            <a:r>
              <a:rPr dirty="0" sz="1350" spc="95" u="sng">
                <a:latin typeface="PMingLiU"/>
                <a:cs typeface="PMingLiU"/>
              </a:rPr>
              <a:t>11</a:t>
            </a:r>
            <a:r>
              <a:rPr dirty="0" sz="1350" spc="145" i="1" u="sng">
                <a:latin typeface="Trebuchet MS"/>
                <a:cs typeface="Trebuchet MS"/>
              </a:rPr>
              <a:t>n</a:t>
            </a:r>
            <a:r>
              <a:rPr dirty="0" sz="1350" i="1">
                <a:latin typeface="Trebuchet MS"/>
                <a:cs typeface="Trebuchet MS"/>
              </a:rPr>
              <a:t> </a:t>
            </a:r>
            <a:r>
              <a:rPr dirty="0" sz="1350" spc="-150" i="1">
                <a:latin typeface="Trebuchet MS"/>
                <a:cs typeface="Trebuchet MS"/>
              </a:rPr>
              <a:t> </a:t>
            </a:r>
            <a:r>
              <a:rPr dirty="0" baseline="-21680" sz="3075" spc="-37">
                <a:latin typeface="Lucida Sans Unicode"/>
                <a:cs typeface="Lucida Sans Unicode"/>
              </a:rPr>
              <a:t>−</a:t>
            </a:r>
            <a:r>
              <a:rPr dirty="0" baseline="-21680" sz="3075" spc="-284">
                <a:latin typeface="Lucida Sans Unicode"/>
                <a:cs typeface="Lucida Sans Unicode"/>
              </a:rPr>
              <a:t> </a:t>
            </a:r>
            <a:r>
              <a:rPr dirty="0" baseline="-21680" sz="3075" spc="-187">
                <a:latin typeface="Georgia"/>
                <a:cs typeface="Georgia"/>
              </a:rPr>
              <a:t>3</a:t>
            </a:r>
            <a:endParaRPr baseline="-21680" sz="3075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20760" cy="4400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20193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vim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84505" marR="49720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ximo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”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á</a:t>
            </a:r>
            <a:r>
              <a:rPr dirty="0" sz="205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161655" cy="43846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5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508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vim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089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6557009" cy="272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ü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ü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58464" y="3746436"/>
            <a:ext cx="4389120" cy="0"/>
          </a:xfrm>
          <a:custGeom>
            <a:avLst/>
            <a:gdLst/>
            <a:ahLst/>
            <a:cxnLst/>
            <a:rect l="l" t="t" r="r" b="b"/>
            <a:pathLst>
              <a:path w="4389120" h="0">
                <a:moveTo>
                  <a:pt x="0" y="0"/>
                </a:moveTo>
                <a:lnTo>
                  <a:pt x="438854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62871" y="3746372"/>
            <a:ext cx="0" cy="1997710"/>
          </a:xfrm>
          <a:custGeom>
            <a:avLst/>
            <a:gdLst/>
            <a:ahLst/>
            <a:cxnLst/>
            <a:rect l="l" t="t" r="r" b="b"/>
            <a:pathLst>
              <a:path w="0"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42491" y="3746372"/>
            <a:ext cx="0" cy="1997710"/>
          </a:xfrm>
          <a:custGeom>
            <a:avLst/>
            <a:gdLst/>
            <a:ahLst/>
            <a:cxnLst/>
            <a:rect l="l" t="t" r="r" b="b"/>
            <a:pathLst>
              <a:path w="0"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158464" y="5743828"/>
            <a:ext cx="4389120" cy="0"/>
          </a:xfrm>
          <a:custGeom>
            <a:avLst/>
            <a:gdLst/>
            <a:ahLst/>
            <a:cxnLst/>
            <a:rect l="l" t="t" r="r" b="b"/>
            <a:pathLst>
              <a:path w="4389120" h="0">
                <a:moveTo>
                  <a:pt x="0" y="0"/>
                </a:moveTo>
                <a:lnTo>
                  <a:pt x="438854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221295" y="6171614"/>
            <a:ext cx="7563484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lls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396373" y="3837040"/>
          <a:ext cx="3912870" cy="1831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461"/>
                <a:gridCol w="420239"/>
                <a:gridCol w="420167"/>
                <a:gridCol w="420224"/>
                <a:gridCol w="408210"/>
                <a:gridCol w="420237"/>
                <a:gridCol w="287026"/>
              </a:tblGrid>
              <a:tr h="358555">
                <a:tc>
                  <a:txBody>
                    <a:bodyPr/>
                    <a:lstStyle/>
                    <a:p>
                      <a:pPr/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67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1532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dirty="0" sz="1700" spc="-3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 spc="-3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1532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1475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58555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3774440" cy="15316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589915">
              <a:lnSpc>
                <a:spcPct val="100000"/>
              </a:lnSpc>
              <a:spcBef>
                <a:spcPts val="1185"/>
              </a:spcBef>
              <a:tabLst>
                <a:tab pos="852169" algn="l"/>
              </a:tabLst>
            </a:pPr>
            <a:r>
              <a:rPr dirty="0" sz="2050" spc="5" b="1">
                <a:latin typeface="Times New Roman"/>
                <a:cs typeface="Times New Roman"/>
              </a:rPr>
              <a:t>–</a:t>
            </a:r>
            <a:r>
              <a:rPr dirty="0" sz="2050" spc="5" b="1">
                <a:latin typeface="Times New Roman"/>
                <a:cs typeface="Times New Roman"/>
              </a:rPr>
              <a:t>	</a:t>
            </a: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ü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52024" y="2707640"/>
            <a:ext cx="240220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75" i="1">
                <a:latin typeface="Arial"/>
                <a:cs typeface="Arial"/>
              </a:rPr>
              <a:t>s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75" i="1">
                <a:latin typeface="Arial"/>
                <a:cs typeface="Arial"/>
              </a:rPr>
              <a:t>s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47434" y="2707640"/>
            <a:ext cx="122872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50">
                <a:latin typeface="Georgia"/>
                <a:cs typeface="Georgia"/>
              </a:rPr>
              <a:t>p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spc="280" i="1">
                <a:latin typeface="Arial"/>
                <a:cs typeface="Arial"/>
              </a:rPr>
              <a:t>r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75" i="1">
                <a:latin typeface="Arial"/>
                <a:cs typeface="Arial"/>
              </a:rPr>
              <a:t>s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375" i="1">
                <a:latin typeface="Arial"/>
                <a:cs typeface="Arial"/>
              </a:rPr>
              <a:t>&gt;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8554" y="3280968"/>
            <a:ext cx="7726045" cy="21951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275840">
              <a:lnSpc>
                <a:spcPct val="100000"/>
              </a:lnSpc>
              <a:tabLst>
                <a:tab pos="4871085" algn="l"/>
              </a:tabLst>
            </a:pP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75" i="1">
                <a:latin typeface="Arial"/>
                <a:cs typeface="Arial"/>
              </a:rPr>
              <a:t>s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i="1">
                <a:latin typeface="Arial"/>
                <a:cs typeface="Arial"/>
              </a:rPr>
              <a:t>	</a:t>
            </a:r>
            <a:r>
              <a:rPr dirty="0" sz="2050" spc="-50">
                <a:latin typeface="Georgia"/>
                <a:cs typeface="Georgia"/>
              </a:rPr>
              <a:t>p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spc="280" i="1">
                <a:latin typeface="Arial"/>
                <a:cs typeface="Arial"/>
              </a:rPr>
              <a:t>r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75" i="1">
                <a:latin typeface="Arial"/>
                <a:cs typeface="Arial"/>
              </a:rPr>
              <a:t>s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0" i="1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50">
              <a:latin typeface="Times New Roman"/>
              <a:cs typeface="Times New Roman"/>
            </a:endParaRPr>
          </a:p>
          <a:p>
            <a:pPr marL="274955" marR="49530" indent="-262255">
              <a:lnSpc>
                <a:spcPct val="119700"/>
              </a:lnSpc>
              <a:buFont typeface="Times New Roman"/>
              <a:buChar char="–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K</a:t>
            </a:r>
            <a:r>
              <a:rPr dirty="0" sz="2050" spc="-2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7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7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5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ü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cil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 spc="10">
                <a:latin typeface="Arial"/>
                <a:cs typeface="Arial"/>
              </a:rPr>
              <a:t>%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ü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4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4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>
                <a:latin typeface="Arial"/>
                <a:cs typeface="Arial"/>
              </a:rPr>
              <a:t>6</a:t>
            </a:r>
            <a:r>
              <a:rPr dirty="0" sz="2050">
                <a:latin typeface="Arial"/>
                <a:cs typeface="Arial"/>
              </a:rPr>
              <a:t>4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 spc="-5">
                <a:latin typeface="Arial"/>
                <a:cs typeface="Arial"/>
              </a:rPr>
              <a:t>.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 spc="-5">
                <a:latin typeface="Arial"/>
                <a:cs typeface="Arial"/>
              </a:rPr>
              <a:t>.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8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4512310" cy="6062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0" b="1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Shellsor</a:t>
            </a:r>
            <a:r>
              <a:rPr dirty="0" sz="1700" spc="5">
                <a:latin typeface="Arial"/>
                <a:cs typeface="Arial"/>
              </a:rPr>
              <a:t>t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254">
                <a:latin typeface="Lucida Sans Unicode"/>
                <a:cs typeface="Lucida Sans Unicode"/>
              </a:rPr>
              <a:t>∗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1775" marR="2040255" indent="-188595">
              <a:lnSpc>
                <a:spcPct val="129700"/>
              </a:lnSpc>
              <a:tabLst>
                <a:tab pos="244475" algn="l"/>
                <a:tab pos="678815" algn="l"/>
                <a:tab pos="1009650" algn="l"/>
                <a:tab pos="142303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5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h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3360">
              <a:lnSpc>
                <a:spcPct val="100000"/>
              </a:lnSpc>
              <a:spcBef>
                <a:spcPts val="605"/>
              </a:spcBef>
            </a:pPr>
            <a:r>
              <a:rPr dirty="0" sz="1700" spc="-130" b="1">
                <a:latin typeface="Arial"/>
                <a:cs typeface="Arial"/>
              </a:rPr>
              <a:t>d</a:t>
            </a:r>
            <a:r>
              <a:rPr dirty="0" sz="1700" spc="10" b="1">
                <a:latin typeface="Arial"/>
                <a:cs typeface="Arial"/>
              </a:rPr>
              <a:t>o</a:t>
            </a:r>
            <a:r>
              <a:rPr dirty="0" sz="1700" spc="170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h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h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265">
                <a:latin typeface="Lucida Sans Unicode"/>
                <a:cs typeface="Lucida Sans Unicode"/>
              </a:rPr>
              <a:t> </a:t>
            </a:r>
            <a:r>
              <a:rPr dirty="0" sz="1700" spc="10">
                <a:latin typeface="Arial"/>
                <a:cs typeface="Arial"/>
              </a:rPr>
              <a:t>3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h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165">
                <a:latin typeface="Arial"/>
                <a:cs typeface="Arial"/>
              </a:rPr>
              <a:t>n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3360">
              <a:lnSpc>
                <a:spcPct val="100000"/>
              </a:lnSpc>
              <a:spcBef>
                <a:spcPts val="605"/>
              </a:spcBef>
            </a:pPr>
            <a:r>
              <a:rPr dirty="0" sz="1700" spc="-130" b="1">
                <a:latin typeface="Arial"/>
                <a:cs typeface="Arial"/>
              </a:rPr>
              <a:t>d</a:t>
            </a:r>
            <a:r>
              <a:rPr dirty="0" sz="1700" spc="10" b="1">
                <a:latin typeface="Arial"/>
                <a:cs typeface="Arial"/>
              </a:rPr>
              <a:t>o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h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170">
                <a:latin typeface="Arial"/>
                <a:cs typeface="Arial"/>
              </a:rPr>
              <a:t>/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3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algn="ctr" marR="175895">
              <a:lnSpc>
                <a:spcPct val="100000"/>
              </a:lnSpc>
              <a:spcBef>
                <a:spcPts val="605"/>
              </a:spcBef>
              <a:tabLst>
                <a:tab pos="1735455" algn="l"/>
                <a:tab pos="2592705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h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80">
                <a:latin typeface="Arial"/>
                <a:cs typeface="Arial"/>
              </a:rPr>
              <a:t> </a:t>
            </a:r>
            <a:r>
              <a:rPr dirty="0" sz="1700" spc="19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900430">
              <a:lnSpc>
                <a:spcPct val="100000"/>
              </a:lnSpc>
              <a:spcBef>
                <a:spcPts val="605"/>
              </a:spcBef>
              <a:tabLst>
                <a:tab pos="229552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085850">
              <a:lnSpc>
                <a:spcPct val="100000"/>
              </a:lnSpc>
              <a:spcBef>
                <a:spcPts val="605"/>
              </a:spcBef>
            </a:pP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(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-20">
                <a:latin typeface="Lucida Sans Unicode"/>
                <a:cs typeface="Lucida Sans Unicode"/>
              </a:rPr>
              <a:t> </a:t>
            </a:r>
            <a:r>
              <a:rPr dirty="0" sz="1700" spc="195">
                <a:latin typeface="Arial"/>
                <a:cs typeface="Arial"/>
              </a:rPr>
              <a:t>h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329055">
              <a:lnSpc>
                <a:spcPct val="100000"/>
              </a:lnSpc>
              <a:spcBef>
                <a:spcPts val="605"/>
              </a:spcBef>
              <a:tabLst>
                <a:tab pos="336677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-25">
                <a:latin typeface="Lucida Sans Unicode"/>
                <a:cs typeface="Lucida Sans Unicode"/>
              </a:rPr>
              <a:t> </a:t>
            </a:r>
            <a:r>
              <a:rPr dirty="0" sz="1700" spc="10">
                <a:latin typeface="Arial"/>
                <a:cs typeface="Arial"/>
              </a:rPr>
              <a:t>h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-5">
                <a:latin typeface="Lucida Sans Unicode"/>
                <a:cs typeface="Lucida Sans Unicode"/>
              </a:rPr>
              <a:t>−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h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algn="ctr" marL="881380">
              <a:lnSpc>
                <a:spcPct val="100000"/>
              </a:lnSpc>
              <a:spcBef>
                <a:spcPts val="605"/>
              </a:spcBef>
              <a:tabLst>
                <a:tab pos="1183640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85">
                <a:latin typeface="Arial"/>
                <a:cs typeface="Arial"/>
              </a:rPr>
              <a:t> </a:t>
            </a:r>
            <a:r>
              <a:rPr dirty="0" sz="1700" spc="165">
                <a:latin typeface="Arial"/>
                <a:cs typeface="Arial"/>
              </a:rPr>
              <a:t>h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-65" b="1">
                <a:latin typeface="Arial"/>
                <a:cs typeface="Arial"/>
              </a:rPr>
              <a:t>got</a:t>
            </a:r>
            <a:r>
              <a:rPr dirty="0" sz="1700" spc="10" b="1">
                <a:latin typeface="Arial"/>
                <a:cs typeface="Arial"/>
              </a:rPr>
              <a:t>o</a:t>
            </a:r>
            <a:r>
              <a:rPr dirty="0" sz="1700" spc="204" b="1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L99</a:t>
            </a:r>
            <a:r>
              <a:rPr dirty="0" sz="1700" spc="95">
                <a:latin typeface="Arial"/>
                <a:cs typeface="Arial"/>
              </a:rPr>
              <a:t>9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31889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90320">
              <a:lnSpc>
                <a:spcPct val="100000"/>
              </a:lnSpc>
              <a:spcBef>
                <a:spcPts val="605"/>
              </a:spcBef>
            </a:pPr>
            <a:r>
              <a:rPr dirty="0" sz="1700" spc="-85">
                <a:latin typeface="Arial"/>
                <a:cs typeface="Arial"/>
              </a:rPr>
              <a:t>L99</a:t>
            </a:r>
            <a:r>
              <a:rPr dirty="0" sz="1700" spc="10">
                <a:latin typeface="Arial"/>
                <a:cs typeface="Arial"/>
              </a:rPr>
              <a:t>9</a:t>
            </a:r>
            <a:r>
              <a:rPr dirty="0" sz="1700" spc="-3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9090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h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185">
                <a:latin typeface="Arial"/>
                <a:cs typeface="Arial"/>
              </a:rPr>
              <a:t>!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755255" cy="19951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lls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iliza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-ordena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29625" cy="55397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dirty="0" sz="2450" spc="17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lise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if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ü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7150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ü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K</a:t>
            </a:r>
            <a:r>
              <a:rPr dirty="0" sz="2050" spc="-2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2636520">
              <a:lnSpc>
                <a:spcPct val="100000"/>
              </a:lnSpc>
              <a:spcBef>
                <a:spcPts val="590"/>
              </a:spcBef>
              <a:tabLst>
                <a:tab pos="4255770" algn="l"/>
              </a:tabLst>
            </a:pPr>
            <a:r>
              <a:rPr dirty="0" sz="2050" spc="140">
                <a:latin typeface="Georgia"/>
                <a:cs typeface="Georgia"/>
              </a:rPr>
              <a:t>C</a:t>
            </a:r>
            <a:r>
              <a:rPr dirty="0" sz="2050" spc="-170" i="1">
                <a:latin typeface="Arial"/>
                <a:cs typeface="Arial"/>
              </a:rPr>
              <a:t>o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95" i="1">
                <a:latin typeface="Arial"/>
                <a:cs typeface="Arial"/>
              </a:rPr>
              <a:t>j</a:t>
            </a:r>
            <a:r>
              <a:rPr dirty="0" sz="2050" spc="-204" i="1">
                <a:latin typeface="Arial"/>
                <a:cs typeface="Arial"/>
              </a:rPr>
              <a:t>e</a:t>
            </a:r>
            <a:r>
              <a:rPr dirty="0" sz="2050" spc="155" i="1">
                <a:latin typeface="Arial"/>
                <a:cs typeface="Arial"/>
              </a:rPr>
              <a:t>t</a:t>
            </a:r>
            <a:r>
              <a:rPr dirty="0" sz="2050" spc="10" i="1">
                <a:latin typeface="Arial"/>
                <a:cs typeface="Arial"/>
              </a:rPr>
              <a:t>u</a:t>
            </a:r>
            <a:r>
              <a:rPr dirty="0" sz="2050" spc="280" i="1">
                <a:latin typeface="Arial"/>
                <a:cs typeface="Arial"/>
              </a:rPr>
              <a:t>r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>
                <a:latin typeface="Georgia"/>
                <a:cs typeface="Georgia"/>
              </a:rPr>
              <a:t>	</a:t>
            </a:r>
            <a:r>
              <a:rPr dirty="0" sz="2050" spc="-85">
                <a:latin typeface="Georgia"/>
                <a:cs typeface="Georgia"/>
              </a:rPr>
              <a:t>: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142">
                <a:latin typeface="PMingLiU"/>
                <a:cs typeface="PMingLiU"/>
              </a:rPr>
              <a:t>1</a:t>
            </a:r>
            <a:r>
              <a:rPr dirty="0" baseline="30864" sz="2025" spc="-135" i="1">
                <a:latin typeface="Trebuchet MS"/>
                <a:cs typeface="Trebuchet MS"/>
              </a:rPr>
              <a:t>,</a:t>
            </a:r>
            <a:r>
              <a:rPr dirty="0" baseline="30864" sz="2025" spc="142">
                <a:latin typeface="PMingLiU"/>
                <a:cs typeface="PMingLiU"/>
              </a:rPr>
              <a:t>2</a:t>
            </a:r>
            <a:r>
              <a:rPr dirty="0" baseline="30864" sz="2025" spc="262">
                <a:latin typeface="PMingLiU"/>
                <a:cs typeface="PMingLiU"/>
              </a:rPr>
              <a:t>5</a:t>
            </a:r>
            <a:r>
              <a:rPr dirty="0" sz="2050" spc="15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marL="2636520">
              <a:lnSpc>
                <a:spcPct val="100000"/>
              </a:lnSpc>
              <a:spcBef>
                <a:spcPts val="2055"/>
              </a:spcBef>
              <a:tabLst>
                <a:tab pos="4255770" algn="l"/>
              </a:tabLst>
            </a:pPr>
            <a:r>
              <a:rPr dirty="0" sz="2050" spc="140">
                <a:latin typeface="Georgia"/>
                <a:cs typeface="Georgia"/>
              </a:rPr>
              <a:t>C</a:t>
            </a:r>
            <a:r>
              <a:rPr dirty="0" sz="2050" spc="-170" i="1">
                <a:latin typeface="Arial"/>
                <a:cs typeface="Arial"/>
              </a:rPr>
              <a:t>o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95" i="1">
                <a:latin typeface="Arial"/>
                <a:cs typeface="Arial"/>
              </a:rPr>
              <a:t>j</a:t>
            </a:r>
            <a:r>
              <a:rPr dirty="0" sz="2050" spc="-204" i="1">
                <a:latin typeface="Arial"/>
                <a:cs typeface="Arial"/>
              </a:rPr>
              <a:t>e</a:t>
            </a:r>
            <a:r>
              <a:rPr dirty="0" sz="2050" spc="155" i="1">
                <a:latin typeface="Arial"/>
                <a:cs typeface="Arial"/>
              </a:rPr>
              <a:t>t</a:t>
            </a:r>
            <a:r>
              <a:rPr dirty="0" sz="2050" spc="10" i="1">
                <a:latin typeface="Arial"/>
                <a:cs typeface="Arial"/>
              </a:rPr>
              <a:t>u</a:t>
            </a:r>
            <a:r>
              <a:rPr dirty="0" sz="2050" spc="280" i="1">
                <a:latin typeface="Arial"/>
                <a:cs typeface="Arial"/>
              </a:rPr>
              <a:t>r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>
                <a:latin typeface="Georgia"/>
                <a:cs typeface="Georgia"/>
              </a:rPr>
              <a:t>	</a:t>
            </a:r>
            <a:r>
              <a:rPr dirty="0" sz="2050" spc="-85">
                <a:latin typeface="Georgia"/>
                <a:cs typeface="Georgia"/>
              </a:rPr>
              <a:t>: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0">
                <a:latin typeface="Georgia"/>
                <a:cs typeface="Georgia"/>
              </a:rPr>
              <a:t>n</a:t>
            </a:r>
            <a:r>
              <a:rPr dirty="0" sz="2050" spc="-150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baseline="30864" sz="2025" spc="262">
                <a:latin typeface="PMingLiU"/>
                <a:cs typeface="PMingLiU"/>
              </a:rPr>
              <a:t>2</a:t>
            </a:r>
            <a:r>
              <a:rPr dirty="0" sz="2050" spc="15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25840" cy="4207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13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lls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5080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9"/>
              </a:spcBef>
              <a:buFont typeface="Times New Roman"/>
              <a:buChar char="–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marR="31750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á</a:t>
            </a:r>
            <a:r>
              <a:rPr dirty="0" sz="205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5789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6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licc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6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8669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sica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ivi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zir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61400" cy="34740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35">
                <a:latin typeface="Georgia"/>
                <a:cs typeface="Georgia"/>
              </a:rPr>
              <a:t>E</a:t>
            </a:r>
            <a:r>
              <a:rPr dirty="0" sz="2050" spc="-90">
                <a:latin typeface="Georgia"/>
                <a:cs typeface="Georgia"/>
              </a:rPr>
              <a:t>s</a:t>
            </a:r>
            <a:r>
              <a:rPr dirty="0" sz="2050" spc="-85">
                <a:latin typeface="Georgia"/>
                <a:cs typeface="Georgia"/>
              </a:rPr>
              <a:t>q</a:t>
            </a:r>
            <a:r>
              <a:rPr dirty="0" sz="2050" spc="-10" i="1">
                <a:latin typeface="Arial"/>
                <a:cs typeface="Arial"/>
              </a:rPr>
              <a:t>..</a:t>
            </a:r>
            <a:r>
              <a:rPr dirty="0" sz="2050" spc="5">
                <a:latin typeface="Georgia"/>
                <a:cs typeface="Georgia"/>
              </a:rPr>
              <a:t>D</a:t>
            </a:r>
            <a:r>
              <a:rPr dirty="0" sz="2050" spc="-45">
                <a:latin typeface="Georgia"/>
                <a:cs typeface="Georgia"/>
              </a:rPr>
              <a:t>i</a:t>
            </a:r>
            <a:r>
              <a:rPr dirty="0" sz="2050" spc="-60">
                <a:latin typeface="Georgia"/>
                <a:cs typeface="Georgia"/>
              </a:rPr>
              <a:t>r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dirty="0" sz="2050" b="1">
                <a:latin typeface="Arial"/>
                <a:cs typeface="Arial"/>
              </a:rPr>
              <a:t>piv</a:t>
            </a:r>
            <a:r>
              <a:rPr dirty="0" sz="2050" spc="5" b="1">
                <a:latin typeface="Arial"/>
                <a:cs typeface="Arial"/>
              </a:rPr>
              <a:t>ô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46795" cy="4864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Esc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v</a:t>
            </a:r>
            <a:r>
              <a:rPr dirty="0" sz="2050" spc="5" b="1">
                <a:latin typeface="Arial"/>
                <a:cs typeface="Arial"/>
              </a:rPr>
              <a:t>ô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495" i="1">
                <a:latin typeface="Arial"/>
                <a:cs typeface="Arial"/>
              </a:rPr>
              <a:t>j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495" i="1">
                <a:latin typeface="Arial"/>
                <a:cs typeface="Arial"/>
              </a:rPr>
              <a:t>j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380" i="1">
                <a:latin typeface="Arial"/>
                <a:cs typeface="Arial"/>
              </a:rPr>
              <a:t>j</a:t>
            </a:r>
            <a:r>
              <a:rPr dirty="0" sz="2050" spc="12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35">
                <a:latin typeface="Georgia"/>
                <a:cs typeface="Georgia"/>
              </a:rPr>
              <a:t>E</a:t>
            </a:r>
            <a:r>
              <a:rPr dirty="0" sz="2050" spc="-90">
                <a:latin typeface="Georgia"/>
                <a:cs typeface="Georgia"/>
              </a:rPr>
              <a:t>s</a:t>
            </a:r>
            <a:r>
              <a:rPr dirty="0" sz="2050" spc="-85">
                <a:latin typeface="Georgia"/>
                <a:cs typeface="Georgia"/>
              </a:rPr>
              <a:t>q</a:t>
            </a:r>
            <a:r>
              <a:rPr dirty="0" sz="2050" spc="-10" i="1">
                <a:latin typeface="Arial"/>
                <a:cs typeface="Arial"/>
              </a:rPr>
              <a:t>..</a:t>
            </a:r>
            <a:r>
              <a:rPr dirty="0" sz="2050" spc="5">
                <a:latin typeface="Georgia"/>
                <a:cs typeface="Georgia"/>
              </a:rPr>
              <a:t>D</a:t>
            </a:r>
            <a:r>
              <a:rPr dirty="0" sz="2050" spc="-45">
                <a:latin typeface="Georgia"/>
                <a:cs typeface="Georgia"/>
              </a:rPr>
              <a:t>i</a:t>
            </a:r>
            <a:r>
              <a:rPr dirty="0" sz="2050" spc="-60">
                <a:latin typeface="Georgia"/>
                <a:cs typeface="Georgia"/>
              </a:rPr>
              <a:t>r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35">
                <a:latin typeface="Georgia"/>
                <a:cs typeface="Georgia"/>
              </a:rPr>
              <a:t>E</a:t>
            </a:r>
            <a:r>
              <a:rPr dirty="0" sz="2050" spc="-90">
                <a:latin typeface="Georgia"/>
                <a:cs typeface="Georgia"/>
              </a:rPr>
              <a:t>s</a:t>
            </a:r>
            <a:r>
              <a:rPr dirty="0" sz="2050" spc="-85">
                <a:latin typeface="Georgia"/>
                <a:cs typeface="Georgia"/>
              </a:rPr>
              <a:t>q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35">
                <a:latin typeface="Georgia"/>
                <a:cs typeface="Georgia"/>
              </a:rPr>
              <a:t>E</a:t>
            </a:r>
            <a:r>
              <a:rPr dirty="0" sz="2050" spc="-90">
                <a:latin typeface="Georgia"/>
                <a:cs typeface="Georgia"/>
              </a:rPr>
              <a:t>s</a:t>
            </a:r>
            <a:r>
              <a:rPr dirty="0" sz="2050" spc="-85">
                <a:latin typeface="Georgia"/>
                <a:cs typeface="Georgia"/>
              </a:rPr>
              <a:t>q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495" i="1">
                <a:latin typeface="Arial"/>
                <a:cs typeface="Arial"/>
              </a:rPr>
              <a:t>j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5">
                <a:latin typeface="Georgia"/>
                <a:cs typeface="Georgia"/>
              </a:rPr>
              <a:t>D</a:t>
            </a:r>
            <a:r>
              <a:rPr dirty="0" sz="2050" spc="-45">
                <a:latin typeface="Georgia"/>
                <a:cs typeface="Georgia"/>
              </a:rPr>
              <a:t>i</a:t>
            </a:r>
            <a:r>
              <a:rPr dirty="0" sz="2050" spc="-60">
                <a:latin typeface="Georgia"/>
                <a:cs typeface="Georgia"/>
              </a:rPr>
              <a:t>r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589145" cy="10680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08399" y="2089086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 h="0">
                <a:moveTo>
                  <a:pt x="0" y="0"/>
                </a:moveTo>
                <a:lnTo>
                  <a:pt x="2743085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012793" y="2089022"/>
            <a:ext cx="0" cy="1626235"/>
          </a:xfrm>
          <a:custGeom>
            <a:avLst/>
            <a:gdLst/>
            <a:ahLst/>
            <a:cxnLst/>
            <a:rect l="l" t="t" r="r" b="b"/>
            <a:pathLst>
              <a:path w="0" h="1626235">
                <a:moveTo>
                  <a:pt x="0" y="16260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747078" y="2089022"/>
            <a:ext cx="0" cy="1626235"/>
          </a:xfrm>
          <a:custGeom>
            <a:avLst/>
            <a:gdLst/>
            <a:ahLst/>
            <a:cxnLst/>
            <a:rect l="l" t="t" r="r" b="b"/>
            <a:pathLst>
              <a:path w="0" h="1626235">
                <a:moveTo>
                  <a:pt x="0" y="16260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008399" y="3715003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 h="0">
                <a:moveTo>
                  <a:pt x="0" y="0"/>
                </a:moveTo>
                <a:lnTo>
                  <a:pt x="2743085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221295" y="4142676"/>
            <a:ext cx="7938134" cy="1443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ivô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495" i="1">
                <a:latin typeface="Arial"/>
                <a:cs typeface="Arial"/>
              </a:rPr>
              <a:t>j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55">
                <a:latin typeface="Georgia"/>
                <a:cs typeface="Georgia"/>
              </a:rPr>
              <a:t>d</a:t>
            </a:r>
            <a:r>
              <a:rPr dirty="0" sz="2050" spc="-45">
                <a:latin typeface="Georgia"/>
                <a:cs typeface="Georgia"/>
              </a:rPr>
              <a:t>i</a:t>
            </a:r>
            <a:r>
              <a:rPr dirty="0" sz="2050" spc="45">
                <a:latin typeface="Georgia"/>
                <a:cs typeface="Georgia"/>
              </a:rPr>
              <a:t>v</a:t>
            </a:r>
            <a:r>
              <a:rPr dirty="0" sz="2050" spc="-5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380" i="1">
                <a:latin typeface="Arial"/>
                <a:cs typeface="Arial"/>
              </a:rPr>
              <a:t>j</a:t>
            </a:r>
            <a:r>
              <a:rPr dirty="0" sz="2050" spc="12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55">
                <a:latin typeface="Georgia"/>
                <a:cs typeface="Georgia"/>
              </a:rPr>
              <a:t>6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 i="1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Ao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380" i="1">
                <a:latin typeface="Arial"/>
                <a:cs typeface="Arial"/>
              </a:rPr>
              <a:t>j</a:t>
            </a:r>
            <a:r>
              <a:rPr dirty="0" sz="2050" spc="12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380" i="1">
                <a:latin typeface="Arial"/>
                <a:cs typeface="Arial"/>
              </a:rPr>
              <a:t>j</a:t>
            </a:r>
            <a:r>
              <a:rPr dirty="0" sz="2050" spc="114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246435" y="2179690"/>
          <a:ext cx="2267585" cy="1460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236"/>
                <a:gridCol w="420223"/>
                <a:gridCol w="420223"/>
                <a:gridCol w="395919"/>
                <a:gridCol w="408174"/>
                <a:gridCol w="311249"/>
              </a:tblGrid>
              <a:tr h="357939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873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147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03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1532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59229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2752725" cy="8420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31050" y="1964791"/>
            <a:ext cx="1611630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45215" y="1964791"/>
            <a:ext cx="1504315" cy="283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270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52154" y="1964791"/>
            <a:ext cx="2895600" cy="283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270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310">
                <a:latin typeface="Lucida Sans Unicode"/>
                <a:cs typeface="Lucida Sans Unicode"/>
              </a:rPr>
              <a:t>∗</a:t>
            </a:r>
            <a:r>
              <a:rPr dirty="0" sz="1700" spc="-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7211" y="1964791"/>
            <a:ext cx="3121025" cy="9556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0" b="1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Partica</a:t>
            </a:r>
            <a:r>
              <a:rPr dirty="0" sz="1700" spc="18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Es</a:t>
            </a:r>
            <a:r>
              <a:rPr dirty="0" sz="1700" spc="7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w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67030" indent="-137160">
              <a:lnSpc>
                <a:spcPct val="100000"/>
              </a:lnSpc>
              <a:spcBef>
                <a:spcPts val="605"/>
              </a:spcBef>
              <a:buFont typeface="Lucida Sans Unicode"/>
              <a:buChar char="·"/>
              <a:tabLst>
                <a:tab pos="367665" algn="l"/>
                <a:tab pos="1408430" algn="l"/>
              </a:tabLst>
            </a:pP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4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320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95">
                <a:latin typeface="Arial"/>
                <a:cs typeface="Arial"/>
              </a:rPr>
              <a:t>D</a:t>
            </a:r>
            <a:r>
              <a:rPr dirty="0" sz="1700" spc="80">
                <a:latin typeface="Arial"/>
                <a:cs typeface="Arial"/>
              </a:rPr>
              <a:t>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8446" y="2973260"/>
            <a:ext cx="8189595" cy="4321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08279">
              <a:lnSpc>
                <a:spcPct val="100000"/>
              </a:lnSpc>
              <a:tabLst>
                <a:tab pos="2581275" algn="l"/>
              </a:tabLst>
            </a:pP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60">
                <a:latin typeface="Arial"/>
                <a:cs typeface="Arial"/>
              </a:rPr>
              <a:t>[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15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200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/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2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210">
                <a:latin typeface="Lucida Sans Unicode"/>
                <a:cs typeface="Lucida Sans Unicode"/>
              </a:rPr>
              <a:t> </a:t>
            </a:r>
            <a:r>
              <a:rPr dirty="0" sz="1700" spc="-85" i="1">
                <a:latin typeface="Arial"/>
                <a:cs typeface="Arial"/>
              </a:rPr>
              <a:t>obte</a:t>
            </a:r>
            <a:r>
              <a:rPr dirty="0" sz="1700" spc="15" i="1">
                <a:latin typeface="Arial"/>
                <a:cs typeface="Arial"/>
              </a:rPr>
              <a:t>m</a:t>
            </a:r>
            <a:r>
              <a:rPr dirty="0" sz="1700" spc="215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14" i="1">
                <a:latin typeface="Arial"/>
                <a:cs typeface="Arial"/>
              </a:rPr>
              <a:t> </a:t>
            </a:r>
            <a:r>
              <a:rPr dirty="0" sz="1700" spc="45" i="1">
                <a:latin typeface="Arial"/>
                <a:cs typeface="Arial"/>
              </a:rPr>
              <a:t>piv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70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x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5" i="1">
                <a:latin typeface="Arial"/>
                <a:cs typeface="Arial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605"/>
              </a:spcBef>
            </a:pPr>
            <a:r>
              <a:rPr dirty="0" sz="1700" spc="-130" b="1">
                <a:latin typeface="Arial"/>
                <a:cs typeface="Arial"/>
              </a:rPr>
              <a:t>d</a:t>
            </a:r>
            <a:r>
              <a:rPr dirty="0" sz="1700" spc="10" b="1">
                <a:latin typeface="Arial"/>
                <a:cs typeface="Arial"/>
              </a:rPr>
              <a:t>o</a:t>
            </a:r>
            <a:endParaRPr sz="1700">
              <a:latin typeface="Arial"/>
              <a:cs typeface="Arial"/>
            </a:endParaRPr>
          </a:p>
          <a:p>
            <a:pPr algn="just" marL="636270" marR="3572510" indent="-186055">
              <a:lnSpc>
                <a:spcPct val="129700"/>
              </a:lnSpc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8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A</a:t>
            </a:r>
            <a:r>
              <a:rPr dirty="0" sz="1700" spc="120">
                <a:latin typeface="Arial"/>
                <a:cs typeface="Arial"/>
              </a:rPr>
              <a:t>[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19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6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)++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8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A</a:t>
            </a:r>
            <a:r>
              <a:rPr dirty="0" sz="1700" spc="120">
                <a:latin typeface="Arial"/>
                <a:cs typeface="Arial"/>
              </a:rPr>
              <a:t>[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19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6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)</a:t>
            </a:r>
            <a:r>
              <a:rPr dirty="0" sz="1700" spc="-120">
                <a:latin typeface="Lucida Sans Unicode"/>
                <a:cs typeface="Lucida Sans Unicode"/>
              </a:rPr>
              <a:t>−</a:t>
            </a:r>
            <a:r>
              <a:rPr dirty="0" sz="1700" spc="-65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; 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15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14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254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862965" marR="3495040" indent="-198120">
              <a:lnSpc>
                <a:spcPct val="129700"/>
              </a:lnSpc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w</a:t>
            </a:r>
            <a:r>
              <a:rPr dirty="0" sz="1700" spc="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A</a:t>
            </a:r>
            <a:r>
              <a:rPr dirty="0" sz="1700" spc="120">
                <a:latin typeface="Arial"/>
                <a:cs typeface="Arial"/>
              </a:rPr>
              <a:t>[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19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A</a:t>
            </a:r>
            <a:r>
              <a:rPr dirty="0" sz="1700" spc="120">
                <a:latin typeface="Arial"/>
                <a:cs typeface="Arial"/>
              </a:rPr>
              <a:t>[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19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A</a:t>
            </a:r>
            <a:r>
              <a:rPr dirty="0" sz="1700" spc="120">
                <a:latin typeface="Arial"/>
                <a:cs typeface="Arial"/>
              </a:rPr>
              <a:t>[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19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A</a:t>
            </a:r>
            <a:r>
              <a:rPr dirty="0" sz="1700" spc="120">
                <a:latin typeface="Arial"/>
                <a:cs typeface="Arial"/>
              </a:rPr>
              <a:t>[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19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w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22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25">
                <a:latin typeface="Arial"/>
                <a:cs typeface="Arial"/>
              </a:rPr>
              <a:t>)++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(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19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)</a:t>
            </a:r>
            <a:r>
              <a:rPr dirty="0" sz="1700" spc="-120">
                <a:latin typeface="Lucida Sans Unicode"/>
                <a:cs typeface="Lucida Sans Unicode"/>
              </a:rPr>
              <a:t>−</a:t>
            </a:r>
            <a:r>
              <a:rPr dirty="0" sz="1700" spc="-65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5532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5085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7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15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14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254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endParaRPr sz="1300">
              <a:latin typeface="Times New Roman"/>
              <a:cs typeface="Times New Roman"/>
            </a:endParaRPr>
          </a:p>
          <a:p>
            <a:pPr marL="467359" indent="-262255">
              <a:lnSpc>
                <a:spcPct val="100000"/>
              </a:lnSpc>
              <a:buFont typeface="Lucida Sans Unicode"/>
              <a:buChar char="•"/>
              <a:tabLst>
                <a:tab pos="46799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67359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67995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c</a:t>
            </a:r>
            <a:r>
              <a:rPr dirty="0" sz="2050" spc="5">
                <a:latin typeface="Arial"/>
                <a:cs typeface="Arial"/>
              </a:rPr>
              <a:t>ks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6900545" cy="45294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1395"/>
              </a:spcBef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c</a:t>
            </a:r>
            <a:r>
              <a:rPr dirty="0" sz="2050" spc="5">
                <a:latin typeface="Arial"/>
                <a:cs typeface="Arial"/>
              </a:rPr>
              <a:t>ks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"/>
              </a:spcBef>
            </a:pPr>
            <a:endParaRPr sz="195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365">
                <a:latin typeface="Lucida Sans Unicode"/>
                <a:cs typeface="Lucida Sans Unicode"/>
              </a:rPr>
              <a:t>∗</a:t>
            </a:r>
            <a:r>
              <a:rPr dirty="0" sz="1700" spc="-225">
                <a:latin typeface="Lucida Sans Unicode"/>
                <a:cs typeface="Lucida Sans Unicode"/>
              </a:rPr>
              <a:t>−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-250">
                <a:latin typeface="Lucida Sans Unicode"/>
                <a:cs typeface="Lucida Sans Unicode"/>
              </a:rPr>
              <a:t> </a:t>
            </a:r>
            <a:r>
              <a:rPr dirty="0" sz="1700" spc="20" i="1">
                <a:latin typeface="Arial"/>
                <a:cs typeface="Arial"/>
              </a:rPr>
              <a:t>Entr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65" i="1">
                <a:latin typeface="Arial"/>
                <a:cs typeface="Arial"/>
              </a:rPr>
              <a:t> </a:t>
            </a:r>
            <a:r>
              <a:rPr dirty="0" sz="1700" spc="25" i="1">
                <a:latin typeface="Arial"/>
                <a:cs typeface="Arial"/>
              </a:rPr>
              <a:t>aqu</a:t>
            </a:r>
            <a:r>
              <a:rPr dirty="0" sz="1700" i="1">
                <a:latin typeface="Arial"/>
                <a:cs typeface="Arial"/>
              </a:rPr>
              <a:t>i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40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85" i="1">
                <a:latin typeface="Arial"/>
                <a:cs typeface="Arial"/>
              </a:rPr>
              <a:t> </a:t>
            </a:r>
            <a:r>
              <a:rPr dirty="0" sz="1700" spc="-15" i="1">
                <a:latin typeface="Arial"/>
                <a:cs typeface="Arial"/>
              </a:rPr>
              <a:t>procediment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85" i="1">
                <a:latin typeface="Arial"/>
                <a:cs typeface="Arial"/>
              </a:rPr>
              <a:t> </a:t>
            </a:r>
            <a:r>
              <a:rPr dirty="0" sz="1700" spc="50" i="1">
                <a:latin typeface="Arial"/>
                <a:cs typeface="Arial"/>
              </a:rPr>
              <a:t>Partica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35" i="1">
                <a:latin typeface="Arial"/>
                <a:cs typeface="Arial"/>
              </a:rPr>
              <a:t> </a:t>
            </a:r>
            <a:r>
              <a:rPr dirty="0" sz="1700" spc="-70" i="1">
                <a:latin typeface="Arial"/>
                <a:cs typeface="Arial"/>
              </a:rPr>
              <a:t>d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40" i="1">
                <a:latin typeface="Arial"/>
                <a:cs typeface="Arial"/>
              </a:rPr>
              <a:t> </a:t>
            </a:r>
            <a:r>
              <a:rPr dirty="0" sz="1700" spc="40" i="1">
                <a:latin typeface="Arial"/>
                <a:cs typeface="Arial"/>
              </a:rPr>
              <a:t>transparenci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70" i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32</a:t>
            </a:r>
            <a:r>
              <a:rPr dirty="0" sz="1700" spc="-310">
                <a:latin typeface="Arial"/>
                <a:cs typeface="Arial"/>
              </a:rPr>
              <a:t> </a:t>
            </a:r>
            <a:r>
              <a:rPr dirty="0" sz="1700" spc="-225">
                <a:latin typeface="Lucida Sans Unicode"/>
                <a:cs typeface="Lucida Sans Unicode"/>
              </a:rPr>
              <a:t>−</a:t>
            </a:r>
            <a:r>
              <a:rPr dirty="0" sz="1700" spc="-5">
                <a:latin typeface="Lucida Sans Unicode"/>
                <a:cs typeface="Lucida Sans Unicode"/>
              </a:rPr>
              <a:t>−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35" b="1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Orden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Es</a:t>
            </a:r>
            <a:r>
              <a:rPr dirty="0" sz="1700" spc="7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310">
                <a:latin typeface="Lucida Sans Unicode"/>
                <a:cs typeface="Lucida Sans Unicode"/>
              </a:rPr>
              <a:t>∗</a:t>
            </a:r>
            <a:r>
              <a:rPr dirty="0" sz="1700" spc="-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1428750" algn="l"/>
                <a:tab pos="175958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 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 marR="3366770" indent="-20955">
              <a:lnSpc>
                <a:spcPct val="133100"/>
              </a:lnSpc>
              <a:tabLst>
                <a:tab pos="559435" algn="l"/>
                <a:tab pos="870585" algn="l"/>
                <a:tab pos="1739264" algn="l"/>
                <a:tab pos="2703195" algn="l"/>
                <a:tab pos="2928620" algn="l"/>
              </a:tabLst>
            </a:pPr>
            <a:r>
              <a:rPr dirty="0" sz="1700" spc="50">
                <a:latin typeface="Arial"/>
                <a:cs typeface="Arial"/>
              </a:rPr>
              <a:t>Partica</a:t>
            </a:r>
            <a:r>
              <a:rPr dirty="0" sz="1700" spc="185">
                <a:latin typeface="Arial"/>
                <a:cs typeface="Arial"/>
              </a:rPr>
              <a:t>o</a:t>
            </a:r>
            <a:r>
              <a:rPr dirty="0" sz="1700" spc="50">
                <a:latin typeface="Arial"/>
                <a:cs typeface="Arial"/>
              </a:rPr>
              <a:t>(</a:t>
            </a:r>
            <a:r>
              <a:rPr dirty="0" sz="1700" spc="-80">
                <a:latin typeface="Arial"/>
                <a:cs typeface="Arial"/>
              </a:rPr>
              <a:t>Es</a:t>
            </a:r>
            <a:r>
              <a:rPr dirty="0" sz="1700" spc="7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75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&amp;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&amp;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A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105">
                <a:latin typeface="Arial"/>
                <a:cs typeface="Arial"/>
              </a:rPr>
              <a:t>(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0">
                <a:latin typeface="Arial"/>
                <a:cs typeface="Arial"/>
              </a:rPr>
              <a:t>q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Orden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50">
                <a:latin typeface="Arial"/>
                <a:cs typeface="Arial"/>
              </a:rPr>
              <a:t>(</a:t>
            </a:r>
            <a:r>
              <a:rPr dirty="0" sz="1700" spc="-80">
                <a:latin typeface="Arial"/>
                <a:cs typeface="Arial"/>
              </a:rPr>
              <a:t>Es</a:t>
            </a:r>
            <a:r>
              <a:rPr dirty="0" sz="1700" spc="7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A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Orden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75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A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3021965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35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QuickSor</a:t>
            </a:r>
            <a:r>
              <a:rPr dirty="0" sz="1700" spc="140">
                <a:latin typeface="Arial"/>
                <a:cs typeface="Arial"/>
              </a:rPr>
              <a:t>t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254">
                <a:latin typeface="Lucida Sans Unicode"/>
                <a:cs typeface="Lucida Sans Unicode"/>
              </a:rPr>
              <a:t>∗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Orden</a:t>
            </a:r>
            <a:r>
              <a:rPr dirty="0" sz="1700" spc="60">
                <a:latin typeface="Arial"/>
                <a:cs typeface="Arial"/>
              </a:rPr>
              <a:t>a</a:t>
            </a:r>
            <a:r>
              <a:rPr dirty="0" sz="1700" spc="150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1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476490" cy="14262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67608" y="2459989"/>
            <a:ext cx="4425315" cy="0"/>
          </a:xfrm>
          <a:custGeom>
            <a:avLst/>
            <a:gdLst/>
            <a:ahLst/>
            <a:cxnLst/>
            <a:rect l="l" t="t" r="r" b="b"/>
            <a:pathLst>
              <a:path w="4425315" h="0">
                <a:moveTo>
                  <a:pt x="0" y="0"/>
                </a:moveTo>
                <a:lnTo>
                  <a:pt x="442478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72002" y="2459926"/>
            <a:ext cx="0" cy="3112135"/>
          </a:xfrm>
          <a:custGeom>
            <a:avLst/>
            <a:gdLst/>
            <a:ahLst/>
            <a:cxnLst/>
            <a:rect l="l" t="t" r="r" b="b"/>
            <a:pathLst>
              <a:path w="0"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87983" y="2459926"/>
            <a:ext cx="0" cy="3112135"/>
          </a:xfrm>
          <a:custGeom>
            <a:avLst/>
            <a:gdLst/>
            <a:ahLst/>
            <a:cxnLst/>
            <a:rect l="l" t="t" r="r" b="b"/>
            <a:pathLst>
              <a:path w="0"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167608" y="5571921"/>
            <a:ext cx="4425315" cy="0"/>
          </a:xfrm>
          <a:custGeom>
            <a:avLst/>
            <a:gdLst/>
            <a:ahLst/>
            <a:cxnLst/>
            <a:rect l="l" t="t" r="r" b="b"/>
            <a:pathLst>
              <a:path w="4425315" h="0">
                <a:moveTo>
                  <a:pt x="0" y="0"/>
                </a:moveTo>
                <a:lnTo>
                  <a:pt x="442478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405530" y="2550593"/>
          <a:ext cx="3949065" cy="294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518"/>
                <a:gridCol w="420181"/>
                <a:gridCol w="420225"/>
                <a:gridCol w="420223"/>
                <a:gridCol w="420223"/>
                <a:gridCol w="420225"/>
                <a:gridCol w="311237"/>
              </a:tblGrid>
              <a:tr h="358555">
                <a:tc>
                  <a:txBody>
                    <a:bodyPr/>
                    <a:lstStyle/>
                    <a:p>
                      <a:pPr/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873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0915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dirty="0" sz="1700" spc="-3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 spc="-3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6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1532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1475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1475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1532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2148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358555">
                <a:tc>
                  <a:txBody>
                    <a:bodyPr/>
                    <a:lstStyle/>
                    <a:p>
                      <a:pPr/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6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66177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5014"/>
            <a:ext cx="8736965" cy="58134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dirty="0" sz="2450" spc="17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"/>
              </a:spcBef>
            </a:pPr>
            <a:endParaRPr sz="205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Pi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algn="ctr" marL="472440">
              <a:lnSpc>
                <a:spcPct val="100000"/>
              </a:lnSpc>
              <a:spcBef>
                <a:spcPts val="484"/>
              </a:spcBef>
            </a:pP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4979" sz="2025" spc="262">
                <a:latin typeface="PMingLiU"/>
                <a:cs typeface="PMingLiU"/>
              </a:rPr>
              <a:t>2</a:t>
            </a:r>
            <a:r>
              <a:rPr dirty="0" sz="2050" spc="15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marL="484505" marR="5080" indent="-262255">
              <a:lnSpc>
                <a:spcPct val="117300"/>
              </a:lnSpc>
              <a:spcBef>
                <a:spcPts val="13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ivô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já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054100" indent="-262255">
              <a:lnSpc>
                <a:spcPct val="117300"/>
              </a:lnSpc>
              <a:spcBef>
                <a:spcPts val="117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limi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58115" indent="-262255">
              <a:lnSpc>
                <a:spcPct val="117300"/>
              </a:lnSpc>
              <a:spcBef>
                <a:spcPts val="117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vi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25"/>
              </a:spcBef>
            </a:pP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edian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do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ê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iv</a:t>
            </a:r>
            <a:r>
              <a:rPr dirty="0" sz="2050">
                <a:latin typeface="Arial"/>
                <a:cs typeface="Arial"/>
              </a:rPr>
              <a:t>ô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78520" cy="49631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dirty="0" sz="2450" spc="17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"/>
              </a:spcBef>
              <a:buFont typeface="Lucida Sans Unicode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algn="ctr" marL="730885">
              <a:lnSpc>
                <a:spcPct val="100000"/>
              </a:lnSpc>
            </a:pP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5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1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ivi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-4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w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c</a:t>
            </a:r>
            <a:r>
              <a:rPr dirty="0" sz="2050" spc="5">
                <a:latin typeface="Arial"/>
                <a:cs typeface="Arial"/>
              </a:rPr>
              <a:t>k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6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7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7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"/>
              </a:spcBef>
              <a:buFont typeface="Lucida Sans Unicode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algn="ctr" marL="730885">
              <a:lnSpc>
                <a:spcPct val="100000"/>
              </a:lnSpc>
            </a:pP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≈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-215">
                <a:latin typeface="Georgia"/>
                <a:cs typeface="Georgia"/>
              </a:rPr>
              <a:t>8</a:t>
            </a:r>
            <a:r>
              <a:rPr dirty="0" sz="2050" spc="-155">
                <a:latin typeface="Georgia"/>
                <a:cs typeface="Georgia"/>
              </a:rPr>
              <a:t>6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5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15">
                <a:latin typeface="Georgia"/>
                <a:cs typeface="Georgia"/>
              </a:rPr>
              <a:t>8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-155">
                <a:latin typeface="Georgia"/>
                <a:cs typeface="Georgia"/>
              </a:rPr>
              <a:t>6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0" i="1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25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ifica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c</a:t>
            </a:r>
            <a:r>
              <a:rPr dirty="0" sz="2050" spc="5">
                <a:latin typeface="Arial"/>
                <a:cs typeface="Arial"/>
              </a:rPr>
              <a:t>ks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5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394700" cy="55422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13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xili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5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ten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262">
                <a:latin typeface="PMingLiU"/>
                <a:cs typeface="PMingLiU"/>
              </a:rPr>
              <a:t>2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cil:</a:t>
            </a:r>
            <a:endParaRPr sz="2050">
              <a:latin typeface="Arial"/>
              <a:cs typeface="Arial"/>
            </a:endParaRPr>
          </a:p>
          <a:p>
            <a:pPr lvl="2" marL="1114425" marR="386715" indent="-262255">
              <a:lnSpc>
                <a:spcPct val="119700"/>
              </a:lnSpc>
              <a:spcBef>
                <a:spcPts val="270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á</a:t>
            </a:r>
            <a:r>
              <a:rPr dirty="0" sz="205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84895" cy="52374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9099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214629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ssim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02675" cy="4865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050" b="1">
                <a:latin typeface="Arial"/>
                <a:cs typeface="Arial"/>
              </a:rPr>
              <a:t>Fila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Pr</a:t>
            </a:r>
            <a:r>
              <a:rPr dirty="0" sz="2050" b="1">
                <a:latin typeface="Arial"/>
                <a:cs typeface="Arial"/>
              </a:rPr>
              <a:t>io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idade</a:t>
            </a:r>
            <a:r>
              <a:rPr dirty="0" sz="2050" spc="5" b="1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484505" marR="53721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marR="6350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SOs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508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ti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43815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Sis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6320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2050" b="1">
                <a:latin typeface="Arial"/>
                <a:cs typeface="Arial"/>
              </a:rPr>
              <a:t>Fila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Pr</a:t>
            </a:r>
            <a:r>
              <a:rPr dirty="0" sz="2050" b="1">
                <a:latin typeface="Arial"/>
                <a:cs typeface="Arial"/>
              </a:rPr>
              <a:t>io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idade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-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Tip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Abst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at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Dado</a:t>
            </a:r>
            <a:r>
              <a:rPr dirty="0" sz="2050" spc="5" b="1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00"/>
              </a:spcBef>
            </a:pP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ten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lvl="1" marL="852169" marR="5080" indent="-349885">
              <a:lnSpc>
                <a:spcPct val="116300"/>
              </a:lnSpc>
              <a:spcBef>
                <a:spcPts val="540"/>
              </a:spcBef>
              <a:buAutoNum type="arabicPeriod" startAt="2"/>
              <a:tabLst>
                <a:tab pos="852805" algn="l"/>
              </a:tabLst>
            </a:pPr>
            <a:r>
              <a:rPr dirty="0" sz="2050" spc="-5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96520" indent="-349885">
              <a:lnSpc>
                <a:spcPct val="116300"/>
              </a:lnSpc>
              <a:spcBef>
                <a:spcPts val="540"/>
              </a:spcBef>
              <a:buAutoNum type="arabicPeriod" startAt="2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m,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Al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Aj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387590" cy="5701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050" b="1">
                <a:latin typeface="Arial"/>
                <a:cs typeface="Arial"/>
              </a:rPr>
              <a:t>Fila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Pr</a:t>
            </a:r>
            <a:r>
              <a:rPr dirty="0" sz="2050" b="1">
                <a:latin typeface="Arial"/>
                <a:cs typeface="Arial"/>
              </a:rPr>
              <a:t>io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idade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-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Rep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esentaçã</a:t>
            </a:r>
            <a:r>
              <a:rPr dirty="0" sz="2050" spc="5" b="1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5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Aj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Aj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054975" cy="4775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050" b="1">
                <a:latin typeface="Arial"/>
                <a:cs typeface="Arial"/>
              </a:rPr>
              <a:t>Fila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Pr</a:t>
            </a:r>
            <a:r>
              <a:rPr dirty="0" sz="2050" b="1">
                <a:latin typeface="Arial"/>
                <a:cs typeface="Arial"/>
              </a:rPr>
              <a:t>io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idade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-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Rep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esentaçã</a:t>
            </a:r>
            <a:r>
              <a:rPr dirty="0" sz="2050" spc="5" b="1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 marR="27749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0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b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25" b="1">
                <a:latin typeface="Arial"/>
                <a:cs typeface="Arial"/>
              </a:rPr>
              <a:t>r</a:t>
            </a:r>
            <a:r>
              <a:rPr dirty="0" sz="2050" spc="-4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>
              <a:lnSpc>
                <a:spcPct val="119700"/>
              </a:lnSpc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enta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ope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Aj</a:t>
            </a:r>
            <a:r>
              <a:rPr dirty="0" sz="2050">
                <a:latin typeface="Arial"/>
                <a:cs typeface="Arial"/>
              </a:rPr>
              <a:t>unt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pre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ogarít</a:t>
            </a:r>
            <a:r>
              <a:rPr dirty="0" sz="2050" spc="5">
                <a:latin typeface="Arial"/>
                <a:cs typeface="Arial"/>
              </a:rPr>
              <a:t>mico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ope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er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Ret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ub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tu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Al</a:t>
            </a:r>
            <a:r>
              <a:rPr dirty="0" sz="2050">
                <a:latin typeface="Arial"/>
                <a:cs typeface="Arial"/>
              </a:rPr>
              <a:t>te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utu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dado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fis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ada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ore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no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-13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ill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1978)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68806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5929"/>
            <a:ext cx="8604250" cy="5826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2050" b="1">
                <a:latin typeface="Arial"/>
                <a:cs typeface="Arial"/>
              </a:rPr>
              <a:t>Fila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Pr</a:t>
            </a:r>
            <a:r>
              <a:rPr dirty="0" sz="2050" b="1">
                <a:latin typeface="Arial"/>
                <a:cs typeface="Arial"/>
              </a:rPr>
              <a:t>io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idade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-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Algo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-5" b="1">
                <a:latin typeface="Arial"/>
                <a:cs typeface="Arial"/>
              </a:rPr>
              <a:t>it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10" b="1">
                <a:latin typeface="Arial"/>
                <a:cs typeface="Arial"/>
              </a:rPr>
              <a:t>O</a:t>
            </a:r>
            <a:r>
              <a:rPr dirty="0" sz="2050" spc="-40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denaçã</a:t>
            </a:r>
            <a:r>
              <a:rPr dirty="0" sz="2050" spc="5" b="1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 marR="657225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143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Em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5306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6360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p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6865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1986"/>
            <a:ext cx="8223250" cy="36887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ü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buFont typeface="Lucida Sans Unicode"/>
              <a:buChar char="•"/>
            </a:pPr>
            <a:endParaRPr sz="2350">
              <a:latin typeface="Times New Roman"/>
              <a:cs typeface="Times New Roman"/>
            </a:endParaRPr>
          </a:p>
          <a:p>
            <a:pPr algn="ctr" marL="541020">
              <a:lnSpc>
                <a:spcPct val="100000"/>
              </a:lnSpc>
            </a:pP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10" i="1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algn="ctr" marL="986155">
              <a:lnSpc>
                <a:spcPct val="100000"/>
              </a:lnSpc>
              <a:spcBef>
                <a:spcPts val="1075"/>
              </a:spcBef>
            </a:pP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10" i="1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>
              <a:lnSpc>
                <a:spcPct val="100000"/>
              </a:lnSpc>
            </a:pP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tod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500"/>
              </a:lnSpc>
              <a:spcBef>
                <a:spcPts val="13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cilm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vis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63675" y="4919960"/>
            <a:ext cx="2379307" cy="14835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009669" y="6142469"/>
            <a:ext cx="350520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  <a:tabLst>
                <a:tab pos="248285" algn="l"/>
              </a:tabLst>
            </a:pPr>
            <a:r>
              <a:rPr dirty="0" baseline="2136" sz="1950">
                <a:latin typeface="Times New Roman"/>
                <a:cs typeface="Times New Roman"/>
              </a:rPr>
              <a:t>4</a:t>
            </a:r>
            <a:r>
              <a:rPr dirty="0" baseline="2136" sz="1950">
                <a:latin typeface="Times New Roman"/>
                <a:cs typeface="Times New Roman"/>
              </a:rPr>
              <a:t>	</a:t>
            </a:r>
            <a:r>
              <a:rPr dirty="0" sz="130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6378" y="6142469"/>
            <a:ext cx="352425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  <a:tabLst>
                <a:tab pos="231775" algn="l"/>
              </a:tabLst>
            </a:pPr>
            <a:r>
              <a:rPr dirty="0" baseline="2136" sz="1950">
                <a:latin typeface="Times New Roman"/>
                <a:cs typeface="Times New Roman"/>
              </a:rPr>
              <a:t>5</a:t>
            </a:r>
            <a:r>
              <a:rPr dirty="0" baseline="2136" sz="1950">
                <a:latin typeface="Times New Roman"/>
                <a:cs typeface="Times New Roman"/>
              </a:rPr>
              <a:t>	</a:t>
            </a:r>
            <a:r>
              <a:rPr dirty="0" sz="130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58030" y="5545289"/>
            <a:ext cx="351155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  <a:tabLst>
                <a:tab pos="239395" algn="l"/>
              </a:tabLst>
            </a:pPr>
            <a:r>
              <a:rPr dirty="0" baseline="2136" sz="1950">
                <a:latin typeface="Times New Roman"/>
                <a:cs typeface="Times New Roman"/>
              </a:rPr>
              <a:t>2</a:t>
            </a:r>
            <a:r>
              <a:rPr dirty="0" baseline="2136" sz="1950">
                <a:latin typeface="Times New Roman"/>
                <a:cs typeface="Times New Roman"/>
              </a:rPr>
              <a:t>	</a:t>
            </a:r>
            <a:r>
              <a:rPr dirty="0" sz="130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54739" y="4948110"/>
            <a:ext cx="349250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  <a:tabLst>
                <a:tab pos="255904" algn="l"/>
              </a:tabLst>
            </a:pPr>
            <a:r>
              <a:rPr dirty="0" baseline="2136" sz="1950">
                <a:latin typeface="Times New Roman"/>
                <a:cs typeface="Times New Roman"/>
              </a:rPr>
              <a:t>1</a:t>
            </a:r>
            <a:r>
              <a:rPr dirty="0" baseline="2136" sz="1950">
                <a:latin typeface="Times New Roman"/>
                <a:cs typeface="Times New Roman"/>
              </a:rPr>
              <a:t>	</a:t>
            </a:r>
            <a:r>
              <a:rPr dirty="0" sz="130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91428" y="5545289"/>
            <a:ext cx="390525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  <a:tabLst>
                <a:tab pos="307340" algn="l"/>
              </a:tabLst>
            </a:pPr>
            <a:r>
              <a:rPr dirty="0" sz="1300">
                <a:latin typeface="Times New Roman"/>
                <a:cs typeface="Times New Roman"/>
              </a:rPr>
              <a:t>O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baseline="2136" sz="1950">
                <a:latin typeface="Times New Roman"/>
                <a:cs typeface="Times New Roman"/>
              </a:rPr>
              <a:t>3</a:t>
            </a:r>
            <a:endParaRPr baseline="2136" sz="1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35332" y="6142469"/>
            <a:ext cx="1095375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  <a:tabLst>
                <a:tab pos="314960" algn="l"/>
                <a:tab pos="704215" algn="l"/>
                <a:tab pos="1011555" algn="l"/>
              </a:tabLst>
            </a:pPr>
            <a:r>
              <a:rPr dirty="0" sz="1300">
                <a:latin typeface="Times New Roman"/>
                <a:cs typeface="Times New Roman"/>
              </a:rPr>
              <a:t>A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baseline="2136" sz="1950">
                <a:latin typeface="Times New Roman"/>
                <a:cs typeface="Times New Roman"/>
              </a:rPr>
              <a:t>6</a:t>
            </a:r>
            <a:r>
              <a:rPr dirty="0" baseline="2136" sz="1950">
                <a:latin typeface="Times New Roman"/>
                <a:cs typeface="Times New Roman"/>
              </a:rPr>
              <a:t>	</a:t>
            </a:r>
            <a:r>
              <a:rPr dirty="0" sz="1300">
                <a:latin typeface="Times New Roman"/>
                <a:cs typeface="Times New Roman"/>
              </a:rPr>
              <a:t>D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baseline="2136" sz="1950">
                <a:latin typeface="Times New Roman"/>
                <a:cs typeface="Times New Roman"/>
              </a:rPr>
              <a:t>7</a:t>
            </a:r>
            <a:endParaRPr baseline="2136" sz="1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936161" y="4828044"/>
            <a:ext cx="2887980" cy="0"/>
          </a:xfrm>
          <a:custGeom>
            <a:avLst/>
            <a:gdLst/>
            <a:ahLst/>
            <a:cxnLst/>
            <a:rect l="l" t="t" r="r" b="b"/>
            <a:pathLst>
              <a:path w="2887979" h="0">
                <a:moveTo>
                  <a:pt x="0" y="0"/>
                </a:moveTo>
                <a:lnTo>
                  <a:pt x="288756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940555" y="4827993"/>
            <a:ext cx="0" cy="1650364"/>
          </a:xfrm>
          <a:custGeom>
            <a:avLst/>
            <a:gdLst/>
            <a:ahLst/>
            <a:cxnLst/>
            <a:rect l="l" t="t" r="r" b="b"/>
            <a:pathLst>
              <a:path w="0" h="1650364">
                <a:moveTo>
                  <a:pt x="0" y="164980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819315" y="4827993"/>
            <a:ext cx="0" cy="1650364"/>
          </a:xfrm>
          <a:custGeom>
            <a:avLst/>
            <a:gdLst/>
            <a:ahLst/>
            <a:cxnLst/>
            <a:rect l="l" t="t" r="r" b="b"/>
            <a:pathLst>
              <a:path w="0" h="1650364">
                <a:moveTo>
                  <a:pt x="0" y="164980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936161" y="6477744"/>
            <a:ext cx="2887980" cy="0"/>
          </a:xfrm>
          <a:custGeom>
            <a:avLst/>
            <a:gdLst/>
            <a:ahLst/>
            <a:cxnLst/>
            <a:rect l="l" t="t" r="r" b="b"/>
            <a:pathLst>
              <a:path w="2887979" h="0">
                <a:moveTo>
                  <a:pt x="0" y="0"/>
                </a:moveTo>
                <a:lnTo>
                  <a:pt x="288756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32956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 b="1">
                <a:latin typeface="Arial"/>
                <a:cs typeface="Arial"/>
              </a:rPr>
              <a:t>Á</a:t>
            </a:r>
            <a:r>
              <a:rPr dirty="0" sz="2050" spc="25" b="1">
                <a:latin typeface="Arial"/>
                <a:cs typeface="Arial"/>
              </a:rPr>
              <a:t>r</a:t>
            </a:r>
            <a:r>
              <a:rPr dirty="0" sz="2050" spc="-6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re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b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á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iz.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70">
                <a:latin typeface="Lucida Sans Unicode"/>
                <a:cs typeface="Lucida Sans Unicode"/>
              </a:rPr>
              <a:t>⌊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70">
                <a:latin typeface="Lucida Sans Unicode"/>
                <a:cs typeface="Lucida Sans Unicode"/>
              </a:rPr>
              <a:t>⌋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375" i="1">
                <a:latin typeface="Arial"/>
                <a:cs typeface="Arial"/>
              </a:rPr>
              <a:t>&lt;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-12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110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55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70">
                <a:latin typeface="Lucida Sans Unicode"/>
                <a:cs typeface="Lucida Sans Unicode"/>
              </a:rPr>
              <a:t>⌊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70">
                <a:latin typeface="Lucida Sans Unicode"/>
                <a:cs typeface="Lucida Sans Unicode"/>
              </a:rPr>
              <a:t>⌋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6663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5243"/>
            <a:ext cx="8206105" cy="2566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y: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46893" y="3539197"/>
            <a:ext cx="3066415" cy="0"/>
          </a:xfrm>
          <a:custGeom>
            <a:avLst/>
            <a:gdLst/>
            <a:ahLst/>
            <a:cxnLst/>
            <a:rect l="l" t="t" r="r" b="b"/>
            <a:pathLst>
              <a:path w="3066415" h="0">
                <a:moveTo>
                  <a:pt x="0" y="0"/>
                </a:moveTo>
                <a:lnTo>
                  <a:pt x="306621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851300" y="3539147"/>
            <a:ext cx="0" cy="892175"/>
          </a:xfrm>
          <a:custGeom>
            <a:avLst/>
            <a:gdLst/>
            <a:ahLst/>
            <a:cxnLst/>
            <a:rect l="l" t="t" r="r" b="b"/>
            <a:pathLst>
              <a:path w="0" h="892175">
                <a:moveTo>
                  <a:pt x="0" y="89176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908710" y="3539147"/>
            <a:ext cx="0" cy="892175"/>
          </a:xfrm>
          <a:custGeom>
            <a:avLst/>
            <a:gdLst/>
            <a:ahLst/>
            <a:cxnLst/>
            <a:rect l="l" t="t" r="r" b="b"/>
            <a:pathLst>
              <a:path w="0" h="892175">
                <a:moveTo>
                  <a:pt x="0" y="89176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846893" y="4430852"/>
            <a:ext cx="3066415" cy="0"/>
          </a:xfrm>
          <a:custGeom>
            <a:avLst/>
            <a:gdLst/>
            <a:ahLst/>
            <a:cxnLst/>
            <a:rect l="l" t="t" r="r" b="b"/>
            <a:pathLst>
              <a:path w="3066415" h="0">
                <a:moveTo>
                  <a:pt x="0" y="0"/>
                </a:moveTo>
                <a:lnTo>
                  <a:pt x="306621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221282" y="4792243"/>
            <a:ext cx="6269355" cy="1888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cilm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55">
                <a:latin typeface="Georgia"/>
                <a:cs typeface="Georgia"/>
              </a:rPr>
              <a:t>d</a:t>
            </a:r>
            <a:r>
              <a:rPr dirty="0" sz="2050" spc="-45">
                <a:latin typeface="Georgia"/>
                <a:cs typeface="Georgia"/>
              </a:rPr>
              <a:t>i</a:t>
            </a:r>
            <a:r>
              <a:rPr dirty="0" sz="2050" spc="45">
                <a:latin typeface="Georgia"/>
                <a:cs typeface="Georgia"/>
              </a:rPr>
              <a:t>v</a:t>
            </a:r>
            <a:r>
              <a:rPr dirty="0" sz="2050" spc="-1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975823" y="3629814"/>
          <a:ext cx="2808605" cy="726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1727"/>
                <a:gridCol w="395955"/>
                <a:gridCol w="420244"/>
                <a:gridCol w="395975"/>
                <a:gridCol w="408174"/>
                <a:gridCol w="395930"/>
                <a:gridCol w="420228"/>
              </a:tblGrid>
              <a:tr h="355267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644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26170" cy="5790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774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p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9019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p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p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yd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6</a:t>
            </a:r>
            <a:r>
              <a:rPr dirty="0" sz="2050">
                <a:latin typeface="Arial"/>
                <a:cs typeface="Arial"/>
              </a:rPr>
              <a:t>4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xili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589915">
              <a:lnSpc>
                <a:spcPct val="100000"/>
              </a:lnSpc>
              <a:spcBef>
                <a:spcPts val="1185"/>
              </a:spcBef>
              <a:tabLst>
                <a:tab pos="852169" algn="l"/>
              </a:tabLst>
            </a:pPr>
            <a:r>
              <a:rPr dirty="0" sz="2050" spc="5" b="1">
                <a:latin typeface="Times New Roman"/>
                <a:cs typeface="Times New Roman"/>
              </a:rPr>
              <a:t>–</a:t>
            </a:r>
            <a:r>
              <a:rPr dirty="0" sz="2050" spc="5" b="1">
                <a:latin typeface="Times New Roman"/>
                <a:cs typeface="Times New Roman"/>
              </a:rPr>
              <a:t>	</a:t>
            </a: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380" i="1">
                <a:latin typeface="Arial"/>
                <a:cs typeface="Arial"/>
              </a:rPr>
              <a:t>j</a:t>
            </a:r>
            <a:r>
              <a:rPr dirty="0" sz="2050" spc="120" i="1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380" i="1">
                <a:latin typeface="Arial"/>
                <a:cs typeface="Arial"/>
              </a:rPr>
              <a:t>j</a:t>
            </a:r>
            <a:r>
              <a:rPr dirty="0" sz="2050" spc="114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dirty="0" sz="2050" spc="380" i="1">
                <a:latin typeface="Arial"/>
                <a:cs typeface="Arial"/>
              </a:rPr>
              <a:t>j</a:t>
            </a:r>
            <a:r>
              <a:rPr dirty="0" sz="2050" spc="114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9565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87814" y="1976729"/>
            <a:ext cx="4784725" cy="0"/>
          </a:xfrm>
          <a:custGeom>
            <a:avLst/>
            <a:gdLst/>
            <a:ahLst/>
            <a:cxnLst/>
            <a:rect l="l" t="t" r="r" b="b"/>
            <a:pathLst>
              <a:path w="4784725" h="0">
                <a:moveTo>
                  <a:pt x="0" y="0"/>
                </a:moveTo>
                <a:lnTo>
                  <a:pt x="478448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992208" y="1976665"/>
            <a:ext cx="0" cy="1997710"/>
          </a:xfrm>
          <a:custGeom>
            <a:avLst/>
            <a:gdLst/>
            <a:ahLst/>
            <a:cxnLst/>
            <a:rect l="l" t="t" r="r" b="b"/>
            <a:pathLst>
              <a:path w="0"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767777" y="1976665"/>
            <a:ext cx="0" cy="1997710"/>
          </a:xfrm>
          <a:custGeom>
            <a:avLst/>
            <a:gdLst/>
            <a:ahLst/>
            <a:cxnLst/>
            <a:rect l="l" t="t" r="r" b="b"/>
            <a:pathLst>
              <a:path w="0"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987814" y="3974122"/>
            <a:ext cx="4784725" cy="0"/>
          </a:xfrm>
          <a:custGeom>
            <a:avLst/>
            <a:gdLst/>
            <a:ahLst/>
            <a:cxnLst/>
            <a:rect l="l" t="t" r="r" b="b"/>
            <a:pathLst>
              <a:path w="4784725" h="0">
                <a:moveTo>
                  <a:pt x="0" y="0"/>
                </a:moveTo>
                <a:lnTo>
                  <a:pt x="478448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221282" y="4401908"/>
            <a:ext cx="8059420" cy="12655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20">
                <a:latin typeface="Georgia"/>
                <a:cs typeface="Georgia"/>
              </a:rPr>
              <a:t>7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p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245" i="1">
                <a:latin typeface="Arial"/>
                <a:cs typeface="Arial"/>
              </a:rPr>
              <a:t>E</a:t>
            </a:r>
            <a:r>
              <a:rPr dirty="0" sz="2050" spc="-75" i="1">
                <a:latin typeface="Arial"/>
                <a:cs typeface="Arial"/>
              </a:rPr>
              <a:t>s</a:t>
            </a:r>
            <a:r>
              <a:rPr dirty="0" sz="2050" spc="-245" i="1">
                <a:latin typeface="Arial"/>
                <a:cs typeface="Arial"/>
              </a:rPr>
              <a:t>q</a:t>
            </a:r>
            <a:r>
              <a:rPr dirty="0" sz="2050" spc="75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  <a:p>
            <a:pPr marL="274955">
              <a:lnSpc>
                <a:spcPct val="100000"/>
              </a:lnSpc>
              <a:spcBef>
                <a:spcPts val="484"/>
              </a:spcBef>
            </a:pP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ten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155">
                <a:latin typeface="Georgia"/>
                <a:cs typeface="Georgia"/>
              </a:rPr>
              <a:t>6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20">
                <a:latin typeface="Georgia"/>
                <a:cs typeface="Georgia"/>
              </a:rPr>
              <a:t>7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225736" y="2067333"/>
          <a:ext cx="4308475" cy="1831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8469"/>
                <a:gridCol w="420229"/>
                <a:gridCol w="395918"/>
                <a:gridCol w="432478"/>
                <a:gridCol w="395970"/>
                <a:gridCol w="408174"/>
                <a:gridCol w="395926"/>
                <a:gridCol w="311262"/>
              </a:tblGrid>
              <a:tr h="358555">
                <a:tc>
                  <a:txBody>
                    <a:bodyPr/>
                    <a:lstStyle/>
                    <a:p>
                      <a:pPr/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52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873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0858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dirty="0" sz="1700" spc="-3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 spc="-3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3189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87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2148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Esq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3189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370915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Esq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3189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59172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Esq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3189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7029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13" y="856500"/>
            <a:ext cx="8709660" cy="56102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"/>
              </a:spcBef>
            </a:pPr>
            <a:endParaRPr sz="21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p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04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p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3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p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245" i="1">
                <a:latin typeface="Arial"/>
                <a:cs typeface="Arial"/>
              </a:rPr>
              <a:t>E</a:t>
            </a:r>
            <a:r>
              <a:rPr dirty="0" sz="2050" spc="-75" i="1">
                <a:latin typeface="Arial"/>
                <a:cs typeface="Arial"/>
              </a:rPr>
              <a:t>s</a:t>
            </a:r>
            <a:r>
              <a:rPr dirty="0" sz="2050" spc="-245" i="1">
                <a:latin typeface="Arial"/>
                <a:cs typeface="Arial"/>
              </a:rPr>
              <a:t>q</a:t>
            </a:r>
            <a:r>
              <a:rPr dirty="0" sz="2050" spc="75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34"/>
              </a:spcBef>
            </a:pPr>
            <a:r>
              <a:rPr dirty="0" sz="2050" i="1">
                <a:latin typeface="Arial"/>
                <a:cs typeface="Arial"/>
              </a:rPr>
              <a:t>heap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p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245" i="1">
                <a:latin typeface="Arial"/>
                <a:cs typeface="Arial"/>
              </a:rPr>
              <a:t>E</a:t>
            </a:r>
            <a:r>
              <a:rPr dirty="0" sz="2050" spc="-75" i="1">
                <a:latin typeface="Arial"/>
                <a:cs typeface="Arial"/>
              </a:rPr>
              <a:t>s</a:t>
            </a:r>
            <a:r>
              <a:rPr dirty="0" sz="2050" spc="-245" i="1">
                <a:latin typeface="Arial"/>
                <a:cs typeface="Arial"/>
              </a:rPr>
              <a:t>q</a:t>
            </a:r>
            <a:r>
              <a:rPr dirty="0" sz="2050" spc="75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p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04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p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2700" marR="400685">
              <a:lnSpc>
                <a:spcPct val="117800"/>
              </a:lnSpc>
              <a:spcBef>
                <a:spcPts val="1215"/>
              </a:spcBef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ro</a:t>
            </a:r>
            <a:r>
              <a:rPr dirty="0" sz="2050" spc="-20">
                <a:latin typeface="Arial"/>
                <a:cs typeface="Arial"/>
              </a:rPr>
              <a:t>gr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ope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te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"/>
              </a:spcBef>
            </a:pPr>
            <a:endParaRPr sz="195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</a:pP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195">
                <a:latin typeface="Arial"/>
                <a:cs typeface="Arial"/>
              </a:rPr>
              <a:t> </a:t>
            </a:r>
            <a:r>
              <a:rPr dirty="0" sz="1700" spc="-170">
                <a:latin typeface="Arial"/>
                <a:cs typeface="Arial"/>
              </a:rPr>
              <a:t>M</a:t>
            </a:r>
            <a:r>
              <a:rPr dirty="0" sz="1700" spc="-170">
                <a:latin typeface="Arial"/>
                <a:cs typeface="Arial"/>
              </a:rPr>
              <a:t>a</a:t>
            </a:r>
            <a:r>
              <a:rPr dirty="0" sz="1700" spc="-40">
                <a:latin typeface="Arial"/>
                <a:cs typeface="Arial"/>
              </a:rPr>
              <a:t>x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310">
                <a:latin typeface="Lucida Sans Unicode"/>
                <a:cs typeface="Lucida Sans Unicode"/>
              </a:rPr>
              <a:t>∗</a:t>
            </a:r>
            <a:r>
              <a:rPr dirty="0" sz="1700" spc="-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63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(</a:t>
            </a:r>
            <a:r>
              <a:rPr dirty="0" sz="1700" spc="9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5904865" cy="48552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2010"/>
              </a:spcBef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ro</a:t>
            </a:r>
            <a:r>
              <a:rPr dirty="0" sz="2050" spc="-20">
                <a:latin typeface="Arial"/>
                <a:cs typeface="Arial"/>
              </a:rPr>
              <a:t>gr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re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ond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heap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914650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85" b="1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Refa</a:t>
            </a:r>
            <a:r>
              <a:rPr dirty="0" sz="1700" spc="95">
                <a:latin typeface="Arial"/>
                <a:cs typeface="Arial"/>
              </a:rPr>
              <a:t>z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Es</a:t>
            </a:r>
            <a:r>
              <a:rPr dirty="0" sz="1700" spc="7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310">
                <a:latin typeface="Lucida Sans Unicode"/>
                <a:cs typeface="Lucida Sans Unicode"/>
              </a:rPr>
              <a:t>∗</a:t>
            </a:r>
            <a:r>
              <a:rPr dirty="0" sz="1700" spc="-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4475" marR="3653154" indent="-201295">
              <a:lnSpc>
                <a:spcPct val="129700"/>
              </a:lnSpc>
              <a:tabLst>
                <a:tab pos="688340" algn="l"/>
                <a:tab pos="852169" algn="l"/>
                <a:tab pos="143827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 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7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260">
                <a:latin typeface="Lucida Sans Unicode"/>
                <a:cs typeface="Lucida Sans Unicode"/>
              </a:rPr>
              <a:t> </a:t>
            </a:r>
            <a:r>
              <a:rPr dirty="0" sz="1700" spc="10">
                <a:latin typeface="Arial"/>
                <a:cs typeface="Arial"/>
              </a:rPr>
              <a:t>2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870">
              <a:lnSpc>
                <a:spcPct val="100000"/>
              </a:lnSpc>
              <a:spcBef>
                <a:spcPts val="605"/>
              </a:spcBef>
            </a:pP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05"/>
              </a:spcBef>
            </a:pP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  <a:tabLst>
                <a:tab pos="686435" algn="l"/>
                <a:tab pos="988060" algn="l"/>
                <a:tab pos="129921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902969" marR="1826260" indent="-217170">
              <a:lnSpc>
                <a:spcPct val="129700"/>
              </a:lnSpc>
              <a:tabLst>
                <a:tab pos="900430" algn="l"/>
                <a:tab pos="120269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60">
                <a:latin typeface="Arial"/>
                <a:cs typeface="Arial"/>
              </a:rPr>
              <a:t>(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8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+1]</a:t>
            </a:r>
            <a:r>
              <a:rPr dirty="0" sz="1700" spc="-35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 j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7627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686435">
              <a:lnSpc>
                <a:spcPct val="100000"/>
              </a:lnSpc>
              <a:spcBef>
                <a:spcPts val="605"/>
              </a:spcBef>
              <a:tabLst>
                <a:tab pos="988060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80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-1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9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-65" b="1">
                <a:latin typeface="Arial"/>
                <a:cs typeface="Arial"/>
              </a:rPr>
              <a:t>got</a:t>
            </a:r>
            <a:r>
              <a:rPr dirty="0" sz="1700" spc="10" b="1">
                <a:latin typeface="Arial"/>
                <a:cs typeface="Arial"/>
              </a:rPr>
              <a:t>o</a:t>
            </a:r>
            <a:r>
              <a:rPr dirty="0" sz="1700" spc="204" b="1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L99</a:t>
            </a:r>
            <a:r>
              <a:rPr dirty="0" sz="1700" spc="100">
                <a:latin typeface="Arial"/>
                <a:cs typeface="Arial"/>
              </a:rPr>
              <a:t>9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3283" y="5773153"/>
            <a:ext cx="1047115" cy="283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620395" algn="l"/>
              </a:tabLst>
            </a:pP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260">
                <a:latin typeface="Lucida Sans Unicode"/>
                <a:cs typeface="Lucida Sans Unicode"/>
              </a:rPr>
              <a:t> </a:t>
            </a:r>
            <a:r>
              <a:rPr dirty="0" sz="1700" spc="10">
                <a:latin typeface="Arial"/>
                <a:cs typeface="Arial"/>
              </a:rPr>
              <a:t>2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4094" y="5773153"/>
            <a:ext cx="2486025" cy="942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33070">
              <a:lnSpc>
                <a:spcPct val="100000"/>
              </a:lnSpc>
              <a:tabLst>
                <a:tab pos="1874520" algn="l"/>
              </a:tabLst>
            </a:pP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527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700" spc="-85">
                <a:latin typeface="Arial"/>
                <a:cs typeface="Arial"/>
              </a:rPr>
              <a:t>L99</a:t>
            </a:r>
            <a:r>
              <a:rPr dirty="0" sz="1700" spc="10">
                <a:latin typeface="Arial"/>
                <a:cs typeface="Arial"/>
              </a:rPr>
              <a:t>9</a:t>
            </a:r>
            <a:r>
              <a:rPr dirty="0" sz="1700" spc="-3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71" y="6781619"/>
            <a:ext cx="98425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3798570" cy="10115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ro</a:t>
            </a:r>
            <a:r>
              <a:rPr dirty="0" sz="2050" spc="-20">
                <a:latin typeface="Arial"/>
                <a:cs typeface="Arial"/>
              </a:rPr>
              <a:t>gr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heap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09645" y="2154644"/>
            <a:ext cx="1395730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211" y="2154644"/>
            <a:ext cx="2799715" cy="26854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0" b="1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Constro</a:t>
            </a:r>
            <a:r>
              <a:rPr dirty="0" sz="1700" spc="170">
                <a:latin typeface="Arial"/>
                <a:cs typeface="Arial"/>
              </a:rPr>
              <a:t>i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254">
                <a:latin typeface="Lucida Sans Unicode"/>
                <a:cs typeface="Lucida Sans Unicode"/>
              </a:rPr>
              <a:t>∗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  <a:p>
            <a:pPr marL="217170" marR="869315" indent="-173990">
              <a:lnSpc>
                <a:spcPts val="2720"/>
              </a:lnSpc>
              <a:spcBef>
                <a:spcPts val="200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 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7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0">
                <a:latin typeface="Arial"/>
                <a:cs typeface="Arial"/>
              </a:rPr>
              <a:t>q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/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2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(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0">
                <a:latin typeface="Arial"/>
                <a:cs typeface="Arial"/>
              </a:rPr>
              <a:t>q</a:t>
            </a:r>
            <a:r>
              <a:rPr dirty="0" sz="1700" spc="204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110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470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Es</a:t>
            </a:r>
            <a:r>
              <a:rPr dirty="0" sz="1700" spc="-290">
                <a:latin typeface="Arial"/>
                <a:cs typeface="Arial"/>
              </a:rPr>
              <a:t>q</a:t>
            </a:r>
            <a:r>
              <a:rPr dirty="0" sz="1700" spc="-265">
                <a:latin typeface="Lucida Sans Unicode"/>
                <a:cs typeface="Lucida Sans Unicode"/>
              </a:rPr>
              <a:t>−</a:t>
            </a:r>
            <a:r>
              <a:rPr dirty="0" sz="1700" spc="-140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53415">
              <a:lnSpc>
                <a:spcPct val="100000"/>
              </a:lnSpc>
              <a:spcBef>
                <a:spcPts val="675"/>
              </a:spcBef>
            </a:pPr>
            <a:r>
              <a:rPr dirty="0" sz="1700" spc="-40">
                <a:latin typeface="Arial"/>
                <a:cs typeface="Arial"/>
              </a:rPr>
              <a:t>Refa</a:t>
            </a:r>
            <a:r>
              <a:rPr dirty="0" sz="1700" spc="95">
                <a:latin typeface="Arial"/>
                <a:cs typeface="Arial"/>
              </a:rPr>
              <a:t>z</a:t>
            </a:r>
            <a:r>
              <a:rPr dirty="0" sz="1700" spc="50">
                <a:latin typeface="Arial"/>
                <a:cs typeface="Arial"/>
              </a:rPr>
              <a:t>(</a:t>
            </a:r>
            <a:r>
              <a:rPr dirty="0" sz="1700" spc="-80">
                <a:latin typeface="Arial"/>
                <a:cs typeface="Arial"/>
              </a:rPr>
              <a:t>Es</a:t>
            </a:r>
            <a:r>
              <a:rPr dirty="0" sz="1700" spc="7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A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33130" cy="43224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ro</a:t>
            </a:r>
            <a:r>
              <a:rPr dirty="0" sz="2050" spc="-20">
                <a:latin typeface="Arial"/>
                <a:cs typeface="Arial"/>
              </a:rPr>
              <a:t>gr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ope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ret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te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95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tabLst>
                <a:tab pos="3446145" algn="l"/>
              </a:tabLst>
            </a:pP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R</a:t>
            </a:r>
            <a:r>
              <a:rPr dirty="0" sz="1700" spc="-20">
                <a:latin typeface="Arial"/>
                <a:cs typeface="Arial"/>
              </a:rPr>
              <a:t>eti</a:t>
            </a:r>
            <a:r>
              <a:rPr dirty="0" sz="1700" spc="-25">
                <a:latin typeface="Arial"/>
                <a:cs typeface="Arial"/>
              </a:rPr>
              <a:t>r</a:t>
            </a:r>
            <a:r>
              <a:rPr dirty="0" sz="1700" spc="-15">
                <a:latin typeface="Arial"/>
                <a:cs typeface="Arial"/>
              </a:rPr>
              <a:t>a</a:t>
            </a:r>
            <a:r>
              <a:rPr dirty="0" sz="1700" spc="-15">
                <a:latin typeface="Arial"/>
                <a:cs typeface="Arial"/>
              </a:rPr>
              <a:t>M</a:t>
            </a:r>
            <a:r>
              <a:rPr dirty="0" sz="1700" spc="-15">
                <a:latin typeface="Arial"/>
                <a:cs typeface="Arial"/>
              </a:rPr>
              <a:t>a</a:t>
            </a:r>
            <a:r>
              <a:rPr dirty="0" sz="1700" spc="114">
                <a:latin typeface="Arial"/>
                <a:cs typeface="Arial"/>
              </a:rPr>
              <a:t>x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260">
                <a:latin typeface="Lucida Sans Unicode"/>
                <a:cs typeface="Lucida Sans Unicode"/>
              </a:rPr>
              <a:t>∗</a:t>
            </a:r>
            <a:r>
              <a:rPr dirty="0" sz="1700" spc="5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-215">
                <a:latin typeface="Lucida Sans Unicode"/>
                <a:cs typeface="Lucida Sans Unicode"/>
              </a:rPr>
              <a:t>∗</a:t>
            </a:r>
            <a:r>
              <a:rPr dirty="0" sz="1700" spc="8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Maxim</a:t>
            </a:r>
            <a:r>
              <a:rPr dirty="0" sz="1700" spc="5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675"/>
              </a:spcBef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-175">
                <a:latin typeface="Lucida Sans Unicode"/>
                <a:cs typeface="Lucida Sans Unicode"/>
              </a:rPr>
              <a:t>∗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110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75"/>
              </a:spcBef>
            </a:pP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"</a:t>
            </a:r>
            <a:r>
              <a:rPr dirty="0" sz="1700" spc="25">
                <a:latin typeface="Arial"/>
                <a:cs typeface="Arial"/>
              </a:rPr>
              <a:t>Err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hea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vazi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70915" marR="3470275" indent="-743585">
              <a:lnSpc>
                <a:spcPts val="2720"/>
              </a:lnSpc>
              <a:spcBef>
                <a:spcPts val="200"/>
              </a:spcBef>
              <a:tabLst>
                <a:tab pos="2671445" algn="l"/>
                <a:tab pos="4308475" algn="l"/>
              </a:tabLst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3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Maxim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5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2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9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A</a:t>
            </a:r>
            <a:r>
              <a:rPr dirty="0" sz="1700" spc="120">
                <a:latin typeface="Arial"/>
                <a:cs typeface="Arial"/>
              </a:rPr>
              <a:t>[</a:t>
            </a:r>
            <a:r>
              <a:rPr dirty="0" sz="1700" spc="-215">
                <a:latin typeface="Lucida Sans Unicode"/>
                <a:cs typeface="Lucida Sans Unicode"/>
              </a:rPr>
              <a:t>∗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-245">
                <a:latin typeface="Lucida Sans Unicode"/>
                <a:cs typeface="Lucida Sans Unicode"/>
              </a:rPr>
              <a:t>∗</a:t>
            </a:r>
            <a:r>
              <a:rPr dirty="0" sz="1700" spc="-100">
                <a:latin typeface="Arial"/>
                <a:cs typeface="Arial"/>
              </a:rPr>
              <a:t>n</a:t>
            </a:r>
            <a:r>
              <a:rPr dirty="0" sz="1700" spc="-100">
                <a:latin typeface="Arial"/>
                <a:cs typeface="Arial"/>
              </a:rPr>
              <a:t>)</a:t>
            </a:r>
            <a:r>
              <a:rPr dirty="0" sz="1700" spc="-120">
                <a:latin typeface="Lucida Sans Unicode"/>
                <a:cs typeface="Lucida Sans Unicode"/>
              </a:rPr>
              <a:t>−</a:t>
            </a:r>
            <a:r>
              <a:rPr dirty="0" sz="1700" spc="-65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; </a:t>
            </a:r>
            <a:r>
              <a:rPr dirty="0" sz="1700" spc="-40">
                <a:latin typeface="Arial"/>
                <a:cs typeface="Arial"/>
              </a:rPr>
              <a:t>Refa</a:t>
            </a:r>
            <a:r>
              <a:rPr dirty="0" sz="1700" spc="85">
                <a:latin typeface="Arial"/>
                <a:cs typeface="Arial"/>
              </a:rPr>
              <a:t>z</a:t>
            </a:r>
            <a:r>
              <a:rPr dirty="0" sz="1700" spc="125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-185">
                <a:latin typeface="Lucida Sans Unicode"/>
                <a:cs typeface="Lucida Sans Unicode"/>
              </a:rPr>
              <a:t>∗</a:t>
            </a:r>
            <a:r>
              <a:rPr dirty="0" sz="1700" spc="17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A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algn="ctr" marR="6892290">
              <a:lnSpc>
                <a:spcPct val="100000"/>
              </a:lnSpc>
              <a:spcBef>
                <a:spcPts val="47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spcBef>
                <a:spcPts val="675"/>
              </a:spcBef>
            </a:pP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29" b="1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Maxim</a:t>
            </a:r>
            <a:r>
              <a:rPr dirty="0" sz="1700" spc="5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6732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55471"/>
            <a:ext cx="8388350" cy="4255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 marL="16510" marR="5080">
              <a:lnSpc>
                <a:spcPct val="117400"/>
              </a:lnSpc>
              <a:spcBef>
                <a:spcPts val="1735"/>
              </a:spcBef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ro</a:t>
            </a:r>
            <a:r>
              <a:rPr dirty="0" sz="2050" spc="-20">
                <a:latin typeface="Arial"/>
                <a:cs typeface="Arial"/>
              </a:rPr>
              <a:t>gr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ope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enta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te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142615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spc="200" b="1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AumentaChav</a:t>
            </a:r>
            <a:r>
              <a:rPr dirty="0" sz="1700" spc="5">
                <a:latin typeface="Arial"/>
                <a:cs typeface="Arial"/>
              </a:rPr>
              <a:t>e(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ChaveNov</a:t>
            </a:r>
            <a:r>
              <a:rPr dirty="0" sz="170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310">
                <a:latin typeface="Lucida Sans Unicode"/>
                <a:cs typeface="Lucida Sans Unicode"/>
              </a:rPr>
              <a:t>∗</a:t>
            </a:r>
            <a:r>
              <a:rPr dirty="0" sz="1700" spc="-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30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30"/>
              </a:spcBef>
              <a:tabLst>
                <a:tab pos="55943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75">
                <a:latin typeface="Arial"/>
                <a:cs typeface="Arial"/>
              </a:rPr>
              <a:t>(</a:t>
            </a:r>
            <a:r>
              <a:rPr dirty="0" sz="1700" spc="-130">
                <a:latin typeface="Arial"/>
                <a:cs typeface="Arial"/>
              </a:rPr>
              <a:t>C</a:t>
            </a:r>
            <a:r>
              <a:rPr dirty="0" sz="1700" spc="-130">
                <a:latin typeface="Arial"/>
                <a:cs typeface="Arial"/>
              </a:rPr>
              <a:t>ha</a:t>
            </a:r>
            <a:r>
              <a:rPr dirty="0" sz="1700" spc="-135">
                <a:latin typeface="Arial"/>
                <a:cs typeface="Arial"/>
              </a:rPr>
              <a:t>v</a:t>
            </a:r>
            <a:r>
              <a:rPr dirty="0" sz="1700" spc="-130">
                <a:latin typeface="Arial"/>
                <a:cs typeface="Arial"/>
              </a:rPr>
              <a:t>e</a:t>
            </a:r>
            <a:r>
              <a:rPr dirty="0" sz="1700" spc="-130">
                <a:latin typeface="Arial"/>
                <a:cs typeface="Arial"/>
              </a:rPr>
              <a:t>N</a:t>
            </a:r>
            <a:r>
              <a:rPr dirty="0" sz="1700" spc="-130">
                <a:latin typeface="Arial"/>
                <a:cs typeface="Arial"/>
              </a:rPr>
              <a:t>o</a:t>
            </a:r>
            <a:r>
              <a:rPr dirty="0" sz="1700" spc="-135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204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8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30"/>
              </a:spcBef>
              <a:tabLst>
                <a:tab pos="467359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"</a:t>
            </a:r>
            <a:r>
              <a:rPr dirty="0" sz="1700" spc="25">
                <a:latin typeface="Arial"/>
                <a:cs typeface="Arial"/>
              </a:rPr>
              <a:t>Err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C</a:t>
            </a:r>
            <a:r>
              <a:rPr dirty="0" sz="1700" spc="-130">
                <a:latin typeface="Arial"/>
                <a:cs typeface="Arial"/>
              </a:rPr>
              <a:t>ha</a:t>
            </a:r>
            <a:r>
              <a:rPr dirty="0" sz="1700" spc="-135">
                <a:latin typeface="Arial"/>
                <a:cs typeface="Arial"/>
              </a:rPr>
              <a:t>v</a:t>
            </a:r>
            <a:r>
              <a:rPr dirty="0" sz="1700" spc="-130">
                <a:latin typeface="Arial"/>
                <a:cs typeface="Arial"/>
              </a:rPr>
              <a:t>e</a:t>
            </a:r>
            <a:r>
              <a:rPr dirty="0" sz="1700" spc="-130">
                <a:latin typeface="Arial"/>
                <a:cs typeface="Arial"/>
              </a:rPr>
              <a:t>N</a:t>
            </a:r>
            <a:r>
              <a:rPr dirty="0" sz="1700" spc="-130">
                <a:latin typeface="Arial"/>
                <a:cs typeface="Arial"/>
              </a:rPr>
              <a:t>o</a:t>
            </a:r>
            <a:r>
              <a:rPr dirty="0" sz="1700" spc="-135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2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m</a:t>
            </a:r>
            <a:r>
              <a:rPr dirty="0" sz="1700" spc="-100">
                <a:latin typeface="Arial"/>
                <a:cs typeface="Arial"/>
              </a:rPr>
              <a:t>eno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17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qu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atua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630"/>
              </a:spcBef>
            </a:pP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8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3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11454">
              <a:lnSpc>
                <a:spcPct val="100000"/>
              </a:lnSpc>
              <a:spcBef>
                <a:spcPts val="630"/>
              </a:spcBef>
            </a:pP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5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C</a:t>
            </a:r>
            <a:r>
              <a:rPr dirty="0" sz="1700" spc="-130">
                <a:latin typeface="Arial"/>
                <a:cs typeface="Arial"/>
              </a:rPr>
              <a:t>ha</a:t>
            </a:r>
            <a:r>
              <a:rPr dirty="0" sz="1700" spc="-135">
                <a:latin typeface="Arial"/>
                <a:cs typeface="Arial"/>
              </a:rPr>
              <a:t>v</a:t>
            </a:r>
            <a:r>
              <a:rPr dirty="0" sz="1700" spc="-130">
                <a:latin typeface="Arial"/>
                <a:cs typeface="Arial"/>
              </a:rPr>
              <a:t>e</a:t>
            </a:r>
            <a:r>
              <a:rPr dirty="0" sz="1700" spc="-130">
                <a:latin typeface="Arial"/>
                <a:cs typeface="Arial"/>
              </a:rPr>
              <a:t>N</a:t>
            </a:r>
            <a:r>
              <a:rPr dirty="0" sz="1700" spc="-130">
                <a:latin typeface="Arial"/>
                <a:cs typeface="Arial"/>
              </a:rPr>
              <a:t>o</a:t>
            </a:r>
            <a:r>
              <a:rPr dirty="0" sz="1700" spc="-135">
                <a:latin typeface="Arial"/>
                <a:cs typeface="Arial"/>
              </a:rPr>
              <a:t>v</a:t>
            </a:r>
            <a:r>
              <a:rPr dirty="0" sz="1700" spc="5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30"/>
              </a:spcBef>
              <a:tabLst>
                <a:tab pos="2389505" algn="l"/>
              </a:tabLst>
            </a:pP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1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120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&amp;</a:t>
            </a:r>
            <a:r>
              <a:rPr dirty="0" sz="1700" spc="10">
                <a:latin typeface="Arial"/>
                <a:cs typeface="Arial"/>
              </a:rPr>
              <a:t>&amp;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/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2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8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41785" y="5179580"/>
            <a:ext cx="2914650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467995" algn="l"/>
                <a:tab pos="1940560" algn="l"/>
              </a:tabLst>
            </a:pPr>
            <a:r>
              <a:rPr dirty="0" sz="1700" spc="4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/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2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6982" y="5099525"/>
            <a:ext cx="1595755" cy="1028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38760" marR="5080" indent="-217170">
              <a:lnSpc>
                <a:spcPct val="130900"/>
              </a:lnSpc>
              <a:tabLst>
                <a:tab pos="420370" algn="l"/>
                <a:tab pos="108648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/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2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70">
                <a:latin typeface="Arial"/>
                <a:cs typeface="Arial"/>
              </a:rPr>
              <a:t>/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2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71" y="6196627"/>
            <a:ext cx="98425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862570" cy="13582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64770" y="4200543"/>
            <a:ext cx="2379307" cy="14835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651594" y="4200543"/>
            <a:ext cx="2379307" cy="14835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864770" y="2508547"/>
            <a:ext cx="2379307" cy="14835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51594" y="2508547"/>
            <a:ext cx="2379307" cy="14835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710776" y="4148289"/>
            <a:ext cx="220979" cy="2362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55"/>
              </a:lnSpc>
            </a:pPr>
            <a:r>
              <a:rPr dirty="0" sz="1550" spc="5">
                <a:latin typeface="Times New Roman"/>
                <a:cs typeface="Times New Roman"/>
              </a:rPr>
              <a:t>(c)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10776" y="2456281"/>
            <a:ext cx="3019425" cy="2362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55"/>
              </a:lnSpc>
              <a:tabLst>
                <a:tab pos="2786380" algn="l"/>
              </a:tabLst>
            </a:pPr>
            <a:r>
              <a:rPr dirty="0" sz="1550" spc="5">
                <a:latin typeface="Times New Roman"/>
                <a:cs typeface="Times New Roman"/>
              </a:rPr>
              <a:t>(a)</a:t>
            </a:r>
            <a:r>
              <a:rPr dirty="0" sz="1550" spc="5">
                <a:latin typeface="Times New Roman"/>
                <a:cs typeface="Times New Roman"/>
              </a:rPr>
              <a:t>	</a:t>
            </a:r>
            <a:r>
              <a:rPr dirty="0" sz="1550" spc="5">
                <a:latin typeface="Times New Roman"/>
                <a:cs typeface="Times New Roman"/>
              </a:rPr>
              <a:t>(b)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97601" y="4148289"/>
            <a:ext cx="232410" cy="2362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55"/>
              </a:lnSpc>
            </a:pPr>
            <a:r>
              <a:rPr dirty="0" sz="1550" spc="5">
                <a:latin typeface="Times New Roman"/>
                <a:cs typeface="Times New Roman"/>
              </a:rPr>
              <a:t>(d)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03712" y="3501351"/>
            <a:ext cx="55880" cy="2362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55"/>
              </a:lnSpc>
            </a:pPr>
            <a:r>
              <a:rPr dirty="0" sz="1550" i="1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90532" y="3501351"/>
            <a:ext cx="55880" cy="2362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55"/>
              </a:lnSpc>
            </a:pPr>
            <a:r>
              <a:rPr dirty="0" sz="1550" i="1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50180" y="4596168"/>
            <a:ext cx="55880" cy="2362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55"/>
              </a:lnSpc>
            </a:pPr>
            <a:r>
              <a:rPr dirty="0" sz="1550" i="1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44161" y="5431904"/>
            <a:ext cx="120014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</a:pPr>
            <a:r>
              <a:rPr dirty="0" sz="130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59595" y="5431904"/>
            <a:ext cx="101600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</a:pPr>
            <a:r>
              <a:rPr dirty="0" sz="130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39709" y="5431904"/>
            <a:ext cx="120014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</a:pPr>
            <a:r>
              <a:rPr dirty="0" sz="130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12400" y="4237545"/>
            <a:ext cx="92710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</a:pPr>
            <a:r>
              <a:rPr dirty="0" sz="130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84776" y="4834725"/>
            <a:ext cx="120014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</a:pPr>
            <a:r>
              <a:rPr dirty="0" sz="1300">
                <a:latin typeface="Times New Roman"/>
                <a:cs typeface="Times New Roman"/>
              </a:rPr>
              <a:t>U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40871" y="5431904"/>
            <a:ext cx="120014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</a:pPr>
            <a:r>
              <a:rPr dirty="0" sz="130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46425" y="5431904"/>
            <a:ext cx="101600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</a:pPr>
            <a:r>
              <a:rPr dirty="0" sz="130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46419" y="3739908"/>
            <a:ext cx="101600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</a:pPr>
            <a:r>
              <a:rPr dirty="0" sz="130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40871" y="3739908"/>
            <a:ext cx="120014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</a:pPr>
            <a:r>
              <a:rPr dirty="0" sz="130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36427" y="3739908"/>
            <a:ext cx="120014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</a:pPr>
            <a:r>
              <a:rPr dirty="0" sz="1300">
                <a:latin typeface="Times New Roman"/>
                <a:cs typeface="Times New Roman"/>
              </a:rPr>
              <a:t>A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39718" y="3739908"/>
            <a:ext cx="120014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</a:pPr>
            <a:r>
              <a:rPr dirty="0" sz="130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59595" y="3739908"/>
            <a:ext cx="101600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</a:pPr>
            <a:r>
              <a:rPr dirty="0" sz="130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299104" y="3142729"/>
            <a:ext cx="111125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</a:pPr>
            <a:r>
              <a:rPr dirty="0" sz="130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12400" y="2545550"/>
            <a:ext cx="92710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</a:pPr>
            <a:r>
              <a:rPr dirty="0" sz="130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92510" y="3142729"/>
            <a:ext cx="120014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</a:pPr>
            <a:r>
              <a:rPr dirty="0" sz="130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85923" y="3142729"/>
            <a:ext cx="111125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</a:pPr>
            <a:r>
              <a:rPr dirty="0" sz="130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99211" y="2545550"/>
            <a:ext cx="92710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</a:pPr>
            <a:r>
              <a:rPr dirty="0" sz="130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479334" y="3142729"/>
            <a:ext cx="120014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</a:pPr>
            <a:r>
              <a:rPr dirty="0" sz="130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27683" y="3739908"/>
            <a:ext cx="120014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</a:pPr>
            <a:r>
              <a:rPr dirty="0" sz="130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123239" y="3739908"/>
            <a:ext cx="120014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</a:pPr>
            <a:r>
              <a:rPr dirty="0" sz="1300">
                <a:latin typeface="Times New Roman"/>
                <a:cs typeface="Times New Roman"/>
              </a:rPr>
              <a:t>U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26530" y="3739908"/>
            <a:ext cx="120014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</a:pPr>
            <a:r>
              <a:rPr dirty="0" sz="130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74891" y="4205795"/>
            <a:ext cx="370840" cy="229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05"/>
              </a:lnSpc>
              <a:tabLst>
                <a:tab pos="314960" algn="l"/>
              </a:tabLst>
            </a:pPr>
            <a:r>
              <a:rPr dirty="0" sz="1300">
                <a:latin typeface="Times New Roman"/>
                <a:cs typeface="Times New Roman"/>
              </a:rPr>
              <a:t>U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baseline="1792" sz="2325" i="1">
                <a:latin typeface="Times New Roman"/>
                <a:cs typeface="Times New Roman"/>
              </a:rPr>
              <a:t>i</a:t>
            </a:r>
            <a:endParaRPr baseline="1792" sz="2325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495920" y="4834725"/>
            <a:ext cx="92710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</a:pPr>
            <a:r>
              <a:rPr dirty="0" sz="130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085916" y="4834725"/>
            <a:ext cx="111125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</a:pPr>
            <a:r>
              <a:rPr dirty="0" sz="130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26530" y="5431904"/>
            <a:ext cx="120014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</a:pPr>
            <a:r>
              <a:rPr dirty="0" sz="130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130977" y="5431904"/>
            <a:ext cx="120014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</a:pPr>
            <a:r>
              <a:rPr dirty="0" sz="130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827681" y="5431904"/>
            <a:ext cx="120014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</a:pPr>
            <a:r>
              <a:rPr dirty="0" sz="130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99091" y="4834725"/>
            <a:ext cx="111125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5"/>
              </a:lnSpc>
            </a:pPr>
            <a:r>
              <a:rPr dirty="0" sz="130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637027" y="2423858"/>
            <a:ext cx="5486400" cy="0"/>
          </a:xfrm>
          <a:custGeom>
            <a:avLst/>
            <a:gdLst/>
            <a:ahLst/>
            <a:cxnLst/>
            <a:rect l="l" t="t" r="r" b="b"/>
            <a:pathLst>
              <a:path w="5486400" h="0">
                <a:moveTo>
                  <a:pt x="0" y="0"/>
                </a:moveTo>
                <a:lnTo>
                  <a:pt x="5485942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641422" y="2423807"/>
            <a:ext cx="0" cy="3335654"/>
          </a:xfrm>
          <a:custGeom>
            <a:avLst/>
            <a:gdLst/>
            <a:ahLst/>
            <a:cxnLst/>
            <a:rect l="l" t="t" r="r" b="b"/>
            <a:pathLst>
              <a:path w="0" h="3335654">
                <a:moveTo>
                  <a:pt x="0" y="333527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118564" y="2423807"/>
            <a:ext cx="0" cy="3335654"/>
          </a:xfrm>
          <a:custGeom>
            <a:avLst/>
            <a:gdLst/>
            <a:ahLst/>
            <a:cxnLst/>
            <a:rect l="l" t="t" r="r" b="b"/>
            <a:pathLst>
              <a:path w="0" h="3335654">
                <a:moveTo>
                  <a:pt x="0" y="333527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637027" y="5759018"/>
            <a:ext cx="5486400" cy="0"/>
          </a:xfrm>
          <a:custGeom>
            <a:avLst/>
            <a:gdLst/>
            <a:ahLst/>
            <a:cxnLst/>
            <a:rect l="l" t="t" r="r" b="b"/>
            <a:pathLst>
              <a:path w="5486400" h="0">
                <a:moveTo>
                  <a:pt x="0" y="0"/>
                </a:moveTo>
                <a:lnTo>
                  <a:pt x="5485942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1221295" y="6132294"/>
            <a:ext cx="8527415" cy="702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-5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274955">
              <a:lnSpc>
                <a:spcPct val="100000"/>
              </a:lnSpc>
              <a:spcBef>
                <a:spcPts val="400"/>
              </a:spcBef>
            </a:pPr>
            <a:r>
              <a:rPr dirty="0" sz="2050" i="1">
                <a:latin typeface="Arial"/>
                <a:cs typeface="Arial"/>
              </a:rPr>
              <a:t>hea</a:t>
            </a:r>
            <a:r>
              <a:rPr dirty="0" sz="2050" spc="5" i="1">
                <a:latin typeface="Arial"/>
                <a:cs typeface="Arial"/>
              </a:rPr>
              <a:t>p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0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8385175" cy="2597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ro</a:t>
            </a:r>
            <a:r>
              <a:rPr dirty="0" sz="2050" spc="-20">
                <a:latin typeface="Arial"/>
                <a:cs typeface="Arial"/>
              </a:rPr>
              <a:t>gr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ope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te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heap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093210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0" b="1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I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45">
                <a:latin typeface="Arial"/>
                <a:cs typeface="Arial"/>
              </a:rPr>
              <a:t>s</a:t>
            </a:r>
            <a:r>
              <a:rPr dirty="0" sz="1700" spc="50">
                <a:latin typeface="Arial"/>
                <a:cs typeface="Arial"/>
              </a:rPr>
              <a:t>e</a:t>
            </a:r>
            <a:r>
              <a:rPr dirty="0" sz="1700" spc="40">
                <a:latin typeface="Arial"/>
                <a:cs typeface="Arial"/>
              </a:rPr>
              <a:t>r</a:t>
            </a:r>
            <a:r>
              <a:rPr dirty="0" sz="1700" spc="175">
                <a:latin typeface="Arial"/>
                <a:cs typeface="Arial"/>
              </a:rPr>
              <a:t>e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165">
                <a:latin typeface="Lucida Sans Unicode"/>
                <a:cs typeface="Lucida Sans Unicode"/>
              </a:rPr>
              <a:t>∗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254">
                <a:latin typeface="Lucida Sans Unicode"/>
                <a:cs typeface="Lucida Sans Unicode"/>
              </a:rPr>
              <a:t>∗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-215">
                <a:latin typeface="Lucida Sans Unicode"/>
                <a:cs typeface="Lucida Sans Unicode"/>
              </a:rPr>
              <a:t>∗</a:t>
            </a:r>
            <a:r>
              <a:rPr dirty="0" sz="1700" spc="8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13995" marR="3452495" indent="-180975">
              <a:lnSpc>
                <a:spcPts val="2720"/>
              </a:lnSpc>
              <a:spcBef>
                <a:spcPts val="200"/>
              </a:spcBef>
              <a:tabLst>
                <a:tab pos="1068705" algn="l"/>
                <a:tab pos="2461260" algn="l"/>
              </a:tabLst>
            </a:pPr>
            <a:r>
              <a:rPr dirty="0" sz="1700" spc="135">
                <a:latin typeface="Arial"/>
                <a:cs typeface="Arial"/>
              </a:rPr>
              <a:t>{(</a:t>
            </a:r>
            <a:r>
              <a:rPr dirty="0" sz="1700" spc="-200">
                <a:latin typeface="Lucida Sans Unicode"/>
                <a:cs typeface="Lucida Sans Unicode"/>
              </a:rPr>
              <a:t>∗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120">
                <a:latin typeface="Arial"/>
                <a:cs typeface="Arial"/>
              </a:rPr>
              <a:t>)++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30">
                <a:latin typeface="Arial"/>
                <a:cs typeface="Arial"/>
              </a:rPr>
              <a:t>A</a:t>
            </a:r>
            <a:r>
              <a:rPr dirty="0" sz="1700" spc="120">
                <a:latin typeface="Arial"/>
                <a:cs typeface="Arial"/>
              </a:rPr>
              <a:t>[</a:t>
            </a:r>
            <a:r>
              <a:rPr dirty="0" sz="1700" spc="-215">
                <a:latin typeface="Lucida Sans Unicode"/>
                <a:cs typeface="Lucida Sans Unicode"/>
              </a:rPr>
              <a:t>∗</a:t>
            </a:r>
            <a:r>
              <a:rPr dirty="0" sz="1700" spc="10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-130">
                <a:latin typeface="Lucida Sans Unicode"/>
                <a:cs typeface="Lucida Sans Unicode"/>
              </a:rPr>
              <a:t>∗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30">
                <a:latin typeface="Arial"/>
                <a:cs typeface="Arial"/>
              </a:rPr>
              <a:t>A</a:t>
            </a:r>
            <a:r>
              <a:rPr dirty="0" sz="1700" spc="120">
                <a:latin typeface="Arial"/>
                <a:cs typeface="Arial"/>
              </a:rPr>
              <a:t>[</a:t>
            </a:r>
            <a:r>
              <a:rPr dirty="0" sz="1700" spc="-215">
                <a:latin typeface="Lucida Sans Unicode"/>
                <a:cs typeface="Lucida Sans Unicode"/>
              </a:rPr>
              <a:t>∗</a:t>
            </a:r>
            <a:r>
              <a:rPr dirty="0" sz="1700" spc="19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IN</a:t>
            </a:r>
            <a:r>
              <a:rPr dirty="0" sz="1700" spc="-50">
                <a:latin typeface="Arial"/>
                <a:cs typeface="Arial"/>
              </a:rPr>
              <a:t>T_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I</a:t>
            </a:r>
            <a:r>
              <a:rPr dirty="0" sz="1700" spc="19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AumentaChav</a:t>
            </a:r>
            <a:r>
              <a:rPr dirty="0" sz="1700" spc="-45">
                <a:latin typeface="Arial"/>
                <a:cs typeface="Arial"/>
              </a:rPr>
              <a:t>e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-225">
                <a:latin typeface="Lucida Sans Unicode"/>
                <a:cs typeface="Lucida Sans Unicode"/>
              </a:rPr>
              <a:t>∗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170">
                <a:latin typeface="Arial"/>
                <a:cs typeface="Arial"/>
              </a:rPr>
              <a:t>x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Chav</a:t>
            </a:r>
            <a:r>
              <a:rPr dirty="0" sz="1700" spc="3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A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7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04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306070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p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 startAt="4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3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5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at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apena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te</a:t>
            </a:r>
            <a:r>
              <a:rPr dirty="0" sz="2050" spc="5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4641850" cy="995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86200" y="2075129"/>
            <a:ext cx="3187700" cy="0"/>
          </a:xfrm>
          <a:custGeom>
            <a:avLst/>
            <a:gdLst/>
            <a:ahLst/>
            <a:cxnLst/>
            <a:rect l="l" t="t" r="r" b="b"/>
            <a:pathLst>
              <a:path w="3187700" h="0">
                <a:moveTo>
                  <a:pt x="0" y="0"/>
                </a:moveTo>
                <a:lnTo>
                  <a:pt x="318759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90606" y="2074964"/>
            <a:ext cx="0" cy="3112135"/>
          </a:xfrm>
          <a:custGeom>
            <a:avLst/>
            <a:gdLst/>
            <a:ahLst/>
            <a:cxnLst/>
            <a:rect l="l" t="t" r="r" b="b"/>
            <a:pathLst>
              <a:path w="0"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969391" y="2074964"/>
            <a:ext cx="0" cy="3112135"/>
          </a:xfrm>
          <a:custGeom>
            <a:avLst/>
            <a:gdLst/>
            <a:ahLst/>
            <a:cxnLst/>
            <a:rect l="l" t="t" r="r" b="b"/>
            <a:pathLst>
              <a:path w="0"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786200" y="5186946"/>
            <a:ext cx="3187700" cy="0"/>
          </a:xfrm>
          <a:custGeom>
            <a:avLst/>
            <a:gdLst/>
            <a:ahLst/>
            <a:cxnLst/>
            <a:rect l="l" t="t" r="r" b="b"/>
            <a:pathLst>
              <a:path w="3187700" h="0">
                <a:moveTo>
                  <a:pt x="0" y="0"/>
                </a:moveTo>
                <a:lnTo>
                  <a:pt x="318759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221295" y="5468266"/>
            <a:ext cx="8485505" cy="1601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marR="790575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p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5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024121" y="2165745"/>
          <a:ext cx="2712085" cy="294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529"/>
                <a:gridCol w="420218"/>
                <a:gridCol w="420224"/>
                <a:gridCol w="420222"/>
                <a:gridCol w="420224"/>
                <a:gridCol w="395979"/>
                <a:gridCol w="311256"/>
              </a:tblGrid>
              <a:tr h="358555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873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0858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147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03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371532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1532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1475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2091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b="1" i="1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58555"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6210935" cy="9518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10"/>
              </a:spcBef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ro</a:t>
            </a:r>
            <a:r>
              <a:rPr dirty="0" sz="2050" spc="-20">
                <a:latin typeface="Arial"/>
                <a:cs typeface="Arial"/>
              </a:rPr>
              <a:t>gr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enta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Heap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7211" y="2218309"/>
            <a:ext cx="2799715" cy="283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65" b="1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Heapsor</a:t>
            </a:r>
            <a:r>
              <a:rPr dirty="0" sz="1700" spc="110">
                <a:latin typeface="Arial"/>
                <a:cs typeface="Arial"/>
              </a:rPr>
              <a:t>t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254">
                <a:latin typeface="Lucida Sans Unicode"/>
                <a:cs typeface="Lucida Sans Unicode"/>
              </a:rPr>
              <a:t>∗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09632" y="2218309"/>
            <a:ext cx="1395730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50327" y="2563266"/>
            <a:ext cx="420370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8186" y="2477251"/>
            <a:ext cx="1804670" cy="10464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00660" marR="5080" indent="-188595">
              <a:lnSpc>
                <a:spcPct val="133200"/>
              </a:lnSpc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 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Es</a:t>
            </a:r>
            <a:r>
              <a:rPr dirty="0" sz="1700" spc="7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Constro</a:t>
            </a:r>
            <a:r>
              <a:rPr dirty="0" sz="1700" spc="170">
                <a:latin typeface="Arial"/>
                <a:cs typeface="Arial"/>
              </a:rPr>
              <a:t>i</a:t>
            </a:r>
            <a:r>
              <a:rPr dirty="0" sz="1700" spc="35">
                <a:latin typeface="Arial"/>
                <a:cs typeface="Arial"/>
              </a:rPr>
              <a:t>(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20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61639" y="3253295"/>
            <a:ext cx="2245995" cy="283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328930" algn="l"/>
              </a:tabLst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	</a:t>
            </a:r>
            <a:r>
              <a:rPr dirty="0" sz="1700" spc="85" i="1">
                <a:latin typeface="Arial"/>
                <a:cs typeface="Arial"/>
              </a:rPr>
              <a:t>c</a:t>
            </a:r>
            <a:r>
              <a:rPr dirty="0" sz="1700" spc="90" i="1">
                <a:latin typeface="Arial"/>
                <a:cs typeface="Arial"/>
              </a:rPr>
              <a:t>on</a:t>
            </a:r>
            <a:r>
              <a:rPr dirty="0" sz="1700" spc="85" i="1">
                <a:latin typeface="Arial"/>
                <a:cs typeface="Arial"/>
              </a:rPr>
              <a:t>s</a:t>
            </a:r>
            <a:r>
              <a:rPr dirty="0" sz="1700" spc="85" i="1">
                <a:latin typeface="Arial"/>
                <a:cs typeface="Arial"/>
              </a:rPr>
              <a:t>tro</a:t>
            </a:r>
            <a:r>
              <a:rPr dirty="0" sz="1700" i="1">
                <a:latin typeface="Arial"/>
                <a:cs typeface="Arial"/>
              </a:rPr>
              <a:t>i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80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spc="220" i="1">
                <a:latin typeface="Arial"/>
                <a:cs typeface="Arial"/>
              </a:rPr>
              <a:t> </a:t>
            </a:r>
            <a:r>
              <a:rPr dirty="0" sz="1700" spc="-85" i="1">
                <a:latin typeface="Arial"/>
                <a:cs typeface="Arial"/>
              </a:rPr>
              <a:t>hea</a:t>
            </a:r>
            <a:r>
              <a:rPr dirty="0" sz="1700" spc="10" i="1">
                <a:latin typeface="Arial"/>
                <a:cs typeface="Arial"/>
              </a:rPr>
              <a:t>p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80" i="1">
                <a:latin typeface="Arial"/>
                <a:cs typeface="Arial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27428" y="4633353"/>
            <a:ext cx="1207770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47948" y="4633353"/>
            <a:ext cx="676275" cy="283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75">
                <a:latin typeface="Arial"/>
                <a:cs typeface="Arial"/>
              </a:rPr>
              <a:t>Di</a:t>
            </a:r>
            <a:r>
              <a:rPr dirty="0" sz="1700" spc="10">
                <a:latin typeface="Arial"/>
                <a:cs typeface="Arial"/>
              </a:rPr>
              <a:t>r</a:t>
            </a:r>
            <a:r>
              <a:rPr dirty="0" sz="1700" spc="-265">
                <a:latin typeface="Lucida Sans Unicode"/>
                <a:cs typeface="Lucida Sans Unicode"/>
              </a:rPr>
              <a:t>−</a:t>
            </a:r>
            <a:r>
              <a:rPr dirty="0" sz="1700" spc="-140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11808" y="3598252"/>
            <a:ext cx="3122930" cy="19951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1108075" algn="l"/>
              </a:tabLst>
            </a:pP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0">
                <a:latin typeface="Arial"/>
                <a:cs typeface="Arial"/>
              </a:rPr>
              <a:t>q</a:t>
            </a:r>
            <a:r>
              <a:rPr dirty="0" sz="1700" spc="23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130">
              <a:lnSpc>
                <a:spcPct val="100000"/>
              </a:lnSpc>
              <a:spcBef>
                <a:spcPts val="675"/>
              </a:spcBef>
            </a:pP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110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67335">
              <a:lnSpc>
                <a:spcPct val="100000"/>
              </a:lnSpc>
              <a:spcBef>
                <a:spcPts val="675"/>
              </a:spcBef>
              <a:tabLst>
                <a:tab pos="469265" algn="l"/>
                <a:tab pos="239776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160">
                <a:latin typeface="Lucida Sans Unicode"/>
                <a:cs typeface="Lucida Sans Unicode"/>
              </a:rPr>
              <a:t> </a:t>
            </a:r>
            <a:r>
              <a:rPr dirty="0" sz="1700" spc="-35" i="1">
                <a:latin typeface="Arial"/>
                <a:cs typeface="Arial"/>
              </a:rPr>
              <a:t>orden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204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95" i="1">
                <a:latin typeface="Arial"/>
                <a:cs typeface="Arial"/>
              </a:rPr>
              <a:t> </a:t>
            </a:r>
            <a:r>
              <a:rPr dirty="0" sz="1700" spc="70" i="1">
                <a:latin typeface="Arial"/>
                <a:cs typeface="Arial"/>
              </a:rPr>
              <a:t>v</a:t>
            </a:r>
            <a:r>
              <a:rPr dirty="0" sz="1700" spc="75" i="1">
                <a:latin typeface="Arial"/>
                <a:cs typeface="Arial"/>
              </a:rPr>
              <a:t>eto</a:t>
            </a:r>
            <a:r>
              <a:rPr dirty="0" sz="1700" spc="5" i="1">
                <a:latin typeface="Arial"/>
                <a:cs typeface="Arial"/>
              </a:rPr>
              <a:t>r</a:t>
            </a:r>
            <a:r>
              <a:rPr dirty="0" sz="1700" i="1">
                <a:latin typeface="Arial"/>
                <a:cs typeface="Arial"/>
              </a:rPr>
              <a:t>	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53390">
              <a:lnSpc>
                <a:spcPct val="100000"/>
              </a:lnSpc>
              <a:spcBef>
                <a:spcPts val="675"/>
              </a:spcBef>
              <a:tabLst>
                <a:tab pos="1613535" algn="l"/>
              </a:tabLst>
            </a:pP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2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9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8945">
              <a:lnSpc>
                <a:spcPct val="100000"/>
              </a:lnSpc>
              <a:spcBef>
                <a:spcPts val="675"/>
              </a:spcBef>
              <a:tabLst>
                <a:tab pos="1641475" algn="l"/>
              </a:tabLst>
            </a:pPr>
            <a:r>
              <a:rPr dirty="0" sz="1700" spc="-40">
                <a:latin typeface="Arial"/>
                <a:cs typeface="Arial"/>
              </a:rPr>
              <a:t>Refa</a:t>
            </a:r>
            <a:r>
              <a:rPr dirty="0" sz="1700" spc="95">
                <a:latin typeface="Arial"/>
                <a:cs typeface="Arial"/>
              </a:rPr>
              <a:t>z</a:t>
            </a:r>
            <a:r>
              <a:rPr dirty="0" sz="1700" spc="50">
                <a:latin typeface="Arial"/>
                <a:cs typeface="Arial"/>
              </a:rPr>
              <a:t>(</a:t>
            </a:r>
            <a:r>
              <a:rPr dirty="0" sz="1700" spc="-80">
                <a:latin typeface="Arial"/>
                <a:cs typeface="Arial"/>
              </a:rPr>
              <a:t>Es</a:t>
            </a:r>
            <a:r>
              <a:rPr dirty="0" sz="1700" spc="7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75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A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28471" y="5668340"/>
            <a:ext cx="98425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90691" y="2130196"/>
            <a:ext cx="958850" cy="822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b="1">
                <a:latin typeface="Arial"/>
                <a:cs typeface="Arial"/>
              </a:rPr>
              <a:t>Anális</a:t>
            </a:r>
            <a:r>
              <a:rPr dirty="0" sz="2050" spc="5" b="1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3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61578" y="2614028"/>
            <a:ext cx="2687320" cy="323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1996439" algn="l"/>
              </a:tabLst>
            </a:pPr>
            <a:r>
              <a:rPr dirty="0" sz="2050">
                <a:latin typeface="Arial"/>
                <a:cs typeface="Arial"/>
              </a:rPr>
              <a:t>pro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 spc="5">
                <a:latin typeface="Arial"/>
                <a:cs typeface="Arial"/>
              </a:rPr>
              <a:t>Re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endParaRPr sz="20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62979" y="2926585"/>
            <a:ext cx="3285490" cy="758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19700"/>
              </a:lnSpc>
            </a:pPr>
            <a:r>
              <a:rPr dirty="0" sz="2050">
                <a:latin typeface="Arial"/>
                <a:cs typeface="Arial"/>
              </a:rPr>
              <a:t>ga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21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er</a:t>
            </a:r>
            <a:r>
              <a:rPr dirty="0" sz="2050" spc="5">
                <a:latin typeface="Arial"/>
                <a:cs typeface="Arial"/>
              </a:rPr>
              <a:t>ca</a:t>
            </a:r>
            <a:r>
              <a:rPr dirty="0" sz="2050" spc="2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215">
                <a:latin typeface="Arial"/>
                <a:cs typeface="Arial"/>
              </a:rPr>
              <a:t> 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5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21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ope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 ç</a:t>
            </a:r>
            <a:r>
              <a:rPr dirty="0" sz="2050">
                <a:latin typeface="Arial"/>
                <a:cs typeface="Arial"/>
              </a:rPr>
              <a:t>õe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21295" y="6552624"/>
            <a:ext cx="8527415" cy="737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marR="5080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5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74978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7986"/>
            <a:ext cx="8737600" cy="5806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13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marR="208279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5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marR="483870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c</a:t>
            </a:r>
            <a:r>
              <a:rPr dirty="0" sz="2050" spc="5">
                <a:latin typeface="Arial"/>
                <a:cs typeface="Arial"/>
              </a:rPr>
              <a:t>ks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08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á</a:t>
            </a:r>
            <a:r>
              <a:rPr dirty="0" sz="205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marR="469900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  <a:p>
            <a:pPr lvl="1" marL="852169" marR="5080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626610" cy="8743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050" spc="5" b="1">
                <a:latin typeface="Arial"/>
                <a:cs typeface="Arial"/>
              </a:rPr>
              <a:t>Co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pl</a:t>
            </a:r>
            <a:r>
              <a:rPr dirty="0" sz="2050" spc="-3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xidade</a:t>
            </a:r>
            <a:r>
              <a:rPr dirty="0" sz="2050" spc="5" b="1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1295" y="4851397"/>
            <a:ext cx="7750175" cy="758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lls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801852" y="1902250"/>
          <a:ext cx="3094355" cy="2587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903"/>
                <a:gridCol w="1793938"/>
              </a:tblGrid>
              <a:tr h="429768">
                <a:tc>
                  <a:txBody>
                    <a:bodyPr/>
                    <a:lstStyle/>
                    <a:p>
                      <a:pPr/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-5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ompl</a:t>
                      </a:r>
                      <a:r>
                        <a:rPr dirty="0" sz="1850" spc="-60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x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idade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-5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rç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5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dirty="0" sz="185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dirty="0" baseline="28806" sz="2025" spc="127">
                          <a:latin typeface="PMingLiU"/>
                          <a:cs typeface="PMingLiU"/>
                        </a:rPr>
                        <a:t>2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Sele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ç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5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dirty="0" sz="185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dirty="0" baseline="28806" sz="2025" spc="127">
                          <a:latin typeface="PMingLiU"/>
                          <a:cs typeface="PMingLiU"/>
                        </a:rPr>
                        <a:t>2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Shell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850" spc="7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5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dirty="0" sz="185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dirty="0" sz="1850" spc="-15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l</a:t>
                      </a:r>
                      <a:r>
                        <a:rPr dirty="0" sz="1850" spc="-5"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g</a:t>
                      </a:r>
                      <a:r>
                        <a:rPr dirty="0" sz="1850" spc="-24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85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Qui</a:t>
                      </a:r>
                      <a:r>
                        <a:rPr dirty="0" sz="1850" spc="-40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ks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850" spc="7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5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dirty="0" sz="185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dirty="0" sz="1850" spc="-15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l</a:t>
                      </a:r>
                      <a:r>
                        <a:rPr dirty="0" sz="1850" spc="-5"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g</a:t>
                      </a:r>
                      <a:r>
                        <a:rPr dirty="0" sz="1850" spc="-24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85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-5">
                          <a:latin typeface="Arial"/>
                          <a:cs typeface="Arial"/>
                        </a:rPr>
                        <a:t>H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eap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850" spc="7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5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dirty="0" sz="185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dirty="0" sz="1850" spc="-15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l</a:t>
                      </a:r>
                      <a:r>
                        <a:rPr dirty="0" sz="1850" spc="-5"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g</a:t>
                      </a:r>
                      <a:r>
                        <a:rPr dirty="0" sz="1850" spc="-24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85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110220" cy="2369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050" spc="-12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-30" b="1">
                <a:latin typeface="Arial"/>
                <a:cs typeface="Arial"/>
              </a:rPr>
              <a:t>e</a:t>
            </a:r>
            <a:r>
              <a:rPr dirty="0" sz="2050" spc="-20" b="1">
                <a:latin typeface="Arial"/>
                <a:cs typeface="Arial"/>
              </a:rPr>
              <a:t>x</a:t>
            </a:r>
            <a:r>
              <a:rPr dirty="0" sz="2050" b="1">
                <a:latin typeface="Arial"/>
                <a:cs typeface="Arial"/>
              </a:rPr>
              <a:t>ecução</a:t>
            </a:r>
            <a:r>
              <a:rPr dirty="0" sz="2050" spc="5" b="1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1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92151" y="3426440"/>
          <a:ext cx="4913630" cy="2587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891"/>
                <a:gridCol w="737019"/>
                <a:gridCol w="870038"/>
                <a:gridCol w="1003211"/>
                <a:gridCol w="1003223"/>
              </a:tblGrid>
              <a:tr h="429780">
                <a:tc>
                  <a:txBody>
                    <a:bodyPr/>
                    <a:lstStyle/>
                    <a:p>
                      <a:pPr/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5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5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10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30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-5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rç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11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87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161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Sele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ç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16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124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228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869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Shell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850" spc="7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Qui</a:t>
                      </a:r>
                      <a:r>
                        <a:rPr dirty="0" sz="1850" spc="-40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ks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850" spc="7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-5">
                          <a:latin typeface="Arial"/>
                          <a:cs typeface="Arial"/>
                        </a:rPr>
                        <a:t>H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eap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850" spc="7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626610" cy="10680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92151" y="2125821"/>
          <a:ext cx="4913630" cy="2587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891"/>
                <a:gridCol w="737019"/>
                <a:gridCol w="870038"/>
                <a:gridCol w="1003211"/>
                <a:gridCol w="1003223"/>
              </a:tblGrid>
              <a:tr h="429780">
                <a:tc>
                  <a:txBody>
                    <a:bodyPr/>
                    <a:lstStyle/>
                    <a:p>
                      <a:pPr/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500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5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3189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10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30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-5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rç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Sele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ç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128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524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986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3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066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Shell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850" spc="7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3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9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6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7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8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869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Qui</a:t>
                      </a:r>
                      <a:r>
                        <a:rPr dirty="0" sz="1850" spc="-40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ks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850" spc="7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4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6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6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7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-5">
                          <a:latin typeface="Arial"/>
                          <a:cs typeface="Arial"/>
                        </a:rPr>
                        <a:t>H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eap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850" spc="7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12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20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22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24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626610" cy="14420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050" spc="-12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-30" b="1">
                <a:latin typeface="Arial"/>
                <a:cs typeface="Arial"/>
              </a:rPr>
              <a:t>e</a:t>
            </a:r>
            <a:r>
              <a:rPr dirty="0" sz="2050" spc="-20" b="1">
                <a:latin typeface="Arial"/>
                <a:cs typeface="Arial"/>
              </a:rPr>
              <a:t>x</a:t>
            </a:r>
            <a:r>
              <a:rPr dirty="0" sz="2050" b="1">
                <a:latin typeface="Arial"/>
                <a:cs typeface="Arial"/>
              </a:rPr>
              <a:t>ecução</a:t>
            </a:r>
            <a:r>
              <a:rPr dirty="0" sz="2050" spc="5" b="1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92151" y="2499925"/>
          <a:ext cx="4913630" cy="2587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891"/>
                <a:gridCol w="737019"/>
                <a:gridCol w="870038"/>
                <a:gridCol w="1003211"/>
                <a:gridCol w="1003223"/>
              </a:tblGrid>
              <a:tr h="429780">
                <a:tc>
                  <a:txBody>
                    <a:bodyPr/>
                    <a:lstStyle/>
                    <a:p>
                      <a:pPr/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500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5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10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30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-5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rç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40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305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575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Sele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ç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29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221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417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Shell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850" spc="7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Qui</a:t>
                      </a:r>
                      <a:r>
                        <a:rPr dirty="0" sz="1850" spc="-40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ks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850" spc="7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895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-5">
                          <a:latin typeface="Arial"/>
                          <a:cs typeface="Arial"/>
                        </a:rPr>
                        <a:t>H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eap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850" spc="7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9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08468" y="829411"/>
            <a:ext cx="8737600" cy="6370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dirty="0" sz="2450" spc="20" b="1" u="heavy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r>
              <a:rPr dirty="0" sz="2450" b="1" u="heavy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1850" spc="20" b="1">
                <a:latin typeface="Arial"/>
                <a:cs typeface="Arial"/>
              </a:rPr>
              <a:t>Obse</a:t>
            </a:r>
            <a:r>
              <a:rPr dirty="0" sz="1850" spc="25" b="1">
                <a:latin typeface="Arial"/>
                <a:cs typeface="Arial"/>
              </a:rPr>
              <a:t>r</a:t>
            </a:r>
            <a:r>
              <a:rPr dirty="0" sz="1850" spc="-25" b="1">
                <a:latin typeface="Arial"/>
                <a:cs typeface="Arial"/>
              </a:rPr>
              <a:t>v</a:t>
            </a:r>
            <a:r>
              <a:rPr dirty="0" sz="1850" spc="15" b="1">
                <a:latin typeface="Arial"/>
                <a:cs typeface="Arial"/>
              </a:rPr>
              <a:t>ações</a:t>
            </a:r>
            <a:r>
              <a:rPr dirty="0" sz="1850" spc="5" b="1">
                <a:latin typeface="Arial"/>
                <a:cs typeface="Arial"/>
              </a:rPr>
              <a:t> </a:t>
            </a:r>
            <a:r>
              <a:rPr dirty="0" sz="1850" spc="15" b="1">
                <a:latin typeface="Arial"/>
                <a:cs typeface="Arial"/>
              </a:rPr>
              <a:t>sobre</a:t>
            </a:r>
            <a:r>
              <a:rPr dirty="0" sz="1850" spc="5" b="1">
                <a:latin typeface="Arial"/>
                <a:cs typeface="Arial"/>
              </a:rPr>
              <a:t> </a:t>
            </a:r>
            <a:r>
              <a:rPr dirty="0" sz="1850" spc="20" b="1">
                <a:latin typeface="Arial"/>
                <a:cs typeface="Arial"/>
              </a:rPr>
              <a:t>os</a:t>
            </a:r>
            <a:r>
              <a:rPr dirty="0" sz="1850" spc="5" b="1">
                <a:latin typeface="Arial"/>
                <a:cs typeface="Arial"/>
              </a:rPr>
              <a:t> </a:t>
            </a:r>
            <a:r>
              <a:rPr dirty="0" sz="1850" spc="25" b="1">
                <a:latin typeface="Arial"/>
                <a:cs typeface="Arial"/>
              </a:rPr>
              <a:t>mé</a:t>
            </a:r>
            <a:r>
              <a:rPr dirty="0" sz="1850" spc="5" b="1">
                <a:latin typeface="Arial"/>
                <a:cs typeface="Arial"/>
              </a:rPr>
              <a:t>t</a:t>
            </a:r>
            <a:r>
              <a:rPr dirty="0" sz="1850" spc="15" b="1">
                <a:latin typeface="Arial"/>
                <a:cs typeface="Arial"/>
              </a:rPr>
              <a:t>odos: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dirty="0" sz="1850" spc="15">
                <a:latin typeface="Arial"/>
                <a:cs typeface="Arial"/>
              </a:rPr>
              <a:t>Shell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Qui</a:t>
            </a:r>
            <a:r>
              <a:rPr dirty="0" sz="1850" spc="-25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k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H</a:t>
            </a:r>
            <a:r>
              <a:rPr dirty="0" sz="1850" spc="15">
                <a:latin typeface="Arial"/>
                <a:cs typeface="Arial"/>
              </a:rPr>
              <a:t>eap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êm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me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20">
                <a:latin typeface="Arial"/>
                <a:cs typeface="Arial"/>
              </a:rPr>
              <a:t>ma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dem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5">
                <a:latin typeface="Arial"/>
                <a:cs typeface="Arial"/>
              </a:rPr>
              <a:t>g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ande</a:t>
            </a:r>
            <a:r>
              <a:rPr dirty="0" sz="1850" spc="10">
                <a:latin typeface="Arial"/>
                <a:cs typeface="Arial"/>
              </a:rPr>
              <a:t>z</a:t>
            </a:r>
            <a:r>
              <a:rPr dirty="0" sz="1850" spc="10">
                <a:latin typeface="Arial"/>
                <a:cs typeface="Arial"/>
              </a:rPr>
              <a:t>a.</a:t>
            </a:r>
            <a:endParaRPr sz="1850">
              <a:latin typeface="Arial"/>
              <a:cs typeface="Arial"/>
            </a:endParaRPr>
          </a:p>
          <a:p>
            <a:pPr marL="484505" marR="1532255" indent="-330835">
              <a:lnSpc>
                <a:spcPct val="120900"/>
              </a:lnSpc>
              <a:spcBef>
                <a:spcPts val="1025"/>
              </a:spcBef>
              <a:buAutoNum type="arabicPeriod"/>
              <a:tabLst>
                <a:tab pos="485140" algn="l"/>
              </a:tabLst>
            </a:pPr>
            <a:r>
              <a:rPr dirty="0" sz="1850" spc="2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Qui</a:t>
            </a:r>
            <a:r>
              <a:rPr dirty="0" sz="1850" spc="-25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k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mais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ápido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odos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amanhos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alea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ó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ios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pe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imen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ado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dirty="0" sz="1850" spc="20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ela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H</a:t>
            </a:r>
            <a:r>
              <a:rPr dirty="0" sz="1850" spc="15">
                <a:latin typeface="Arial"/>
                <a:cs typeface="Arial"/>
              </a:rPr>
              <a:t>eap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>
                <a:latin typeface="Arial"/>
                <a:cs typeface="Arial"/>
              </a:rPr>
              <a:t>/</a:t>
            </a:r>
            <a:r>
              <a:rPr dirty="0" sz="1850" spc="15">
                <a:latin typeface="Arial"/>
                <a:cs typeface="Arial"/>
              </a:rPr>
              <a:t>Qui</a:t>
            </a:r>
            <a:r>
              <a:rPr dirty="0" sz="1850" spc="-25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k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odos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amanho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dirty="0" sz="1850" spc="20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ela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Shell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>
                <a:latin typeface="Arial"/>
                <a:cs typeface="Arial"/>
              </a:rPr>
              <a:t>/</a:t>
            </a:r>
            <a:r>
              <a:rPr dirty="0" sz="1850" spc="15">
                <a:latin typeface="Arial"/>
                <a:cs typeface="Arial"/>
              </a:rPr>
              <a:t>Qui</a:t>
            </a:r>
            <a:r>
              <a:rPr dirty="0" sz="1850" spc="-25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k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aumen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núme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elemen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aumen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0">
                <a:latin typeface="Arial"/>
                <a:cs typeface="Arial"/>
              </a:rPr>
              <a:t>a.</a:t>
            </a:r>
            <a:endParaRPr sz="1850">
              <a:latin typeface="Arial"/>
              <a:cs typeface="Arial"/>
            </a:endParaRPr>
          </a:p>
          <a:p>
            <a:pPr marL="484505" marR="428625" indent="-330835">
              <a:lnSpc>
                <a:spcPct val="120900"/>
              </a:lnSpc>
              <a:spcBef>
                <a:spcPts val="1025"/>
              </a:spcBef>
              <a:buAutoNum type="arabicPeriod"/>
              <a:tabLst>
                <a:tab pos="485140" algn="l"/>
              </a:tabLst>
            </a:pPr>
            <a:r>
              <a:rPr dirty="0" sz="1850" spc="-60">
                <a:latin typeface="Arial"/>
                <a:cs typeface="Arial"/>
              </a:rPr>
              <a:t>P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qui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pequenos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(</a:t>
            </a:r>
            <a:r>
              <a:rPr dirty="0" sz="1850" spc="15">
                <a:latin typeface="Arial"/>
                <a:cs typeface="Arial"/>
              </a:rPr>
              <a:t>500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elemen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)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Shell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mais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ápido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H</a:t>
            </a:r>
            <a:r>
              <a:rPr dirty="0" sz="1850" spc="15">
                <a:latin typeface="Arial"/>
                <a:cs typeface="Arial"/>
              </a:rPr>
              <a:t>eap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dirty="0" sz="1850" spc="20">
                <a:latin typeface="Arial"/>
                <a:cs typeface="Arial"/>
              </a:rPr>
              <a:t>Se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ada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aumen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0">
                <a:latin typeface="Arial"/>
                <a:cs typeface="Arial"/>
              </a:rPr>
              <a:t>a,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H</a:t>
            </a:r>
            <a:r>
              <a:rPr dirty="0" sz="1850" spc="15">
                <a:latin typeface="Arial"/>
                <a:cs typeface="Arial"/>
              </a:rPr>
              <a:t>eap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mais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ápido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Shell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dirty="0" sz="1850" spc="2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I</a:t>
            </a:r>
            <a:r>
              <a:rPr dirty="0" sz="1850" spc="15">
                <a:latin typeface="Arial"/>
                <a:cs typeface="Arial"/>
              </a:rPr>
              <a:t>n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mais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ápido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elemen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denado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116205" indent="-330835">
              <a:lnSpc>
                <a:spcPct val="120900"/>
              </a:lnSpc>
              <a:spcBef>
                <a:spcPts val="1025"/>
              </a:spcBef>
              <a:buAutoNum type="arabicPeriod"/>
              <a:tabLst>
                <a:tab pos="485140" algn="l"/>
              </a:tabLst>
            </a:pPr>
            <a:r>
              <a:rPr dirty="0" sz="1850" spc="2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I</a:t>
            </a:r>
            <a:r>
              <a:rPr dirty="0" sz="1850" spc="15">
                <a:latin typeface="Arial"/>
                <a:cs typeface="Arial"/>
              </a:rPr>
              <a:t>n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mais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len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qualquer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amanho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elemen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em</a:t>
            </a:r>
            <a:r>
              <a:rPr dirty="0" sz="1850" spc="10">
                <a:latin typeface="Arial"/>
                <a:cs typeface="Arial"/>
              </a:rPr>
              <a:t> 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dem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enden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-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753745" indent="-330835">
              <a:lnSpc>
                <a:spcPct val="120900"/>
              </a:lnSpc>
              <a:spcBef>
                <a:spcPts val="1019"/>
              </a:spcBef>
              <a:buAutoNum type="arabicPeriod"/>
              <a:tabLst>
                <a:tab pos="485140" algn="l"/>
              </a:tabLst>
            </a:pPr>
            <a:r>
              <a:rPr dirty="0" sz="1850" spc="20">
                <a:latin typeface="Arial"/>
                <a:cs typeface="Arial"/>
              </a:rPr>
              <a:t>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algo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mos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30">
                <a:latin typeface="Palatino Linotype"/>
                <a:cs typeface="Palatino Linotype"/>
              </a:rPr>
              <a:t>O</a:t>
            </a:r>
            <a:r>
              <a:rPr dirty="0" sz="1850" spc="130">
                <a:latin typeface="Lucida Sans Unicode"/>
                <a:cs typeface="Lucida Sans Unicode"/>
              </a:rPr>
              <a:t>(</a:t>
            </a:r>
            <a:r>
              <a:rPr dirty="0" sz="1850" spc="50">
                <a:latin typeface="Palatino Linotype"/>
                <a:cs typeface="Palatino Linotype"/>
              </a:rPr>
              <a:t>n</a:t>
            </a:r>
            <a:r>
              <a:rPr dirty="0" baseline="28806" sz="2025" spc="262">
                <a:latin typeface="PMingLiU"/>
                <a:cs typeface="PMingLiU"/>
              </a:rPr>
              <a:t>2</a:t>
            </a:r>
            <a:r>
              <a:rPr dirty="0" sz="1850" spc="130">
                <a:latin typeface="Lucida Sans Unicode"/>
                <a:cs typeface="Lucida Sans Unicode"/>
              </a:rPr>
              <a:t>)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I</a:t>
            </a:r>
            <a:r>
              <a:rPr dirty="0" sz="1850" spc="15">
                <a:latin typeface="Arial"/>
                <a:cs typeface="Arial"/>
              </a:rPr>
              <a:t>n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melhor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odos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amanhos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alea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ó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ios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pe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imen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ado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5132705" cy="8420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2050" b="1">
                <a:latin typeface="Arial"/>
                <a:cs typeface="Arial"/>
              </a:rPr>
              <a:t>In</a:t>
            </a:r>
            <a:r>
              <a:rPr dirty="0" sz="2050" spc="5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luênci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-40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de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inicia</a:t>
            </a:r>
            <a:r>
              <a:rPr dirty="0" sz="2050" b="1">
                <a:latin typeface="Arial"/>
                <a:cs typeface="Arial"/>
              </a:rPr>
              <a:t>l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do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egist</a:t>
            </a:r>
            <a:r>
              <a:rPr dirty="0" sz="2050" spc="-40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os</a:t>
            </a:r>
            <a:r>
              <a:rPr dirty="0" sz="2050" spc="5" b="1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2829" y="3596515"/>
            <a:ext cx="8453755" cy="34480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42900" marR="233679" indent="-330200">
              <a:lnSpc>
                <a:spcPct val="120900"/>
              </a:lnSpc>
              <a:buAutoNum type="arabicPeriod"/>
              <a:tabLst>
                <a:tab pos="343535" algn="l"/>
              </a:tabLst>
            </a:pPr>
            <a:r>
              <a:rPr dirty="0" sz="1850" spc="15">
                <a:latin typeface="Arial"/>
                <a:cs typeface="Arial"/>
              </a:rPr>
              <a:t>Shell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ba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en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í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0">
                <a:latin typeface="Arial"/>
                <a:cs typeface="Arial"/>
              </a:rPr>
              <a:t>el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à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dena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enden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ou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enden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da</a:t>
            </a:r>
            <a:r>
              <a:rPr dirty="0" sz="1850" spc="15">
                <a:latin typeface="Arial"/>
                <a:cs typeface="Arial"/>
              </a:rPr>
              <a:t> 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  <a:p>
            <a:pPr marL="342900" marR="593725" indent="-330200">
              <a:lnSpc>
                <a:spcPct val="120900"/>
              </a:lnSpc>
              <a:spcBef>
                <a:spcPts val="40"/>
              </a:spcBef>
              <a:buAutoNum type="arabicPeriod"/>
              <a:tabLst>
                <a:tab pos="343535" algn="l"/>
              </a:tabLst>
            </a:pPr>
            <a:r>
              <a:rPr dirty="0" sz="1850" spc="25">
                <a:latin typeface="Arial"/>
                <a:cs typeface="Arial"/>
              </a:rPr>
              <a:t>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qui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me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20">
                <a:latin typeface="Arial"/>
                <a:cs typeface="Arial"/>
              </a:rPr>
              <a:t>mo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amanh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Shell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-45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mais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ápido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a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qui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denado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342900" indent="-330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343535" algn="l"/>
              </a:tabLst>
            </a:pPr>
            <a:r>
              <a:rPr dirty="0" sz="1850" spc="15">
                <a:latin typeface="Arial"/>
                <a:cs typeface="Arial"/>
              </a:rPr>
              <a:t>Qui</a:t>
            </a:r>
            <a:r>
              <a:rPr dirty="0" sz="1850" spc="-25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k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en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í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0">
                <a:latin typeface="Arial"/>
                <a:cs typeface="Arial"/>
              </a:rPr>
              <a:t>el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à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dena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enden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ou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enden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  <a:p>
            <a:pPr marL="342900" marR="518795" indent="-330200">
              <a:lnSpc>
                <a:spcPct val="120900"/>
              </a:lnSpc>
              <a:spcBef>
                <a:spcPts val="40"/>
              </a:spcBef>
              <a:buAutoNum type="arabicPeriod"/>
              <a:tabLst>
                <a:tab pos="343535" algn="l"/>
              </a:tabLst>
            </a:pPr>
            <a:r>
              <a:rPr dirty="0" sz="1850" spc="25">
                <a:latin typeface="Arial"/>
                <a:cs typeface="Arial"/>
              </a:rPr>
              <a:t>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qui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me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20">
                <a:latin typeface="Arial"/>
                <a:cs typeface="Arial"/>
              </a:rPr>
              <a:t>mo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amanh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Qui</a:t>
            </a:r>
            <a:r>
              <a:rPr dirty="0" sz="1850" spc="-25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k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-45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mais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ápido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a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qui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denado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342900" marR="5080" indent="-330200">
              <a:lnSpc>
                <a:spcPct val="120900"/>
              </a:lnSpc>
              <a:spcBef>
                <a:spcPts val="40"/>
              </a:spcBef>
              <a:buAutoNum type="arabicPeriod"/>
              <a:tabLst>
                <a:tab pos="343535" algn="l"/>
              </a:tabLst>
            </a:pPr>
            <a:r>
              <a:rPr dirty="0" sz="1850" spc="2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Qui</a:t>
            </a:r>
            <a:r>
              <a:rPr dirty="0" sz="1850" spc="-25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k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mais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ápido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qualquer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amanho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qui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dem</a:t>
            </a:r>
            <a:r>
              <a:rPr dirty="0" sz="1850" spc="10">
                <a:latin typeface="Arial"/>
                <a:cs typeface="Arial"/>
              </a:rPr>
              <a:t> a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enden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-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342900" indent="-330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343535" algn="l"/>
              </a:tabLst>
            </a:pPr>
            <a:r>
              <a:rPr dirty="0" sz="1850" spc="2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H</a:t>
            </a:r>
            <a:r>
              <a:rPr dirty="0" sz="1850" spc="15">
                <a:latin typeface="Arial"/>
                <a:cs typeface="Arial"/>
              </a:rPr>
              <a:t>eap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amen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en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í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0">
                <a:latin typeface="Arial"/>
                <a:cs typeface="Arial"/>
              </a:rPr>
              <a:t>el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à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dena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579175" y="1809095"/>
          <a:ext cx="7557770" cy="1523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2142"/>
                <a:gridCol w="708774"/>
                <a:gridCol w="805916"/>
                <a:gridCol w="805929"/>
                <a:gridCol w="708774"/>
                <a:gridCol w="805929"/>
                <a:gridCol w="806043"/>
                <a:gridCol w="708660"/>
                <a:gridCol w="806043"/>
                <a:gridCol w="805929"/>
              </a:tblGrid>
              <a:tr h="302780">
                <a:tc>
                  <a:txBody>
                    <a:bodyPr/>
                    <a:lstStyle/>
                    <a:p>
                      <a:pPr/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Shell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350" spc="5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Qui</a:t>
                      </a:r>
                      <a:r>
                        <a:rPr dirty="0" sz="1350" spc="-30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ks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350" spc="5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Heap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350" spc="5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02895">
                <a:tc>
                  <a:txBody>
                    <a:bodyPr/>
                    <a:lstStyle/>
                    <a:p>
                      <a:pPr/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5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10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30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5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10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30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5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10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30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780"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c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Des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Ale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3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3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94420" cy="53111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étod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Inse</a:t>
            </a:r>
            <a:r>
              <a:rPr dirty="0" sz="2050" spc="-40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ção</a:t>
            </a:r>
            <a:r>
              <a:rPr dirty="0" sz="2050" spc="5" b="1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  <a:p>
            <a:pPr marL="484505" marR="146748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b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h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(</a:t>
            </a:r>
            <a:r>
              <a:rPr dirty="0" sz="2050" spc="5" b="1">
                <a:latin typeface="Arial"/>
                <a:cs typeface="Arial"/>
              </a:rPr>
              <a:t>B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b="1">
                <a:latin typeface="Arial"/>
                <a:cs typeface="Arial"/>
              </a:rPr>
              <a:t>b</a:t>
            </a:r>
            <a:r>
              <a:rPr dirty="0" sz="2050" spc="-20" b="1">
                <a:latin typeface="Arial"/>
                <a:cs typeface="Arial"/>
              </a:rPr>
              <a:t>b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4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)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  <a:p>
            <a:pPr marL="484505" marR="6915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b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já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4262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já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16010" cy="27273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étod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1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eleção</a:t>
            </a:r>
            <a:r>
              <a:rPr dirty="0" sz="2050" spc="5" b="1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vim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 spc="-5">
                <a:latin typeface="Arial"/>
                <a:cs typeface="Arial"/>
              </a:rPr>
              <a:t>.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24240" cy="45802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050" spc="1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hellso</a:t>
            </a:r>
            <a:r>
              <a:rPr dirty="0" sz="2050" spc="4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40322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9306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c</a:t>
            </a:r>
            <a:r>
              <a:rPr dirty="0" sz="2050" spc="5">
                <a:latin typeface="Arial"/>
                <a:cs typeface="Arial"/>
              </a:rPr>
              <a:t>ks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34719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6163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2050" spc="10" b="1">
                <a:latin typeface="Arial"/>
                <a:cs typeface="Arial"/>
              </a:rPr>
              <a:t>Q</a:t>
            </a:r>
            <a:r>
              <a:rPr dirty="0" sz="2050" b="1">
                <a:latin typeface="Arial"/>
                <a:cs typeface="Arial"/>
              </a:rPr>
              <a:t>ui</a:t>
            </a:r>
            <a:r>
              <a:rPr dirty="0" sz="2050" spc="-4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kso</a:t>
            </a:r>
            <a:r>
              <a:rPr dirty="0" sz="2050" spc="4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107314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si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0645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cil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6383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262">
                <a:latin typeface="PMingLiU"/>
                <a:cs typeface="PMingLiU"/>
              </a:rPr>
              <a:t>2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iv</a:t>
            </a:r>
            <a:r>
              <a:rPr dirty="0" sz="2050">
                <a:latin typeface="Arial"/>
                <a:cs typeface="Arial"/>
              </a:rPr>
              <a:t>ô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1305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28710" cy="51327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050" spc="10" b="1">
                <a:latin typeface="Arial"/>
                <a:cs typeface="Arial"/>
              </a:rPr>
              <a:t>Q</a:t>
            </a:r>
            <a:r>
              <a:rPr dirty="0" sz="2050" b="1">
                <a:latin typeface="Arial"/>
                <a:cs typeface="Arial"/>
              </a:rPr>
              <a:t>ui</a:t>
            </a:r>
            <a:r>
              <a:rPr dirty="0" sz="2050" spc="-4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kso</a:t>
            </a:r>
            <a:r>
              <a:rPr dirty="0" sz="2050" spc="4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vi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9654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c</a:t>
            </a:r>
            <a:r>
              <a:rPr dirty="0" sz="2050" spc="5">
                <a:latin typeface="Arial"/>
                <a:cs typeface="Arial"/>
              </a:rPr>
              <a:t>ks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vi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683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238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 spc="10">
                <a:latin typeface="Arial"/>
                <a:cs typeface="Arial"/>
              </a:rPr>
              <a:t>%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-4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w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c</a:t>
            </a:r>
            <a:r>
              <a:rPr dirty="0" sz="2050" spc="5">
                <a:latin typeface="Arial"/>
                <a:cs typeface="Arial"/>
              </a:rPr>
              <a:t>k,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8</a:t>
            </a:r>
            <a:r>
              <a:rPr dirty="0" sz="2050">
                <a:latin typeface="Arial"/>
                <a:cs typeface="Arial"/>
              </a:rPr>
              <a:t>8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1885" cy="38322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050" b="1">
                <a:latin typeface="Arial"/>
                <a:cs typeface="Arial"/>
              </a:rPr>
              <a:t>Heapso</a:t>
            </a:r>
            <a:r>
              <a:rPr dirty="0" sz="2050" spc="4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c</a:t>
            </a:r>
            <a:r>
              <a:rPr dirty="0" sz="2050" spc="5">
                <a:latin typeface="Arial"/>
                <a:cs typeface="Arial"/>
              </a:rPr>
              <a:t>ks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5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484505" marR="7194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02675" cy="6163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2050" b="1">
                <a:latin typeface="Arial"/>
                <a:cs typeface="Arial"/>
              </a:rPr>
              <a:t>Conside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açõe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inais</a:t>
            </a:r>
            <a:r>
              <a:rPr dirty="0" sz="2050" spc="5" b="1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11430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vim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-40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iss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00"/>
              </a:spcBef>
            </a:pP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 i="1">
                <a:latin typeface="Arial"/>
                <a:cs typeface="Arial"/>
              </a:rPr>
              <a:t>P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 i="1">
                <a:latin typeface="Arial"/>
                <a:cs typeface="Arial"/>
              </a:rPr>
              <a:t>P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65" i="1">
                <a:latin typeface="Arial"/>
                <a:cs typeface="Arial"/>
              </a:rPr>
              <a:t>P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65" i="1">
                <a:latin typeface="Arial"/>
                <a:cs typeface="Arial"/>
              </a:rPr>
              <a:t>P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vim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17804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 i="1">
                <a:latin typeface="Arial"/>
                <a:cs typeface="Arial"/>
              </a:rPr>
              <a:t>P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 i="1">
                <a:latin typeface="Arial"/>
                <a:cs typeface="Arial"/>
              </a:rPr>
              <a:t>P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ssim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4579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Essa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00745" cy="29216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3246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xim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cl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ssico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88705" cy="4492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050" b="1">
                <a:latin typeface="Arial"/>
                <a:cs typeface="Arial"/>
              </a:rPr>
              <a:t>Aplicações</a:t>
            </a:r>
            <a:r>
              <a:rPr dirty="0" sz="2050" spc="5" b="1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10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cili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sca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W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á</a:t>
            </a:r>
            <a:r>
              <a:rPr dirty="0" sz="2050" b="1">
                <a:latin typeface="Arial"/>
                <a:cs typeface="Arial"/>
              </a:rPr>
              <a:t>q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-40" b="1">
                <a:latin typeface="Arial"/>
                <a:cs typeface="Arial"/>
              </a:rPr>
              <a:t>b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marR="191135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W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mil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915669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Em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Assim,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3275965" cy="31000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050" b="1">
                <a:latin typeface="Arial"/>
                <a:cs typeface="Arial"/>
              </a:rPr>
              <a:t>Algo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-5" b="1">
                <a:latin typeface="Arial"/>
                <a:cs typeface="Arial"/>
              </a:rPr>
              <a:t>it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conside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ados</a:t>
            </a:r>
            <a:r>
              <a:rPr dirty="0" sz="2050" spc="5" b="1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c</a:t>
            </a:r>
            <a:r>
              <a:rPr dirty="0" sz="2050" spc="5">
                <a:latin typeface="Arial"/>
                <a:cs typeface="Arial"/>
              </a:rPr>
              <a:t>ks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277225" cy="30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50">
                <a:latin typeface="Georgia"/>
                <a:cs typeface="Georgia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2320290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7211" y="1770710"/>
            <a:ext cx="3549650" cy="6153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14" b="1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SelecaoParcia</a:t>
            </a:r>
            <a:r>
              <a:rPr dirty="0" sz="1700" spc="155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5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TipoVeto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  <a:p>
            <a:pPr marL="2164715">
              <a:lnSpc>
                <a:spcPct val="100000"/>
              </a:lnSpc>
              <a:spcBef>
                <a:spcPts val="675"/>
              </a:spcBef>
            </a:pP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59564" y="2115667"/>
            <a:ext cx="1395730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8186" y="2460739"/>
            <a:ext cx="5010785" cy="23406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1397635" algn="l"/>
                <a:tab pos="1718945" algn="l"/>
                <a:tab pos="266446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 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19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07010">
              <a:lnSpc>
                <a:spcPct val="100000"/>
              </a:lnSpc>
              <a:spcBef>
                <a:spcPts val="675"/>
              </a:spcBef>
              <a:tabLst>
                <a:tab pos="946150" algn="l"/>
                <a:tab pos="1514475" algn="l"/>
                <a:tab pos="2371725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35635">
              <a:lnSpc>
                <a:spcPct val="100000"/>
              </a:lnSpc>
              <a:spcBef>
                <a:spcPts val="675"/>
              </a:spcBef>
              <a:tabLst>
                <a:tab pos="1803400" algn="l"/>
                <a:tab pos="2371725" algn="l"/>
                <a:tab pos="3228975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80">
                <a:latin typeface="Arial"/>
                <a:cs typeface="Arial"/>
              </a:rPr>
              <a:t> </a:t>
            </a:r>
            <a:r>
              <a:rPr dirty="0" sz="1700" spc="19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627380" marR="5080" indent="241935">
              <a:lnSpc>
                <a:spcPts val="2720"/>
              </a:lnSpc>
              <a:spcBef>
                <a:spcPts val="200"/>
              </a:spcBef>
              <a:tabLst>
                <a:tab pos="117157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60">
                <a:latin typeface="Arial"/>
                <a:cs typeface="Arial"/>
              </a:rPr>
              <a:t>(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8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A</a:t>
            </a:r>
            <a:r>
              <a:rPr dirty="0" sz="1700" spc="125">
                <a:latin typeface="Arial"/>
                <a:cs typeface="Arial"/>
              </a:rPr>
              <a:t>[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19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9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x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125">
                <a:latin typeface="Arial"/>
                <a:cs typeface="Arial"/>
              </a:rPr>
              <a:t>[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A</a:t>
            </a:r>
            <a:r>
              <a:rPr dirty="0" sz="1700" spc="125">
                <a:latin typeface="Arial"/>
                <a:cs typeface="Arial"/>
              </a:rPr>
              <a:t>[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13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31165">
              <a:lnSpc>
                <a:spcPct val="100000"/>
              </a:lnSpc>
              <a:spcBef>
                <a:spcPts val="47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8471" y="4875784"/>
            <a:ext cx="98425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39522" y="1838617"/>
            <a:ext cx="3509010" cy="1555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b="1">
                <a:latin typeface="Arial"/>
                <a:cs typeface="Arial"/>
              </a:rPr>
              <a:t>Análise</a:t>
            </a:r>
            <a:r>
              <a:rPr dirty="0" sz="2050" spc="5" b="1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algn="just" marL="484505" marR="5080" indent="-262255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54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vim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54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44292" y="3694468"/>
            <a:ext cx="106045" cy="1441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30"/>
              </a:lnSpc>
            </a:pPr>
            <a:r>
              <a:rPr dirty="0" sz="1000" spc="75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92629" y="3905593"/>
            <a:ext cx="118745" cy="223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08465" y="3711740"/>
            <a:ext cx="122555" cy="223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80" i="1" u="sng">
                <a:latin typeface="Trebuchet MS"/>
                <a:cs typeface="Trebuchet MS"/>
              </a:rPr>
              <a:t>k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98830" y="3726154"/>
            <a:ext cx="2232660" cy="4032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935"/>
              </a:lnSpc>
            </a:pP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15">
                <a:latin typeface="Lucida Sans Unicode"/>
                <a:cs typeface="Lucida Sans Unicode"/>
              </a:rPr>
              <a:t> </a:t>
            </a:r>
            <a:r>
              <a:rPr dirty="0" baseline="32921" sz="2025" spc="120" i="1" u="sng">
                <a:latin typeface="Trebuchet MS"/>
                <a:cs typeface="Trebuchet MS"/>
              </a:rPr>
              <a:t>k</a:t>
            </a:r>
            <a:r>
              <a:rPr dirty="0" baseline="32921" sz="2025" i="1" u="sng">
                <a:latin typeface="Trebuchet MS"/>
                <a:cs typeface="Trebuchet MS"/>
              </a:rPr>
              <a:t> </a:t>
            </a:r>
            <a:r>
              <a:rPr dirty="0" baseline="32921" sz="2025" spc="-89" i="1" u="sng">
                <a:latin typeface="Trebuchet MS"/>
                <a:cs typeface="Trebuchet MS"/>
              </a:rPr>
              <a:t> </a:t>
            </a:r>
            <a:r>
              <a:rPr dirty="0" baseline="32921" sz="2025" i="1">
                <a:latin typeface="Trebuchet MS"/>
                <a:cs typeface="Trebuchet MS"/>
              </a:rPr>
              <a:t> </a:t>
            </a:r>
            <a:r>
              <a:rPr dirty="0" baseline="32921" sz="2025" spc="-225" i="1">
                <a:latin typeface="Trebuchet MS"/>
                <a:cs typeface="Trebuchet MS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endParaRPr sz="2050">
              <a:latin typeface="Lucida Sans Unicode"/>
              <a:cs typeface="Lucida Sans Unicode"/>
            </a:endParaRPr>
          </a:p>
          <a:p>
            <a:pPr algn="r" marR="5080">
              <a:lnSpc>
                <a:spcPts val="1095"/>
              </a:lnSpc>
            </a:pP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98830" y="4299496"/>
            <a:ext cx="1262380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25" i="1">
                <a:latin typeface="Arial"/>
                <a:cs typeface="Arial"/>
              </a:rPr>
              <a:t>k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73135" cy="2832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66469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vim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589915">
              <a:lnSpc>
                <a:spcPct val="100000"/>
              </a:lnSpc>
              <a:spcBef>
                <a:spcPts val="1185"/>
              </a:spcBef>
              <a:tabLst>
                <a:tab pos="852169" algn="l"/>
              </a:tabLst>
            </a:pPr>
            <a:r>
              <a:rPr dirty="0" sz="2050" spc="5" b="1">
                <a:latin typeface="Times New Roman"/>
                <a:cs typeface="Times New Roman"/>
              </a:rPr>
              <a:t>–</a:t>
            </a:r>
            <a:r>
              <a:rPr dirty="0" sz="2050" spc="5" b="1">
                <a:latin typeface="Times New Roman"/>
                <a:cs typeface="Times New Roman"/>
              </a:rPr>
              <a:t>	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02955" cy="34753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marR="39243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sima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iv</a:t>
            </a:r>
            <a:r>
              <a:rPr dirty="0" sz="2050">
                <a:latin typeface="Arial"/>
                <a:cs typeface="Arial"/>
              </a:rPr>
              <a:t>ô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32384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iv</a:t>
            </a:r>
            <a:r>
              <a:rPr dirty="0" sz="2050">
                <a:latin typeface="Arial"/>
                <a:cs typeface="Arial"/>
              </a:rPr>
              <a:t>ô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8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241871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7211" y="1770710"/>
            <a:ext cx="5041900" cy="6153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3664585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0" b="1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I</a:t>
            </a:r>
            <a:r>
              <a:rPr dirty="0" sz="1700" spc="60">
                <a:latin typeface="Arial"/>
                <a:cs typeface="Arial"/>
              </a:rPr>
              <a:t>n</a:t>
            </a:r>
            <a:r>
              <a:rPr dirty="0" sz="1700" spc="50">
                <a:latin typeface="Arial"/>
                <a:cs typeface="Arial"/>
              </a:rPr>
              <a:t>s</a:t>
            </a:r>
            <a:r>
              <a:rPr dirty="0" sz="1700" spc="60">
                <a:latin typeface="Arial"/>
                <a:cs typeface="Arial"/>
              </a:rPr>
              <a:t>e</a:t>
            </a:r>
            <a:r>
              <a:rPr dirty="0" sz="1700" spc="50">
                <a:latin typeface="Arial"/>
                <a:cs typeface="Arial"/>
              </a:rPr>
              <a:t>rc</a:t>
            </a:r>
            <a:r>
              <a:rPr dirty="0" sz="1700" spc="60">
                <a:latin typeface="Arial"/>
                <a:cs typeface="Arial"/>
              </a:rPr>
              <a:t>ao</a:t>
            </a:r>
            <a:r>
              <a:rPr dirty="0" sz="1700" spc="50">
                <a:latin typeface="Arial"/>
                <a:cs typeface="Arial"/>
              </a:rPr>
              <a:t>P</a:t>
            </a:r>
            <a:r>
              <a:rPr dirty="0" sz="1700" spc="60">
                <a:latin typeface="Arial"/>
                <a:cs typeface="Arial"/>
              </a:rPr>
              <a:t>a</a:t>
            </a:r>
            <a:r>
              <a:rPr dirty="0" sz="1700" spc="50">
                <a:latin typeface="Arial"/>
                <a:cs typeface="Arial"/>
              </a:rPr>
              <a:t>rci</a:t>
            </a:r>
            <a:r>
              <a:rPr dirty="0" sz="1700" spc="60">
                <a:latin typeface="Arial"/>
                <a:cs typeface="Arial"/>
              </a:rPr>
              <a:t>a</a:t>
            </a:r>
            <a:r>
              <a:rPr dirty="0" sz="1700" spc="180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5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TipoVeto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  <a:p>
            <a:pPr marL="2272030">
              <a:lnSpc>
                <a:spcPct val="100000"/>
              </a:lnSpc>
              <a:spcBef>
                <a:spcPts val="675"/>
              </a:spcBef>
            </a:pP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8186" y="2460739"/>
            <a:ext cx="4697730" cy="13055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214629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365">
                <a:latin typeface="Lucida Sans Unicode"/>
                <a:cs typeface="Lucida Sans Unicode"/>
              </a:rPr>
              <a:t>∗</a:t>
            </a:r>
            <a:r>
              <a:rPr dirty="0" sz="1700" spc="-225">
                <a:latin typeface="Lucida Sans Unicode"/>
                <a:cs typeface="Lucida Sans Unicode"/>
              </a:rPr>
              <a:t>−</a:t>
            </a:r>
            <a:r>
              <a:rPr dirty="0" sz="1700" spc="95">
                <a:latin typeface="Lucida Sans Unicode"/>
                <a:cs typeface="Lucida Sans Unicode"/>
              </a:rPr>
              <a:t>−</a:t>
            </a:r>
            <a:r>
              <a:rPr dirty="0" sz="1700" spc="-150" i="1">
                <a:latin typeface="Arial"/>
                <a:cs typeface="Arial"/>
              </a:rPr>
              <a:t>Na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spc="220" i="1">
                <a:latin typeface="Arial"/>
                <a:cs typeface="Arial"/>
              </a:rPr>
              <a:t> </a:t>
            </a:r>
            <a:r>
              <a:rPr dirty="0" sz="1700" spc="15" i="1">
                <a:latin typeface="Arial"/>
                <a:cs typeface="Arial"/>
              </a:rPr>
              <a:t>preserv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55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00" i="1">
                <a:latin typeface="Arial"/>
                <a:cs typeface="Arial"/>
              </a:rPr>
              <a:t> </a:t>
            </a:r>
            <a:r>
              <a:rPr dirty="0" sz="1700" spc="60" i="1">
                <a:latin typeface="Arial"/>
                <a:cs typeface="Arial"/>
              </a:rPr>
              <a:t>restant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20" i="1">
                <a:latin typeface="Arial"/>
                <a:cs typeface="Arial"/>
              </a:rPr>
              <a:t> </a:t>
            </a:r>
            <a:r>
              <a:rPr dirty="0" sz="1700" spc="-70" i="1">
                <a:latin typeface="Arial"/>
                <a:cs typeface="Arial"/>
              </a:rPr>
              <a:t>d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14" i="1">
                <a:latin typeface="Arial"/>
                <a:cs typeface="Arial"/>
              </a:rPr>
              <a:t> </a:t>
            </a:r>
            <a:r>
              <a:rPr dirty="0" sz="1700" spc="70" i="1">
                <a:latin typeface="Arial"/>
                <a:cs typeface="Arial"/>
              </a:rPr>
              <a:t>v</a:t>
            </a:r>
            <a:r>
              <a:rPr dirty="0" sz="1700" spc="75" i="1">
                <a:latin typeface="Arial"/>
                <a:cs typeface="Arial"/>
              </a:rPr>
              <a:t>eto</a:t>
            </a:r>
            <a:r>
              <a:rPr dirty="0" sz="1700" spc="5" i="1">
                <a:latin typeface="Arial"/>
                <a:cs typeface="Arial"/>
              </a:rPr>
              <a:t>r</a:t>
            </a:r>
            <a:r>
              <a:rPr dirty="0" sz="1700" spc="-245" i="1">
                <a:latin typeface="Arial"/>
                <a:cs typeface="Arial"/>
              </a:rPr>
              <a:t> </a:t>
            </a:r>
            <a:r>
              <a:rPr dirty="0" sz="1700" spc="-225">
                <a:latin typeface="Lucida Sans Unicode"/>
                <a:cs typeface="Lucida Sans Unicode"/>
              </a:rPr>
              <a:t>−</a:t>
            </a:r>
            <a:r>
              <a:rPr dirty="0" sz="1700" spc="-5">
                <a:latin typeface="Lucida Sans Unicode"/>
                <a:cs typeface="Lucida Sans Unicode"/>
              </a:rPr>
              <a:t>−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05740">
              <a:lnSpc>
                <a:spcPct val="100000"/>
              </a:lnSpc>
              <a:spcBef>
                <a:spcPts val="675"/>
              </a:spcBef>
              <a:tabLst>
                <a:tab pos="1397635" algn="l"/>
                <a:tab pos="1729105" algn="l"/>
                <a:tab pos="2129155" algn="l"/>
              </a:tabLst>
            </a:pP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07010">
              <a:lnSpc>
                <a:spcPct val="100000"/>
              </a:lnSpc>
              <a:spcBef>
                <a:spcPts val="675"/>
              </a:spcBef>
              <a:tabLst>
                <a:tab pos="946150" algn="l"/>
                <a:tab pos="1514475" algn="l"/>
                <a:tab pos="2371725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2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85">
                <a:latin typeface="Arial"/>
                <a:cs typeface="Arial"/>
              </a:rPr>
              <a:t> </a:t>
            </a:r>
            <a:r>
              <a:rPr dirty="0" sz="1700" spc="19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34832" y="3754668"/>
            <a:ext cx="1108710" cy="7016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45720">
              <a:lnSpc>
                <a:spcPct val="133200"/>
              </a:lnSpc>
              <a:tabLst>
                <a:tab pos="360680" algn="l"/>
                <a:tab pos="67119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210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61967" y="3840683"/>
            <a:ext cx="2344420" cy="6286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1297940" algn="l"/>
              </a:tabLst>
            </a:pP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80">
                <a:latin typeface="Lucida Sans Unicode"/>
                <a:cs typeface="Lucida Sans Unicode"/>
              </a:rPr>
              <a:t> </a:t>
            </a:r>
            <a:r>
              <a:rPr dirty="0" sz="1700" spc="75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04775">
              <a:lnSpc>
                <a:spcPct val="100000"/>
              </a:lnSpc>
              <a:spcBef>
                <a:spcPts val="675"/>
              </a:spcBef>
              <a:tabLst>
                <a:tab pos="420370" algn="l"/>
                <a:tab pos="1497330" algn="l"/>
              </a:tabLst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	</a:t>
            </a:r>
            <a:r>
              <a:rPr dirty="0" sz="1700" spc="75" i="1">
                <a:latin typeface="Arial"/>
                <a:cs typeface="Arial"/>
              </a:rPr>
              <a:t>s</a:t>
            </a:r>
            <a:r>
              <a:rPr dirty="0" sz="1700" spc="75" i="1">
                <a:latin typeface="Arial"/>
                <a:cs typeface="Arial"/>
              </a:rPr>
              <a:t>entinel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	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8471" y="4530712"/>
            <a:ext cx="3634104" cy="23406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36270">
              <a:lnSpc>
                <a:spcPct val="100000"/>
              </a:lnSpc>
            </a:pP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8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085850" marR="1089660" indent="-207010">
              <a:lnSpc>
                <a:spcPct val="133100"/>
              </a:lnSpc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+1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19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j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-265">
                <a:latin typeface="Lucida Sans Unicode"/>
                <a:cs typeface="Lucida Sans Unicode"/>
              </a:rPr>
              <a:t>−</a:t>
            </a:r>
            <a:r>
              <a:rPr dirty="0" sz="1700" spc="-140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69315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618490">
              <a:lnSpc>
                <a:spcPct val="100000"/>
              </a:lnSpc>
              <a:spcBef>
                <a:spcPts val="675"/>
              </a:spcBef>
            </a:pP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+1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19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8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73849" y="1941890"/>
            <a:ext cx="3175000" cy="2628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ifica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265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26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26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26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26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05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3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0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0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0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0">
                <a:latin typeface="Arial"/>
                <a:cs typeface="Arial"/>
              </a:rPr>
              <a:t> </a:t>
            </a:r>
            <a:r>
              <a:rPr dirty="0" sz="2050" spc="380" i="1">
                <a:latin typeface="Arial"/>
                <a:cs typeface="Arial"/>
              </a:rPr>
              <a:t>j</a:t>
            </a:r>
            <a:r>
              <a:rPr dirty="0" sz="2050" spc="47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2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20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8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6728459" cy="33864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l:</a:t>
            </a:r>
            <a:r>
              <a:rPr dirty="0" sz="2450" spc="17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Prese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10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et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or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771900" algn="l"/>
                <a:tab pos="5271770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0" b="1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I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45">
                <a:latin typeface="Arial"/>
                <a:cs typeface="Arial"/>
              </a:rPr>
              <a:t>s</a:t>
            </a:r>
            <a:r>
              <a:rPr dirty="0" sz="1700" spc="50">
                <a:latin typeface="Arial"/>
                <a:cs typeface="Arial"/>
              </a:rPr>
              <a:t>e</a:t>
            </a:r>
            <a:r>
              <a:rPr dirty="0" sz="1700" spc="40">
                <a:latin typeface="Arial"/>
                <a:cs typeface="Arial"/>
              </a:rPr>
              <a:t>rc</a:t>
            </a:r>
            <a:r>
              <a:rPr dirty="0" sz="1700" spc="50">
                <a:latin typeface="Arial"/>
                <a:cs typeface="Arial"/>
              </a:rPr>
              <a:t>ao</a:t>
            </a:r>
            <a:r>
              <a:rPr dirty="0" sz="1700" spc="45">
                <a:latin typeface="Arial"/>
                <a:cs typeface="Arial"/>
              </a:rPr>
              <a:t>P</a:t>
            </a:r>
            <a:r>
              <a:rPr dirty="0" sz="1700" spc="50">
                <a:latin typeface="Arial"/>
                <a:cs typeface="Arial"/>
              </a:rPr>
              <a:t>a</a:t>
            </a:r>
            <a:r>
              <a:rPr dirty="0" sz="1700" spc="40">
                <a:latin typeface="Arial"/>
                <a:cs typeface="Arial"/>
              </a:rPr>
              <a:t>rc</a:t>
            </a:r>
            <a:r>
              <a:rPr dirty="0" sz="1700" spc="45">
                <a:latin typeface="Arial"/>
                <a:cs typeface="Arial"/>
              </a:rPr>
              <a:t>ial</a:t>
            </a:r>
            <a:r>
              <a:rPr dirty="0" sz="1700" spc="10">
                <a:latin typeface="Arial"/>
                <a:cs typeface="Arial"/>
              </a:rPr>
              <a:t>2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150">
                <a:latin typeface="Arial"/>
                <a:cs typeface="Arial"/>
              </a:rPr>
              <a:t>(</a:t>
            </a:r>
            <a:r>
              <a:rPr dirty="0" sz="1700" spc="20">
                <a:latin typeface="Arial"/>
                <a:cs typeface="Arial"/>
              </a:rPr>
              <a:t>TipoVeto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574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365">
                <a:latin typeface="Lucida Sans Unicode"/>
                <a:cs typeface="Lucida Sans Unicode"/>
              </a:rPr>
              <a:t>∗</a:t>
            </a:r>
            <a:r>
              <a:rPr dirty="0" sz="1700" spc="-225">
                <a:latin typeface="Lucida Sans Unicode"/>
                <a:cs typeface="Lucida Sans Unicode"/>
              </a:rPr>
              <a:t>−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-285">
                <a:latin typeface="Lucida Sans Unicode"/>
                <a:cs typeface="Lucida Sans Unicode"/>
              </a:rPr>
              <a:t> </a:t>
            </a:r>
            <a:r>
              <a:rPr dirty="0" sz="1700" spc="-10" i="1">
                <a:latin typeface="Arial"/>
                <a:cs typeface="Arial"/>
              </a:rPr>
              <a:t>Pr</a:t>
            </a:r>
            <a:r>
              <a:rPr dirty="0" sz="1700" spc="-5" i="1">
                <a:latin typeface="Arial"/>
                <a:cs typeface="Arial"/>
              </a:rPr>
              <a:t>e</a:t>
            </a:r>
            <a:r>
              <a:rPr dirty="0" sz="1700" spc="-10" i="1">
                <a:latin typeface="Arial"/>
                <a:cs typeface="Arial"/>
              </a:rPr>
              <a:t>s</a:t>
            </a:r>
            <a:r>
              <a:rPr dirty="0" sz="1700" spc="-5" i="1">
                <a:latin typeface="Arial"/>
                <a:cs typeface="Arial"/>
              </a:rPr>
              <a:t>e</a:t>
            </a:r>
            <a:r>
              <a:rPr dirty="0" sz="1700" spc="-15" i="1">
                <a:latin typeface="Arial"/>
                <a:cs typeface="Arial"/>
              </a:rPr>
              <a:t>rv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80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00" i="1">
                <a:latin typeface="Arial"/>
                <a:cs typeface="Arial"/>
              </a:rPr>
              <a:t> </a:t>
            </a:r>
            <a:r>
              <a:rPr dirty="0" sz="1700" spc="60" i="1">
                <a:latin typeface="Arial"/>
                <a:cs typeface="Arial"/>
              </a:rPr>
              <a:t>restant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20" i="1">
                <a:latin typeface="Arial"/>
                <a:cs typeface="Arial"/>
              </a:rPr>
              <a:t> </a:t>
            </a:r>
            <a:r>
              <a:rPr dirty="0" sz="1700" spc="-70" i="1">
                <a:latin typeface="Arial"/>
                <a:cs typeface="Arial"/>
              </a:rPr>
              <a:t>d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14" i="1">
                <a:latin typeface="Arial"/>
                <a:cs typeface="Arial"/>
              </a:rPr>
              <a:t> </a:t>
            </a:r>
            <a:r>
              <a:rPr dirty="0" sz="1700" spc="70" i="1">
                <a:latin typeface="Arial"/>
                <a:cs typeface="Arial"/>
              </a:rPr>
              <a:t>v</a:t>
            </a:r>
            <a:r>
              <a:rPr dirty="0" sz="1700" spc="75" i="1">
                <a:latin typeface="Arial"/>
                <a:cs typeface="Arial"/>
              </a:rPr>
              <a:t>eto</a:t>
            </a:r>
            <a:r>
              <a:rPr dirty="0" sz="1700" spc="5" i="1">
                <a:latin typeface="Arial"/>
                <a:cs typeface="Arial"/>
              </a:rPr>
              <a:t>r</a:t>
            </a:r>
            <a:r>
              <a:rPr dirty="0" sz="1700" spc="-245" i="1">
                <a:latin typeface="Arial"/>
                <a:cs typeface="Arial"/>
              </a:rPr>
              <a:t> </a:t>
            </a:r>
            <a:r>
              <a:rPr dirty="0" sz="1700" spc="-225">
                <a:latin typeface="Lucida Sans Unicode"/>
                <a:cs typeface="Lucida Sans Unicode"/>
              </a:rPr>
              <a:t>−</a:t>
            </a:r>
            <a:r>
              <a:rPr dirty="0" sz="1700" spc="-5">
                <a:latin typeface="Lucida Sans Unicode"/>
                <a:cs typeface="Lucida Sans Unicode"/>
              </a:rPr>
              <a:t>−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36220">
              <a:lnSpc>
                <a:spcPct val="100000"/>
              </a:lnSpc>
              <a:spcBef>
                <a:spcPts val="605"/>
              </a:spcBef>
              <a:tabLst>
                <a:tab pos="1428750" algn="l"/>
                <a:tab pos="1759585" algn="l"/>
                <a:tab pos="2159635" algn="l"/>
              </a:tabLst>
            </a:pP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>
              <a:lnSpc>
                <a:spcPct val="100000"/>
              </a:lnSpc>
              <a:spcBef>
                <a:spcPts val="605"/>
              </a:spcBef>
              <a:tabLst>
                <a:tab pos="977265" algn="l"/>
                <a:tab pos="1545590" algn="l"/>
                <a:tab pos="2402840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2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85">
                <a:latin typeface="Arial"/>
                <a:cs typeface="Arial"/>
              </a:rPr>
              <a:t> </a:t>
            </a:r>
            <a:r>
              <a:rPr dirty="0" sz="1700" spc="19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86435">
              <a:lnSpc>
                <a:spcPct val="100000"/>
              </a:lnSpc>
              <a:spcBef>
                <a:spcPts val="605"/>
              </a:spcBef>
              <a:tabLst>
                <a:tab pos="988060" algn="l"/>
                <a:tab pos="1299210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686435">
              <a:lnSpc>
                <a:spcPct val="100000"/>
              </a:lnSpc>
              <a:spcBef>
                <a:spcPts val="605"/>
              </a:spcBef>
              <a:tabLst>
                <a:tab pos="902969" algn="l"/>
                <a:tab pos="1650364" algn="l"/>
                <a:tab pos="1952625" algn="l"/>
                <a:tab pos="580136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8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9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659765">
              <a:lnSpc>
                <a:spcPct val="100000"/>
              </a:lnSpc>
              <a:spcBef>
                <a:spcPts val="605"/>
              </a:spcBef>
              <a:tabLst>
                <a:tab pos="1224280" algn="l"/>
              </a:tabLst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80">
                <a:latin typeface="Lucida Sans Unicode"/>
                <a:cs typeface="Lucida Sans Unicode"/>
              </a:rPr>
              <a:t> </a:t>
            </a:r>
            <a:r>
              <a:rPr dirty="0" sz="1700" spc="75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34820" y="4290682"/>
            <a:ext cx="993775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2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4413" y="4290682"/>
            <a:ext cx="1603375" cy="283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328295" algn="l"/>
                <a:tab pos="1405255" algn="l"/>
              </a:tabLst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	</a:t>
            </a:r>
            <a:r>
              <a:rPr dirty="0" sz="1700" spc="75" i="1">
                <a:latin typeface="Arial"/>
                <a:cs typeface="Arial"/>
              </a:rPr>
              <a:t>s</a:t>
            </a:r>
            <a:r>
              <a:rPr dirty="0" sz="1700" spc="75" i="1">
                <a:latin typeface="Arial"/>
                <a:cs typeface="Arial"/>
              </a:rPr>
              <a:t>entinel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	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58" y="4626838"/>
            <a:ext cx="3940810" cy="2287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36270">
              <a:lnSpc>
                <a:spcPct val="100000"/>
              </a:lnSpc>
            </a:pP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8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085850" marR="5080" indent="-207010">
              <a:lnSpc>
                <a:spcPct val="129700"/>
              </a:lnSpc>
              <a:tabLst>
                <a:tab pos="1093470" algn="l"/>
                <a:tab pos="1395095" algn="l"/>
                <a:tab pos="170624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{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+1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19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j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-265">
                <a:latin typeface="Lucida Sans Unicode"/>
                <a:cs typeface="Lucida Sans Unicode"/>
              </a:rPr>
              <a:t>−</a:t>
            </a:r>
            <a:r>
              <a:rPr dirty="0" sz="1700" spc="-140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6931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664845">
              <a:lnSpc>
                <a:spcPct val="100000"/>
              </a:lnSpc>
              <a:spcBef>
                <a:spcPts val="605"/>
              </a:spcBef>
              <a:tabLst>
                <a:tab pos="967105" algn="l"/>
                <a:tab pos="1277620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210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+1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19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8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8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7143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6843"/>
            <a:ext cx="7129780" cy="15982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l:</a:t>
            </a:r>
            <a:r>
              <a:rPr dirty="0" sz="2450" spc="17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sima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5" i="1">
                <a:latin typeface="Arial"/>
                <a:cs typeface="Arial"/>
              </a:rPr>
              <a:t>C</a:t>
            </a:r>
            <a:r>
              <a:rPr dirty="0" baseline="-12345" sz="2025" spc="120" i="1">
                <a:latin typeface="Trebuchet MS"/>
                <a:cs typeface="Trebuchet MS"/>
              </a:rPr>
              <a:t>i</a:t>
            </a:r>
            <a:r>
              <a:rPr dirty="0" baseline="-12345" sz="2025" i="1">
                <a:latin typeface="Trebuchet MS"/>
                <a:cs typeface="Trebuchet MS"/>
              </a:rPr>
              <a:t> </a:t>
            </a:r>
            <a:r>
              <a:rPr dirty="0" baseline="-12345" sz="2025" spc="-232" i="1">
                <a:latin typeface="Trebuchet MS"/>
                <a:cs typeface="Trebuchet MS"/>
              </a:rPr>
              <a:t> 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1"/>
              </a:spcBef>
            </a:pPr>
            <a:endParaRPr sz="2000">
              <a:latin typeface="Times New Roman"/>
              <a:cs typeface="Times New Roman"/>
            </a:endParaRPr>
          </a:p>
          <a:p>
            <a:pPr marL="2117090">
              <a:lnSpc>
                <a:spcPct val="100000"/>
              </a:lnSpc>
              <a:tabLst>
                <a:tab pos="3581400" algn="l"/>
              </a:tabLst>
            </a:pPr>
            <a:r>
              <a:rPr dirty="0" sz="1850" spc="130">
                <a:latin typeface="Lucida Sans Unicode"/>
                <a:cs typeface="Lucida Sans Unicode"/>
              </a:rPr>
              <a:t>M</a:t>
            </a:r>
            <a:r>
              <a:rPr dirty="0" sz="1850" spc="-195">
                <a:latin typeface="Lucida Sans Unicode"/>
                <a:cs typeface="Lucida Sans Unicode"/>
              </a:rPr>
              <a:t>e</a:t>
            </a:r>
            <a:r>
              <a:rPr dirty="0" sz="1850" spc="-15">
                <a:latin typeface="Lucida Sans Unicode"/>
                <a:cs typeface="Lucida Sans Unicode"/>
              </a:rPr>
              <a:t>l</a:t>
            </a:r>
            <a:r>
              <a:rPr dirty="0" sz="1850" spc="-105">
                <a:latin typeface="Lucida Sans Unicode"/>
                <a:cs typeface="Lucida Sans Unicode"/>
              </a:rPr>
              <a:t>h</a:t>
            </a:r>
            <a:r>
              <a:rPr dirty="0" sz="1850" spc="-200">
                <a:latin typeface="Lucida Sans Unicode"/>
                <a:cs typeface="Lucida Sans Unicode"/>
              </a:rPr>
              <a:t>o</a:t>
            </a:r>
            <a:r>
              <a:rPr dirty="0" sz="1850" spc="-20">
                <a:latin typeface="Lucida Sans Unicode"/>
                <a:cs typeface="Lucida Sans Unicode"/>
              </a:rPr>
              <a:t>r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-114">
                <a:latin typeface="Lucida Sans Unicode"/>
                <a:cs typeface="Lucida Sans Unicode"/>
              </a:rPr>
              <a:t>c</a:t>
            </a:r>
            <a:r>
              <a:rPr dirty="0" sz="1850" spc="-85">
                <a:latin typeface="Lucida Sans Unicode"/>
                <a:cs typeface="Lucida Sans Unicode"/>
              </a:rPr>
              <a:t>a</a:t>
            </a:r>
            <a:r>
              <a:rPr dirty="0" sz="1850" spc="-204">
                <a:latin typeface="Lucida Sans Unicode"/>
                <a:cs typeface="Lucida Sans Unicode"/>
              </a:rPr>
              <a:t>s</a:t>
            </a:r>
            <a:r>
              <a:rPr dirty="0" sz="1850" spc="-195">
                <a:latin typeface="Lucida Sans Unicode"/>
                <a:cs typeface="Lucida Sans Unicode"/>
              </a:rPr>
              <a:t>o</a:t>
            </a:r>
            <a:r>
              <a:rPr dirty="0" sz="1850">
                <a:latin typeface="Lucida Sans Unicode"/>
                <a:cs typeface="Lucida Sans Unicode"/>
              </a:rPr>
              <a:t>	</a:t>
            </a:r>
            <a:r>
              <a:rPr dirty="0" sz="1850" spc="-65">
                <a:latin typeface="Lucida Sans Unicode"/>
                <a:cs typeface="Lucida Sans Unicode"/>
              </a:rPr>
              <a:t>:</a:t>
            </a:r>
            <a:r>
              <a:rPr dirty="0" sz="1850" spc="-65">
                <a:latin typeface="Lucida Sans Unicode"/>
                <a:cs typeface="Lucida Sans Unicode"/>
              </a:rPr>
              <a:t> </a:t>
            </a:r>
            <a:r>
              <a:rPr dirty="0" sz="1850" spc="30">
                <a:latin typeface="Palatino Linotype"/>
                <a:cs typeface="Palatino Linotype"/>
              </a:rPr>
              <a:t>C</a:t>
            </a:r>
            <a:r>
              <a:rPr dirty="0" baseline="-12345" sz="2025" spc="247" i="1">
                <a:latin typeface="Trebuchet MS"/>
                <a:cs typeface="Trebuchet MS"/>
              </a:rPr>
              <a:t>i</a:t>
            </a:r>
            <a:r>
              <a:rPr dirty="0" sz="1850" spc="130">
                <a:latin typeface="Lucida Sans Unicode"/>
                <a:cs typeface="Lucida Sans Unicode"/>
              </a:rPr>
              <a:t>(</a:t>
            </a:r>
            <a:r>
              <a:rPr dirty="0" sz="1850" spc="50">
                <a:latin typeface="Palatino Linotype"/>
                <a:cs typeface="Palatino Linotype"/>
              </a:rPr>
              <a:t>n</a:t>
            </a:r>
            <a:r>
              <a:rPr dirty="0" sz="1850" spc="130">
                <a:latin typeface="Lucida Sans Unicode"/>
                <a:cs typeface="Lucida Sans Unicode"/>
              </a:rPr>
              <a:t>)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=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-229">
                <a:latin typeface="Lucida Sans Unicode"/>
                <a:cs typeface="Lucida Sans Unicode"/>
              </a:rPr>
              <a:t>1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16046" y="2552788"/>
            <a:ext cx="975360" cy="307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254">
                <a:latin typeface="Lucida Sans Unicode"/>
                <a:cs typeface="Lucida Sans Unicode"/>
              </a:rPr>
              <a:t>P</a:t>
            </a:r>
            <a:r>
              <a:rPr dirty="0" sz="1850" spc="-15">
                <a:latin typeface="Lucida Sans Unicode"/>
                <a:cs typeface="Lucida Sans Unicode"/>
              </a:rPr>
              <a:t>i</a:t>
            </a:r>
            <a:r>
              <a:rPr dirty="0" sz="1850" spc="-200">
                <a:latin typeface="Lucida Sans Unicode"/>
                <a:cs typeface="Lucida Sans Unicode"/>
              </a:rPr>
              <a:t>o</a:t>
            </a:r>
            <a:r>
              <a:rPr dirty="0" sz="1850" spc="-20">
                <a:latin typeface="Lucida Sans Unicode"/>
                <a:cs typeface="Lucida Sans Unicode"/>
              </a:rPr>
              <a:t>r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-114">
                <a:latin typeface="Lucida Sans Unicode"/>
                <a:cs typeface="Lucida Sans Unicode"/>
              </a:rPr>
              <a:t>c</a:t>
            </a:r>
            <a:r>
              <a:rPr dirty="0" sz="1850" spc="-85">
                <a:latin typeface="Lucida Sans Unicode"/>
                <a:cs typeface="Lucida Sans Unicode"/>
              </a:rPr>
              <a:t>a</a:t>
            </a:r>
            <a:r>
              <a:rPr dirty="0" sz="1850" spc="-204">
                <a:latin typeface="Lucida Sans Unicode"/>
                <a:cs typeface="Lucida Sans Unicode"/>
              </a:rPr>
              <a:t>s</a:t>
            </a:r>
            <a:r>
              <a:rPr dirty="0" sz="1850" spc="-195">
                <a:latin typeface="Lucida Sans Unicode"/>
                <a:cs typeface="Lucida Sans Unicode"/>
              </a:rPr>
              <a:t>o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80343" y="2552788"/>
            <a:ext cx="1135380" cy="323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-65">
                <a:latin typeface="Lucida Sans Unicode"/>
                <a:cs typeface="Lucida Sans Unicode"/>
              </a:rPr>
              <a:t>: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30">
                <a:latin typeface="Palatino Linotype"/>
                <a:cs typeface="Palatino Linotype"/>
              </a:rPr>
              <a:t>C</a:t>
            </a:r>
            <a:r>
              <a:rPr dirty="0" baseline="-12345" sz="2025" spc="247" i="1">
                <a:latin typeface="Trebuchet MS"/>
                <a:cs typeface="Trebuchet MS"/>
              </a:rPr>
              <a:t>i</a:t>
            </a:r>
            <a:r>
              <a:rPr dirty="0" sz="1850" spc="130">
                <a:latin typeface="Lucida Sans Unicode"/>
                <a:cs typeface="Lucida Sans Unicode"/>
              </a:rPr>
              <a:t>(</a:t>
            </a:r>
            <a:r>
              <a:rPr dirty="0" sz="1850" spc="50">
                <a:latin typeface="Palatino Linotype"/>
                <a:cs typeface="Palatino Linotype"/>
              </a:rPr>
              <a:t>n</a:t>
            </a:r>
            <a:r>
              <a:rPr dirty="0" sz="1850" spc="130">
                <a:latin typeface="Lucida Sans Unicode"/>
                <a:cs typeface="Lucida Sans Unicode"/>
              </a:rPr>
              <a:t>)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=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110">
                <a:latin typeface="Palatino Linotype"/>
                <a:cs typeface="Palatino Linotype"/>
              </a:rPr>
              <a:t>i</a:t>
            </a:r>
            <a:endParaRPr sz="1850">
              <a:latin typeface="Palatino Linotype"/>
              <a:cs typeface="Palatino Linotyp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16046" y="2973870"/>
            <a:ext cx="4974590" cy="323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1476375" algn="l"/>
              </a:tabLst>
            </a:pPr>
            <a:r>
              <a:rPr dirty="0" sz="1850" spc="80">
                <a:latin typeface="Lucida Sans Unicode"/>
                <a:cs typeface="Lucida Sans Unicode"/>
              </a:rPr>
              <a:t>C</a:t>
            </a:r>
            <a:r>
              <a:rPr dirty="0" sz="1850" spc="-85">
                <a:latin typeface="Lucida Sans Unicode"/>
                <a:cs typeface="Lucida Sans Unicode"/>
              </a:rPr>
              <a:t>a</a:t>
            </a:r>
            <a:r>
              <a:rPr dirty="0" sz="1850" spc="-204">
                <a:latin typeface="Lucida Sans Unicode"/>
                <a:cs typeface="Lucida Sans Unicode"/>
              </a:rPr>
              <a:t>s</a:t>
            </a:r>
            <a:r>
              <a:rPr dirty="0" sz="1850" spc="-195">
                <a:latin typeface="Lucida Sans Unicode"/>
                <a:cs typeface="Lucida Sans Unicode"/>
              </a:rPr>
              <a:t>o</a:t>
            </a:r>
            <a:r>
              <a:rPr dirty="0" sz="1850" spc="-65">
                <a:latin typeface="Lucida Sans Unicode"/>
                <a:cs typeface="Lucida Sans Unicode"/>
              </a:rPr>
              <a:t> </a:t>
            </a:r>
            <a:r>
              <a:rPr dirty="0" sz="1850" spc="-215">
                <a:latin typeface="Lucida Sans Unicode"/>
                <a:cs typeface="Lucida Sans Unicode"/>
              </a:rPr>
              <a:t>m</a:t>
            </a:r>
            <a:r>
              <a:rPr dirty="0" sz="1850" spc="-1090">
                <a:latin typeface="Lucida Sans Unicode"/>
                <a:cs typeface="Lucida Sans Unicode"/>
              </a:rPr>
              <a:t>´</a:t>
            </a:r>
            <a:r>
              <a:rPr dirty="0" sz="1850" spc="-195">
                <a:latin typeface="Lucida Sans Unicode"/>
                <a:cs typeface="Lucida Sans Unicode"/>
              </a:rPr>
              <a:t>e</a:t>
            </a:r>
            <a:r>
              <a:rPr dirty="0" sz="1850" spc="-120">
                <a:latin typeface="Lucida Sans Unicode"/>
                <a:cs typeface="Lucida Sans Unicode"/>
              </a:rPr>
              <a:t>d</a:t>
            </a:r>
            <a:r>
              <a:rPr dirty="0" sz="1850" spc="-15">
                <a:latin typeface="Lucida Sans Unicode"/>
                <a:cs typeface="Lucida Sans Unicode"/>
              </a:rPr>
              <a:t>i</a:t>
            </a:r>
            <a:r>
              <a:rPr dirty="0" sz="1850" spc="-195">
                <a:latin typeface="Lucida Sans Unicode"/>
                <a:cs typeface="Lucida Sans Unicode"/>
              </a:rPr>
              <a:t>o</a:t>
            </a:r>
            <a:r>
              <a:rPr dirty="0" sz="1850">
                <a:latin typeface="Lucida Sans Unicode"/>
                <a:cs typeface="Lucida Sans Unicode"/>
              </a:rPr>
              <a:t>	</a:t>
            </a:r>
            <a:r>
              <a:rPr dirty="0" sz="1850" spc="-65">
                <a:latin typeface="Lucida Sans Unicode"/>
                <a:cs typeface="Lucida Sans Unicode"/>
              </a:rPr>
              <a:t>: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30">
                <a:latin typeface="Palatino Linotype"/>
                <a:cs typeface="Palatino Linotype"/>
              </a:rPr>
              <a:t>C</a:t>
            </a:r>
            <a:r>
              <a:rPr dirty="0" baseline="-12345" sz="2025" spc="247" i="1">
                <a:latin typeface="Trebuchet MS"/>
                <a:cs typeface="Trebuchet MS"/>
              </a:rPr>
              <a:t>i</a:t>
            </a:r>
            <a:r>
              <a:rPr dirty="0" sz="1850" spc="130">
                <a:latin typeface="Lucida Sans Unicode"/>
                <a:cs typeface="Lucida Sans Unicode"/>
              </a:rPr>
              <a:t>(</a:t>
            </a:r>
            <a:r>
              <a:rPr dirty="0" sz="1850" spc="50">
                <a:latin typeface="Palatino Linotype"/>
                <a:cs typeface="Palatino Linotype"/>
              </a:rPr>
              <a:t>n</a:t>
            </a:r>
            <a:r>
              <a:rPr dirty="0" sz="1850" spc="130">
                <a:latin typeface="Lucida Sans Unicode"/>
                <a:cs typeface="Lucida Sans Unicode"/>
              </a:rPr>
              <a:t>)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=</a:t>
            </a:r>
            <a:r>
              <a:rPr dirty="0" sz="1850" spc="145">
                <a:latin typeface="Lucida Sans Unicode"/>
                <a:cs typeface="Lucida Sans Unicode"/>
              </a:rPr>
              <a:t> </a:t>
            </a:r>
            <a:r>
              <a:rPr dirty="0" baseline="30864" sz="2025" spc="142" u="sng">
                <a:latin typeface="PMingLiU"/>
                <a:cs typeface="PMingLiU"/>
              </a:rPr>
              <a:t>1</a:t>
            </a:r>
            <a:r>
              <a:rPr dirty="0" baseline="30864" sz="2025" spc="-217">
                <a:latin typeface="PMingLiU"/>
                <a:cs typeface="PMingLiU"/>
              </a:rPr>
              <a:t> </a:t>
            </a:r>
            <a:r>
              <a:rPr dirty="0" sz="1850" spc="130">
                <a:latin typeface="Lucida Sans Unicode"/>
                <a:cs typeface="Lucida Sans Unicode"/>
              </a:rPr>
              <a:t>(</a:t>
            </a:r>
            <a:r>
              <a:rPr dirty="0" sz="1850" spc="-229">
                <a:latin typeface="Lucida Sans Unicode"/>
                <a:cs typeface="Lucida Sans Unicode"/>
              </a:rPr>
              <a:t>1</a:t>
            </a:r>
            <a:r>
              <a:rPr dirty="0" sz="1850" spc="-170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229">
                <a:latin typeface="Lucida Sans Unicode"/>
                <a:cs typeface="Lucida Sans Unicode"/>
              </a:rPr>
              <a:t>2</a:t>
            </a:r>
            <a:r>
              <a:rPr dirty="0" sz="1850" spc="-170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650">
                <a:latin typeface="Lucida Sans Unicode"/>
                <a:cs typeface="Lucida Sans Unicode"/>
              </a:rPr>
              <a:t>·</a:t>
            </a:r>
            <a:r>
              <a:rPr dirty="0" sz="1850" spc="-270">
                <a:latin typeface="Lucida Sans Unicode"/>
                <a:cs typeface="Lucida Sans Unicode"/>
              </a:rPr>
              <a:t> </a:t>
            </a:r>
            <a:r>
              <a:rPr dirty="0" sz="1850" spc="-650">
                <a:latin typeface="Lucida Sans Unicode"/>
                <a:cs typeface="Lucida Sans Unicode"/>
              </a:rPr>
              <a:t>·</a:t>
            </a:r>
            <a:r>
              <a:rPr dirty="0" sz="1850" spc="-270">
                <a:latin typeface="Lucida Sans Unicode"/>
                <a:cs typeface="Lucida Sans Unicode"/>
              </a:rPr>
              <a:t> </a:t>
            </a:r>
            <a:r>
              <a:rPr dirty="0" sz="1850" spc="-650">
                <a:latin typeface="Lucida Sans Unicode"/>
                <a:cs typeface="Lucida Sans Unicode"/>
              </a:rPr>
              <a:t>·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110">
                <a:latin typeface="Palatino Linotype"/>
                <a:cs typeface="Palatino Linotype"/>
              </a:rPr>
              <a:t>i</a:t>
            </a:r>
            <a:r>
              <a:rPr dirty="0" sz="1850" spc="130">
                <a:latin typeface="Lucida Sans Unicode"/>
                <a:cs typeface="Lucida Sans Unicode"/>
              </a:rPr>
              <a:t>)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=</a:t>
            </a:r>
            <a:r>
              <a:rPr dirty="0" sz="1850" spc="145">
                <a:latin typeface="Lucida Sans Unicode"/>
                <a:cs typeface="Lucida Sans Unicode"/>
              </a:rPr>
              <a:t> </a:t>
            </a:r>
            <a:r>
              <a:rPr dirty="0" baseline="30864" sz="2025" spc="120" i="1" u="sng">
                <a:latin typeface="Trebuchet MS"/>
                <a:cs typeface="Trebuchet MS"/>
              </a:rPr>
              <a:t>i</a:t>
            </a:r>
            <a:r>
              <a:rPr dirty="0" baseline="30864" sz="2025" spc="630" u="sng">
                <a:latin typeface="PMingLiU"/>
                <a:cs typeface="PMingLiU"/>
              </a:rPr>
              <a:t>+</a:t>
            </a:r>
            <a:r>
              <a:rPr dirty="0" baseline="30864" sz="2025" spc="142" u="sng">
                <a:latin typeface="PMingLiU"/>
                <a:cs typeface="PMingLiU"/>
              </a:rPr>
              <a:t>1</a:t>
            </a:r>
            <a:endParaRPr baseline="30864" sz="2025">
              <a:latin typeface="PMingLiU"/>
              <a:cs typeface="PMingLiU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48820" y="3119894"/>
            <a:ext cx="2337435" cy="223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2231390" algn="l"/>
              </a:tabLst>
            </a:pPr>
            <a:r>
              <a:rPr dirty="0" sz="1350" spc="80" i="1">
                <a:latin typeface="Trebuchet MS"/>
                <a:cs typeface="Trebuchet MS"/>
              </a:rPr>
              <a:t>i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5">
                <a:latin typeface="Times New Roman"/>
                <a:cs typeface="Times New Roman"/>
              </a:rPr>
              <a:t>	</a:t>
            </a: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21295" y="3525601"/>
            <a:ext cx="8451215" cy="7016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marR="5080" indent="-262255">
              <a:lnSpc>
                <a:spcPct val="1106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Ass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84742" y="4512576"/>
            <a:ext cx="2141220" cy="307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1476375" algn="l"/>
              </a:tabLst>
            </a:pPr>
            <a:r>
              <a:rPr dirty="0" sz="1850" spc="130">
                <a:latin typeface="Lucida Sans Unicode"/>
                <a:cs typeface="Lucida Sans Unicode"/>
              </a:rPr>
              <a:t>M</a:t>
            </a:r>
            <a:r>
              <a:rPr dirty="0" sz="1850" spc="-195">
                <a:latin typeface="Lucida Sans Unicode"/>
                <a:cs typeface="Lucida Sans Unicode"/>
              </a:rPr>
              <a:t>e</a:t>
            </a:r>
            <a:r>
              <a:rPr dirty="0" sz="1850" spc="-15">
                <a:latin typeface="Lucida Sans Unicode"/>
                <a:cs typeface="Lucida Sans Unicode"/>
              </a:rPr>
              <a:t>l</a:t>
            </a:r>
            <a:r>
              <a:rPr dirty="0" sz="1850" spc="-105">
                <a:latin typeface="Lucida Sans Unicode"/>
                <a:cs typeface="Lucida Sans Unicode"/>
              </a:rPr>
              <a:t>h</a:t>
            </a:r>
            <a:r>
              <a:rPr dirty="0" sz="1850" spc="-200">
                <a:latin typeface="Lucida Sans Unicode"/>
                <a:cs typeface="Lucida Sans Unicode"/>
              </a:rPr>
              <a:t>o</a:t>
            </a:r>
            <a:r>
              <a:rPr dirty="0" sz="1850" spc="-20">
                <a:latin typeface="Lucida Sans Unicode"/>
                <a:cs typeface="Lucida Sans Unicode"/>
              </a:rPr>
              <a:t>r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-114">
                <a:latin typeface="Lucida Sans Unicode"/>
                <a:cs typeface="Lucida Sans Unicode"/>
              </a:rPr>
              <a:t>c</a:t>
            </a:r>
            <a:r>
              <a:rPr dirty="0" sz="1850" spc="-85">
                <a:latin typeface="Lucida Sans Unicode"/>
                <a:cs typeface="Lucida Sans Unicode"/>
              </a:rPr>
              <a:t>a</a:t>
            </a:r>
            <a:r>
              <a:rPr dirty="0" sz="1850" spc="-204">
                <a:latin typeface="Lucida Sans Unicode"/>
                <a:cs typeface="Lucida Sans Unicode"/>
              </a:rPr>
              <a:t>s</a:t>
            </a:r>
            <a:r>
              <a:rPr dirty="0" sz="1850" spc="-195">
                <a:latin typeface="Lucida Sans Unicode"/>
                <a:cs typeface="Lucida Sans Unicode"/>
              </a:rPr>
              <a:t>o</a:t>
            </a:r>
            <a:r>
              <a:rPr dirty="0" sz="1850">
                <a:latin typeface="Lucida Sans Unicode"/>
                <a:cs typeface="Lucida Sans Unicode"/>
              </a:rPr>
              <a:t>	</a:t>
            </a:r>
            <a:r>
              <a:rPr dirty="0" sz="1850" spc="-65">
                <a:latin typeface="Lucida Sans Unicode"/>
                <a:cs typeface="Lucida Sans Unicode"/>
              </a:rPr>
              <a:t>: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165">
                <a:latin typeface="Palatino Linotype"/>
                <a:cs typeface="Palatino Linotype"/>
              </a:rPr>
              <a:t>C</a:t>
            </a:r>
            <a:r>
              <a:rPr dirty="0" sz="1850" spc="130">
                <a:latin typeface="Lucida Sans Unicode"/>
                <a:cs typeface="Lucida Sans Unicode"/>
              </a:rPr>
              <a:t>(</a:t>
            </a:r>
            <a:r>
              <a:rPr dirty="0" sz="1850" spc="50">
                <a:latin typeface="Palatino Linotype"/>
                <a:cs typeface="Palatino Linotype"/>
              </a:rPr>
              <a:t>n</a:t>
            </a:r>
            <a:r>
              <a:rPr dirty="0" sz="1850" spc="130">
                <a:latin typeface="Lucida Sans Unicode"/>
                <a:cs typeface="Lucida Sans Unicode"/>
              </a:rPr>
              <a:t>)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84729" y="4933543"/>
            <a:ext cx="975360" cy="307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254">
                <a:latin typeface="Lucida Sans Unicode"/>
                <a:cs typeface="Lucida Sans Unicode"/>
              </a:rPr>
              <a:t>P</a:t>
            </a:r>
            <a:r>
              <a:rPr dirty="0" sz="1850" spc="-15">
                <a:latin typeface="Lucida Sans Unicode"/>
                <a:cs typeface="Lucida Sans Unicode"/>
              </a:rPr>
              <a:t>i</a:t>
            </a:r>
            <a:r>
              <a:rPr dirty="0" sz="1850" spc="-200">
                <a:latin typeface="Lucida Sans Unicode"/>
                <a:cs typeface="Lucida Sans Unicode"/>
              </a:rPr>
              <a:t>o</a:t>
            </a:r>
            <a:r>
              <a:rPr dirty="0" sz="1850" spc="-20">
                <a:latin typeface="Lucida Sans Unicode"/>
                <a:cs typeface="Lucida Sans Unicode"/>
              </a:rPr>
              <a:t>r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-114">
                <a:latin typeface="Lucida Sans Unicode"/>
                <a:cs typeface="Lucida Sans Unicode"/>
              </a:rPr>
              <a:t>c</a:t>
            </a:r>
            <a:r>
              <a:rPr dirty="0" sz="1850" spc="-85">
                <a:latin typeface="Lucida Sans Unicode"/>
                <a:cs typeface="Lucida Sans Unicode"/>
              </a:rPr>
              <a:t>a</a:t>
            </a:r>
            <a:r>
              <a:rPr dirty="0" sz="1850" spc="-204">
                <a:latin typeface="Lucida Sans Unicode"/>
                <a:cs typeface="Lucida Sans Unicode"/>
              </a:rPr>
              <a:t>s</a:t>
            </a:r>
            <a:r>
              <a:rPr dirty="0" sz="1850" spc="-195">
                <a:latin typeface="Lucida Sans Unicode"/>
                <a:cs typeface="Lucida Sans Unicode"/>
              </a:rPr>
              <a:t>o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48914" y="4933543"/>
            <a:ext cx="676910" cy="307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-65">
                <a:latin typeface="Lucida Sans Unicode"/>
                <a:cs typeface="Lucida Sans Unicode"/>
              </a:rPr>
              <a:t>: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165">
                <a:latin typeface="Palatino Linotype"/>
                <a:cs typeface="Palatino Linotype"/>
              </a:rPr>
              <a:t>C</a:t>
            </a:r>
            <a:r>
              <a:rPr dirty="0" sz="1850" spc="130">
                <a:latin typeface="Lucida Sans Unicode"/>
                <a:cs typeface="Lucida Sans Unicode"/>
              </a:rPr>
              <a:t>(</a:t>
            </a:r>
            <a:r>
              <a:rPr dirty="0" sz="1850" spc="50">
                <a:latin typeface="Palatino Linotype"/>
                <a:cs typeface="Palatino Linotype"/>
              </a:rPr>
              <a:t>n</a:t>
            </a:r>
            <a:r>
              <a:rPr dirty="0" sz="1850" spc="130">
                <a:latin typeface="Lucida Sans Unicode"/>
                <a:cs typeface="Lucida Sans Unicode"/>
              </a:rPr>
              <a:t>)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18736" y="4512576"/>
            <a:ext cx="3771265" cy="9378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R="906780">
              <a:lnSpc>
                <a:spcPct val="100000"/>
              </a:lnSpc>
            </a:pPr>
            <a:r>
              <a:rPr dirty="0" sz="1850" spc="-10">
                <a:latin typeface="Lucida Sans Unicode"/>
                <a:cs typeface="Lucida Sans Unicode"/>
              </a:rPr>
              <a:t>=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130">
                <a:latin typeface="Lucida Sans Unicode"/>
                <a:cs typeface="Lucida Sans Unicode"/>
              </a:rPr>
              <a:t>(</a:t>
            </a:r>
            <a:r>
              <a:rPr dirty="0" sz="1850" spc="-229">
                <a:latin typeface="Lucida Sans Unicode"/>
                <a:cs typeface="Lucida Sans Unicode"/>
              </a:rPr>
              <a:t>1</a:t>
            </a:r>
            <a:r>
              <a:rPr dirty="0" sz="1850" spc="-170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229">
                <a:latin typeface="Lucida Sans Unicode"/>
                <a:cs typeface="Lucida Sans Unicode"/>
              </a:rPr>
              <a:t>1</a:t>
            </a:r>
            <a:r>
              <a:rPr dirty="0" sz="1850" spc="-170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650">
                <a:latin typeface="Lucida Sans Unicode"/>
                <a:cs typeface="Lucida Sans Unicode"/>
              </a:rPr>
              <a:t>·</a:t>
            </a:r>
            <a:r>
              <a:rPr dirty="0" sz="1850" spc="-270">
                <a:latin typeface="Lucida Sans Unicode"/>
                <a:cs typeface="Lucida Sans Unicode"/>
              </a:rPr>
              <a:t> </a:t>
            </a:r>
            <a:r>
              <a:rPr dirty="0" sz="1850" spc="-650">
                <a:latin typeface="Lucida Sans Unicode"/>
                <a:cs typeface="Lucida Sans Unicode"/>
              </a:rPr>
              <a:t>·</a:t>
            </a:r>
            <a:r>
              <a:rPr dirty="0" sz="1850" spc="-270">
                <a:latin typeface="Lucida Sans Unicode"/>
                <a:cs typeface="Lucida Sans Unicode"/>
              </a:rPr>
              <a:t> </a:t>
            </a:r>
            <a:r>
              <a:rPr dirty="0" sz="1850" spc="-650">
                <a:latin typeface="Lucida Sans Unicode"/>
                <a:cs typeface="Lucida Sans Unicode"/>
              </a:rPr>
              <a:t>·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235">
                <a:latin typeface="Lucida Sans Unicode"/>
                <a:cs typeface="Lucida Sans Unicode"/>
              </a:rPr>
              <a:t>1</a:t>
            </a:r>
            <a:r>
              <a:rPr dirty="0" sz="1850" spc="130">
                <a:latin typeface="Lucida Sans Unicode"/>
                <a:cs typeface="Lucida Sans Unicode"/>
              </a:rPr>
              <a:t>)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=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50">
                <a:latin typeface="Palatino Linotype"/>
                <a:cs typeface="Palatino Linotype"/>
              </a:rPr>
              <a:t>n</a:t>
            </a:r>
            <a:r>
              <a:rPr dirty="0" sz="1850" spc="-45">
                <a:latin typeface="Palatino Linotype"/>
                <a:cs typeface="Palatino Linotyp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−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229">
                <a:latin typeface="Lucida Sans Unicode"/>
                <a:cs typeface="Lucida Sans Unicode"/>
              </a:rPr>
              <a:t>1</a:t>
            </a:r>
            <a:endParaRPr sz="18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850" spc="-10">
                <a:latin typeface="Lucida Sans Unicode"/>
                <a:cs typeface="Lucida Sans Unicode"/>
              </a:rPr>
              <a:t>=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130">
                <a:latin typeface="Lucida Sans Unicode"/>
                <a:cs typeface="Lucida Sans Unicode"/>
              </a:rPr>
              <a:t>(</a:t>
            </a:r>
            <a:r>
              <a:rPr dirty="0" sz="1850" spc="-229">
                <a:latin typeface="Lucida Sans Unicode"/>
                <a:cs typeface="Lucida Sans Unicode"/>
              </a:rPr>
              <a:t>2</a:t>
            </a:r>
            <a:r>
              <a:rPr dirty="0" sz="1850" spc="-170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229">
                <a:latin typeface="Lucida Sans Unicode"/>
                <a:cs typeface="Lucida Sans Unicode"/>
              </a:rPr>
              <a:t>3</a:t>
            </a:r>
            <a:r>
              <a:rPr dirty="0" sz="1850" spc="-170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650">
                <a:latin typeface="Lucida Sans Unicode"/>
                <a:cs typeface="Lucida Sans Unicode"/>
              </a:rPr>
              <a:t>·</a:t>
            </a:r>
            <a:r>
              <a:rPr dirty="0" sz="1850" spc="-270">
                <a:latin typeface="Lucida Sans Unicode"/>
                <a:cs typeface="Lucida Sans Unicode"/>
              </a:rPr>
              <a:t> </a:t>
            </a:r>
            <a:r>
              <a:rPr dirty="0" sz="1850" spc="-650">
                <a:latin typeface="Lucida Sans Unicode"/>
                <a:cs typeface="Lucida Sans Unicode"/>
              </a:rPr>
              <a:t>·</a:t>
            </a:r>
            <a:r>
              <a:rPr dirty="0" sz="1850" spc="-270">
                <a:latin typeface="Lucida Sans Unicode"/>
                <a:cs typeface="Lucida Sans Unicode"/>
              </a:rPr>
              <a:t> </a:t>
            </a:r>
            <a:r>
              <a:rPr dirty="0" sz="1850" spc="-650">
                <a:latin typeface="Lucida Sans Unicode"/>
                <a:cs typeface="Lucida Sans Unicode"/>
              </a:rPr>
              <a:t>·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50">
                <a:latin typeface="Palatino Linotype"/>
                <a:cs typeface="Palatino Linotype"/>
              </a:rPr>
              <a:t>k</a:t>
            </a:r>
            <a:r>
              <a:rPr dirty="0" sz="1850" spc="15">
                <a:latin typeface="Palatino Linotype"/>
                <a:cs typeface="Palatino Linotyp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130">
                <a:latin typeface="Lucida Sans Unicode"/>
                <a:cs typeface="Lucida Sans Unicode"/>
              </a:rPr>
              <a:t>(</a:t>
            </a:r>
            <a:r>
              <a:rPr dirty="0" sz="1850" spc="-50">
                <a:latin typeface="Palatino Linotype"/>
                <a:cs typeface="Palatino Linotype"/>
              </a:rPr>
              <a:t>k</a:t>
            </a:r>
            <a:r>
              <a:rPr dirty="0" sz="1850" spc="15">
                <a:latin typeface="Palatino Linotype"/>
                <a:cs typeface="Palatino Linotyp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235">
                <a:latin typeface="Lucida Sans Unicode"/>
                <a:cs typeface="Lucida Sans Unicode"/>
              </a:rPr>
              <a:t>1</a:t>
            </a:r>
            <a:r>
              <a:rPr dirty="0" sz="1850" spc="130">
                <a:latin typeface="Lucida Sans Unicode"/>
                <a:cs typeface="Lucida Sans Unicode"/>
              </a:rPr>
              <a:t>)(</a:t>
            </a:r>
            <a:r>
              <a:rPr dirty="0" sz="1850" spc="50">
                <a:latin typeface="Palatino Linotype"/>
                <a:cs typeface="Palatino Linotype"/>
              </a:rPr>
              <a:t>n</a:t>
            </a:r>
            <a:r>
              <a:rPr dirty="0" sz="1850" spc="-45">
                <a:latin typeface="Palatino Linotype"/>
                <a:cs typeface="Palatino Linotyp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−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10">
                <a:latin typeface="Palatino Linotype"/>
                <a:cs typeface="Palatino Linotype"/>
              </a:rPr>
              <a:t>k</a:t>
            </a:r>
            <a:r>
              <a:rPr dirty="0" sz="1850" spc="130">
                <a:latin typeface="Lucida Sans Unicode"/>
                <a:cs typeface="Lucida Sans Unicode"/>
              </a:rPr>
              <a:t>))</a:t>
            </a:r>
            <a:endParaRPr sz="1850">
              <a:latin typeface="Lucida Sans Unicode"/>
              <a:cs typeface="Lucida Sans Unicode"/>
            </a:endParaRPr>
          </a:p>
          <a:p>
            <a:pPr algn="ctr" marR="887094">
              <a:lnSpc>
                <a:spcPts val="1130"/>
              </a:lnSpc>
              <a:spcBef>
                <a:spcPts val="715"/>
              </a:spcBef>
            </a:pPr>
            <a:r>
              <a:rPr dirty="0" sz="1000" spc="75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52286" y="5500649"/>
            <a:ext cx="610870" cy="223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504190" algn="l"/>
              </a:tabLst>
            </a:pPr>
            <a:r>
              <a:rPr dirty="0" sz="1350" spc="95">
                <a:latin typeface="PMingLiU"/>
                <a:cs typeface="PMingLiU"/>
              </a:rPr>
              <a:t>2</a:t>
            </a:r>
            <a:r>
              <a:rPr dirty="0" sz="1350" spc="95">
                <a:latin typeface="PMingLiU"/>
                <a:cs typeface="PMingLiU"/>
              </a:rPr>
              <a:t>	</a:t>
            </a: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18735" y="5354624"/>
            <a:ext cx="2386965" cy="307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-10">
                <a:latin typeface="Lucida Sans Unicode"/>
                <a:cs typeface="Lucida Sans Unicode"/>
              </a:rPr>
              <a:t>=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10">
                <a:latin typeface="Palatino Linotype"/>
                <a:cs typeface="Palatino Linotype"/>
              </a:rPr>
              <a:t>k</a:t>
            </a:r>
            <a:r>
              <a:rPr dirty="0" sz="1850" spc="50">
                <a:latin typeface="Palatino Linotype"/>
                <a:cs typeface="Palatino Linotype"/>
              </a:rPr>
              <a:t>n</a:t>
            </a:r>
            <a:r>
              <a:rPr dirty="0" sz="1850" spc="-45">
                <a:latin typeface="Palatino Linotype"/>
                <a:cs typeface="Palatino Linotyp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50">
                <a:latin typeface="Palatino Linotype"/>
                <a:cs typeface="Palatino Linotype"/>
              </a:rPr>
              <a:t>n</a:t>
            </a:r>
            <a:r>
              <a:rPr dirty="0" sz="1850" spc="-45">
                <a:latin typeface="Palatino Linotype"/>
                <a:cs typeface="Palatino Linotyp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−</a:t>
            </a:r>
            <a:r>
              <a:rPr dirty="0" sz="1850" spc="40">
                <a:latin typeface="Lucida Sans Unicode"/>
                <a:cs typeface="Lucida Sans Unicode"/>
              </a:rPr>
              <a:t> </a:t>
            </a:r>
            <a:r>
              <a:rPr dirty="0" baseline="30864" sz="2025" spc="120" i="1" u="sng">
                <a:latin typeface="Trebuchet MS"/>
                <a:cs typeface="Trebuchet MS"/>
              </a:rPr>
              <a:t>k</a:t>
            </a:r>
            <a:r>
              <a:rPr dirty="0" baseline="30864" sz="2025" i="1" u="sng">
                <a:latin typeface="Trebuchet MS"/>
                <a:cs typeface="Trebuchet MS"/>
              </a:rPr>
              <a:t> </a:t>
            </a:r>
            <a:r>
              <a:rPr dirty="0" baseline="30864" sz="2025" spc="-89" i="1" u="sng">
                <a:latin typeface="Trebuchet MS"/>
                <a:cs typeface="Trebuchet MS"/>
              </a:rPr>
              <a:t> </a:t>
            </a:r>
            <a:r>
              <a:rPr dirty="0" baseline="30864" sz="2025" i="1">
                <a:latin typeface="Trebuchet MS"/>
                <a:cs typeface="Trebuchet MS"/>
              </a:rPr>
              <a:t> </a:t>
            </a:r>
            <a:r>
              <a:rPr dirty="0" baseline="30864" sz="2025" spc="-284" i="1">
                <a:latin typeface="Trebuchet MS"/>
                <a:cs typeface="Trebuchet MS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−</a:t>
            </a:r>
            <a:r>
              <a:rPr dirty="0" sz="1850" spc="40">
                <a:latin typeface="Lucida Sans Unicode"/>
                <a:cs typeface="Lucida Sans Unicode"/>
              </a:rPr>
              <a:t> </a:t>
            </a:r>
            <a:r>
              <a:rPr dirty="0" baseline="30864" sz="2025" spc="120" i="1" u="sng">
                <a:latin typeface="Trebuchet MS"/>
                <a:cs typeface="Trebuchet MS"/>
              </a:rPr>
              <a:t>k</a:t>
            </a:r>
            <a:r>
              <a:rPr dirty="0" baseline="30864" sz="2025" i="1">
                <a:latin typeface="Trebuchet MS"/>
                <a:cs typeface="Trebuchet MS"/>
              </a:rPr>
              <a:t> </a:t>
            </a:r>
            <a:r>
              <a:rPr dirty="0" baseline="30864" sz="2025" spc="-232" i="1">
                <a:latin typeface="Trebuchet MS"/>
                <a:cs typeface="Trebuchet MS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−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229">
                <a:latin typeface="Lucida Sans Unicode"/>
                <a:cs typeface="Lucida Sans Unicode"/>
              </a:rPr>
              <a:t>1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84742" y="5775705"/>
            <a:ext cx="2141220" cy="307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1476375" algn="l"/>
              </a:tabLst>
            </a:pPr>
            <a:r>
              <a:rPr dirty="0" sz="1850" spc="80">
                <a:latin typeface="Lucida Sans Unicode"/>
                <a:cs typeface="Lucida Sans Unicode"/>
              </a:rPr>
              <a:t>C</a:t>
            </a:r>
            <a:r>
              <a:rPr dirty="0" sz="1850" spc="-85">
                <a:latin typeface="Lucida Sans Unicode"/>
                <a:cs typeface="Lucida Sans Unicode"/>
              </a:rPr>
              <a:t>a</a:t>
            </a:r>
            <a:r>
              <a:rPr dirty="0" sz="1850" spc="-204">
                <a:latin typeface="Lucida Sans Unicode"/>
                <a:cs typeface="Lucida Sans Unicode"/>
              </a:rPr>
              <a:t>s</a:t>
            </a:r>
            <a:r>
              <a:rPr dirty="0" sz="1850" spc="-195">
                <a:latin typeface="Lucida Sans Unicode"/>
                <a:cs typeface="Lucida Sans Unicode"/>
              </a:rPr>
              <a:t>o</a:t>
            </a:r>
            <a:r>
              <a:rPr dirty="0" sz="1850" spc="-65">
                <a:latin typeface="Lucida Sans Unicode"/>
                <a:cs typeface="Lucida Sans Unicode"/>
              </a:rPr>
              <a:t> </a:t>
            </a:r>
            <a:r>
              <a:rPr dirty="0" sz="1850" spc="-215">
                <a:latin typeface="Lucida Sans Unicode"/>
                <a:cs typeface="Lucida Sans Unicode"/>
              </a:rPr>
              <a:t>m</a:t>
            </a:r>
            <a:r>
              <a:rPr dirty="0" sz="1850" spc="-1090">
                <a:latin typeface="Lucida Sans Unicode"/>
                <a:cs typeface="Lucida Sans Unicode"/>
              </a:rPr>
              <a:t>´</a:t>
            </a:r>
            <a:r>
              <a:rPr dirty="0" sz="1850" spc="-195">
                <a:latin typeface="Lucida Sans Unicode"/>
                <a:cs typeface="Lucida Sans Unicode"/>
              </a:rPr>
              <a:t>e</a:t>
            </a:r>
            <a:r>
              <a:rPr dirty="0" sz="1850" spc="-120">
                <a:latin typeface="Lucida Sans Unicode"/>
                <a:cs typeface="Lucida Sans Unicode"/>
              </a:rPr>
              <a:t>d</a:t>
            </a:r>
            <a:r>
              <a:rPr dirty="0" sz="1850" spc="-15">
                <a:latin typeface="Lucida Sans Unicode"/>
                <a:cs typeface="Lucida Sans Unicode"/>
              </a:rPr>
              <a:t>i</a:t>
            </a:r>
            <a:r>
              <a:rPr dirty="0" sz="1850" spc="-195">
                <a:latin typeface="Lucida Sans Unicode"/>
                <a:cs typeface="Lucida Sans Unicode"/>
              </a:rPr>
              <a:t>o</a:t>
            </a:r>
            <a:r>
              <a:rPr dirty="0" sz="1850">
                <a:latin typeface="Lucida Sans Unicode"/>
                <a:cs typeface="Lucida Sans Unicode"/>
              </a:rPr>
              <a:t>	</a:t>
            </a:r>
            <a:r>
              <a:rPr dirty="0" sz="1850" spc="-65">
                <a:latin typeface="Lucida Sans Unicode"/>
                <a:cs typeface="Lucida Sans Unicode"/>
              </a:rPr>
              <a:t>: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165">
                <a:latin typeface="Palatino Linotype"/>
                <a:cs typeface="Palatino Linotype"/>
              </a:rPr>
              <a:t>C</a:t>
            </a:r>
            <a:r>
              <a:rPr dirty="0" sz="1850" spc="130">
                <a:latin typeface="Lucida Sans Unicode"/>
                <a:cs typeface="Lucida Sans Unicode"/>
              </a:rPr>
              <a:t>(</a:t>
            </a:r>
            <a:r>
              <a:rPr dirty="0" sz="1850" spc="50">
                <a:latin typeface="Palatino Linotype"/>
                <a:cs typeface="Palatino Linotype"/>
              </a:rPr>
              <a:t>n</a:t>
            </a:r>
            <a:r>
              <a:rPr dirty="0" sz="1850" spc="130">
                <a:latin typeface="Lucida Sans Unicode"/>
                <a:cs typeface="Lucida Sans Unicode"/>
              </a:rPr>
              <a:t>)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97754" y="5921730"/>
            <a:ext cx="118745" cy="223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18749" y="5775705"/>
            <a:ext cx="4328795" cy="307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-10">
                <a:latin typeface="Lucida Sans Unicode"/>
                <a:cs typeface="Lucida Sans Unicode"/>
              </a:rPr>
              <a:t>=</a:t>
            </a:r>
            <a:r>
              <a:rPr dirty="0" sz="1850" spc="145">
                <a:latin typeface="Lucida Sans Unicode"/>
                <a:cs typeface="Lucida Sans Unicode"/>
              </a:rPr>
              <a:t> </a:t>
            </a:r>
            <a:r>
              <a:rPr dirty="0" baseline="30864" sz="2025" spc="142" u="sng">
                <a:latin typeface="PMingLiU"/>
                <a:cs typeface="PMingLiU"/>
              </a:rPr>
              <a:t>1</a:t>
            </a:r>
            <a:r>
              <a:rPr dirty="0" baseline="30864" sz="2025" spc="-217">
                <a:latin typeface="PMingLiU"/>
                <a:cs typeface="PMingLiU"/>
              </a:rPr>
              <a:t> </a:t>
            </a:r>
            <a:r>
              <a:rPr dirty="0" sz="1850" spc="130">
                <a:latin typeface="Lucida Sans Unicode"/>
                <a:cs typeface="Lucida Sans Unicode"/>
              </a:rPr>
              <a:t>(</a:t>
            </a:r>
            <a:r>
              <a:rPr dirty="0" sz="1850" spc="-229">
                <a:latin typeface="Lucida Sans Unicode"/>
                <a:cs typeface="Lucida Sans Unicode"/>
              </a:rPr>
              <a:t>3</a:t>
            </a:r>
            <a:r>
              <a:rPr dirty="0" sz="1850" spc="-170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229">
                <a:latin typeface="Lucida Sans Unicode"/>
                <a:cs typeface="Lucida Sans Unicode"/>
              </a:rPr>
              <a:t>4</a:t>
            </a:r>
            <a:r>
              <a:rPr dirty="0" sz="1850" spc="-170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650">
                <a:latin typeface="Lucida Sans Unicode"/>
                <a:cs typeface="Lucida Sans Unicode"/>
              </a:rPr>
              <a:t>·</a:t>
            </a:r>
            <a:r>
              <a:rPr dirty="0" sz="1850" spc="-270">
                <a:latin typeface="Lucida Sans Unicode"/>
                <a:cs typeface="Lucida Sans Unicode"/>
              </a:rPr>
              <a:t> </a:t>
            </a:r>
            <a:r>
              <a:rPr dirty="0" sz="1850" spc="-650">
                <a:latin typeface="Lucida Sans Unicode"/>
                <a:cs typeface="Lucida Sans Unicode"/>
              </a:rPr>
              <a:t>·</a:t>
            </a:r>
            <a:r>
              <a:rPr dirty="0" sz="1850" spc="-270">
                <a:latin typeface="Lucida Sans Unicode"/>
                <a:cs typeface="Lucida Sans Unicode"/>
              </a:rPr>
              <a:t> </a:t>
            </a:r>
            <a:r>
              <a:rPr dirty="0" sz="1850" spc="-650">
                <a:latin typeface="Lucida Sans Unicode"/>
                <a:cs typeface="Lucida Sans Unicode"/>
              </a:rPr>
              <a:t>·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50">
                <a:latin typeface="Palatino Linotype"/>
                <a:cs typeface="Palatino Linotype"/>
              </a:rPr>
              <a:t>k</a:t>
            </a:r>
            <a:r>
              <a:rPr dirty="0" sz="1850" spc="15">
                <a:latin typeface="Palatino Linotype"/>
                <a:cs typeface="Palatino Linotyp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229">
                <a:latin typeface="Lucida Sans Unicode"/>
                <a:cs typeface="Lucida Sans Unicode"/>
              </a:rPr>
              <a:t>1</a:t>
            </a:r>
            <a:r>
              <a:rPr dirty="0" sz="1850" spc="-170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130">
                <a:latin typeface="Lucida Sans Unicode"/>
                <a:cs typeface="Lucida Sans Unicode"/>
              </a:rPr>
              <a:t>(</a:t>
            </a:r>
            <a:r>
              <a:rPr dirty="0" sz="1850" spc="-50">
                <a:latin typeface="Palatino Linotype"/>
                <a:cs typeface="Palatino Linotype"/>
              </a:rPr>
              <a:t>k</a:t>
            </a:r>
            <a:r>
              <a:rPr dirty="0" sz="1850" spc="15">
                <a:latin typeface="Palatino Linotype"/>
                <a:cs typeface="Palatino Linotyp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235">
                <a:latin typeface="Lucida Sans Unicode"/>
                <a:cs typeface="Lucida Sans Unicode"/>
              </a:rPr>
              <a:t>1</a:t>
            </a:r>
            <a:r>
              <a:rPr dirty="0" sz="1850" spc="130">
                <a:latin typeface="Lucida Sans Unicode"/>
                <a:cs typeface="Lucida Sans Unicode"/>
              </a:rPr>
              <a:t>)(</a:t>
            </a:r>
            <a:r>
              <a:rPr dirty="0" sz="1850" spc="50">
                <a:latin typeface="Palatino Linotype"/>
                <a:cs typeface="Palatino Linotype"/>
              </a:rPr>
              <a:t>n</a:t>
            </a:r>
            <a:r>
              <a:rPr dirty="0" sz="1850" spc="-45">
                <a:latin typeface="Palatino Linotype"/>
                <a:cs typeface="Palatino Linotyp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−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10">
                <a:latin typeface="Palatino Linotype"/>
                <a:cs typeface="Palatino Linotype"/>
              </a:rPr>
              <a:t>k</a:t>
            </a:r>
            <a:r>
              <a:rPr dirty="0" sz="1850" spc="130">
                <a:latin typeface="Lucida Sans Unicode"/>
                <a:cs typeface="Lucida Sans Unicode"/>
              </a:rPr>
              <a:t>))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58334" y="6342697"/>
            <a:ext cx="118745" cy="223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18748" y="6102374"/>
            <a:ext cx="976630" cy="40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850265" algn="l"/>
              </a:tabLst>
            </a:pPr>
            <a:r>
              <a:rPr dirty="0" baseline="-22522" sz="2775" spc="-15">
                <a:latin typeface="Lucida Sans Unicode"/>
                <a:cs typeface="Lucida Sans Unicode"/>
              </a:rPr>
              <a:t>=</a:t>
            </a:r>
            <a:r>
              <a:rPr dirty="0" baseline="-22522" sz="2775" spc="217">
                <a:latin typeface="Lucida Sans Unicode"/>
                <a:cs typeface="Lucida Sans Unicode"/>
              </a:rPr>
              <a:t> </a:t>
            </a:r>
            <a:r>
              <a:rPr dirty="0" sz="1350" spc="114" i="1" u="sng">
                <a:latin typeface="Trebuchet MS"/>
                <a:cs typeface="Trebuchet MS"/>
              </a:rPr>
              <a:t>k</a:t>
            </a:r>
            <a:r>
              <a:rPr dirty="0" sz="1350" spc="145" i="1" u="sng">
                <a:latin typeface="Trebuchet MS"/>
                <a:cs typeface="Trebuchet MS"/>
              </a:rPr>
              <a:t>n</a:t>
            </a:r>
            <a:r>
              <a:rPr dirty="0" sz="1350" i="1">
                <a:latin typeface="Trebuchet MS"/>
                <a:cs typeface="Trebuchet MS"/>
              </a:rPr>
              <a:t>	</a:t>
            </a:r>
            <a:r>
              <a:rPr dirty="0" sz="1350" spc="145" i="1" u="sng">
                <a:latin typeface="Trebuchet MS"/>
                <a:cs typeface="Trebuchet MS"/>
              </a:rPr>
              <a:t>n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91277" y="6196671"/>
            <a:ext cx="669925" cy="3695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120">
                <a:latin typeface="Lucida Sans Unicode"/>
                <a:cs typeface="Lucida Sans Unicode"/>
              </a:rPr>
              <a:t> </a:t>
            </a:r>
            <a:r>
              <a:rPr dirty="0" baseline="-26748" sz="2025" spc="142">
                <a:latin typeface="PMingLiU"/>
                <a:cs typeface="PMingLiU"/>
              </a:rPr>
              <a:t>2</a:t>
            </a:r>
            <a:r>
              <a:rPr dirty="0" baseline="-26748" sz="2025">
                <a:latin typeface="PMingLiU"/>
                <a:cs typeface="PMingLiU"/>
              </a:rPr>
              <a:t>  </a:t>
            </a:r>
            <a:r>
              <a:rPr dirty="0" sz="1850" spc="-10">
                <a:latin typeface="Lucida Sans Unicode"/>
                <a:cs typeface="Lucida Sans Unicode"/>
              </a:rPr>
              <a:t>−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016294" y="6148603"/>
            <a:ext cx="106045" cy="1441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30"/>
              </a:lnSpc>
            </a:pPr>
            <a:r>
              <a:rPr dirty="0" sz="1000" spc="75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14796" y="6165875"/>
            <a:ext cx="218440" cy="4000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05"/>
              </a:lnSpc>
              <a:tabLst>
                <a:tab pos="205104" algn="l"/>
              </a:tabLst>
            </a:pPr>
            <a:r>
              <a:rPr dirty="0" sz="1350" spc="80" i="1" u="sng">
                <a:latin typeface="Trebuchet MS"/>
                <a:cs typeface="Trebuchet MS"/>
              </a:rPr>
              <a:t>k</a:t>
            </a:r>
            <a:r>
              <a:rPr dirty="0" sz="1350" spc="80" i="1" u="sng">
                <a:latin typeface="Trebuchet MS"/>
                <a:cs typeface="Trebuchet MS"/>
              </a:rPr>
              <a:t>	</a:t>
            </a:r>
            <a:endParaRPr sz="1350">
              <a:latin typeface="Trebuchet MS"/>
              <a:cs typeface="Trebuchet MS"/>
            </a:endParaRPr>
          </a:p>
          <a:p>
            <a:pPr marL="62230">
              <a:lnSpc>
                <a:spcPts val="1505"/>
              </a:lnSpc>
            </a:pPr>
            <a:r>
              <a:rPr dirty="0" sz="1350" spc="95">
                <a:latin typeface="PMingLiU"/>
                <a:cs typeface="PMingLiU"/>
              </a:rPr>
              <a:t>4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52349" y="6165875"/>
            <a:ext cx="122555" cy="223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80" i="1" u="sng">
                <a:latin typeface="Trebuchet MS"/>
                <a:cs typeface="Trebuchet MS"/>
              </a:rPr>
              <a:t>k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86716" y="6196671"/>
            <a:ext cx="831215" cy="3695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75">
                <a:latin typeface="Lucida Sans Unicode"/>
                <a:cs typeface="Lucida Sans Unicode"/>
              </a:rPr>
              <a:t> </a:t>
            </a:r>
            <a:r>
              <a:rPr dirty="0" baseline="-26748" sz="2025" spc="142">
                <a:latin typeface="PMingLiU"/>
                <a:cs typeface="PMingLiU"/>
              </a:rPr>
              <a:t>4</a:t>
            </a:r>
            <a:r>
              <a:rPr dirty="0" baseline="-26748" sz="2025">
                <a:latin typeface="PMingLiU"/>
                <a:cs typeface="PMingLiU"/>
              </a:rPr>
              <a:t> </a:t>
            </a:r>
            <a:r>
              <a:rPr dirty="0" baseline="-26748" sz="2025" spc="-67">
                <a:latin typeface="PMingLiU"/>
                <a:cs typeface="PMingLiU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−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229">
                <a:latin typeface="Lucida Sans Unicode"/>
                <a:cs typeface="Lucida Sans Unicode"/>
              </a:rPr>
              <a:t>1</a:t>
            </a:r>
            <a:endParaRPr sz="18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8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6543040" cy="20599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l:</a:t>
            </a:r>
            <a:r>
              <a:rPr dirty="0" sz="2450" spc="17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0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vim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sima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2773680">
              <a:lnSpc>
                <a:spcPct val="100000"/>
              </a:lnSpc>
              <a:spcBef>
                <a:spcPts val="1800"/>
              </a:spcBef>
            </a:pPr>
            <a:r>
              <a:rPr dirty="0" sz="1850" spc="75">
                <a:latin typeface="Palatino Linotype"/>
                <a:cs typeface="Palatino Linotype"/>
              </a:rPr>
              <a:t>M</a:t>
            </a:r>
            <a:r>
              <a:rPr dirty="0" baseline="-12345" sz="2025" spc="247" i="1">
                <a:latin typeface="Trebuchet MS"/>
                <a:cs typeface="Trebuchet MS"/>
              </a:rPr>
              <a:t>i</a:t>
            </a:r>
            <a:r>
              <a:rPr dirty="0" sz="1850" spc="130">
                <a:latin typeface="Lucida Sans Unicode"/>
                <a:cs typeface="Lucida Sans Unicode"/>
              </a:rPr>
              <a:t>(</a:t>
            </a:r>
            <a:r>
              <a:rPr dirty="0" sz="1850" spc="50">
                <a:latin typeface="Palatino Linotype"/>
                <a:cs typeface="Palatino Linotype"/>
              </a:rPr>
              <a:t>n</a:t>
            </a:r>
            <a:r>
              <a:rPr dirty="0" sz="1850" spc="130">
                <a:latin typeface="Lucida Sans Unicode"/>
                <a:cs typeface="Lucida Sans Unicode"/>
              </a:rPr>
              <a:t>)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=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30">
                <a:latin typeface="Palatino Linotype"/>
                <a:cs typeface="Palatino Linotype"/>
              </a:rPr>
              <a:t>C</a:t>
            </a:r>
            <a:r>
              <a:rPr dirty="0" baseline="-12345" sz="2025" spc="247" i="1">
                <a:latin typeface="Trebuchet MS"/>
                <a:cs typeface="Trebuchet MS"/>
              </a:rPr>
              <a:t>i</a:t>
            </a:r>
            <a:r>
              <a:rPr dirty="0" sz="1850" spc="130">
                <a:latin typeface="Lucida Sans Unicode"/>
                <a:cs typeface="Lucida Sans Unicode"/>
              </a:rPr>
              <a:t>(</a:t>
            </a:r>
            <a:r>
              <a:rPr dirty="0" sz="1850" spc="50">
                <a:latin typeface="Palatino Linotype"/>
                <a:cs typeface="Palatino Linotype"/>
              </a:rPr>
              <a:t>n</a:t>
            </a:r>
            <a:r>
              <a:rPr dirty="0" sz="1850" spc="130">
                <a:latin typeface="Lucida Sans Unicode"/>
                <a:cs typeface="Lucida Sans Unicode"/>
              </a:rPr>
              <a:t>)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−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229">
                <a:latin typeface="Lucida Sans Unicode"/>
                <a:cs typeface="Lucida Sans Unicode"/>
              </a:rPr>
              <a:t>1</a:t>
            </a:r>
            <a:r>
              <a:rPr dirty="0" sz="1850" spc="-170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229">
                <a:latin typeface="Lucida Sans Unicode"/>
                <a:cs typeface="Lucida Sans Unicode"/>
              </a:rPr>
              <a:t>3</a:t>
            </a:r>
            <a:r>
              <a:rPr dirty="0" sz="1850" spc="-65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=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30">
                <a:latin typeface="Palatino Linotype"/>
                <a:cs typeface="Palatino Linotype"/>
              </a:rPr>
              <a:t>C</a:t>
            </a:r>
            <a:r>
              <a:rPr dirty="0" baseline="-12345" sz="2025" spc="247" i="1">
                <a:latin typeface="Trebuchet MS"/>
                <a:cs typeface="Trebuchet MS"/>
              </a:rPr>
              <a:t>i</a:t>
            </a:r>
            <a:r>
              <a:rPr dirty="0" sz="1850" spc="130">
                <a:latin typeface="Lucida Sans Unicode"/>
                <a:cs typeface="Lucida Sans Unicode"/>
              </a:rPr>
              <a:t>(</a:t>
            </a:r>
            <a:r>
              <a:rPr dirty="0" sz="1850" spc="50">
                <a:latin typeface="Palatino Linotype"/>
                <a:cs typeface="Palatino Linotype"/>
              </a:rPr>
              <a:t>n</a:t>
            </a:r>
            <a:r>
              <a:rPr dirty="0" sz="1850" spc="130">
                <a:latin typeface="Lucida Sans Unicode"/>
                <a:cs typeface="Lucida Sans Unicode"/>
              </a:rPr>
              <a:t>)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229">
                <a:latin typeface="Lucida Sans Unicode"/>
                <a:cs typeface="Lucida Sans Unicode"/>
              </a:rPr>
              <a:t>2</a:t>
            </a:r>
            <a:endParaRPr sz="1850">
              <a:latin typeface="Lucida Sans Unicode"/>
              <a:cs typeface="Lucida Sans Unicode"/>
            </a:endParaRPr>
          </a:p>
          <a:p>
            <a:pPr marL="484505" indent="-262255">
              <a:lnSpc>
                <a:spcPct val="100000"/>
              </a:lnSpc>
              <a:spcBef>
                <a:spcPts val="207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vim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49652" y="3156521"/>
            <a:ext cx="2211070" cy="307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1476375" algn="l"/>
              </a:tabLst>
            </a:pPr>
            <a:r>
              <a:rPr dirty="0" sz="1850" spc="130">
                <a:latin typeface="Lucida Sans Unicode"/>
                <a:cs typeface="Lucida Sans Unicode"/>
              </a:rPr>
              <a:t>M</a:t>
            </a:r>
            <a:r>
              <a:rPr dirty="0" sz="1850" spc="-195">
                <a:latin typeface="Lucida Sans Unicode"/>
                <a:cs typeface="Lucida Sans Unicode"/>
              </a:rPr>
              <a:t>e</a:t>
            </a:r>
            <a:r>
              <a:rPr dirty="0" sz="1850" spc="-15">
                <a:latin typeface="Lucida Sans Unicode"/>
                <a:cs typeface="Lucida Sans Unicode"/>
              </a:rPr>
              <a:t>l</a:t>
            </a:r>
            <a:r>
              <a:rPr dirty="0" sz="1850" spc="-105">
                <a:latin typeface="Lucida Sans Unicode"/>
                <a:cs typeface="Lucida Sans Unicode"/>
              </a:rPr>
              <a:t>h</a:t>
            </a:r>
            <a:r>
              <a:rPr dirty="0" sz="1850" spc="-200">
                <a:latin typeface="Lucida Sans Unicode"/>
                <a:cs typeface="Lucida Sans Unicode"/>
              </a:rPr>
              <a:t>o</a:t>
            </a:r>
            <a:r>
              <a:rPr dirty="0" sz="1850" spc="-20">
                <a:latin typeface="Lucida Sans Unicode"/>
                <a:cs typeface="Lucida Sans Unicode"/>
              </a:rPr>
              <a:t>r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-114">
                <a:latin typeface="Lucida Sans Unicode"/>
                <a:cs typeface="Lucida Sans Unicode"/>
              </a:rPr>
              <a:t>c</a:t>
            </a:r>
            <a:r>
              <a:rPr dirty="0" sz="1850" spc="-85">
                <a:latin typeface="Lucida Sans Unicode"/>
                <a:cs typeface="Lucida Sans Unicode"/>
              </a:rPr>
              <a:t>a</a:t>
            </a:r>
            <a:r>
              <a:rPr dirty="0" sz="1850" spc="-204">
                <a:latin typeface="Lucida Sans Unicode"/>
                <a:cs typeface="Lucida Sans Unicode"/>
              </a:rPr>
              <a:t>s</a:t>
            </a:r>
            <a:r>
              <a:rPr dirty="0" sz="1850" spc="-195">
                <a:latin typeface="Lucida Sans Unicode"/>
                <a:cs typeface="Lucida Sans Unicode"/>
              </a:rPr>
              <a:t>o</a:t>
            </a:r>
            <a:r>
              <a:rPr dirty="0" sz="1850">
                <a:latin typeface="Lucida Sans Unicode"/>
                <a:cs typeface="Lucida Sans Unicode"/>
              </a:rPr>
              <a:t>	</a:t>
            </a:r>
            <a:r>
              <a:rPr dirty="0" sz="1850" spc="-65">
                <a:latin typeface="Lucida Sans Unicode"/>
                <a:cs typeface="Lucida Sans Unicode"/>
              </a:rPr>
              <a:t>:</a:t>
            </a:r>
            <a:r>
              <a:rPr dirty="0" sz="1850" spc="-65">
                <a:latin typeface="Lucida Sans Unicode"/>
                <a:cs typeface="Lucida Sans Unicode"/>
              </a:rPr>
              <a:t> </a:t>
            </a:r>
            <a:r>
              <a:rPr dirty="0" sz="1850" spc="280">
                <a:latin typeface="Palatino Linotype"/>
                <a:cs typeface="Palatino Linotype"/>
              </a:rPr>
              <a:t>M</a:t>
            </a:r>
            <a:r>
              <a:rPr dirty="0" sz="1850" spc="130">
                <a:latin typeface="Lucida Sans Unicode"/>
                <a:cs typeface="Lucida Sans Unicode"/>
              </a:rPr>
              <a:t>(</a:t>
            </a:r>
            <a:r>
              <a:rPr dirty="0" sz="1850" spc="50">
                <a:latin typeface="Palatino Linotype"/>
                <a:cs typeface="Palatino Linotype"/>
              </a:rPr>
              <a:t>n</a:t>
            </a:r>
            <a:r>
              <a:rPr dirty="0" sz="1850" spc="130">
                <a:latin typeface="Lucida Sans Unicode"/>
                <a:cs typeface="Lucida Sans Unicode"/>
              </a:rPr>
              <a:t>)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49652" y="3577602"/>
            <a:ext cx="975360" cy="307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254">
                <a:latin typeface="Lucida Sans Unicode"/>
                <a:cs typeface="Lucida Sans Unicode"/>
              </a:rPr>
              <a:t>P</a:t>
            </a:r>
            <a:r>
              <a:rPr dirty="0" sz="1850" spc="-15">
                <a:latin typeface="Lucida Sans Unicode"/>
                <a:cs typeface="Lucida Sans Unicode"/>
              </a:rPr>
              <a:t>i</a:t>
            </a:r>
            <a:r>
              <a:rPr dirty="0" sz="1850" spc="-200">
                <a:latin typeface="Lucida Sans Unicode"/>
                <a:cs typeface="Lucida Sans Unicode"/>
              </a:rPr>
              <a:t>o</a:t>
            </a:r>
            <a:r>
              <a:rPr dirty="0" sz="1850" spc="-20">
                <a:latin typeface="Lucida Sans Unicode"/>
                <a:cs typeface="Lucida Sans Unicode"/>
              </a:rPr>
              <a:t>r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-114">
                <a:latin typeface="Lucida Sans Unicode"/>
                <a:cs typeface="Lucida Sans Unicode"/>
              </a:rPr>
              <a:t>c</a:t>
            </a:r>
            <a:r>
              <a:rPr dirty="0" sz="1850" spc="-85">
                <a:latin typeface="Lucida Sans Unicode"/>
                <a:cs typeface="Lucida Sans Unicode"/>
              </a:rPr>
              <a:t>a</a:t>
            </a:r>
            <a:r>
              <a:rPr dirty="0" sz="1850" spc="-204">
                <a:latin typeface="Lucida Sans Unicode"/>
                <a:cs typeface="Lucida Sans Unicode"/>
              </a:rPr>
              <a:t>s</a:t>
            </a:r>
            <a:r>
              <a:rPr dirty="0" sz="1850" spc="-195">
                <a:latin typeface="Lucida Sans Unicode"/>
                <a:cs typeface="Lucida Sans Unicode"/>
              </a:rPr>
              <a:t>o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13949" y="3577602"/>
            <a:ext cx="746760" cy="307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-65">
                <a:latin typeface="Lucida Sans Unicode"/>
                <a:cs typeface="Lucida Sans Unicode"/>
              </a:rPr>
              <a:t>: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280">
                <a:latin typeface="Palatino Linotype"/>
                <a:cs typeface="Palatino Linotype"/>
              </a:rPr>
              <a:t>M</a:t>
            </a:r>
            <a:r>
              <a:rPr dirty="0" sz="1850" spc="130">
                <a:latin typeface="Lucida Sans Unicode"/>
                <a:cs typeface="Lucida Sans Unicode"/>
              </a:rPr>
              <a:t>(</a:t>
            </a:r>
            <a:r>
              <a:rPr dirty="0" sz="1850" spc="50">
                <a:latin typeface="Palatino Linotype"/>
                <a:cs typeface="Palatino Linotype"/>
              </a:rPr>
              <a:t>n</a:t>
            </a:r>
            <a:r>
              <a:rPr dirty="0" sz="1850" spc="130">
                <a:latin typeface="Lucida Sans Unicode"/>
                <a:cs typeface="Lucida Sans Unicode"/>
              </a:rPr>
              <a:t>)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53839" y="3156521"/>
            <a:ext cx="4183379" cy="9378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-10">
                <a:latin typeface="Lucida Sans Unicode"/>
                <a:cs typeface="Lucida Sans Unicode"/>
              </a:rPr>
              <a:t>=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130">
                <a:latin typeface="Lucida Sans Unicode"/>
                <a:cs typeface="Lucida Sans Unicode"/>
              </a:rPr>
              <a:t>(</a:t>
            </a:r>
            <a:r>
              <a:rPr dirty="0" sz="1850" spc="-229">
                <a:latin typeface="Lucida Sans Unicode"/>
                <a:cs typeface="Lucida Sans Unicode"/>
              </a:rPr>
              <a:t>3</a:t>
            </a:r>
            <a:r>
              <a:rPr dirty="0" sz="1850" spc="-170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229">
                <a:latin typeface="Lucida Sans Unicode"/>
                <a:cs typeface="Lucida Sans Unicode"/>
              </a:rPr>
              <a:t>3</a:t>
            </a:r>
            <a:r>
              <a:rPr dirty="0" sz="1850" spc="-170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650">
                <a:latin typeface="Lucida Sans Unicode"/>
                <a:cs typeface="Lucida Sans Unicode"/>
              </a:rPr>
              <a:t>·</a:t>
            </a:r>
            <a:r>
              <a:rPr dirty="0" sz="1850" spc="-270">
                <a:latin typeface="Lucida Sans Unicode"/>
                <a:cs typeface="Lucida Sans Unicode"/>
              </a:rPr>
              <a:t> </a:t>
            </a:r>
            <a:r>
              <a:rPr dirty="0" sz="1850" spc="-650">
                <a:latin typeface="Lucida Sans Unicode"/>
                <a:cs typeface="Lucida Sans Unicode"/>
              </a:rPr>
              <a:t>·</a:t>
            </a:r>
            <a:r>
              <a:rPr dirty="0" sz="1850" spc="-270">
                <a:latin typeface="Lucida Sans Unicode"/>
                <a:cs typeface="Lucida Sans Unicode"/>
              </a:rPr>
              <a:t> </a:t>
            </a:r>
            <a:r>
              <a:rPr dirty="0" sz="1850" spc="-650">
                <a:latin typeface="Lucida Sans Unicode"/>
                <a:cs typeface="Lucida Sans Unicode"/>
              </a:rPr>
              <a:t>·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235">
                <a:latin typeface="Lucida Sans Unicode"/>
                <a:cs typeface="Lucida Sans Unicode"/>
              </a:rPr>
              <a:t>3</a:t>
            </a:r>
            <a:r>
              <a:rPr dirty="0" sz="1850" spc="130">
                <a:latin typeface="Lucida Sans Unicode"/>
                <a:cs typeface="Lucida Sans Unicode"/>
              </a:rPr>
              <a:t>)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=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-235">
                <a:latin typeface="Lucida Sans Unicode"/>
                <a:cs typeface="Lucida Sans Unicode"/>
              </a:rPr>
              <a:t>3</a:t>
            </a:r>
            <a:r>
              <a:rPr dirty="0" sz="1850" spc="130">
                <a:latin typeface="Lucida Sans Unicode"/>
                <a:cs typeface="Lucida Sans Unicode"/>
              </a:rPr>
              <a:t>(</a:t>
            </a:r>
            <a:r>
              <a:rPr dirty="0" sz="1850" spc="50">
                <a:latin typeface="Palatino Linotype"/>
                <a:cs typeface="Palatino Linotype"/>
              </a:rPr>
              <a:t>n</a:t>
            </a:r>
            <a:r>
              <a:rPr dirty="0" sz="1850" spc="-45">
                <a:latin typeface="Palatino Linotype"/>
                <a:cs typeface="Palatino Linotyp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−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235">
                <a:latin typeface="Lucida Sans Unicode"/>
                <a:cs typeface="Lucida Sans Unicode"/>
              </a:rPr>
              <a:t>1</a:t>
            </a:r>
            <a:r>
              <a:rPr dirty="0" sz="1850" spc="130">
                <a:latin typeface="Lucida Sans Unicode"/>
                <a:cs typeface="Lucida Sans Unicode"/>
              </a:rPr>
              <a:t>)</a:t>
            </a:r>
            <a:endParaRPr sz="18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850" spc="-10">
                <a:latin typeface="Lucida Sans Unicode"/>
                <a:cs typeface="Lucida Sans Unicode"/>
              </a:rPr>
              <a:t>=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130">
                <a:latin typeface="Lucida Sans Unicode"/>
                <a:cs typeface="Lucida Sans Unicode"/>
              </a:rPr>
              <a:t>(</a:t>
            </a:r>
            <a:r>
              <a:rPr dirty="0" sz="1850" spc="-229">
                <a:latin typeface="Lucida Sans Unicode"/>
                <a:cs typeface="Lucida Sans Unicode"/>
              </a:rPr>
              <a:t>4</a:t>
            </a:r>
            <a:r>
              <a:rPr dirty="0" sz="1850" spc="-170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229">
                <a:latin typeface="Lucida Sans Unicode"/>
                <a:cs typeface="Lucida Sans Unicode"/>
              </a:rPr>
              <a:t>5</a:t>
            </a:r>
            <a:r>
              <a:rPr dirty="0" sz="1850" spc="-170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650">
                <a:latin typeface="Lucida Sans Unicode"/>
                <a:cs typeface="Lucida Sans Unicode"/>
              </a:rPr>
              <a:t>·</a:t>
            </a:r>
            <a:r>
              <a:rPr dirty="0" sz="1850" spc="-270">
                <a:latin typeface="Lucida Sans Unicode"/>
                <a:cs typeface="Lucida Sans Unicode"/>
              </a:rPr>
              <a:t> </a:t>
            </a:r>
            <a:r>
              <a:rPr dirty="0" sz="1850" spc="-650">
                <a:latin typeface="Lucida Sans Unicode"/>
                <a:cs typeface="Lucida Sans Unicode"/>
              </a:rPr>
              <a:t>·</a:t>
            </a:r>
            <a:r>
              <a:rPr dirty="0" sz="1850" spc="-270">
                <a:latin typeface="Lucida Sans Unicode"/>
                <a:cs typeface="Lucida Sans Unicode"/>
              </a:rPr>
              <a:t> </a:t>
            </a:r>
            <a:r>
              <a:rPr dirty="0" sz="1850" spc="-650">
                <a:latin typeface="Lucida Sans Unicode"/>
                <a:cs typeface="Lucida Sans Unicode"/>
              </a:rPr>
              <a:t>·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50">
                <a:latin typeface="Palatino Linotype"/>
                <a:cs typeface="Palatino Linotype"/>
              </a:rPr>
              <a:t>k</a:t>
            </a:r>
            <a:r>
              <a:rPr dirty="0" sz="1850" spc="15">
                <a:latin typeface="Palatino Linotype"/>
                <a:cs typeface="Palatino Linotyp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229">
                <a:latin typeface="Lucida Sans Unicode"/>
                <a:cs typeface="Lucida Sans Unicode"/>
              </a:rPr>
              <a:t>2</a:t>
            </a:r>
            <a:r>
              <a:rPr dirty="0" sz="1850" spc="-170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130">
                <a:latin typeface="Lucida Sans Unicode"/>
                <a:cs typeface="Lucida Sans Unicode"/>
              </a:rPr>
              <a:t>(</a:t>
            </a:r>
            <a:r>
              <a:rPr dirty="0" sz="1850" spc="-50">
                <a:latin typeface="Palatino Linotype"/>
                <a:cs typeface="Palatino Linotype"/>
              </a:rPr>
              <a:t>k</a:t>
            </a:r>
            <a:r>
              <a:rPr dirty="0" sz="1850" spc="15">
                <a:latin typeface="Palatino Linotype"/>
                <a:cs typeface="Palatino Linotyp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235">
                <a:latin typeface="Lucida Sans Unicode"/>
                <a:cs typeface="Lucida Sans Unicode"/>
              </a:rPr>
              <a:t>1</a:t>
            </a:r>
            <a:r>
              <a:rPr dirty="0" sz="1850" spc="130">
                <a:latin typeface="Lucida Sans Unicode"/>
                <a:cs typeface="Lucida Sans Unicode"/>
              </a:rPr>
              <a:t>)(</a:t>
            </a:r>
            <a:r>
              <a:rPr dirty="0" sz="1850" spc="50">
                <a:latin typeface="Palatino Linotype"/>
                <a:cs typeface="Palatino Linotype"/>
              </a:rPr>
              <a:t>n</a:t>
            </a:r>
            <a:r>
              <a:rPr dirty="0" sz="1850" spc="-45">
                <a:latin typeface="Palatino Linotype"/>
                <a:cs typeface="Palatino Linotyp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−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10">
                <a:latin typeface="Palatino Linotype"/>
                <a:cs typeface="Palatino Linotype"/>
              </a:rPr>
              <a:t>k</a:t>
            </a:r>
            <a:r>
              <a:rPr dirty="0" sz="1850" spc="130">
                <a:latin typeface="Lucida Sans Unicode"/>
                <a:cs typeface="Lucida Sans Unicode"/>
              </a:rPr>
              <a:t>))</a:t>
            </a:r>
            <a:endParaRPr sz="1850">
              <a:latin typeface="Lucida Sans Unicode"/>
              <a:cs typeface="Lucida Sans Unicode"/>
            </a:endParaRPr>
          </a:p>
          <a:p>
            <a:pPr algn="ctr" marR="1299210">
              <a:lnSpc>
                <a:spcPts val="1130"/>
              </a:lnSpc>
              <a:spcBef>
                <a:spcPts val="715"/>
              </a:spcBef>
            </a:pPr>
            <a:r>
              <a:rPr dirty="0" sz="1000" spc="75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87376" y="4144708"/>
            <a:ext cx="657225" cy="223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550545" algn="l"/>
              </a:tabLst>
            </a:pPr>
            <a:r>
              <a:rPr dirty="0" sz="1350" spc="95">
                <a:latin typeface="PMingLiU"/>
                <a:cs typeface="PMingLiU"/>
              </a:rPr>
              <a:t>2</a:t>
            </a:r>
            <a:r>
              <a:rPr dirty="0" sz="1350" spc="95">
                <a:latin typeface="PMingLiU"/>
                <a:cs typeface="PMingLiU"/>
              </a:rPr>
              <a:t>	</a:t>
            </a: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53838" y="3998569"/>
            <a:ext cx="2479675" cy="307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-10">
                <a:latin typeface="Lucida Sans Unicode"/>
                <a:cs typeface="Lucida Sans Unicode"/>
              </a:rPr>
              <a:t>=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10">
                <a:latin typeface="Palatino Linotype"/>
                <a:cs typeface="Palatino Linotype"/>
              </a:rPr>
              <a:t>k</a:t>
            </a:r>
            <a:r>
              <a:rPr dirty="0" sz="1850" spc="50">
                <a:latin typeface="Palatino Linotype"/>
                <a:cs typeface="Palatino Linotype"/>
              </a:rPr>
              <a:t>n</a:t>
            </a:r>
            <a:r>
              <a:rPr dirty="0" sz="1850" spc="-45">
                <a:latin typeface="Palatino Linotype"/>
                <a:cs typeface="Palatino Linotyp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50">
                <a:latin typeface="Palatino Linotype"/>
                <a:cs typeface="Palatino Linotype"/>
              </a:rPr>
              <a:t>n</a:t>
            </a:r>
            <a:r>
              <a:rPr dirty="0" sz="1850" spc="-45">
                <a:latin typeface="Palatino Linotype"/>
                <a:cs typeface="Palatino Linotyp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−</a:t>
            </a:r>
            <a:r>
              <a:rPr dirty="0" sz="1850" spc="40">
                <a:latin typeface="Lucida Sans Unicode"/>
                <a:cs typeface="Lucida Sans Unicode"/>
              </a:rPr>
              <a:t> </a:t>
            </a:r>
            <a:r>
              <a:rPr dirty="0" baseline="30864" sz="2025" spc="120" i="1" u="sng">
                <a:latin typeface="Trebuchet MS"/>
                <a:cs typeface="Trebuchet MS"/>
              </a:rPr>
              <a:t>k</a:t>
            </a:r>
            <a:r>
              <a:rPr dirty="0" baseline="30864" sz="2025" i="1" u="sng">
                <a:latin typeface="Trebuchet MS"/>
                <a:cs typeface="Trebuchet MS"/>
              </a:rPr>
              <a:t> </a:t>
            </a:r>
            <a:r>
              <a:rPr dirty="0" baseline="30864" sz="2025" spc="-89" i="1" u="sng">
                <a:latin typeface="Trebuchet MS"/>
                <a:cs typeface="Trebuchet MS"/>
              </a:rPr>
              <a:t> </a:t>
            </a:r>
            <a:r>
              <a:rPr dirty="0" baseline="30864" sz="2025" i="1">
                <a:latin typeface="Trebuchet MS"/>
                <a:cs typeface="Trebuchet MS"/>
              </a:rPr>
              <a:t> </a:t>
            </a:r>
            <a:r>
              <a:rPr dirty="0" baseline="30864" sz="2025" spc="-284" i="1">
                <a:latin typeface="Trebuchet MS"/>
                <a:cs typeface="Trebuchet MS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40">
                <a:latin typeface="Lucida Sans Unicode"/>
                <a:cs typeface="Lucida Sans Unicode"/>
              </a:rPr>
              <a:t> </a:t>
            </a:r>
            <a:r>
              <a:rPr dirty="0" baseline="30864" sz="2025" spc="142" u="sng">
                <a:latin typeface="PMingLiU"/>
                <a:cs typeface="PMingLiU"/>
              </a:rPr>
              <a:t>3</a:t>
            </a:r>
            <a:r>
              <a:rPr dirty="0" baseline="30864" sz="2025" spc="120" i="1" u="sng">
                <a:latin typeface="Trebuchet MS"/>
                <a:cs typeface="Trebuchet MS"/>
              </a:rPr>
              <a:t>k</a:t>
            </a:r>
            <a:r>
              <a:rPr dirty="0" baseline="30864" sz="2025" i="1">
                <a:latin typeface="Trebuchet MS"/>
                <a:cs typeface="Trebuchet MS"/>
              </a:rPr>
              <a:t> </a:t>
            </a:r>
            <a:r>
              <a:rPr dirty="0" baseline="30864" sz="2025" spc="-225" i="1">
                <a:latin typeface="Trebuchet MS"/>
                <a:cs typeface="Trebuchet MS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−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229">
                <a:latin typeface="Lucida Sans Unicode"/>
                <a:cs typeface="Lucida Sans Unicode"/>
              </a:rPr>
              <a:t>3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49652" y="4419650"/>
            <a:ext cx="2211070" cy="307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1476375" algn="l"/>
              </a:tabLst>
            </a:pPr>
            <a:r>
              <a:rPr dirty="0" sz="1850" spc="80">
                <a:latin typeface="Lucida Sans Unicode"/>
                <a:cs typeface="Lucida Sans Unicode"/>
              </a:rPr>
              <a:t>C</a:t>
            </a:r>
            <a:r>
              <a:rPr dirty="0" sz="1850" spc="-85">
                <a:latin typeface="Lucida Sans Unicode"/>
                <a:cs typeface="Lucida Sans Unicode"/>
              </a:rPr>
              <a:t>a</a:t>
            </a:r>
            <a:r>
              <a:rPr dirty="0" sz="1850" spc="-204">
                <a:latin typeface="Lucida Sans Unicode"/>
                <a:cs typeface="Lucida Sans Unicode"/>
              </a:rPr>
              <a:t>s</a:t>
            </a:r>
            <a:r>
              <a:rPr dirty="0" sz="1850" spc="-195">
                <a:latin typeface="Lucida Sans Unicode"/>
                <a:cs typeface="Lucida Sans Unicode"/>
              </a:rPr>
              <a:t>o</a:t>
            </a:r>
            <a:r>
              <a:rPr dirty="0" sz="1850" spc="-65">
                <a:latin typeface="Lucida Sans Unicode"/>
                <a:cs typeface="Lucida Sans Unicode"/>
              </a:rPr>
              <a:t> </a:t>
            </a:r>
            <a:r>
              <a:rPr dirty="0" sz="1850" spc="-215">
                <a:latin typeface="Lucida Sans Unicode"/>
                <a:cs typeface="Lucida Sans Unicode"/>
              </a:rPr>
              <a:t>m</a:t>
            </a:r>
            <a:r>
              <a:rPr dirty="0" sz="1850" spc="-1090">
                <a:latin typeface="Lucida Sans Unicode"/>
                <a:cs typeface="Lucida Sans Unicode"/>
              </a:rPr>
              <a:t>´</a:t>
            </a:r>
            <a:r>
              <a:rPr dirty="0" sz="1850" spc="-195">
                <a:latin typeface="Lucida Sans Unicode"/>
                <a:cs typeface="Lucida Sans Unicode"/>
              </a:rPr>
              <a:t>e</a:t>
            </a:r>
            <a:r>
              <a:rPr dirty="0" sz="1850" spc="-120">
                <a:latin typeface="Lucida Sans Unicode"/>
                <a:cs typeface="Lucida Sans Unicode"/>
              </a:rPr>
              <a:t>d</a:t>
            </a:r>
            <a:r>
              <a:rPr dirty="0" sz="1850" spc="-15">
                <a:latin typeface="Lucida Sans Unicode"/>
                <a:cs typeface="Lucida Sans Unicode"/>
              </a:rPr>
              <a:t>i</a:t>
            </a:r>
            <a:r>
              <a:rPr dirty="0" sz="1850" spc="-195">
                <a:latin typeface="Lucida Sans Unicode"/>
                <a:cs typeface="Lucida Sans Unicode"/>
              </a:rPr>
              <a:t>o</a:t>
            </a:r>
            <a:r>
              <a:rPr dirty="0" sz="1850">
                <a:latin typeface="Lucida Sans Unicode"/>
                <a:cs typeface="Lucida Sans Unicode"/>
              </a:rPr>
              <a:t>	</a:t>
            </a:r>
            <a:r>
              <a:rPr dirty="0" sz="1850" spc="-65">
                <a:latin typeface="Lucida Sans Unicode"/>
                <a:cs typeface="Lucida Sans Unicode"/>
              </a:rPr>
              <a:t>: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280">
                <a:latin typeface="Palatino Linotype"/>
                <a:cs typeface="Palatino Linotype"/>
              </a:rPr>
              <a:t>M</a:t>
            </a:r>
            <a:r>
              <a:rPr dirty="0" sz="1850" spc="130">
                <a:latin typeface="Lucida Sans Unicode"/>
                <a:cs typeface="Lucida Sans Unicode"/>
              </a:rPr>
              <a:t>(</a:t>
            </a:r>
            <a:r>
              <a:rPr dirty="0" sz="1850" spc="50">
                <a:latin typeface="Palatino Linotype"/>
                <a:cs typeface="Palatino Linotype"/>
              </a:rPr>
              <a:t>n</a:t>
            </a:r>
            <a:r>
              <a:rPr dirty="0" sz="1850" spc="130">
                <a:latin typeface="Lucida Sans Unicode"/>
                <a:cs typeface="Lucida Sans Unicode"/>
              </a:rPr>
              <a:t>)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32730" y="4565675"/>
            <a:ext cx="118745" cy="223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53839" y="4419650"/>
            <a:ext cx="4328795" cy="307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-10">
                <a:latin typeface="Lucida Sans Unicode"/>
                <a:cs typeface="Lucida Sans Unicode"/>
              </a:rPr>
              <a:t>=</a:t>
            </a:r>
            <a:r>
              <a:rPr dirty="0" sz="1850" spc="145">
                <a:latin typeface="Lucida Sans Unicode"/>
                <a:cs typeface="Lucida Sans Unicode"/>
              </a:rPr>
              <a:t> </a:t>
            </a:r>
            <a:r>
              <a:rPr dirty="0" baseline="30864" sz="2025" spc="142" u="sng">
                <a:latin typeface="PMingLiU"/>
                <a:cs typeface="PMingLiU"/>
              </a:rPr>
              <a:t>1</a:t>
            </a:r>
            <a:r>
              <a:rPr dirty="0" baseline="30864" sz="2025" spc="-217">
                <a:latin typeface="PMingLiU"/>
                <a:cs typeface="PMingLiU"/>
              </a:rPr>
              <a:t> </a:t>
            </a:r>
            <a:r>
              <a:rPr dirty="0" sz="1850" spc="130">
                <a:latin typeface="Lucida Sans Unicode"/>
                <a:cs typeface="Lucida Sans Unicode"/>
              </a:rPr>
              <a:t>(</a:t>
            </a:r>
            <a:r>
              <a:rPr dirty="0" sz="1850" spc="-229">
                <a:latin typeface="Lucida Sans Unicode"/>
                <a:cs typeface="Lucida Sans Unicode"/>
              </a:rPr>
              <a:t>5</a:t>
            </a:r>
            <a:r>
              <a:rPr dirty="0" sz="1850" spc="-170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229">
                <a:latin typeface="Lucida Sans Unicode"/>
                <a:cs typeface="Lucida Sans Unicode"/>
              </a:rPr>
              <a:t>6</a:t>
            </a:r>
            <a:r>
              <a:rPr dirty="0" sz="1850" spc="-170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650">
                <a:latin typeface="Lucida Sans Unicode"/>
                <a:cs typeface="Lucida Sans Unicode"/>
              </a:rPr>
              <a:t>·</a:t>
            </a:r>
            <a:r>
              <a:rPr dirty="0" sz="1850" spc="-270">
                <a:latin typeface="Lucida Sans Unicode"/>
                <a:cs typeface="Lucida Sans Unicode"/>
              </a:rPr>
              <a:t> </a:t>
            </a:r>
            <a:r>
              <a:rPr dirty="0" sz="1850" spc="-650">
                <a:latin typeface="Lucida Sans Unicode"/>
                <a:cs typeface="Lucida Sans Unicode"/>
              </a:rPr>
              <a:t>·</a:t>
            </a:r>
            <a:r>
              <a:rPr dirty="0" sz="1850" spc="-270">
                <a:latin typeface="Lucida Sans Unicode"/>
                <a:cs typeface="Lucida Sans Unicode"/>
              </a:rPr>
              <a:t> </a:t>
            </a:r>
            <a:r>
              <a:rPr dirty="0" sz="1850" spc="-650">
                <a:latin typeface="Lucida Sans Unicode"/>
                <a:cs typeface="Lucida Sans Unicode"/>
              </a:rPr>
              <a:t>·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50">
                <a:latin typeface="Palatino Linotype"/>
                <a:cs typeface="Palatino Linotype"/>
              </a:rPr>
              <a:t>k</a:t>
            </a:r>
            <a:r>
              <a:rPr dirty="0" sz="1850" spc="15">
                <a:latin typeface="Palatino Linotype"/>
                <a:cs typeface="Palatino Linotyp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229">
                <a:latin typeface="Lucida Sans Unicode"/>
                <a:cs typeface="Lucida Sans Unicode"/>
              </a:rPr>
              <a:t>3</a:t>
            </a:r>
            <a:r>
              <a:rPr dirty="0" sz="1850" spc="-170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130">
                <a:latin typeface="Lucida Sans Unicode"/>
                <a:cs typeface="Lucida Sans Unicode"/>
              </a:rPr>
              <a:t>(</a:t>
            </a:r>
            <a:r>
              <a:rPr dirty="0" sz="1850" spc="-50">
                <a:latin typeface="Palatino Linotype"/>
                <a:cs typeface="Palatino Linotype"/>
              </a:rPr>
              <a:t>k</a:t>
            </a:r>
            <a:r>
              <a:rPr dirty="0" sz="1850" spc="15">
                <a:latin typeface="Palatino Linotype"/>
                <a:cs typeface="Palatino Linotyp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235">
                <a:latin typeface="Lucida Sans Unicode"/>
                <a:cs typeface="Lucida Sans Unicode"/>
              </a:rPr>
              <a:t>1</a:t>
            </a:r>
            <a:r>
              <a:rPr dirty="0" sz="1850" spc="130">
                <a:latin typeface="Lucida Sans Unicode"/>
                <a:cs typeface="Lucida Sans Unicode"/>
              </a:rPr>
              <a:t>)(</a:t>
            </a:r>
            <a:r>
              <a:rPr dirty="0" sz="1850" spc="50">
                <a:latin typeface="Palatino Linotype"/>
                <a:cs typeface="Palatino Linotype"/>
              </a:rPr>
              <a:t>n</a:t>
            </a:r>
            <a:r>
              <a:rPr dirty="0" sz="1850" spc="-45">
                <a:latin typeface="Palatino Linotype"/>
                <a:cs typeface="Palatino Linotyp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−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10">
                <a:latin typeface="Palatino Linotype"/>
                <a:cs typeface="Palatino Linotype"/>
              </a:rPr>
              <a:t>k</a:t>
            </a:r>
            <a:r>
              <a:rPr dirty="0" sz="1850" spc="130">
                <a:latin typeface="Lucida Sans Unicode"/>
                <a:cs typeface="Lucida Sans Unicode"/>
              </a:rPr>
              <a:t>))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93424" y="4986756"/>
            <a:ext cx="118745" cy="223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53851" y="4746434"/>
            <a:ext cx="976630" cy="40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850265" algn="l"/>
              </a:tabLst>
            </a:pPr>
            <a:r>
              <a:rPr dirty="0" baseline="-22522" sz="2775" spc="-15">
                <a:latin typeface="Lucida Sans Unicode"/>
                <a:cs typeface="Lucida Sans Unicode"/>
              </a:rPr>
              <a:t>=</a:t>
            </a:r>
            <a:r>
              <a:rPr dirty="0" baseline="-22522" sz="2775" spc="217">
                <a:latin typeface="Lucida Sans Unicode"/>
                <a:cs typeface="Lucida Sans Unicode"/>
              </a:rPr>
              <a:t> </a:t>
            </a:r>
            <a:r>
              <a:rPr dirty="0" sz="1350" spc="114" i="1" u="sng">
                <a:latin typeface="Trebuchet MS"/>
                <a:cs typeface="Trebuchet MS"/>
              </a:rPr>
              <a:t>k</a:t>
            </a:r>
            <a:r>
              <a:rPr dirty="0" sz="1350" spc="145" i="1" u="sng">
                <a:latin typeface="Trebuchet MS"/>
                <a:cs typeface="Trebuchet MS"/>
              </a:rPr>
              <a:t>n</a:t>
            </a:r>
            <a:r>
              <a:rPr dirty="0" sz="1350" i="1">
                <a:latin typeface="Trebuchet MS"/>
                <a:cs typeface="Trebuchet MS"/>
              </a:rPr>
              <a:t>	</a:t>
            </a:r>
            <a:r>
              <a:rPr dirty="0" sz="1350" spc="145" i="1" u="sng">
                <a:latin typeface="Trebuchet MS"/>
                <a:cs typeface="Trebuchet MS"/>
              </a:rPr>
              <a:t>n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26367" y="4840617"/>
            <a:ext cx="669925" cy="3695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-10">
                <a:latin typeface="Lucida Sans Unicode"/>
                <a:cs typeface="Lucida Sans Unicode"/>
              </a:rPr>
              <a:t>+</a:t>
            </a:r>
            <a:r>
              <a:rPr dirty="0" sz="1850" spc="120">
                <a:latin typeface="Lucida Sans Unicode"/>
                <a:cs typeface="Lucida Sans Unicode"/>
              </a:rPr>
              <a:t> </a:t>
            </a:r>
            <a:r>
              <a:rPr dirty="0" baseline="-26748" sz="2025" spc="142">
                <a:latin typeface="PMingLiU"/>
                <a:cs typeface="PMingLiU"/>
              </a:rPr>
              <a:t>2</a:t>
            </a:r>
            <a:r>
              <a:rPr dirty="0" baseline="-26748" sz="2025">
                <a:latin typeface="PMingLiU"/>
                <a:cs typeface="PMingLiU"/>
              </a:rPr>
              <a:t>  </a:t>
            </a:r>
            <a:r>
              <a:rPr dirty="0" sz="1850" spc="-10">
                <a:latin typeface="Lucida Sans Unicode"/>
                <a:cs typeface="Lucida Sans Unicode"/>
              </a:rPr>
              <a:t>−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51384" y="4792662"/>
            <a:ext cx="106045" cy="1441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30"/>
              </a:lnSpc>
            </a:pPr>
            <a:r>
              <a:rPr dirty="0" sz="1000" spc="75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49886" y="4809934"/>
            <a:ext cx="218440" cy="4000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05"/>
              </a:lnSpc>
              <a:tabLst>
                <a:tab pos="205104" algn="l"/>
              </a:tabLst>
            </a:pPr>
            <a:r>
              <a:rPr dirty="0" sz="1350" spc="80" i="1" u="sng">
                <a:latin typeface="Trebuchet MS"/>
                <a:cs typeface="Trebuchet MS"/>
              </a:rPr>
              <a:t>k</a:t>
            </a:r>
            <a:r>
              <a:rPr dirty="0" sz="1350" spc="80" i="1" u="sng">
                <a:latin typeface="Trebuchet MS"/>
                <a:cs typeface="Trebuchet MS"/>
              </a:rPr>
              <a:t>	</a:t>
            </a:r>
            <a:endParaRPr sz="1350">
              <a:latin typeface="Trebuchet MS"/>
              <a:cs typeface="Trebuchet MS"/>
            </a:endParaRPr>
          </a:p>
          <a:p>
            <a:pPr marL="62230">
              <a:lnSpc>
                <a:spcPts val="1505"/>
              </a:lnSpc>
            </a:pPr>
            <a:r>
              <a:rPr dirty="0" sz="1350" spc="95">
                <a:latin typeface="PMingLiU"/>
                <a:cs typeface="PMingLiU"/>
              </a:rPr>
              <a:t>4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21806" y="4840617"/>
            <a:ext cx="211454" cy="307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-10">
                <a:latin typeface="Lucida Sans Unicode"/>
                <a:cs typeface="Lucida Sans Unicode"/>
              </a:rPr>
              <a:t>+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87439" y="4840160"/>
            <a:ext cx="215265" cy="3702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2865" marR="5080" indent="-50800">
              <a:lnSpc>
                <a:spcPts val="1390"/>
              </a:lnSpc>
            </a:pPr>
            <a:r>
              <a:rPr dirty="0" sz="1350" spc="95" u="sng">
                <a:latin typeface="PMingLiU"/>
                <a:cs typeface="PMingLiU"/>
              </a:rPr>
              <a:t>5</a:t>
            </a:r>
            <a:r>
              <a:rPr dirty="0" sz="1350" spc="80" i="1" u="sng">
                <a:latin typeface="Trebuchet MS"/>
                <a:cs typeface="Trebuchet MS"/>
              </a:rPr>
              <a:t>k</a:t>
            </a:r>
            <a:r>
              <a:rPr dirty="0" sz="1350" spc="45" i="1">
                <a:latin typeface="Trebuchet MS"/>
                <a:cs typeface="Trebuchet MS"/>
              </a:rPr>
              <a:t> </a:t>
            </a:r>
            <a:r>
              <a:rPr dirty="0" sz="1350" spc="95">
                <a:latin typeface="PMingLiU"/>
                <a:cs typeface="PMingLiU"/>
              </a:rPr>
              <a:t>4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61302" y="4840617"/>
            <a:ext cx="384810" cy="307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-10">
                <a:latin typeface="Lucida Sans Unicode"/>
                <a:cs typeface="Lucida Sans Unicode"/>
              </a:rPr>
              <a:t>−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-229">
                <a:latin typeface="Lucida Sans Unicode"/>
                <a:cs typeface="Lucida Sans Unicode"/>
              </a:rPr>
              <a:t>2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21295" y="5345851"/>
            <a:ext cx="8213725" cy="1601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marR="5080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vim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274955" marR="30035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ximo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8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69960" cy="4953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iliza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p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1493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[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]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[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]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Em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p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[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 spc="-5">
                <a:latin typeface="Arial"/>
                <a:cs typeface="Arial"/>
              </a:rPr>
              <a:t>]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[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 spc="-5">
                <a:latin typeface="Arial"/>
                <a:cs typeface="Arial"/>
              </a:rPr>
              <a:t>]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873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[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95" i="1">
                <a:latin typeface="Arial"/>
                <a:cs typeface="Arial"/>
              </a:rPr>
              <a:t>k</a:t>
            </a:r>
            <a:r>
              <a:rPr dirty="0" sz="2050" spc="-5">
                <a:latin typeface="Arial"/>
                <a:cs typeface="Arial"/>
              </a:rPr>
              <a:t>]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8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853805" cy="10331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27305">
              <a:lnSpc>
                <a:spcPct val="100000"/>
              </a:lnSpc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365">
                <a:latin typeface="Lucida Sans Unicode"/>
                <a:cs typeface="Lucida Sans Unicode"/>
              </a:rPr>
              <a:t>∗</a:t>
            </a:r>
            <a:r>
              <a:rPr dirty="0" sz="1700" spc="-225">
                <a:latin typeface="Lucida Sans Unicode"/>
                <a:cs typeface="Lucida Sans Unicode"/>
              </a:rPr>
              <a:t>−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-340">
                <a:latin typeface="Lucida Sans Unicode"/>
                <a:cs typeface="Lucida Sans Unicode"/>
              </a:rPr>
              <a:t> </a:t>
            </a:r>
            <a:r>
              <a:rPr dirty="0" sz="1700" spc="-60" i="1">
                <a:latin typeface="Arial"/>
                <a:cs typeface="Arial"/>
              </a:rPr>
              <a:t>Entra</a:t>
            </a:r>
            <a:r>
              <a:rPr dirty="0" sz="1700" spc="15" i="1">
                <a:latin typeface="Arial"/>
                <a:cs typeface="Arial"/>
              </a:rPr>
              <a:t>m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50" i="1">
                <a:latin typeface="Arial"/>
                <a:cs typeface="Arial"/>
              </a:rPr>
              <a:t> </a:t>
            </a:r>
            <a:r>
              <a:rPr dirty="0" sz="1700" spc="25" i="1">
                <a:latin typeface="Arial"/>
                <a:cs typeface="Arial"/>
              </a:rPr>
              <a:t>aqu</a:t>
            </a:r>
            <a:r>
              <a:rPr dirty="0" sz="1700" i="1">
                <a:latin typeface="Arial"/>
                <a:cs typeface="Arial"/>
              </a:rPr>
              <a:t>i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25" i="1">
                <a:latin typeface="Arial"/>
                <a:cs typeface="Arial"/>
              </a:rPr>
              <a:t> </a:t>
            </a:r>
            <a:r>
              <a:rPr dirty="0" sz="1700" spc="-35" i="1">
                <a:latin typeface="Arial"/>
                <a:cs typeface="Arial"/>
              </a:rPr>
              <a:t>o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70" i="1">
                <a:latin typeface="Arial"/>
                <a:cs typeface="Arial"/>
              </a:rPr>
              <a:t> </a:t>
            </a:r>
            <a:r>
              <a:rPr dirty="0" sz="1700" spc="-15" i="1">
                <a:latin typeface="Arial"/>
                <a:cs typeface="Arial"/>
              </a:rPr>
              <a:t>procedimento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75" i="1">
                <a:latin typeface="Arial"/>
                <a:cs typeface="Arial"/>
              </a:rPr>
              <a:t> </a:t>
            </a:r>
            <a:r>
              <a:rPr dirty="0" sz="1700" spc="-40" i="1">
                <a:latin typeface="Arial"/>
                <a:cs typeface="Arial"/>
              </a:rPr>
              <a:t>Refa</a:t>
            </a:r>
            <a:r>
              <a:rPr dirty="0" sz="1700" spc="10" i="1">
                <a:latin typeface="Arial"/>
                <a:cs typeface="Arial"/>
              </a:rPr>
              <a:t>z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204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25" i="1">
                <a:latin typeface="Arial"/>
                <a:cs typeface="Arial"/>
              </a:rPr>
              <a:t> </a:t>
            </a:r>
            <a:r>
              <a:rPr dirty="0" sz="1700" spc="45" i="1">
                <a:latin typeface="Arial"/>
                <a:cs typeface="Arial"/>
              </a:rPr>
              <a:t>Constro</a:t>
            </a:r>
            <a:r>
              <a:rPr dirty="0" sz="1700" i="1">
                <a:latin typeface="Arial"/>
                <a:cs typeface="Arial"/>
              </a:rPr>
              <a:t>i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30" i="1">
                <a:latin typeface="Arial"/>
                <a:cs typeface="Arial"/>
              </a:rPr>
              <a:t> </a:t>
            </a:r>
            <a:r>
              <a:rPr dirty="0" sz="1700" spc="-55" i="1">
                <a:latin typeface="Arial"/>
                <a:cs typeface="Arial"/>
              </a:rPr>
              <a:t>da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30" i="1">
                <a:latin typeface="Arial"/>
                <a:cs typeface="Arial"/>
              </a:rPr>
              <a:t> </a:t>
            </a:r>
            <a:r>
              <a:rPr dirty="0" sz="1700" spc="40" i="1">
                <a:latin typeface="Arial"/>
                <a:cs typeface="Arial"/>
              </a:rPr>
              <a:t>tran</a:t>
            </a:r>
            <a:r>
              <a:rPr dirty="0" sz="1700" spc="40" i="1">
                <a:latin typeface="Arial"/>
                <a:cs typeface="Arial"/>
              </a:rPr>
              <a:t>s</a:t>
            </a:r>
            <a:r>
              <a:rPr dirty="0" sz="1700" spc="45" i="1">
                <a:latin typeface="Arial"/>
                <a:cs typeface="Arial"/>
              </a:rPr>
              <a:t>paren</a:t>
            </a:r>
            <a:r>
              <a:rPr dirty="0" sz="1700" spc="40" i="1">
                <a:latin typeface="Arial"/>
                <a:cs typeface="Arial"/>
              </a:rPr>
              <a:t>c</a:t>
            </a:r>
            <a:r>
              <a:rPr dirty="0" sz="1700" spc="40" i="1">
                <a:latin typeface="Arial"/>
                <a:cs typeface="Arial"/>
              </a:rPr>
              <a:t>ia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80" i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50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60" i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51</a:t>
            </a:r>
            <a:r>
              <a:rPr dirty="0" sz="1700" spc="-310">
                <a:latin typeface="Arial"/>
                <a:cs typeface="Arial"/>
              </a:rPr>
              <a:t> </a:t>
            </a:r>
            <a:r>
              <a:rPr dirty="0" sz="1700" spc="-225">
                <a:latin typeface="Lucida Sans Unicode"/>
                <a:cs typeface="Lucida Sans Unicode"/>
              </a:rPr>
              <a:t>−</a:t>
            </a:r>
            <a:r>
              <a:rPr dirty="0" sz="1700" spc="-5">
                <a:latin typeface="Lucida Sans Unicode"/>
                <a:cs typeface="Lucida Sans Unicode"/>
              </a:rPr>
              <a:t>−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6083" y="1937588"/>
            <a:ext cx="6011545" cy="619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365">
                <a:latin typeface="Lucida Sans Unicode"/>
                <a:cs typeface="Lucida Sans Unicode"/>
              </a:rPr>
              <a:t>∗</a:t>
            </a:r>
            <a:r>
              <a:rPr dirty="0" sz="1700" spc="-225">
                <a:latin typeface="Lucida Sans Unicode"/>
                <a:cs typeface="Lucida Sans Unicode"/>
              </a:rPr>
              <a:t>−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-310">
                <a:latin typeface="Lucida Sans Unicode"/>
                <a:cs typeface="Lucida Sans Unicode"/>
              </a:rPr>
              <a:t> </a:t>
            </a:r>
            <a:r>
              <a:rPr dirty="0" sz="1700" spc="-35" i="1">
                <a:latin typeface="Arial"/>
                <a:cs typeface="Arial"/>
              </a:rPr>
              <a:t>Coloc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spc="215" i="1">
                <a:latin typeface="Arial"/>
                <a:cs typeface="Arial"/>
              </a:rPr>
              <a:t> </a:t>
            </a:r>
            <a:r>
              <a:rPr dirty="0" sz="1700" spc="-100" i="1">
                <a:latin typeface="Arial"/>
                <a:cs typeface="Arial"/>
              </a:rPr>
              <a:t>m</a:t>
            </a:r>
            <a:r>
              <a:rPr dirty="0" sz="1700" spc="-100" i="1">
                <a:latin typeface="Arial"/>
                <a:cs typeface="Arial"/>
              </a:rPr>
              <a:t>eno</a:t>
            </a:r>
            <a:r>
              <a:rPr dirty="0" sz="1700" spc="5" i="1">
                <a:latin typeface="Arial"/>
                <a:cs typeface="Arial"/>
              </a:rPr>
              <a:t>r</a:t>
            </a:r>
            <a:r>
              <a:rPr dirty="0" sz="1700" spc="20" i="1">
                <a:latin typeface="Arial"/>
                <a:cs typeface="Arial"/>
              </a:rPr>
              <a:t> </a:t>
            </a:r>
            <a:r>
              <a:rPr dirty="0" sz="1700" spc="-225" i="1">
                <a:latin typeface="Arial"/>
                <a:cs typeface="Arial"/>
              </a:rPr>
              <a:t>e</a:t>
            </a:r>
            <a:r>
              <a:rPr dirty="0" sz="1700" spc="15" i="1">
                <a:latin typeface="Arial"/>
                <a:cs typeface="Arial"/>
              </a:rPr>
              <a:t>m</a:t>
            </a:r>
            <a:r>
              <a:rPr dirty="0" sz="1700" spc="-20" i="1">
                <a:latin typeface="Arial"/>
                <a:cs typeface="Arial"/>
              </a:rPr>
              <a:t> </a:t>
            </a:r>
            <a:r>
              <a:rPr dirty="0" sz="1700" spc="40" i="1">
                <a:latin typeface="Arial"/>
                <a:cs typeface="Arial"/>
              </a:rPr>
              <a:t>A</a:t>
            </a:r>
            <a:r>
              <a:rPr dirty="0" sz="1700" spc="130" i="1">
                <a:latin typeface="Arial"/>
                <a:cs typeface="Arial"/>
              </a:rPr>
              <a:t>[</a:t>
            </a:r>
            <a:r>
              <a:rPr dirty="0" sz="1700" spc="170" i="1">
                <a:latin typeface="Arial"/>
                <a:cs typeface="Arial"/>
              </a:rPr>
              <a:t>n</a:t>
            </a:r>
            <a:r>
              <a:rPr dirty="0" sz="1700" spc="5" i="1">
                <a:latin typeface="Arial"/>
                <a:cs typeface="Arial"/>
              </a:rPr>
              <a:t>]</a:t>
            </a:r>
            <a:r>
              <a:rPr dirty="0" sz="1700" spc="-35" i="1">
                <a:latin typeface="Arial"/>
                <a:cs typeface="Arial"/>
              </a:rPr>
              <a:t> </a:t>
            </a:r>
            <a:r>
              <a:rPr dirty="0" sz="1700" spc="5" i="1">
                <a:latin typeface="Arial"/>
                <a:cs typeface="Arial"/>
              </a:rPr>
              <a:t>,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20" i="1">
                <a:latin typeface="Arial"/>
                <a:cs typeface="Arial"/>
              </a:rPr>
              <a:t> </a:t>
            </a:r>
            <a:r>
              <a:rPr dirty="0" sz="1700" spc="-80" i="1">
                <a:latin typeface="Arial"/>
                <a:cs typeface="Arial"/>
              </a:rPr>
              <a:t>segund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spc="170" i="1">
                <a:latin typeface="Arial"/>
                <a:cs typeface="Arial"/>
              </a:rPr>
              <a:t> </a:t>
            </a:r>
            <a:r>
              <a:rPr dirty="0" sz="1700" spc="-100" i="1">
                <a:latin typeface="Arial"/>
                <a:cs typeface="Arial"/>
              </a:rPr>
              <a:t>m</a:t>
            </a:r>
            <a:r>
              <a:rPr dirty="0" sz="1700" spc="-100" i="1">
                <a:latin typeface="Arial"/>
                <a:cs typeface="Arial"/>
              </a:rPr>
              <a:t>eno</a:t>
            </a:r>
            <a:r>
              <a:rPr dirty="0" sz="1700" spc="5" i="1">
                <a:latin typeface="Arial"/>
                <a:cs typeface="Arial"/>
              </a:rPr>
              <a:t>r</a:t>
            </a:r>
            <a:r>
              <a:rPr dirty="0" sz="1700" spc="20" i="1">
                <a:latin typeface="Arial"/>
                <a:cs typeface="Arial"/>
              </a:rPr>
              <a:t> </a:t>
            </a:r>
            <a:r>
              <a:rPr dirty="0" sz="1700" spc="-225" i="1">
                <a:latin typeface="Arial"/>
                <a:cs typeface="Arial"/>
              </a:rPr>
              <a:t>e</a:t>
            </a:r>
            <a:r>
              <a:rPr dirty="0" sz="1700" spc="15" i="1">
                <a:latin typeface="Arial"/>
                <a:cs typeface="Arial"/>
              </a:rPr>
              <a:t>m</a:t>
            </a:r>
            <a:r>
              <a:rPr dirty="0" sz="1700" spc="-20" i="1">
                <a:latin typeface="Arial"/>
                <a:cs typeface="Arial"/>
              </a:rPr>
              <a:t> </a:t>
            </a:r>
            <a:r>
              <a:rPr dirty="0" sz="1700" spc="35" i="1">
                <a:latin typeface="Arial"/>
                <a:cs typeface="Arial"/>
              </a:rPr>
              <a:t>A</a:t>
            </a:r>
            <a:r>
              <a:rPr dirty="0" sz="1700" spc="150" i="1">
                <a:latin typeface="Arial"/>
                <a:cs typeface="Arial"/>
              </a:rPr>
              <a:t>[</a:t>
            </a:r>
            <a:r>
              <a:rPr dirty="0" sz="1700" spc="110" i="1">
                <a:latin typeface="Arial"/>
                <a:cs typeface="Arial"/>
              </a:rPr>
              <a:t>n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-360">
                <a:latin typeface="Lucida Sans Unicode"/>
                <a:cs typeface="Lucida Sans Unicode"/>
              </a:rPr>
              <a:t> </a:t>
            </a:r>
            <a:r>
              <a:rPr dirty="0" sz="1700" spc="10" i="1">
                <a:latin typeface="Arial"/>
                <a:cs typeface="Arial"/>
              </a:rPr>
              <a:t>1</a:t>
            </a:r>
            <a:r>
              <a:rPr dirty="0" sz="1700" spc="-295" i="1">
                <a:latin typeface="Arial"/>
                <a:cs typeface="Arial"/>
              </a:rPr>
              <a:t> </a:t>
            </a:r>
            <a:r>
              <a:rPr dirty="0" sz="1700" spc="5" i="1">
                <a:latin typeface="Arial"/>
                <a:cs typeface="Arial"/>
              </a:rPr>
              <a:t>]</a:t>
            </a:r>
            <a:r>
              <a:rPr dirty="0" sz="1700" spc="-120" i="1">
                <a:latin typeface="Arial"/>
                <a:cs typeface="Arial"/>
              </a:rPr>
              <a:t> </a:t>
            </a:r>
            <a:r>
              <a:rPr dirty="0" sz="1700" spc="5" i="1">
                <a:latin typeface="Arial"/>
                <a:cs typeface="Arial"/>
              </a:rPr>
              <a:t>,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14" i="1">
                <a:latin typeface="Arial"/>
                <a:cs typeface="Arial"/>
              </a:rPr>
              <a:t> </a:t>
            </a:r>
            <a:r>
              <a:rPr dirty="0" sz="1700" spc="5" i="1">
                <a:latin typeface="Arial"/>
                <a:cs typeface="Arial"/>
              </a:rPr>
              <a:t>.</a:t>
            </a:r>
            <a:r>
              <a:rPr dirty="0" sz="1700" spc="-295" i="1">
                <a:latin typeface="Arial"/>
                <a:cs typeface="Arial"/>
              </a:rPr>
              <a:t> </a:t>
            </a:r>
            <a:r>
              <a:rPr dirty="0" sz="1700" spc="5" i="1">
                <a:latin typeface="Arial"/>
                <a:cs typeface="Arial"/>
              </a:rPr>
              <a:t>.</a:t>
            </a:r>
            <a:r>
              <a:rPr dirty="0" sz="1700" spc="-295" i="1">
                <a:latin typeface="Arial"/>
                <a:cs typeface="Arial"/>
              </a:rPr>
              <a:t> </a:t>
            </a:r>
            <a:r>
              <a:rPr dirty="0" sz="1700" spc="5" i="1">
                <a:latin typeface="Arial"/>
                <a:cs typeface="Arial"/>
              </a:rPr>
              <a:t>.</a:t>
            </a:r>
            <a:r>
              <a:rPr dirty="0" sz="1700" spc="-120" i="1">
                <a:latin typeface="Arial"/>
                <a:cs typeface="Arial"/>
              </a:rPr>
              <a:t> </a:t>
            </a:r>
            <a:r>
              <a:rPr dirty="0" sz="1700" spc="5" i="1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365">
                <a:latin typeface="Lucida Sans Unicode"/>
                <a:cs typeface="Lucida Sans Unicode"/>
              </a:rPr>
              <a:t>∗</a:t>
            </a:r>
            <a:r>
              <a:rPr dirty="0" sz="1700" spc="-225">
                <a:latin typeface="Lucida Sans Unicode"/>
                <a:cs typeface="Lucida Sans Unicode"/>
              </a:rPr>
              <a:t>−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-275">
                <a:latin typeface="Lucida Sans Unicode"/>
                <a:cs typeface="Lucida Sans Unicode"/>
              </a:rPr>
              <a:t> </a:t>
            </a:r>
            <a:r>
              <a:rPr dirty="0" sz="1700" spc="-250" i="1">
                <a:latin typeface="Arial"/>
                <a:cs typeface="Arial"/>
              </a:rPr>
              <a:t>k</a:t>
            </a:r>
            <a:r>
              <a:rPr dirty="0" sz="1700" spc="-265">
                <a:latin typeface="Lucida Sans Unicode"/>
                <a:cs typeface="Lucida Sans Unicode"/>
              </a:rPr>
              <a:t>−</a:t>
            </a:r>
            <a:r>
              <a:rPr dirty="0" sz="1700" spc="-45" i="1">
                <a:latin typeface="Arial"/>
                <a:cs typeface="Arial"/>
              </a:rPr>
              <a:t>ésim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spc="85" i="1">
                <a:latin typeface="Arial"/>
                <a:cs typeface="Arial"/>
              </a:rPr>
              <a:t> </a:t>
            </a:r>
            <a:r>
              <a:rPr dirty="0" sz="1700" spc="-225" i="1">
                <a:latin typeface="Arial"/>
                <a:cs typeface="Arial"/>
              </a:rPr>
              <a:t>e</a:t>
            </a:r>
            <a:r>
              <a:rPr dirty="0" sz="1700" spc="15" i="1">
                <a:latin typeface="Arial"/>
                <a:cs typeface="Arial"/>
              </a:rPr>
              <a:t>m</a:t>
            </a:r>
            <a:r>
              <a:rPr dirty="0" sz="1700" spc="-20" i="1">
                <a:latin typeface="Arial"/>
                <a:cs typeface="Arial"/>
              </a:rPr>
              <a:t> </a:t>
            </a:r>
            <a:r>
              <a:rPr dirty="0" sz="1700" spc="35" i="1">
                <a:latin typeface="Arial"/>
                <a:cs typeface="Arial"/>
              </a:rPr>
              <a:t>A</a:t>
            </a:r>
            <a:r>
              <a:rPr dirty="0" sz="1700" spc="150" i="1">
                <a:latin typeface="Arial"/>
                <a:cs typeface="Arial"/>
              </a:rPr>
              <a:t>[</a:t>
            </a:r>
            <a:r>
              <a:rPr dirty="0" sz="1700" spc="-315" i="1">
                <a:latin typeface="Arial"/>
                <a:cs typeface="Arial"/>
              </a:rPr>
              <a:t>n</a:t>
            </a:r>
            <a:r>
              <a:rPr dirty="0" sz="1700" spc="-270">
                <a:latin typeface="Lucida Sans Unicode"/>
                <a:cs typeface="Lucida Sans Unicode"/>
              </a:rPr>
              <a:t>−</a:t>
            </a:r>
            <a:r>
              <a:rPr dirty="0" sz="1700" spc="10" i="1">
                <a:latin typeface="Arial"/>
                <a:cs typeface="Arial"/>
              </a:rPr>
              <a:t>k</a:t>
            </a:r>
            <a:r>
              <a:rPr dirty="0" sz="1700" spc="-240" i="1">
                <a:latin typeface="Arial"/>
                <a:cs typeface="Arial"/>
              </a:rPr>
              <a:t> </a:t>
            </a:r>
            <a:r>
              <a:rPr dirty="0" sz="1700" spc="5" i="1">
                <a:latin typeface="Arial"/>
                <a:cs typeface="Arial"/>
              </a:rPr>
              <a:t>]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89050" y="1937588"/>
            <a:ext cx="504190" cy="619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409">
                <a:latin typeface="Lucida Sans Unicode"/>
                <a:cs typeface="Lucida Sans Unicode"/>
              </a:rPr>
              <a:t>−</a:t>
            </a:r>
            <a:r>
              <a:rPr dirty="0" sz="1700" spc="-100">
                <a:latin typeface="Lucida Sans Unicode"/>
                <a:cs typeface="Lucida Sans Unicode"/>
              </a:rPr>
              <a:t>−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6670">
              <a:lnSpc>
                <a:spcPct val="100000"/>
              </a:lnSpc>
              <a:spcBef>
                <a:spcPts val="605"/>
              </a:spcBef>
            </a:pPr>
            <a:r>
              <a:rPr dirty="0" sz="1700" spc="-409">
                <a:latin typeface="Lucida Sans Unicode"/>
                <a:cs typeface="Lucida Sans Unicode"/>
              </a:rPr>
              <a:t>−</a:t>
            </a:r>
            <a:r>
              <a:rPr dirty="0" sz="1700" spc="-100">
                <a:latin typeface="Lucida Sans Unicode"/>
                <a:cs typeface="Lucida Sans Unicode"/>
              </a:rPr>
              <a:t>−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59434" y="2609900"/>
            <a:ext cx="1395730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7224" y="2609900"/>
            <a:ext cx="5049520" cy="942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3664585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10" b="1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Heap</a:t>
            </a:r>
            <a:r>
              <a:rPr dirty="0" sz="1700" spc="25">
                <a:latin typeface="Arial"/>
                <a:cs typeface="Arial"/>
              </a:rPr>
              <a:t>s</a:t>
            </a:r>
            <a:r>
              <a:rPr dirty="0" sz="1700" spc="30">
                <a:latin typeface="Arial"/>
                <a:cs typeface="Arial"/>
              </a:rPr>
              <a:t>ortPar</a:t>
            </a:r>
            <a:r>
              <a:rPr dirty="0" sz="1700" spc="25">
                <a:latin typeface="Arial"/>
                <a:cs typeface="Arial"/>
              </a:rPr>
              <a:t>c</a:t>
            </a:r>
            <a:r>
              <a:rPr dirty="0" sz="1700" spc="30">
                <a:latin typeface="Arial"/>
                <a:cs typeface="Arial"/>
              </a:rPr>
              <a:t>ia</a:t>
            </a:r>
            <a:r>
              <a:rPr dirty="0" sz="1700" spc="160">
                <a:latin typeface="Arial"/>
                <a:cs typeface="Arial"/>
              </a:rPr>
              <a:t>l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254">
                <a:latin typeface="Lucida Sans Unicode"/>
                <a:cs typeface="Lucida Sans Unicode"/>
              </a:rPr>
              <a:t>∗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  <a:p>
            <a:pPr marL="231775" marR="976630" indent="-188595">
              <a:lnSpc>
                <a:spcPct val="129700"/>
              </a:lnSpc>
              <a:tabLst>
                <a:tab pos="1616710" algn="l"/>
                <a:tab pos="248602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 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0">
                <a:latin typeface="Arial"/>
                <a:cs typeface="Arial"/>
              </a:rPr>
              <a:t>q</a:t>
            </a:r>
            <a:r>
              <a:rPr dirty="0" sz="1700" spc="23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45" b="1">
                <a:latin typeface="Arial"/>
                <a:cs typeface="Arial"/>
              </a:rPr>
              <a:t>lon</a:t>
            </a:r>
            <a:r>
              <a:rPr dirty="0" sz="1700" spc="10" b="1">
                <a:latin typeface="Arial"/>
                <a:cs typeface="Arial"/>
              </a:rPr>
              <a:t>g</a:t>
            </a:r>
            <a:r>
              <a:rPr dirty="0" sz="1700" spc="204" b="1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Au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0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68738" y="3618369"/>
            <a:ext cx="2245995" cy="283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328930" algn="l"/>
              </a:tabLst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	</a:t>
            </a:r>
            <a:r>
              <a:rPr dirty="0" sz="1700" spc="85" i="1">
                <a:latin typeface="Arial"/>
                <a:cs typeface="Arial"/>
              </a:rPr>
              <a:t>c</a:t>
            </a:r>
            <a:r>
              <a:rPr dirty="0" sz="1700" spc="90" i="1">
                <a:latin typeface="Arial"/>
                <a:cs typeface="Arial"/>
              </a:rPr>
              <a:t>on</a:t>
            </a:r>
            <a:r>
              <a:rPr dirty="0" sz="1700" spc="85" i="1">
                <a:latin typeface="Arial"/>
                <a:cs typeface="Arial"/>
              </a:rPr>
              <a:t>s</a:t>
            </a:r>
            <a:r>
              <a:rPr dirty="0" sz="1700" spc="85" i="1">
                <a:latin typeface="Arial"/>
                <a:cs typeface="Arial"/>
              </a:rPr>
              <a:t>tro</a:t>
            </a:r>
            <a:r>
              <a:rPr dirty="0" sz="1700" i="1">
                <a:latin typeface="Arial"/>
                <a:cs typeface="Arial"/>
              </a:rPr>
              <a:t>i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80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spc="220" i="1">
                <a:latin typeface="Arial"/>
                <a:cs typeface="Arial"/>
              </a:rPr>
              <a:t> </a:t>
            </a:r>
            <a:r>
              <a:rPr dirty="0" sz="1700" spc="-85" i="1">
                <a:latin typeface="Arial"/>
                <a:cs typeface="Arial"/>
              </a:rPr>
              <a:t>hea</a:t>
            </a:r>
            <a:r>
              <a:rPr dirty="0" sz="1700" spc="10" i="1">
                <a:latin typeface="Arial"/>
                <a:cs typeface="Arial"/>
              </a:rPr>
              <a:t>p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80" i="1">
                <a:latin typeface="Arial"/>
                <a:cs typeface="Arial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23822" y="3541422"/>
            <a:ext cx="1617345" cy="10198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765" marR="5080" indent="-6350">
              <a:lnSpc>
                <a:spcPct val="129700"/>
              </a:lnSpc>
            </a:pPr>
            <a:r>
              <a:rPr dirty="0" sz="1700" spc="45">
                <a:latin typeface="Arial"/>
                <a:cs typeface="Arial"/>
              </a:rPr>
              <a:t>Constro</a:t>
            </a:r>
            <a:r>
              <a:rPr dirty="0" sz="1700" spc="170">
                <a:latin typeface="Arial"/>
                <a:cs typeface="Arial"/>
              </a:rPr>
              <a:t>i</a:t>
            </a:r>
            <a:r>
              <a:rPr dirty="0" sz="1700" spc="35">
                <a:latin typeface="Arial"/>
                <a:cs typeface="Arial"/>
              </a:rPr>
              <a:t>(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20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(</a:t>
            </a:r>
            <a:r>
              <a:rPr dirty="0" sz="1700" spc="-100">
                <a:latin typeface="Arial"/>
                <a:cs typeface="Arial"/>
              </a:rPr>
              <a:t>Au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28496" y="4626838"/>
            <a:ext cx="2779395" cy="2623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50850">
              <a:lnSpc>
                <a:spcPct val="100000"/>
              </a:lnSpc>
              <a:tabLst>
                <a:tab pos="652780" algn="l"/>
                <a:tab pos="258127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160">
                <a:latin typeface="Lucida Sans Unicode"/>
                <a:cs typeface="Lucida Sans Unicode"/>
              </a:rPr>
              <a:t> </a:t>
            </a:r>
            <a:r>
              <a:rPr dirty="0" sz="1700" spc="-35" i="1">
                <a:latin typeface="Arial"/>
                <a:cs typeface="Arial"/>
              </a:rPr>
              <a:t>orden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204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95" i="1">
                <a:latin typeface="Arial"/>
                <a:cs typeface="Arial"/>
              </a:rPr>
              <a:t> </a:t>
            </a:r>
            <a:r>
              <a:rPr dirty="0" sz="1700" spc="70" i="1">
                <a:latin typeface="Arial"/>
                <a:cs typeface="Arial"/>
              </a:rPr>
              <a:t>v</a:t>
            </a:r>
            <a:r>
              <a:rPr dirty="0" sz="1700" spc="75" i="1">
                <a:latin typeface="Arial"/>
                <a:cs typeface="Arial"/>
              </a:rPr>
              <a:t>eto</a:t>
            </a:r>
            <a:r>
              <a:rPr dirty="0" sz="1700" spc="5" i="1">
                <a:latin typeface="Arial"/>
                <a:cs typeface="Arial"/>
              </a:rPr>
              <a:t>r</a:t>
            </a:r>
            <a:r>
              <a:rPr dirty="0" sz="1700" i="1">
                <a:latin typeface="Arial"/>
                <a:cs typeface="Arial"/>
              </a:rPr>
              <a:t>	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636905">
              <a:lnSpc>
                <a:spcPct val="100000"/>
              </a:lnSpc>
              <a:spcBef>
                <a:spcPts val="605"/>
              </a:spcBef>
            </a:pP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18490">
              <a:lnSpc>
                <a:spcPct val="100000"/>
              </a:lnSpc>
              <a:spcBef>
                <a:spcPts val="605"/>
              </a:spcBef>
            </a:pPr>
            <a:r>
              <a:rPr dirty="0" sz="1700" spc="2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9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[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85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-75">
                <a:latin typeface="Lucida Sans Unicode"/>
                <a:cs typeface="Lucida Sans Unicode"/>
              </a:rPr>
              <a:t> </a:t>
            </a:r>
            <a:r>
              <a:rPr dirty="0" sz="1700" spc="-100">
                <a:latin typeface="Arial"/>
                <a:cs typeface="Arial"/>
              </a:rPr>
              <a:t>Au</a:t>
            </a:r>
            <a:r>
              <a:rPr dirty="0" sz="1700" spc="14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31825" marR="123825" indent="-13970">
              <a:lnSpc>
                <a:spcPct val="129700"/>
              </a:lnSpc>
              <a:tabLst>
                <a:tab pos="1824989" algn="l"/>
              </a:tabLst>
            </a:pP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[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85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-75">
                <a:latin typeface="Lucida Sans Unicode"/>
                <a:cs typeface="Lucida Sans Unicode"/>
              </a:rPr>
              <a:t> </a:t>
            </a:r>
            <a:r>
              <a:rPr dirty="0" sz="1700" spc="-100">
                <a:latin typeface="Arial"/>
                <a:cs typeface="Arial"/>
              </a:rPr>
              <a:t>Au</a:t>
            </a:r>
            <a:r>
              <a:rPr dirty="0" sz="1700" spc="8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Di</a:t>
            </a:r>
            <a:r>
              <a:rPr dirty="0" sz="1700" spc="90">
                <a:latin typeface="Arial"/>
                <a:cs typeface="Arial"/>
              </a:rPr>
              <a:t>r</a:t>
            </a:r>
            <a:r>
              <a:rPr dirty="0" sz="1700" spc="-105">
                <a:latin typeface="Lucida Sans Unicode"/>
                <a:cs typeface="Lucida Sans Unicode"/>
              </a:rPr>
              <a:t>−</a:t>
            </a:r>
            <a:r>
              <a:rPr dirty="0" sz="1700" spc="-60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Au</a:t>
            </a:r>
            <a:r>
              <a:rPr dirty="0" sz="1700" spc="-90">
                <a:latin typeface="Arial"/>
                <a:cs typeface="Arial"/>
              </a:rPr>
              <a:t>x</a:t>
            </a:r>
            <a:r>
              <a:rPr dirty="0" sz="1700" spc="1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Refa</a:t>
            </a:r>
            <a:r>
              <a:rPr dirty="0" sz="1700" spc="95">
                <a:latin typeface="Arial"/>
                <a:cs typeface="Arial"/>
              </a:rPr>
              <a:t>z</a:t>
            </a:r>
            <a:r>
              <a:rPr dirty="0" sz="1700" spc="50">
                <a:latin typeface="Arial"/>
                <a:cs typeface="Arial"/>
              </a:rPr>
              <a:t>(</a:t>
            </a:r>
            <a:r>
              <a:rPr dirty="0" sz="1700" spc="-80">
                <a:latin typeface="Arial"/>
                <a:cs typeface="Arial"/>
              </a:rPr>
              <a:t>Es</a:t>
            </a:r>
            <a:r>
              <a:rPr dirty="0" sz="1700" spc="7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75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A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8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001634" cy="31000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l:</a:t>
            </a:r>
            <a:r>
              <a:rPr dirty="0" sz="2450" spc="17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: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p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5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02089" y="4489462"/>
            <a:ext cx="1885950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-160" i="1">
                <a:latin typeface="Arial"/>
                <a:cs typeface="Arial"/>
              </a:rPr>
              <a:t> 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0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35702" y="4009275"/>
            <a:ext cx="219710" cy="446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175">
                <a:latin typeface="Arial"/>
                <a:cs typeface="Arial"/>
              </a:rPr>
              <a:t>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35702" y="4289209"/>
            <a:ext cx="1447800" cy="8877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aseline="32679" sz="2550" spc="-2557">
                <a:latin typeface="Arial"/>
                <a:cs typeface="Arial"/>
              </a:rPr>
              <a:t></a:t>
            </a:r>
            <a:r>
              <a:rPr dirty="0" baseline="16339" sz="2550" spc="-262">
                <a:latin typeface="Arial"/>
                <a:cs typeface="Arial"/>
              </a:rPr>
              <a:t></a:t>
            </a:r>
            <a:r>
              <a:rPr dirty="0" baseline="16339" sz="2550">
                <a:latin typeface="Arial"/>
                <a:cs typeface="Arial"/>
              </a:rPr>
              <a:t> </a:t>
            </a:r>
            <a:r>
              <a:rPr dirty="0" baseline="16339" sz="2550" spc="-127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baseline="31045" sz="2550" spc="-2557">
                <a:latin typeface="Arial"/>
                <a:cs typeface="Arial"/>
              </a:rPr>
              <a:t></a:t>
            </a:r>
            <a:r>
              <a:rPr dirty="0" baseline="13071" sz="2550" spc="-262">
                <a:latin typeface="Arial"/>
                <a:cs typeface="Arial"/>
              </a:rPr>
              <a:t></a:t>
            </a:r>
            <a:r>
              <a:rPr dirty="0" baseline="13071" sz="2550">
                <a:latin typeface="Arial"/>
                <a:cs typeface="Arial"/>
              </a:rPr>
              <a:t> </a:t>
            </a:r>
            <a:r>
              <a:rPr dirty="0" baseline="13071" sz="2550" spc="-127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-160" i="1">
                <a:latin typeface="Arial"/>
                <a:cs typeface="Arial"/>
              </a:rPr>
              <a:t> 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0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76364" y="4289209"/>
            <a:ext cx="808990" cy="788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376555" algn="l"/>
              </a:tabLst>
            </a:pPr>
            <a:r>
              <a:rPr dirty="0" sz="2050" spc="5">
                <a:latin typeface="Times New Roman"/>
                <a:cs typeface="Times New Roman"/>
              </a:rPr>
              <a:t>se</a:t>
            </a:r>
            <a:r>
              <a:rPr dirty="0" sz="2050" spc="5">
                <a:latin typeface="Times New Roman"/>
                <a:cs typeface="Times New Roman"/>
              </a:rPr>
              <a:t>	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endParaRPr sz="20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  <a:tabLst>
                <a:tab pos="376555" algn="l"/>
              </a:tabLst>
            </a:pPr>
            <a:r>
              <a:rPr dirty="0" sz="2050" spc="5">
                <a:latin typeface="Times New Roman"/>
                <a:cs typeface="Times New Roman"/>
              </a:rPr>
              <a:t>se</a:t>
            </a:r>
            <a:r>
              <a:rPr dirty="0" sz="2050" spc="5">
                <a:latin typeface="Times New Roman"/>
                <a:cs typeface="Times New Roman"/>
              </a:rPr>
              <a:t>	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 spc="375" i="1">
                <a:latin typeface="Arial"/>
                <a:cs typeface="Arial"/>
              </a:rPr>
              <a:t>&gt;</a:t>
            </a:r>
            <a:endParaRPr sz="2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54886" y="4274896"/>
            <a:ext cx="414020" cy="8661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ts val="1575"/>
              </a:lnSpc>
              <a:tabLst>
                <a:tab pos="400685" algn="l"/>
              </a:tabLst>
            </a:pPr>
            <a:r>
              <a:rPr dirty="0" sz="1350" spc="5" u="sng">
                <a:latin typeface="Times New Roman"/>
                <a:cs typeface="Times New Roman"/>
              </a:rPr>
              <a:t> </a:t>
            </a:r>
            <a:r>
              <a:rPr dirty="0" sz="1350" spc="5" u="sng">
                <a:latin typeface="Times New Roman"/>
                <a:cs typeface="Times New Roman"/>
              </a:rPr>
              <a:t> </a:t>
            </a:r>
            <a:r>
              <a:rPr dirty="0" sz="1350" spc="45" u="sng">
                <a:latin typeface="Times New Roman"/>
                <a:cs typeface="Times New Roman"/>
              </a:rPr>
              <a:t> </a:t>
            </a:r>
            <a:r>
              <a:rPr dirty="0" sz="1350" spc="145" i="1" u="sng">
                <a:latin typeface="Trebuchet MS"/>
                <a:cs typeface="Trebuchet MS"/>
              </a:rPr>
              <a:t>n</a:t>
            </a:r>
            <a:r>
              <a:rPr dirty="0" sz="1350" i="1" u="sng">
                <a:latin typeface="Trebuchet MS"/>
                <a:cs typeface="Trebuchet MS"/>
              </a:rPr>
              <a:t>	</a:t>
            </a:r>
            <a:endParaRPr sz="1350">
              <a:latin typeface="Trebuchet MS"/>
              <a:cs typeface="Trebuchet MS"/>
            </a:endParaRPr>
          </a:p>
          <a:p>
            <a:pPr marL="16510">
              <a:lnSpc>
                <a:spcPts val="1575"/>
              </a:lnSpc>
            </a:pPr>
            <a:r>
              <a:rPr dirty="0" sz="1350" spc="50">
                <a:latin typeface="PMingLiU"/>
                <a:cs typeface="PMingLiU"/>
              </a:rPr>
              <a:t>l</a:t>
            </a:r>
            <a:r>
              <a:rPr dirty="0" sz="1350" spc="95">
                <a:latin typeface="PMingLiU"/>
                <a:cs typeface="PMingLiU"/>
              </a:rPr>
              <a:t>og</a:t>
            </a:r>
            <a:r>
              <a:rPr dirty="0" sz="1350" spc="-90">
                <a:latin typeface="PMingLiU"/>
                <a:cs typeface="PMingLiU"/>
              </a:rPr>
              <a:t> </a:t>
            </a:r>
            <a:r>
              <a:rPr dirty="0" sz="1350" spc="145" i="1">
                <a:latin typeface="Trebuchet MS"/>
                <a:cs typeface="Trebuchet MS"/>
              </a:rPr>
              <a:t>n</a:t>
            </a:r>
            <a:endParaRPr sz="1350">
              <a:latin typeface="Trebuchet MS"/>
              <a:cs typeface="Trebuchet MS"/>
            </a:endParaRPr>
          </a:p>
          <a:p>
            <a:pPr marL="12700">
              <a:lnSpc>
                <a:spcPts val="1575"/>
              </a:lnSpc>
              <a:spcBef>
                <a:spcPts val="385"/>
              </a:spcBef>
              <a:tabLst>
                <a:tab pos="396240" algn="l"/>
              </a:tabLst>
            </a:pPr>
            <a:r>
              <a:rPr dirty="0" sz="1350" spc="5" u="sng">
                <a:latin typeface="Times New Roman"/>
                <a:cs typeface="Times New Roman"/>
              </a:rPr>
              <a:t> </a:t>
            </a:r>
            <a:r>
              <a:rPr dirty="0" sz="1350" spc="5" u="sng">
                <a:latin typeface="Times New Roman"/>
                <a:cs typeface="Times New Roman"/>
              </a:rPr>
              <a:t> </a:t>
            </a:r>
            <a:r>
              <a:rPr dirty="0" sz="1350" spc="45" u="sng">
                <a:latin typeface="Times New Roman"/>
                <a:cs typeface="Times New Roman"/>
              </a:rPr>
              <a:t> </a:t>
            </a:r>
            <a:r>
              <a:rPr dirty="0" sz="1350" spc="145" i="1" u="sng">
                <a:latin typeface="Trebuchet MS"/>
                <a:cs typeface="Trebuchet MS"/>
              </a:rPr>
              <a:t>n</a:t>
            </a:r>
            <a:r>
              <a:rPr dirty="0" sz="1350" i="1" u="sng">
                <a:latin typeface="Trebuchet MS"/>
                <a:cs typeface="Trebuchet MS"/>
              </a:rPr>
              <a:t>	</a:t>
            </a:r>
            <a:endParaRPr sz="1350">
              <a:latin typeface="Trebuchet MS"/>
              <a:cs typeface="Trebuchet MS"/>
            </a:endParaRPr>
          </a:p>
          <a:p>
            <a:pPr marL="12700">
              <a:lnSpc>
                <a:spcPts val="1575"/>
              </a:lnSpc>
            </a:pPr>
            <a:r>
              <a:rPr dirty="0" sz="1350" spc="50">
                <a:latin typeface="PMingLiU"/>
                <a:cs typeface="PMingLiU"/>
              </a:rPr>
              <a:t>l</a:t>
            </a:r>
            <a:r>
              <a:rPr dirty="0" sz="1350" spc="95">
                <a:latin typeface="PMingLiU"/>
                <a:cs typeface="PMingLiU"/>
              </a:rPr>
              <a:t>og</a:t>
            </a:r>
            <a:r>
              <a:rPr dirty="0" sz="1350" spc="-90">
                <a:latin typeface="PMingLiU"/>
                <a:cs typeface="PMingLiU"/>
              </a:rPr>
              <a:t> </a:t>
            </a:r>
            <a:r>
              <a:rPr dirty="0" sz="1350" spc="145" i="1">
                <a:latin typeface="Trebuchet MS"/>
                <a:cs typeface="Trebuchet MS"/>
              </a:rPr>
              <a:t>n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8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45830" cy="42062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918844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Assim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c</a:t>
            </a:r>
            <a:r>
              <a:rPr dirty="0" sz="2050" spc="5">
                <a:latin typeface="Arial"/>
                <a:cs typeface="Arial"/>
              </a:rPr>
              <a:t>ks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c</a:t>
            </a:r>
            <a:r>
              <a:rPr dirty="0" sz="2050" spc="5">
                <a:latin typeface="Arial"/>
                <a:cs typeface="Arial"/>
              </a:rPr>
              <a:t>ks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352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78994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Assim,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c</a:t>
            </a:r>
            <a:r>
              <a:rPr dirty="0" sz="2050" spc="5">
                <a:latin typeface="Arial"/>
                <a:cs typeface="Arial"/>
              </a:rPr>
              <a:t>ks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vi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8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2599690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411524" y="1391742"/>
            <a:ext cx="3937000" cy="0"/>
          </a:xfrm>
          <a:custGeom>
            <a:avLst/>
            <a:gdLst/>
            <a:ahLst/>
            <a:cxnLst/>
            <a:rect l="l" t="t" r="r" b="b"/>
            <a:pathLst>
              <a:path w="3937000" h="0">
                <a:moveTo>
                  <a:pt x="0" y="0"/>
                </a:moveTo>
                <a:lnTo>
                  <a:pt x="3936834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415919" y="1391678"/>
            <a:ext cx="0" cy="2369185"/>
          </a:xfrm>
          <a:custGeom>
            <a:avLst/>
            <a:gdLst/>
            <a:ahLst/>
            <a:cxnLst/>
            <a:rect l="l" t="t" r="r" b="b"/>
            <a:pathLst>
              <a:path w="0" h="2369185">
                <a:moveTo>
                  <a:pt x="0" y="236898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344067" y="1391678"/>
            <a:ext cx="0" cy="2369185"/>
          </a:xfrm>
          <a:custGeom>
            <a:avLst/>
            <a:gdLst/>
            <a:ahLst/>
            <a:cxnLst/>
            <a:rect l="l" t="t" r="r" b="b"/>
            <a:pathLst>
              <a:path w="0" h="2369185">
                <a:moveTo>
                  <a:pt x="0" y="236898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411524" y="3760609"/>
            <a:ext cx="3937000" cy="0"/>
          </a:xfrm>
          <a:custGeom>
            <a:avLst/>
            <a:gdLst/>
            <a:ahLst/>
            <a:cxnLst/>
            <a:rect l="l" t="t" r="r" b="b"/>
            <a:pathLst>
              <a:path w="3937000" h="0">
                <a:moveTo>
                  <a:pt x="0" y="0"/>
                </a:moveTo>
                <a:lnTo>
                  <a:pt x="3936834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232725" y="4095610"/>
            <a:ext cx="8249920" cy="3176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63525" indent="-250825">
              <a:lnSpc>
                <a:spcPct val="100000"/>
              </a:lnSpc>
              <a:buFont typeface="Lucida Sans Unicode"/>
              <a:buChar char="•"/>
              <a:tabLst>
                <a:tab pos="264160" algn="l"/>
              </a:tabLst>
            </a:pPr>
            <a:r>
              <a:rPr dirty="0" sz="1850" spc="2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ide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50">
                <a:latin typeface="Palatino Linotype"/>
                <a:cs typeface="Palatino Linotype"/>
              </a:rPr>
              <a:t>k</a:t>
            </a:r>
            <a:r>
              <a:rPr dirty="0" sz="1850" spc="120">
                <a:latin typeface="Palatino Linotype"/>
                <a:cs typeface="Palatino Linotyp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=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-229">
                <a:latin typeface="Lucida Sans Unicode"/>
                <a:cs typeface="Lucida Sans Unicode"/>
              </a:rPr>
              <a:t>3</a:t>
            </a:r>
            <a:r>
              <a:rPr dirty="0" sz="1850" spc="-65">
                <a:latin typeface="Lucida Sans Unicode"/>
                <a:cs typeface="Lucida Sans Unicode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5">
                <a:latin typeface="Arial"/>
                <a:cs typeface="Arial"/>
              </a:rPr>
              <a:t>D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pi</a:t>
            </a:r>
            <a:r>
              <a:rPr dirty="0" sz="1850" spc="10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ô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ge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linhas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2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3.</a:t>
            </a:r>
            <a:endParaRPr sz="1850">
              <a:latin typeface="Arial"/>
              <a:cs typeface="Arial"/>
            </a:endParaRPr>
          </a:p>
          <a:p>
            <a:pPr marL="263525" indent="-250825">
              <a:lnSpc>
                <a:spcPct val="100000"/>
              </a:lnSpc>
              <a:spcBef>
                <a:spcPts val="1540"/>
              </a:spcBef>
              <a:buFont typeface="Lucida Sans Unicode"/>
              <a:buChar char="•"/>
              <a:tabLst>
                <a:tab pos="264160" algn="l"/>
              </a:tabLst>
            </a:pPr>
            <a:r>
              <a:rPr dirty="0" sz="1850" spc="20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à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da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ém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ens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à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di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ei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0">
                <a:latin typeface="Arial"/>
                <a:cs typeface="Arial"/>
              </a:rPr>
              <a:t>a,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qua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en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263525" indent="-250825">
              <a:lnSpc>
                <a:spcPct val="100000"/>
              </a:lnSpc>
              <a:spcBef>
                <a:spcPts val="1545"/>
              </a:spcBef>
              <a:buFont typeface="Lucida Sans Unicode"/>
              <a:buChar char="•"/>
              <a:tabLst>
                <a:tab pos="264160" algn="l"/>
              </a:tabLst>
            </a:pPr>
            <a:r>
              <a:rPr dirty="0" sz="1850" spc="20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à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da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ém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menos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50">
                <a:latin typeface="Palatino Linotype"/>
                <a:cs typeface="Palatino Linotype"/>
              </a:rPr>
              <a:t>k</a:t>
            </a:r>
            <a:r>
              <a:rPr dirty="0" sz="1850" spc="120">
                <a:latin typeface="Palatino Linotype"/>
                <a:cs typeface="Palatino Linotype"/>
              </a:rPr>
              <a:t> 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en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263525" indent="-250825">
              <a:lnSpc>
                <a:spcPct val="100000"/>
              </a:lnSpc>
              <a:spcBef>
                <a:spcPts val="1540"/>
              </a:spcBef>
              <a:buFont typeface="Lucida Sans Unicode"/>
              <a:buChar char="•"/>
              <a:tabLst>
                <a:tab pos="264160" algn="l"/>
              </a:tabLst>
            </a:pPr>
            <a:r>
              <a:rPr dirty="0" sz="1850" spc="15">
                <a:latin typeface="Arial"/>
                <a:cs typeface="Arial"/>
              </a:rPr>
              <a:t>Log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di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ei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pode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er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abandonada.</a:t>
            </a:r>
            <a:endParaRPr sz="1850">
              <a:latin typeface="Arial"/>
              <a:cs typeface="Arial"/>
            </a:endParaRPr>
          </a:p>
          <a:p>
            <a:pPr marL="263525" indent="-250825">
              <a:lnSpc>
                <a:spcPct val="100000"/>
              </a:lnSpc>
              <a:spcBef>
                <a:spcPts val="1540"/>
              </a:spcBef>
              <a:buFont typeface="Lucida Sans Unicode"/>
              <a:buChar char="•"/>
              <a:tabLst>
                <a:tab pos="264160" algn="l"/>
              </a:tabLst>
            </a:pPr>
            <a:r>
              <a:rPr dirty="0" sz="1850" spc="2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ide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pi</a:t>
            </a:r>
            <a:r>
              <a:rPr dirty="0" sz="1850" spc="10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ô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linha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3.</a:t>
            </a:r>
            <a:endParaRPr sz="1850">
              <a:latin typeface="Arial"/>
              <a:cs typeface="Arial"/>
            </a:endParaRPr>
          </a:p>
          <a:p>
            <a:pPr marL="263525" indent="-250825">
              <a:lnSpc>
                <a:spcPct val="100000"/>
              </a:lnSpc>
              <a:spcBef>
                <a:spcPts val="1545"/>
              </a:spcBef>
              <a:buFont typeface="Lucida Sans Unicode"/>
              <a:buChar char="•"/>
              <a:tabLst>
                <a:tab pos="264160" algn="l"/>
              </a:tabLst>
            </a:pPr>
            <a:r>
              <a:rPr dirty="0" sz="1850" spc="20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à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da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ém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ês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ens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à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di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ei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ambém.</a:t>
            </a:r>
            <a:endParaRPr sz="1850">
              <a:latin typeface="Arial"/>
              <a:cs typeface="Arial"/>
            </a:endParaRPr>
          </a:p>
          <a:p>
            <a:pPr marL="263525" indent="-250825">
              <a:lnSpc>
                <a:spcPct val="100000"/>
              </a:lnSpc>
              <a:spcBef>
                <a:spcPts val="1540"/>
              </a:spcBef>
              <a:buFont typeface="Lucida Sans Unicode"/>
              <a:buChar char="•"/>
              <a:tabLst>
                <a:tab pos="264160" algn="l"/>
              </a:tabLst>
            </a:pPr>
            <a:r>
              <a:rPr dirty="0" sz="1850" spc="20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im,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à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di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ei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pode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abandonada.</a:t>
            </a:r>
            <a:endParaRPr sz="18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638587" y="1452496"/>
          <a:ext cx="3482975" cy="2252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9657"/>
                <a:gridCol w="388818"/>
                <a:gridCol w="388675"/>
                <a:gridCol w="388619"/>
                <a:gridCol w="388617"/>
                <a:gridCol w="388677"/>
                <a:gridCol w="279738"/>
              </a:tblGrid>
              <a:tr h="290285">
                <a:tc>
                  <a:txBody>
                    <a:bodyPr/>
                    <a:lstStyle/>
                    <a:p>
                      <a:pPr/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1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2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3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4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5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6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8112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350" spc="-5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dirty="0" sz="1350" spc="-3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350" spc="-25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dirty="0" sz="1350" spc="-5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35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3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50" spc="-5">
                          <a:latin typeface="Times New Roman"/>
                          <a:cs typeface="Times New Roman"/>
                        </a:rPr>
                        <a:t>iniciais</a:t>
                      </a:r>
                      <a:r>
                        <a:rPr dirty="0" sz="1350">
                          <a:latin typeface="Times New Roman"/>
                          <a:cs typeface="Times New Roman"/>
                        </a:rPr>
                        <a:t>: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O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R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D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E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N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A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8606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1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A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50" b="1" i="1">
                          <a:latin typeface="Arial"/>
                          <a:cs typeface="Arial"/>
                        </a:rPr>
                        <a:t>D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R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E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N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O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8663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2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50" b="1" i="1">
                          <a:latin typeface="Arial"/>
                          <a:cs typeface="Arial"/>
                        </a:rPr>
                        <a:t>A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D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8606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3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50" b="1" i="1">
                          <a:latin typeface="Arial"/>
                          <a:cs typeface="Arial"/>
                        </a:rPr>
                        <a:t>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R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N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O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8606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4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50" b="1" i="1">
                          <a:latin typeface="Arial"/>
                          <a:cs typeface="Arial"/>
                        </a:rPr>
                        <a:t>N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R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O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9156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5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O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50" b="1" i="1">
                          <a:latin typeface="Arial"/>
                          <a:cs typeface="Arial"/>
                        </a:rPr>
                        <a:t>R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90285">
                <a:tc>
                  <a:txBody>
                    <a:bodyPr/>
                    <a:lstStyle/>
                    <a:p>
                      <a:pPr/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A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D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E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N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O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R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8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7512050" cy="4155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700655" algn="l"/>
                <a:tab pos="4414520" algn="l"/>
                <a:tab pos="6129020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35" b="1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Orden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150">
                <a:latin typeface="Arial"/>
                <a:cs typeface="Arial"/>
              </a:rPr>
              <a:t>(</a:t>
            </a:r>
            <a:r>
              <a:rPr dirty="0" sz="1700" spc="20">
                <a:latin typeface="Arial"/>
                <a:cs typeface="Arial"/>
              </a:rPr>
              <a:t>TipoVeto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Es</a:t>
            </a:r>
            <a:r>
              <a:rPr dirty="0" sz="1700" spc="7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1428750" algn="l"/>
                <a:tab pos="175958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 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6854">
              <a:lnSpc>
                <a:spcPct val="100000"/>
              </a:lnSpc>
              <a:spcBef>
                <a:spcPts val="675"/>
              </a:spcBef>
              <a:tabLst>
                <a:tab pos="2060575" algn="l"/>
              </a:tabLst>
            </a:pPr>
            <a:r>
              <a:rPr dirty="0" sz="1700" spc="50">
                <a:latin typeface="Arial"/>
                <a:cs typeface="Arial"/>
              </a:rPr>
              <a:t>Partica</a:t>
            </a:r>
            <a:r>
              <a:rPr dirty="0" sz="1700" spc="185">
                <a:latin typeface="Arial"/>
                <a:cs typeface="Arial"/>
              </a:rPr>
              <a:t>o</a:t>
            </a:r>
            <a:r>
              <a:rPr dirty="0" sz="1700" spc="35">
                <a:latin typeface="Arial"/>
                <a:cs typeface="Arial"/>
              </a:rPr>
              <a:t>(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Es</a:t>
            </a:r>
            <a:r>
              <a:rPr dirty="0" sz="1700" spc="7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75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&amp;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&amp;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75"/>
              </a:spcBef>
              <a:tabLst>
                <a:tab pos="559435" algn="l"/>
                <a:tab pos="3130550" algn="l"/>
                <a:tab pos="582104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-75">
                <a:latin typeface="Lucida Sans Unicode"/>
                <a:cs typeface="Lucida Sans Unicode"/>
              </a:rPr>
              <a:t> 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0">
                <a:latin typeface="Arial"/>
                <a:cs typeface="Arial"/>
              </a:rPr>
              <a:t>q</a:t>
            </a:r>
            <a:r>
              <a:rPr dirty="0" sz="1700" spc="100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220">
                <a:latin typeface="Lucida Sans Unicode"/>
                <a:cs typeface="Lucida Sans Unicode"/>
              </a:rPr>
              <a:t> </a:t>
            </a:r>
            <a:r>
              <a:rPr dirty="0" sz="1700" spc="145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105">
                <a:latin typeface="Arial"/>
                <a:cs typeface="Arial"/>
              </a:rPr>
              <a:t>(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0">
                <a:latin typeface="Arial"/>
                <a:cs typeface="Arial"/>
              </a:rPr>
              <a:t>q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Orden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35">
                <a:latin typeface="Arial"/>
                <a:cs typeface="Arial"/>
              </a:rPr>
              <a:t>(</a:t>
            </a:r>
            <a:r>
              <a:rPr dirty="0" sz="1700" spc="5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Es</a:t>
            </a:r>
            <a:r>
              <a:rPr dirty="0" sz="1700" spc="7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75"/>
              </a:spcBef>
              <a:tabLst>
                <a:tab pos="559435" algn="l"/>
                <a:tab pos="3249930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105">
                <a:latin typeface="Arial"/>
                <a:cs typeface="Arial"/>
              </a:rPr>
              <a:t>(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0">
                <a:latin typeface="Arial"/>
                <a:cs typeface="Arial"/>
              </a:rPr>
              <a:t>q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Orden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35">
                <a:latin typeface="Arial"/>
                <a:cs typeface="Arial"/>
              </a:rPr>
              <a:t>(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Es</a:t>
            </a:r>
            <a:r>
              <a:rPr dirty="0" sz="1700" spc="7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210">
                <a:latin typeface="Arial"/>
                <a:cs typeface="Arial"/>
              </a:rPr>
              <a:t>k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75"/>
              </a:spcBef>
              <a:tabLst>
                <a:tab pos="559435" algn="l"/>
                <a:tab pos="870585" algn="l"/>
                <a:tab pos="2714625" algn="l"/>
                <a:tab pos="302450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Orden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35">
                <a:latin typeface="Arial"/>
                <a:cs typeface="Arial"/>
              </a:rPr>
              <a:t>(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75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210">
                <a:latin typeface="Arial"/>
                <a:cs typeface="Arial"/>
              </a:rPr>
              <a:t>k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3771900" algn="l"/>
                <a:tab pos="5271770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0" b="1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Q</a:t>
            </a:r>
            <a:r>
              <a:rPr dirty="0" sz="1700" spc="45">
                <a:latin typeface="Arial"/>
                <a:cs typeface="Arial"/>
              </a:rPr>
              <a:t>ui</a:t>
            </a:r>
            <a:r>
              <a:rPr dirty="0" sz="1700" spc="45">
                <a:latin typeface="Arial"/>
                <a:cs typeface="Arial"/>
              </a:rPr>
              <a:t>ckS</a:t>
            </a:r>
            <a:r>
              <a:rPr dirty="0" sz="1700" spc="50">
                <a:latin typeface="Arial"/>
                <a:cs typeface="Arial"/>
              </a:rPr>
              <a:t>o</a:t>
            </a:r>
            <a:r>
              <a:rPr dirty="0" sz="1700" spc="40">
                <a:latin typeface="Arial"/>
                <a:cs typeface="Arial"/>
              </a:rPr>
              <a:t>rtP</a:t>
            </a:r>
            <a:r>
              <a:rPr dirty="0" sz="1700" spc="50">
                <a:latin typeface="Arial"/>
                <a:cs typeface="Arial"/>
              </a:rPr>
              <a:t>a</a:t>
            </a:r>
            <a:r>
              <a:rPr dirty="0" sz="1700" spc="40">
                <a:latin typeface="Arial"/>
                <a:cs typeface="Arial"/>
              </a:rPr>
              <a:t>rc</a:t>
            </a:r>
            <a:r>
              <a:rPr dirty="0" sz="1700" spc="45">
                <a:latin typeface="Arial"/>
                <a:cs typeface="Arial"/>
              </a:rPr>
              <a:t>ia</a:t>
            </a:r>
            <a:r>
              <a:rPr dirty="0" sz="1700" spc="175">
                <a:latin typeface="Arial"/>
                <a:cs typeface="Arial"/>
              </a:rPr>
              <a:t>l</a:t>
            </a:r>
            <a:r>
              <a:rPr dirty="0" sz="1700" spc="150">
                <a:latin typeface="Arial"/>
                <a:cs typeface="Arial"/>
              </a:rPr>
              <a:t>(</a:t>
            </a:r>
            <a:r>
              <a:rPr dirty="0" sz="1700" spc="20">
                <a:latin typeface="Arial"/>
                <a:cs typeface="Arial"/>
              </a:rPr>
              <a:t>TipoVeto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Orden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35">
                <a:latin typeface="Arial"/>
                <a:cs typeface="Arial"/>
              </a:rPr>
              <a:t>(</a:t>
            </a:r>
            <a:r>
              <a:rPr dirty="0" sz="1700" spc="-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9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6755130" cy="27260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l:</a:t>
            </a:r>
            <a:r>
              <a:rPr dirty="0" sz="2450" spc="17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: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lise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c</a:t>
            </a:r>
            <a:r>
              <a:rPr dirty="0" sz="2050" spc="5">
                <a:latin typeface="Arial"/>
                <a:cs typeface="Arial"/>
              </a:rPr>
              <a:t>ks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cil.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iv</a:t>
            </a:r>
            <a:r>
              <a:rPr dirty="0" sz="2050">
                <a:latin typeface="Arial"/>
                <a:cs typeface="Arial"/>
              </a:rPr>
              <a:t>ô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-160" i="1">
                <a:latin typeface="Arial"/>
                <a:cs typeface="Arial"/>
              </a:rPr>
              <a:t> 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5">
                <a:latin typeface="Georgia"/>
                <a:cs typeface="Georgia"/>
              </a:rPr>
              <a:t> 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Ou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5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9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838390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(1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182678" y="1473853"/>
          <a:ext cx="6350635" cy="4758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2194"/>
                <a:gridCol w="903084"/>
                <a:gridCol w="1013142"/>
                <a:gridCol w="941959"/>
                <a:gridCol w="1039088"/>
                <a:gridCol w="987666"/>
              </a:tblGrid>
              <a:tr h="302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Sele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ç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ão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Qui</a:t>
                      </a:r>
                      <a:r>
                        <a:rPr dirty="0" sz="1350" spc="-30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ks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350" spc="5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 spc="-5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er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ç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ão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 spc="-5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er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ç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ão2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Heap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350" spc="5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2480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1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0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14508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1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1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8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8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2480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2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0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4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94093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2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1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14520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2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2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2467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3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0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3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9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94093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3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1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4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6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94093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3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2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14520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3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3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15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3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4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2467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5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0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5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94093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5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1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5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4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94093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5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2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67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4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8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94093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5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3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304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94093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5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4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1445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33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43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14508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5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5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Lucida Sans Unicode"/>
                          <a:cs typeface="Lucida Sans Unicode"/>
                        </a:rPr>
                        <a:t>∞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Lucida Sans Unicode"/>
                          <a:cs typeface="Lucida Sans Unicode"/>
                        </a:rPr>
                        <a:t>∞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Lucida Sans Unicode"/>
                          <a:cs typeface="Lucida Sans Unicode"/>
                        </a:rPr>
                        <a:t>∞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9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838390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(2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182678" y="1473853"/>
          <a:ext cx="6350635" cy="4740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2194"/>
                <a:gridCol w="903084"/>
                <a:gridCol w="1013142"/>
                <a:gridCol w="941959"/>
                <a:gridCol w="1039088"/>
                <a:gridCol w="987666"/>
              </a:tblGrid>
              <a:tr h="302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Sele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ç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ão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Qui</a:t>
                      </a:r>
                      <a:r>
                        <a:rPr dirty="0" sz="1350" spc="-30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ks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350" spc="5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 spc="-5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er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ç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ão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 spc="-5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er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ç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ão2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Heap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350" spc="5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2480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6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0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3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8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94208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6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1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6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7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94093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6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2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83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3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6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94093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6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3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690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5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94093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6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4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Lucida Sans Unicode"/>
                          <a:cs typeface="Lucida Sans Unicode"/>
                        </a:rPr>
                        <a:t>∞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6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94093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6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5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Lucida Sans Unicode"/>
                          <a:cs typeface="Lucida Sans Unicode"/>
                        </a:rPr>
                        <a:t>∞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Lucida Sans Unicode"/>
                          <a:cs typeface="Lucida Sans Unicode"/>
                        </a:rPr>
                        <a:t>∞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Lucida Sans Unicode"/>
                          <a:cs typeface="Lucida Sans Unicode"/>
                        </a:rPr>
                        <a:t>∞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14520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6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6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Lucida Sans Unicode"/>
                          <a:cs typeface="Lucida Sans Unicode"/>
                        </a:rPr>
                        <a:t>∞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Lucida Sans Unicode"/>
                          <a:cs typeface="Lucida Sans Unicode"/>
                        </a:rPr>
                        <a:t>∞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Lucida Sans Unicode"/>
                          <a:cs typeface="Lucida Sans Unicode"/>
                        </a:rPr>
                        <a:t>∞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8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2467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7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0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3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7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94093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7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1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8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6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94093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7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2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82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6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8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94093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7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3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Lucida Sans Unicode"/>
                          <a:cs typeface="Lucida Sans Unicode"/>
                        </a:rPr>
                        <a:t>∞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3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6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94093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7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4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Lucida Sans Unicode"/>
                          <a:cs typeface="Lucida Sans Unicode"/>
                        </a:rPr>
                        <a:t>∞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94093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7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5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Lucida Sans Unicode"/>
                          <a:cs typeface="Lucida Sans Unicode"/>
                        </a:rPr>
                        <a:t>∞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Lucida Sans Unicode"/>
                          <a:cs typeface="Lucida Sans Unicode"/>
                        </a:rPr>
                        <a:t>∞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Lucida Sans Unicode"/>
                          <a:cs typeface="Lucida Sans Unicode"/>
                        </a:rPr>
                        <a:t>∞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94093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7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6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Lucida Sans Unicode"/>
                          <a:cs typeface="Lucida Sans Unicode"/>
                        </a:rPr>
                        <a:t>∞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Lucida Sans Unicode"/>
                          <a:cs typeface="Lucida Sans Unicode"/>
                        </a:rPr>
                        <a:t>∞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Lucida Sans Unicode"/>
                          <a:cs typeface="Lucida Sans Unicode"/>
                        </a:rPr>
                        <a:t>∞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14508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7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   </a:t>
                      </a:r>
                      <a:r>
                        <a:rPr dirty="0" baseline="27777" sz="1500" spc="22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50" spc="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:</a:t>
                      </a:r>
                      <a:r>
                        <a:rPr dirty="0" sz="1350" spc="5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Cambria"/>
                          <a:cs typeface="Cambria"/>
                        </a:rPr>
                        <a:t>7</a:t>
                      </a:r>
                      <a:endParaRPr baseline="27777" sz="15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Lucida Sans Unicode"/>
                          <a:cs typeface="Lucida Sans Unicode"/>
                        </a:rPr>
                        <a:t>∞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Lucida Sans Unicode"/>
                          <a:cs typeface="Lucida Sans Unicode"/>
                        </a:rPr>
                        <a:t>∞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Lucida Sans Unicode"/>
                          <a:cs typeface="Lucida Sans Unicode"/>
                        </a:rPr>
                        <a:t>∞</a:t>
                      </a:r>
                      <a:endParaRPr sz="13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9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08390" cy="4741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349885">
              <a:lnSpc>
                <a:spcPct val="100000"/>
              </a:lnSpc>
              <a:buAutoNum type="arabicPeriod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 spc="-5">
                <a:latin typeface="Arial"/>
                <a:cs typeface="Arial"/>
              </a:rPr>
              <a:t>.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  <a:p>
            <a:pPr marL="484505" indent="-349885">
              <a:lnSpc>
                <a:spcPct val="100000"/>
              </a:lnSpc>
              <a:spcBef>
                <a:spcPts val="1889"/>
              </a:spcBef>
              <a:buAutoNum type="arabicPeriod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c</a:t>
            </a:r>
            <a:r>
              <a:rPr dirty="0" sz="2050" spc="5">
                <a:latin typeface="Arial"/>
                <a:cs typeface="Arial"/>
              </a:rPr>
              <a:t>ks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Arial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marL="484505" indent="-349885">
              <a:lnSpc>
                <a:spcPct val="100000"/>
              </a:lnSpc>
              <a:buAutoNum type="arabicPeriod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c</a:t>
            </a:r>
            <a:r>
              <a:rPr dirty="0" sz="2050" spc="5">
                <a:latin typeface="Arial"/>
                <a:cs typeface="Arial"/>
              </a:rPr>
              <a:t>ks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349885">
              <a:lnSpc>
                <a:spcPct val="100000"/>
              </a:lnSpc>
              <a:spcBef>
                <a:spcPts val="1889"/>
              </a:spcBef>
              <a:buAutoNum type="arabicPeriod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im.</a:t>
            </a:r>
            <a:endParaRPr sz="2050">
              <a:latin typeface="Arial"/>
              <a:cs typeface="Arial"/>
            </a:endParaRPr>
          </a:p>
          <a:p>
            <a:pPr marL="484505" indent="-349885">
              <a:lnSpc>
                <a:spcPct val="100000"/>
              </a:lnSpc>
              <a:spcBef>
                <a:spcPts val="1890"/>
              </a:spcBef>
              <a:buAutoNum type="arabicPeriod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c</a:t>
            </a:r>
            <a:r>
              <a:rPr dirty="0" sz="2050" spc="5">
                <a:latin typeface="Arial"/>
                <a:cs typeface="Arial"/>
              </a:rPr>
              <a:t>ks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  <a:p>
            <a:pPr marL="484505" marR="1424305" indent="-349885">
              <a:lnSpc>
                <a:spcPct val="119700"/>
              </a:lnSpc>
              <a:spcBef>
                <a:spcPts val="1405"/>
              </a:spcBef>
              <a:buAutoNum type="arabicPeriod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c</a:t>
            </a:r>
            <a:r>
              <a:rPr dirty="0" sz="2050" spc="5">
                <a:latin typeface="Arial"/>
                <a:cs typeface="Arial"/>
              </a:rPr>
              <a:t>ks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Arial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marL="484505" indent="-349885">
              <a:lnSpc>
                <a:spcPct val="100000"/>
              </a:lnSpc>
              <a:buAutoNum type="arabicPeriod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9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365490" cy="2905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mpo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5151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9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368665" cy="2905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4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95" i="1">
                <a:latin typeface="Arial"/>
                <a:cs typeface="Arial"/>
              </a:rPr>
              <a:t>k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7020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9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388556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4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355723" y="1801444"/>
            <a:ext cx="152400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20">
                <a:latin typeface="Times New Roman"/>
                <a:cs typeface="Times New Roman"/>
              </a:rPr>
              <a:t>A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34555" y="2498140"/>
            <a:ext cx="1506855" cy="5670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06680">
              <a:lnSpc>
                <a:spcPct val="100000"/>
              </a:lnSpc>
            </a:pPr>
            <a:r>
              <a:rPr dirty="0" sz="1350" spc="10">
                <a:latin typeface="Times New Roman"/>
                <a:cs typeface="Times New Roman"/>
              </a:rPr>
              <a:t>(c)</a:t>
            </a:r>
            <a:endParaRPr sz="13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20"/>
              </a:spcBef>
            </a:pPr>
            <a:r>
              <a:rPr dirty="0" sz="1350" spc="15">
                <a:latin typeface="Times New Roman"/>
                <a:cs typeface="Times New Roman"/>
              </a:rPr>
              <a:t>1</a:t>
            </a:r>
            <a:r>
              <a:rPr dirty="0" sz="1350" spc="15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2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3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4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5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6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7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8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54312" y="1602371"/>
            <a:ext cx="1506855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5">
                <a:latin typeface="Times New Roman"/>
                <a:cs typeface="Times New Roman"/>
              </a:rPr>
              <a:t>1</a:t>
            </a:r>
            <a:r>
              <a:rPr dirty="0" sz="1350" spc="15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2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3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4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5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6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7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8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55723" y="2249322"/>
            <a:ext cx="142875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20">
                <a:latin typeface="Times New Roman"/>
                <a:cs typeface="Times New Roman"/>
              </a:rPr>
              <a:t>C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55723" y="3045561"/>
            <a:ext cx="142875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20">
                <a:latin typeface="Times New Roman"/>
                <a:cs typeface="Times New Roman"/>
              </a:rPr>
              <a:t>B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55723" y="3493439"/>
            <a:ext cx="142875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20">
                <a:latin typeface="Times New Roman"/>
                <a:cs typeface="Times New Roman"/>
              </a:rPr>
              <a:t>C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54312" y="2050262"/>
            <a:ext cx="1506855" cy="19107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5">
                <a:latin typeface="Times New Roman"/>
                <a:cs typeface="Times New Roman"/>
              </a:rPr>
              <a:t>0</a:t>
            </a:r>
            <a:r>
              <a:rPr dirty="0" sz="1350" spc="15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1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2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3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4</a:t>
            </a: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"/>
              </a:spcBef>
            </a:pPr>
            <a:endParaRPr sz="1650">
              <a:latin typeface="Times New Roman"/>
              <a:cs typeface="Times New Roman"/>
            </a:endParaRPr>
          </a:p>
          <a:p>
            <a:pPr algn="ctr" marL="6985">
              <a:lnSpc>
                <a:spcPct val="100000"/>
              </a:lnSpc>
            </a:pPr>
            <a:r>
              <a:rPr dirty="0" sz="1350" spc="10">
                <a:latin typeface="Times New Roman"/>
                <a:cs typeface="Times New Roman"/>
              </a:rPr>
              <a:t>(a)</a:t>
            </a:r>
            <a:endParaRPr sz="13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20"/>
              </a:spcBef>
            </a:pPr>
            <a:r>
              <a:rPr dirty="0" sz="1350" spc="15">
                <a:latin typeface="Times New Roman"/>
                <a:cs typeface="Times New Roman"/>
              </a:rPr>
              <a:t>1</a:t>
            </a:r>
            <a:r>
              <a:rPr dirty="0" sz="1350" spc="15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2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3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4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5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6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7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8</a:t>
            </a: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50" spc="15">
                <a:latin typeface="Times New Roman"/>
                <a:cs typeface="Times New Roman"/>
              </a:rPr>
              <a:t>0</a:t>
            </a:r>
            <a:r>
              <a:rPr dirty="0" sz="1350" spc="15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1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2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3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4</a:t>
            </a: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"/>
              </a:spcBef>
            </a:pPr>
            <a:endParaRPr sz="1650">
              <a:latin typeface="Times New Roman"/>
              <a:cs typeface="Times New Roman"/>
            </a:endParaRPr>
          </a:p>
          <a:p>
            <a:pPr algn="ctr" marL="17145">
              <a:lnSpc>
                <a:spcPct val="100000"/>
              </a:lnSpc>
            </a:pPr>
            <a:r>
              <a:rPr dirty="0" sz="1350" spc="10">
                <a:latin typeface="Times New Roman"/>
                <a:cs typeface="Times New Roman"/>
              </a:rPr>
              <a:t>(d)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44440" y="2050250"/>
            <a:ext cx="909955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5">
                <a:latin typeface="Times New Roman"/>
                <a:cs typeface="Times New Roman"/>
              </a:rPr>
              <a:t>0</a:t>
            </a:r>
            <a:r>
              <a:rPr dirty="0" sz="1350" spc="15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1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2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3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4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44440" y="2498140"/>
            <a:ext cx="1506855" cy="14630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R="472440">
              <a:lnSpc>
                <a:spcPct val="100000"/>
              </a:lnSpc>
            </a:pPr>
            <a:r>
              <a:rPr dirty="0" sz="1350" spc="10">
                <a:latin typeface="Times New Roman"/>
                <a:cs typeface="Times New Roman"/>
              </a:rPr>
              <a:t>(b)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350" spc="15">
                <a:latin typeface="Times New Roman"/>
                <a:cs typeface="Times New Roman"/>
              </a:rPr>
              <a:t>1</a:t>
            </a:r>
            <a:r>
              <a:rPr dirty="0" sz="1350" spc="15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2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3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4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5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6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7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8</a:t>
            </a: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"/>
              </a:spcBef>
            </a:pPr>
            <a:endParaRPr sz="1650">
              <a:latin typeface="Times New Roman"/>
              <a:cs typeface="Times New Roman"/>
            </a:endParaRPr>
          </a:p>
          <a:p>
            <a:pPr algn="ctr" marR="589280">
              <a:lnSpc>
                <a:spcPct val="100000"/>
              </a:lnSpc>
            </a:pPr>
            <a:r>
              <a:rPr dirty="0" sz="1350" spc="15">
                <a:latin typeface="Times New Roman"/>
                <a:cs typeface="Times New Roman"/>
              </a:rPr>
              <a:t>0</a:t>
            </a:r>
            <a:r>
              <a:rPr dirty="0" sz="1350" spc="15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1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2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3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4</a:t>
            </a: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"/>
              </a:spcBef>
            </a:pPr>
            <a:endParaRPr sz="1650">
              <a:latin typeface="Times New Roman"/>
              <a:cs typeface="Times New Roman"/>
            </a:endParaRPr>
          </a:p>
          <a:p>
            <a:pPr algn="ctr" marR="481965">
              <a:lnSpc>
                <a:spcPct val="100000"/>
              </a:lnSpc>
            </a:pPr>
            <a:r>
              <a:rPr dirty="0" sz="1350" spc="10">
                <a:latin typeface="Times New Roman"/>
                <a:cs typeface="Times New Roman"/>
              </a:rPr>
              <a:t>(e)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45850" y="3045548"/>
            <a:ext cx="142875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20">
                <a:latin typeface="Times New Roman"/>
                <a:cs typeface="Times New Roman"/>
              </a:rPr>
              <a:t>B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45850" y="3493427"/>
            <a:ext cx="142875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20">
                <a:latin typeface="Times New Roman"/>
                <a:cs typeface="Times New Roman"/>
              </a:rPr>
              <a:t>C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35966" y="1801431"/>
            <a:ext cx="142875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20">
                <a:latin typeface="Times New Roman"/>
                <a:cs typeface="Times New Roman"/>
              </a:rPr>
              <a:t>B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35966" y="2249309"/>
            <a:ext cx="142875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20">
                <a:latin typeface="Times New Roman"/>
                <a:cs typeface="Times New Roman"/>
              </a:rPr>
              <a:t>C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34555" y="1602371"/>
            <a:ext cx="1506855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5">
                <a:latin typeface="Times New Roman"/>
                <a:cs typeface="Times New Roman"/>
              </a:rPr>
              <a:t>1</a:t>
            </a:r>
            <a:r>
              <a:rPr dirty="0" sz="1350" spc="15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2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3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4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5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6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7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8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34555" y="2050250"/>
            <a:ext cx="909955" cy="2190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5">
                <a:latin typeface="Times New Roman"/>
                <a:cs typeface="Times New Roman"/>
              </a:rPr>
              <a:t>0</a:t>
            </a:r>
            <a:r>
              <a:rPr dirty="0" sz="1350" spc="15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1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2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3</a:t>
            </a:r>
            <a:r>
              <a:rPr dirty="0" sz="1350">
                <a:latin typeface="Times New Roman"/>
                <a:cs typeface="Times New Roman"/>
              </a:rPr>
              <a:t>  </a:t>
            </a:r>
            <a:r>
              <a:rPr dirty="0" sz="1350" spc="-14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4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535966" y="3045548"/>
            <a:ext cx="142875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20">
                <a:latin typeface="Times New Roman"/>
                <a:cs typeface="Times New Roman"/>
              </a:rPr>
              <a:t>B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531265" y="3742258"/>
            <a:ext cx="201295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0">
                <a:latin typeface="Times New Roman"/>
                <a:cs typeface="Times New Roman"/>
              </a:rPr>
              <a:t>(f)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277097" y="1570037"/>
            <a:ext cx="6205855" cy="0"/>
          </a:xfrm>
          <a:custGeom>
            <a:avLst/>
            <a:gdLst/>
            <a:ahLst/>
            <a:cxnLst/>
            <a:rect l="l" t="t" r="r" b="b"/>
            <a:pathLst>
              <a:path w="6205855" h="0">
                <a:moveTo>
                  <a:pt x="0" y="0"/>
                </a:moveTo>
                <a:lnTo>
                  <a:pt x="6205689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281491" y="1569986"/>
            <a:ext cx="0" cy="2475230"/>
          </a:xfrm>
          <a:custGeom>
            <a:avLst/>
            <a:gdLst/>
            <a:ahLst/>
            <a:cxnLst/>
            <a:rect l="l" t="t" r="r" b="b"/>
            <a:pathLst>
              <a:path w="0" h="2475229">
                <a:moveTo>
                  <a:pt x="0" y="2475052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8478494" y="1569986"/>
            <a:ext cx="0" cy="2475230"/>
          </a:xfrm>
          <a:custGeom>
            <a:avLst/>
            <a:gdLst/>
            <a:ahLst/>
            <a:cxnLst/>
            <a:rect l="l" t="t" r="r" b="b"/>
            <a:pathLst>
              <a:path w="0" h="2475229">
                <a:moveTo>
                  <a:pt x="0" y="2475052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277097" y="4044975"/>
            <a:ext cx="6205855" cy="0"/>
          </a:xfrm>
          <a:custGeom>
            <a:avLst/>
            <a:gdLst/>
            <a:ahLst/>
            <a:cxnLst/>
            <a:rect l="l" t="t" r="r" b="b"/>
            <a:pathLst>
              <a:path w="6205855" h="0">
                <a:moveTo>
                  <a:pt x="0" y="0"/>
                </a:moveTo>
                <a:lnTo>
                  <a:pt x="6205689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221295" y="4418253"/>
            <a:ext cx="8399145" cy="279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14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4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641985" marR="5080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642620" algn="l"/>
              </a:tabLst>
            </a:pP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xili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5" i="1">
                <a:latin typeface="Arial"/>
                <a:cs typeface="Arial"/>
              </a:rPr>
              <a:t>C</a:t>
            </a:r>
            <a:r>
              <a:rPr dirty="0" sz="2050" spc="1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lvl="1" marL="641985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642620" algn="l"/>
              </a:tabLst>
            </a:pP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5" i="1">
                <a:latin typeface="Arial"/>
                <a:cs typeface="Arial"/>
              </a:rPr>
              <a:t>C</a:t>
            </a:r>
            <a:r>
              <a:rPr dirty="0" sz="2050" spc="1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lvl="1" marL="641985" marR="86995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642620" algn="l"/>
              </a:tabLst>
            </a:pP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xili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65" i="1">
                <a:latin typeface="Arial"/>
                <a:cs typeface="Arial"/>
              </a:rPr>
              <a:t>B</a:t>
            </a:r>
            <a:r>
              <a:rPr dirty="0" sz="2050" spc="11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35" i="1">
                <a:latin typeface="Arial"/>
                <a:cs typeface="Arial"/>
              </a:rPr>
              <a:t>C</a:t>
            </a:r>
            <a:r>
              <a:rPr dirty="0" sz="2050" spc="1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lvl="1" marL="641985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642620" algn="l"/>
              </a:tabLst>
            </a:pP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xili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65" i="1">
                <a:latin typeface="Arial"/>
                <a:cs typeface="Arial"/>
              </a:rPr>
              <a:t>B</a:t>
            </a:r>
            <a:r>
              <a:rPr dirty="0" sz="2050" spc="11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793339" y="3063565"/>
          <a:ext cx="1605280" cy="207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055"/>
                <a:gridCol w="199062"/>
                <a:gridCol w="199059"/>
                <a:gridCol w="199059"/>
                <a:gridCol w="199057"/>
                <a:gridCol w="199062"/>
                <a:gridCol w="199059"/>
                <a:gridCol w="199058"/>
              </a:tblGrid>
              <a:tr h="199057"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0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0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1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1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1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3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4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4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2613109" y="1819448"/>
          <a:ext cx="1605280" cy="207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052"/>
                <a:gridCol w="199053"/>
                <a:gridCol w="199063"/>
                <a:gridCol w="199062"/>
                <a:gridCol w="199053"/>
                <a:gridCol w="199059"/>
                <a:gridCol w="199057"/>
                <a:gridCol w="199061"/>
              </a:tblGrid>
              <a:tr h="199057"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1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4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0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3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0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1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4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1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613109" y="2267326"/>
          <a:ext cx="1007744" cy="207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052"/>
                <a:gridCol w="199053"/>
                <a:gridCol w="199063"/>
                <a:gridCol w="199062"/>
                <a:gridCol w="199052"/>
              </a:tblGrid>
              <a:tr h="199057"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2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3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0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1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2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2613109" y="3063565"/>
          <a:ext cx="1605280" cy="207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052"/>
                <a:gridCol w="199053"/>
                <a:gridCol w="199063"/>
                <a:gridCol w="199062"/>
                <a:gridCol w="199053"/>
                <a:gridCol w="199059"/>
                <a:gridCol w="199057"/>
                <a:gridCol w="199061"/>
              </a:tblGrid>
              <a:tr h="199057"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1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4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2613109" y="3511438"/>
          <a:ext cx="1007744" cy="207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052"/>
                <a:gridCol w="199053"/>
                <a:gridCol w="199063"/>
                <a:gridCol w="199062"/>
                <a:gridCol w="199052"/>
              </a:tblGrid>
              <a:tr h="199062"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2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4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5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6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7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4703224" y="2267326"/>
          <a:ext cx="1007744" cy="207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058"/>
                <a:gridCol w="199057"/>
                <a:gridCol w="199062"/>
                <a:gridCol w="199059"/>
                <a:gridCol w="199058"/>
              </a:tblGrid>
              <a:tr h="199057"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2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5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5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6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8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4703224" y="3063565"/>
          <a:ext cx="1605280" cy="207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058"/>
                <a:gridCol w="199057"/>
                <a:gridCol w="199062"/>
                <a:gridCol w="199059"/>
                <a:gridCol w="199053"/>
                <a:gridCol w="199057"/>
                <a:gridCol w="199062"/>
                <a:gridCol w="199052"/>
              </a:tblGrid>
              <a:tr h="199057"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1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1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4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4703224" y="3511438"/>
          <a:ext cx="1007744" cy="207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058"/>
                <a:gridCol w="199057"/>
                <a:gridCol w="199062"/>
                <a:gridCol w="199059"/>
                <a:gridCol w="199058"/>
              </a:tblGrid>
              <a:tr h="199062"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2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3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5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6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7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6793339" y="1819448"/>
          <a:ext cx="1605280" cy="207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055"/>
                <a:gridCol w="199062"/>
                <a:gridCol w="199059"/>
                <a:gridCol w="199059"/>
                <a:gridCol w="199057"/>
                <a:gridCol w="199062"/>
                <a:gridCol w="199059"/>
                <a:gridCol w="199058"/>
              </a:tblGrid>
              <a:tr h="199057"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1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6793339" y="2267326"/>
          <a:ext cx="1007744" cy="207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055"/>
                <a:gridCol w="199062"/>
                <a:gridCol w="199059"/>
                <a:gridCol w="199059"/>
                <a:gridCol w="199058"/>
              </a:tblGrid>
              <a:tr h="199057"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2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4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5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6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75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8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294">
                      <a:solidFill>
                        <a:srgbClr val="000000"/>
                      </a:solidFill>
                      <a:prstDash val="solid"/>
                    </a:lnL>
                    <a:lnR w="8294">
                      <a:solidFill>
                        <a:srgbClr val="000000"/>
                      </a:solidFill>
                      <a:prstDash val="solid"/>
                    </a:lnR>
                    <a:lnT w="8294">
                      <a:solidFill>
                        <a:srgbClr val="000000"/>
                      </a:solidFill>
                      <a:prstDash val="solid"/>
                    </a:lnT>
                    <a:lnB w="829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9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5048250" cy="1063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4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914650" algn="l"/>
                <a:tab pos="4422775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spc="204" b="1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Contage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254">
                <a:latin typeface="Lucida Sans Unicode"/>
                <a:cs typeface="Lucida Sans Unicode"/>
              </a:rPr>
              <a:t>∗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8186" y="1987422"/>
            <a:ext cx="832485" cy="13055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07010" indent="-194945">
              <a:lnSpc>
                <a:spcPct val="100000"/>
              </a:lnSpc>
              <a:tabLst>
                <a:tab pos="213360" algn="l"/>
                <a:tab pos="65786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07010">
              <a:lnSpc>
                <a:spcPct val="100000"/>
              </a:lnSpc>
              <a:spcBef>
                <a:spcPts val="675"/>
              </a:spcBef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endParaRPr sz="1700">
              <a:latin typeface="Arial"/>
              <a:cs typeface="Arial"/>
            </a:endParaRPr>
          </a:p>
          <a:p>
            <a:pPr marL="207010">
              <a:lnSpc>
                <a:spcPct val="100000"/>
              </a:lnSpc>
              <a:spcBef>
                <a:spcPts val="675"/>
              </a:spcBef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endParaRPr sz="1700">
              <a:latin typeface="Arial"/>
              <a:cs typeface="Arial"/>
            </a:endParaRPr>
          </a:p>
          <a:p>
            <a:pPr marL="207010">
              <a:lnSpc>
                <a:spcPct val="100000"/>
              </a:lnSpc>
              <a:spcBef>
                <a:spcPts val="675"/>
              </a:spcBef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2131" y="2332380"/>
            <a:ext cx="1299210" cy="9601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581025" algn="l"/>
              </a:tabLst>
            </a:pP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581025" algn="l"/>
              </a:tabLst>
            </a:pP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85">
                <a:latin typeface="Arial"/>
                <a:cs typeface="Arial"/>
              </a:rPr>
              <a:t> </a:t>
            </a:r>
            <a:r>
              <a:rPr dirty="0" sz="1700" spc="19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581025" algn="l"/>
              </a:tabLst>
            </a:pP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97571" y="2332380"/>
            <a:ext cx="4152900" cy="9734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133100"/>
              </a:lnSpc>
            </a:pP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C</a:t>
            </a:r>
            <a:r>
              <a:rPr dirty="0" sz="1700" spc="35">
                <a:latin typeface="Arial"/>
                <a:cs typeface="Arial"/>
              </a:rPr>
              <a:t>[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6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C</a:t>
            </a:r>
            <a:r>
              <a:rPr dirty="0" sz="1700" spc="40">
                <a:latin typeface="Arial"/>
                <a:cs typeface="Arial"/>
              </a:rPr>
              <a:t>[A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5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10">
                <a:latin typeface="Lucida Sans Unicode"/>
                <a:cs typeface="Lucida Sans Unicode"/>
              </a:rPr>
              <a:t>−</a:t>
            </a:r>
            <a:r>
              <a:rPr dirty="0" sz="1700" spc="25">
                <a:latin typeface="Arial"/>
                <a:cs typeface="Arial"/>
              </a:rPr>
              <a:t>1]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33068" y="3367481"/>
            <a:ext cx="1181100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9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40542" y="3367481"/>
            <a:ext cx="1193165" cy="283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207010" algn="l"/>
              </a:tabLst>
            </a:pP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310">
                <a:latin typeface="Arial"/>
                <a:cs typeface="Arial"/>
              </a:rPr>
              <a:t> </a:t>
            </a:r>
            <a:r>
              <a:rPr dirty="0" sz="1700" spc="-305">
                <a:latin typeface="Lucida Sans Unicode"/>
                <a:cs typeface="Lucida Sans Unicode"/>
              </a:rPr>
              <a:t>−</a:t>
            </a:r>
            <a:r>
              <a:rPr dirty="0" sz="1700" spc="-160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8471" y="3712438"/>
            <a:ext cx="4280535" cy="19951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50850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B</a:t>
            </a:r>
            <a:r>
              <a:rPr dirty="0" sz="1700" spc="-10">
                <a:latin typeface="Arial"/>
                <a:cs typeface="Arial"/>
              </a:rPr>
              <a:t>[C</a:t>
            </a:r>
            <a:r>
              <a:rPr dirty="0" sz="1700" spc="35">
                <a:latin typeface="Arial"/>
                <a:cs typeface="Arial"/>
              </a:rPr>
              <a:t>[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9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12775">
              <a:lnSpc>
                <a:spcPct val="100000"/>
              </a:lnSpc>
              <a:spcBef>
                <a:spcPts val="675"/>
              </a:spcBef>
            </a:pPr>
            <a:r>
              <a:rPr dirty="0" sz="1700" spc="-5">
                <a:latin typeface="Arial"/>
                <a:cs typeface="Arial"/>
              </a:rPr>
              <a:t>C</a:t>
            </a:r>
            <a:r>
              <a:rPr dirty="0" sz="1700" spc="40">
                <a:latin typeface="Arial"/>
                <a:cs typeface="Arial"/>
              </a:rPr>
              <a:t>[A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6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C</a:t>
            </a:r>
            <a:r>
              <a:rPr dirty="0" sz="1700" spc="35">
                <a:latin typeface="Arial"/>
                <a:cs typeface="Arial"/>
              </a:rPr>
              <a:t>[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-1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155">
                <a:latin typeface="Lucida Sans Unicode"/>
                <a:cs typeface="Lucida Sans Unicode"/>
              </a:rPr>
              <a:t> </a:t>
            </a:r>
            <a:r>
              <a:rPr dirty="0" sz="1700" spc="114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04495" marR="1489710" indent="-187960">
              <a:lnSpc>
                <a:spcPts val="2720"/>
              </a:lnSpc>
              <a:spcBef>
                <a:spcPts val="200"/>
              </a:spcBef>
              <a:tabLst>
                <a:tab pos="955675" algn="l"/>
                <a:tab pos="1524635" algn="l"/>
                <a:tab pos="2381250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85">
                <a:latin typeface="Arial"/>
                <a:cs typeface="Arial"/>
              </a:rPr>
              <a:t> </a:t>
            </a:r>
            <a:r>
              <a:rPr dirty="0" sz="1700" spc="19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B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9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5718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4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00393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xili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65" i="1">
                <a:latin typeface="Arial"/>
                <a:cs typeface="Arial"/>
              </a:rPr>
              <a:t>B</a:t>
            </a:r>
            <a:r>
              <a:rPr dirty="0" sz="2050" spc="11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35" i="1">
                <a:latin typeface="Arial"/>
                <a:cs typeface="Arial"/>
              </a:rPr>
              <a:t>C</a:t>
            </a:r>
            <a:r>
              <a:rPr dirty="0" sz="2050" spc="1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vi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495" i="1">
                <a:latin typeface="Arial"/>
                <a:cs typeface="Arial"/>
              </a:rPr>
              <a:t>j</a:t>
            </a:r>
            <a:r>
              <a:rPr dirty="0" sz="2050" spc="-210">
                <a:latin typeface="Georgia"/>
                <a:cs typeface="Georgia"/>
              </a:rPr>
              <a:t>]]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495" i="1">
                <a:latin typeface="Arial"/>
                <a:cs typeface="Arial"/>
              </a:rPr>
              <a:t>j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70" i="1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ximo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495" i="1">
                <a:latin typeface="Arial"/>
                <a:cs typeface="Arial"/>
              </a:rPr>
              <a:t>j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495" i="1">
                <a:latin typeface="Arial"/>
                <a:cs typeface="Arial"/>
              </a:rPr>
              <a:t>j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70" i="1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527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65" i="1">
                <a:latin typeface="Arial"/>
                <a:cs typeface="Arial"/>
              </a:rPr>
              <a:t>B</a:t>
            </a:r>
            <a:r>
              <a:rPr dirty="0" sz="2050" spc="11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Essa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vi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65" i="1">
                <a:latin typeface="Arial"/>
                <a:cs typeface="Arial"/>
              </a:rPr>
              <a:t>B</a:t>
            </a:r>
            <a:r>
              <a:rPr dirty="0" sz="2050" spc="11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â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m,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4</a:t>
            </a:r>
            <a:r>
              <a:rPr dirty="0" sz="2050" spc="-5">
                <a:latin typeface="Arial"/>
                <a:cs typeface="Arial"/>
              </a:rPr>
              <a:t>.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4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9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23935" cy="4953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4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m:</a:t>
            </a:r>
            <a:r>
              <a:rPr dirty="0" sz="2450" spc="17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19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3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itmo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ico</a:t>
            </a:r>
            <a:r>
              <a:rPr dirty="0" sz="2050" spc="5">
                <a:latin typeface="Arial"/>
                <a:cs typeface="Arial"/>
              </a:rPr>
              <a:t> 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10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91855" cy="5506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di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xs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63500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iliza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143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8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524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4988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10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59495" cy="2353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di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xs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4160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ixs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ssim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89639" y="4525226"/>
            <a:ext cx="219075" cy="2711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r>
              <a:rPr dirty="0" sz="1700" spc="125">
                <a:latin typeface="Lucida Sans Unicode"/>
                <a:cs typeface="Lucida Sans Unicode"/>
              </a:rPr>
              <a:t>⇒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51588" y="4525226"/>
            <a:ext cx="219075" cy="2711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r>
              <a:rPr dirty="0" sz="1700" spc="125">
                <a:latin typeface="Lucida Sans Unicode"/>
                <a:cs typeface="Lucida Sans Unicode"/>
              </a:rPr>
              <a:t>⇒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08665" y="3738498"/>
            <a:ext cx="219075" cy="21164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r>
              <a:rPr dirty="0" sz="1700" spc="5" i="1">
                <a:latin typeface="Times New Roman"/>
                <a:cs typeface="Times New Roman"/>
              </a:rPr>
              <a:t>0</a:t>
            </a:r>
            <a:r>
              <a:rPr dirty="0" sz="1700" spc="10" i="1">
                <a:latin typeface="Times New Roman"/>
                <a:cs typeface="Times New Roman"/>
              </a:rPr>
              <a:t>7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r>
              <a:rPr dirty="0" sz="1700" spc="5" i="1">
                <a:latin typeface="Times New Roman"/>
                <a:cs typeface="Times New Roman"/>
              </a:rPr>
              <a:t>3</a:t>
            </a:r>
            <a:r>
              <a:rPr dirty="0" sz="1700" spc="10" i="1">
                <a:latin typeface="Times New Roman"/>
                <a:cs typeface="Times New Roman"/>
              </a:rPr>
              <a:t>3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r>
              <a:rPr dirty="0" sz="1700" spc="5" i="1">
                <a:latin typeface="Times New Roman"/>
                <a:cs typeface="Times New Roman"/>
              </a:rPr>
              <a:t>1</a:t>
            </a:r>
            <a:r>
              <a:rPr dirty="0" sz="1700" spc="10" i="1">
                <a:latin typeface="Times New Roman"/>
                <a:cs typeface="Times New Roman"/>
              </a:rPr>
              <a:t>8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r>
              <a:rPr dirty="0" sz="1700" spc="5" i="1">
                <a:latin typeface="Times New Roman"/>
                <a:cs typeface="Times New Roman"/>
              </a:rPr>
              <a:t>2</a:t>
            </a:r>
            <a:r>
              <a:rPr dirty="0" sz="1700" spc="10" i="1"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r>
              <a:rPr dirty="0" sz="1700" spc="5" i="1">
                <a:latin typeface="Times New Roman"/>
                <a:cs typeface="Times New Roman"/>
              </a:rPr>
              <a:t>0</a:t>
            </a:r>
            <a:r>
              <a:rPr dirty="0" sz="1700" spc="10" i="1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ts val="2035"/>
              </a:lnSpc>
              <a:spcBef>
                <a:spcPts val="885"/>
              </a:spcBef>
            </a:pPr>
            <a:r>
              <a:rPr dirty="0" sz="1700" spc="5" i="1">
                <a:latin typeface="Times New Roman"/>
                <a:cs typeface="Times New Roman"/>
              </a:rPr>
              <a:t>0</a:t>
            </a:r>
            <a:r>
              <a:rPr dirty="0" sz="1700" spc="10" i="1">
                <a:latin typeface="Times New Roman"/>
                <a:cs typeface="Times New Roman"/>
              </a:rPr>
              <a:t>7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70614" y="3738498"/>
            <a:ext cx="219075" cy="24999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ct val="100000"/>
              </a:lnSpc>
            </a:pPr>
            <a:r>
              <a:rPr dirty="0" sz="1700" spc="5" i="1">
                <a:latin typeface="Times New Roman"/>
                <a:cs typeface="Times New Roman"/>
              </a:rPr>
              <a:t>0</a:t>
            </a:r>
            <a:r>
              <a:rPr dirty="0" sz="1700" spc="10" i="1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dirty="0" sz="1700" spc="5" i="1">
                <a:latin typeface="Times New Roman"/>
                <a:cs typeface="Times New Roman"/>
              </a:rPr>
              <a:t>2</a:t>
            </a:r>
            <a:r>
              <a:rPr dirty="0" sz="1700" spc="10" i="1"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dirty="0" sz="1700" spc="5" i="1">
                <a:latin typeface="Times New Roman"/>
                <a:cs typeface="Times New Roman"/>
              </a:rPr>
              <a:t>3</a:t>
            </a:r>
            <a:r>
              <a:rPr dirty="0" sz="1700" spc="10" i="1">
                <a:latin typeface="Times New Roman"/>
                <a:cs typeface="Times New Roman"/>
              </a:rPr>
              <a:t>3</a:t>
            </a:r>
            <a:endParaRPr sz="1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dirty="0" sz="1700" spc="5" i="1">
                <a:latin typeface="Times New Roman"/>
                <a:cs typeface="Times New Roman"/>
              </a:rPr>
              <a:t>0</a:t>
            </a:r>
            <a:r>
              <a:rPr dirty="0" sz="1700" spc="10" i="1">
                <a:latin typeface="Times New Roman"/>
                <a:cs typeface="Times New Roman"/>
              </a:rPr>
              <a:t>7</a:t>
            </a:r>
            <a:endParaRPr sz="1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dirty="0" sz="1700" spc="5" i="1">
                <a:latin typeface="Times New Roman"/>
                <a:cs typeface="Times New Roman"/>
              </a:rPr>
              <a:t>0</a:t>
            </a:r>
            <a:r>
              <a:rPr dirty="0" sz="1700" spc="10" i="1">
                <a:latin typeface="Times New Roman"/>
                <a:cs typeface="Times New Roman"/>
              </a:rPr>
              <a:t>7</a:t>
            </a:r>
            <a:endParaRPr sz="1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dirty="0" sz="1700" spc="5" i="1">
                <a:latin typeface="Times New Roman"/>
                <a:cs typeface="Times New Roman"/>
              </a:rPr>
              <a:t>1</a:t>
            </a:r>
            <a:r>
              <a:rPr dirty="0" sz="1700" spc="10" i="1">
                <a:latin typeface="Times New Roman"/>
                <a:cs typeface="Times New Roman"/>
              </a:rPr>
              <a:t>8</a:t>
            </a:r>
            <a:endParaRPr sz="1700">
              <a:latin typeface="Times New Roman"/>
              <a:cs typeface="Times New Roman"/>
            </a:endParaRPr>
          </a:p>
          <a:p>
            <a:pPr algn="ctr" marL="109220">
              <a:lnSpc>
                <a:spcPct val="100000"/>
              </a:lnSpc>
              <a:spcBef>
                <a:spcPts val="885"/>
              </a:spcBef>
            </a:pPr>
            <a:r>
              <a:rPr dirty="0" sz="1700" spc="-45">
                <a:latin typeface="Lucida Sans Unicode"/>
                <a:cs typeface="Lucida Sans Unicode"/>
              </a:rPr>
              <a:t>↑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32676" y="3738498"/>
            <a:ext cx="219075" cy="24999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r>
              <a:rPr dirty="0" sz="1700" spc="5" i="1">
                <a:latin typeface="Times New Roman"/>
                <a:cs typeface="Times New Roman"/>
              </a:rPr>
              <a:t>0</a:t>
            </a:r>
            <a:r>
              <a:rPr dirty="0" sz="1700" spc="10" i="1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r>
              <a:rPr dirty="0" sz="1700" spc="5" i="1">
                <a:latin typeface="Times New Roman"/>
                <a:cs typeface="Times New Roman"/>
              </a:rPr>
              <a:t>0</a:t>
            </a:r>
            <a:r>
              <a:rPr dirty="0" sz="1700" spc="10" i="1">
                <a:latin typeface="Times New Roman"/>
                <a:cs typeface="Times New Roman"/>
              </a:rPr>
              <a:t>7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r>
              <a:rPr dirty="0" sz="1700" spc="5" i="1">
                <a:latin typeface="Times New Roman"/>
                <a:cs typeface="Times New Roman"/>
              </a:rPr>
              <a:t>0</a:t>
            </a:r>
            <a:r>
              <a:rPr dirty="0" sz="1700" spc="10" i="1">
                <a:latin typeface="Times New Roman"/>
                <a:cs typeface="Times New Roman"/>
              </a:rPr>
              <a:t>7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r>
              <a:rPr dirty="0" sz="1700" spc="5" i="1">
                <a:latin typeface="Times New Roman"/>
                <a:cs typeface="Times New Roman"/>
              </a:rPr>
              <a:t>1</a:t>
            </a:r>
            <a:r>
              <a:rPr dirty="0" sz="1700" spc="10" i="1">
                <a:latin typeface="Times New Roman"/>
                <a:cs typeface="Times New Roman"/>
              </a:rPr>
              <a:t>8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r>
              <a:rPr dirty="0" sz="1700" spc="5" i="1">
                <a:latin typeface="Times New Roman"/>
                <a:cs typeface="Times New Roman"/>
              </a:rPr>
              <a:t>2</a:t>
            </a:r>
            <a:r>
              <a:rPr dirty="0" sz="1700" spc="10" i="1"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r>
              <a:rPr dirty="0" sz="1700" spc="5" i="1">
                <a:latin typeface="Times New Roman"/>
                <a:cs typeface="Times New Roman"/>
              </a:rPr>
              <a:t>3</a:t>
            </a:r>
            <a:r>
              <a:rPr dirty="0" sz="1700" spc="10" i="1">
                <a:latin typeface="Times New Roman"/>
                <a:cs typeface="Times New Roman"/>
              </a:rPr>
              <a:t>3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r>
              <a:rPr dirty="0" sz="1700" spc="-45">
                <a:latin typeface="Lucida Sans Unicode"/>
                <a:cs typeface="Lucida Sans Unicode"/>
              </a:rPr>
              <a:t>↑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048518" y="3624351"/>
            <a:ext cx="2663190" cy="0"/>
          </a:xfrm>
          <a:custGeom>
            <a:avLst/>
            <a:gdLst/>
            <a:ahLst/>
            <a:cxnLst/>
            <a:rect l="l" t="t" r="r" b="b"/>
            <a:pathLst>
              <a:path w="2663190" h="0">
                <a:moveTo>
                  <a:pt x="0" y="0"/>
                </a:moveTo>
                <a:lnTo>
                  <a:pt x="2663075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052912" y="3624300"/>
            <a:ext cx="0" cy="2740660"/>
          </a:xfrm>
          <a:custGeom>
            <a:avLst/>
            <a:gdLst/>
            <a:ahLst/>
            <a:cxnLst/>
            <a:rect l="l" t="t" r="r" b="b"/>
            <a:pathLst>
              <a:path w="0" h="2740660">
                <a:moveTo>
                  <a:pt x="0" y="274045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707072" y="3624300"/>
            <a:ext cx="0" cy="2740660"/>
          </a:xfrm>
          <a:custGeom>
            <a:avLst/>
            <a:gdLst/>
            <a:ahLst/>
            <a:cxnLst/>
            <a:rect l="l" t="t" r="r" b="b"/>
            <a:pathLst>
              <a:path w="0" h="2740660">
                <a:moveTo>
                  <a:pt x="0" y="274045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048518" y="6364699"/>
            <a:ext cx="2663190" cy="0"/>
          </a:xfrm>
          <a:custGeom>
            <a:avLst/>
            <a:gdLst/>
            <a:ahLst/>
            <a:cxnLst/>
            <a:rect l="l" t="t" r="r" b="b"/>
            <a:pathLst>
              <a:path w="2663190" h="0">
                <a:moveTo>
                  <a:pt x="0" y="0"/>
                </a:moveTo>
                <a:lnTo>
                  <a:pt x="2663075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10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4125" y="862672"/>
            <a:ext cx="8714740" cy="5679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9685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di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xs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ento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spc="-50" b="1">
                <a:latin typeface="Arial"/>
                <a:cs typeface="Arial"/>
              </a:rPr>
              <a:t>#</a:t>
            </a:r>
            <a:r>
              <a:rPr dirty="0" sz="1700" spc="5" b="1">
                <a:latin typeface="Arial"/>
                <a:cs typeface="Arial"/>
              </a:rPr>
              <a:t>defin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5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BASE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25</a:t>
            </a:r>
            <a:r>
              <a:rPr dirty="0" sz="1700" spc="10">
                <a:latin typeface="Arial"/>
                <a:cs typeface="Arial"/>
              </a:rPr>
              <a:t>6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700" spc="-50" b="1">
                <a:latin typeface="Arial"/>
                <a:cs typeface="Arial"/>
              </a:rPr>
              <a:t>#</a:t>
            </a:r>
            <a:r>
              <a:rPr dirty="0" sz="1700" spc="5" b="1">
                <a:latin typeface="Arial"/>
                <a:cs typeface="Arial"/>
              </a:rPr>
              <a:t>defin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spc="70" b="1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-1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8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700" spc="-50" b="1">
                <a:latin typeface="Arial"/>
                <a:cs typeface="Arial"/>
              </a:rPr>
              <a:t>#</a:t>
            </a:r>
            <a:r>
              <a:rPr dirty="0" sz="1700" spc="5" b="1">
                <a:latin typeface="Arial"/>
                <a:cs typeface="Arial"/>
              </a:rPr>
              <a:t>defin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5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NBITS</a:t>
            </a:r>
            <a:r>
              <a:rPr dirty="0" sz="1700" spc="7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3</a:t>
            </a:r>
            <a:r>
              <a:rPr dirty="0" sz="1700" spc="10">
                <a:latin typeface="Arial"/>
                <a:cs typeface="Arial"/>
              </a:rPr>
              <a:t>2</a:t>
            </a:r>
            <a:endParaRPr sz="17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675"/>
              </a:spcBef>
              <a:tabLst>
                <a:tab pos="2810510" algn="l"/>
              </a:tabLst>
            </a:pPr>
            <a:r>
              <a:rPr dirty="0" sz="1700" spc="75">
                <a:latin typeface="Arial"/>
                <a:cs typeface="Arial"/>
              </a:rPr>
              <a:t>RadixsortIn</a:t>
            </a:r>
            <a:r>
              <a:rPr dirty="0" sz="1700" spc="210">
                <a:latin typeface="Arial"/>
                <a:cs typeface="Arial"/>
              </a:rPr>
              <a:t>t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260">
                <a:latin typeface="Lucida Sans Unicode"/>
                <a:cs typeface="Lucida Sans Unicode"/>
              </a:rPr>
              <a:t>∗</a:t>
            </a:r>
            <a:r>
              <a:rPr dirty="0" sz="1700" spc="5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75"/>
              </a:spcBef>
              <a:tabLst>
                <a:tab pos="980440" algn="l"/>
                <a:tab pos="1548765" algn="l"/>
                <a:tab pos="1730375" algn="l"/>
                <a:tab pos="2722245" algn="l"/>
                <a:tab pos="326390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NBITS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/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14300">
              <a:lnSpc>
                <a:spcPct val="100000"/>
              </a:lnSpc>
              <a:spcBef>
                <a:spcPts val="675"/>
              </a:spcBef>
            </a:pPr>
            <a:r>
              <a:rPr dirty="0" sz="1700" spc="-90">
                <a:latin typeface="Arial"/>
                <a:cs typeface="Arial"/>
              </a:rPr>
              <a:t>Orden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-35">
                <a:latin typeface="Palatino Linotype"/>
                <a:cs typeface="Palatino Linotype"/>
              </a:rPr>
              <a:t>A</a:t>
            </a:r>
            <a:r>
              <a:rPr dirty="0" sz="1700">
                <a:latin typeface="Palatino Linotype"/>
                <a:cs typeface="Palatino Linotype"/>
              </a:rPr>
              <a:t> </a:t>
            </a:r>
            <a:r>
              <a:rPr dirty="0" sz="1700" spc="-25">
                <a:latin typeface="Palatino Linotype"/>
                <a:cs typeface="Palatino Linotype"/>
              </a:rPr>
              <a:t> </a:t>
            </a:r>
            <a:r>
              <a:rPr dirty="0" sz="1700" spc="-5">
                <a:latin typeface="Arial"/>
                <a:cs typeface="Arial"/>
              </a:rPr>
              <a:t>sobr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dígito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95">
                <a:latin typeface="Palatino Linotype"/>
                <a:cs typeface="Palatino Linotype"/>
              </a:rPr>
              <a:t>i</a:t>
            </a:r>
            <a:r>
              <a:rPr dirty="0" sz="1700">
                <a:latin typeface="Palatino Linotype"/>
                <a:cs typeface="Palatino Linotype"/>
              </a:rPr>
              <a:t> </a:t>
            </a:r>
            <a:r>
              <a:rPr dirty="0" sz="1700" spc="-165">
                <a:latin typeface="Palatino Linotype"/>
                <a:cs typeface="Palatino Linotype"/>
              </a:rPr>
              <a:t> </a:t>
            </a:r>
            <a:r>
              <a:rPr dirty="0" sz="1700" spc="-150">
                <a:latin typeface="Arial"/>
                <a:cs typeface="Arial"/>
              </a:rPr>
              <a:t>meno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150">
                <a:latin typeface="Arial"/>
                <a:cs typeface="Arial"/>
              </a:rPr>
              <a:t>significativ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usand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u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185">
                <a:latin typeface="Arial"/>
                <a:cs typeface="Arial"/>
              </a:rPr>
              <a:t> </a:t>
            </a:r>
            <a:r>
              <a:rPr dirty="0" sz="1700" spc="55">
                <a:latin typeface="Arial"/>
                <a:cs typeface="Arial"/>
              </a:rPr>
              <a:t>algoritm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tá</a:t>
            </a:r>
            <a:r>
              <a:rPr dirty="0" sz="1700" spc="-35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80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683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492125" indent="-262255">
              <a:lnSpc>
                <a:spcPct val="100000"/>
              </a:lnSpc>
              <a:spcBef>
                <a:spcPts val="1475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9212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Bi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s)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Bi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iv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10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08060" cy="5417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di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xs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2794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8986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xili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5" i="1">
                <a:latin typeface="Arial"/>
                <a:cs typeface="Arial"/>
              </a:rPr>
              <a:t>C</a:t>
            </a:r>
            <a:r>
              <a:rPr dirty="0" sz="2050" spc="1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589280">
              <a:lnSpc>
                <a:spcPct val="100000"/>
              </a:lnSpc>
              <a:spcBef>
                <a:spcPts val="1185"/>
              </a:spcBef>
              <a:tabLst>
                <a:tab pos="852169" algn="l"/>
              </a:tabLst>
            </a:pPr>
            <a:r>
              <a:rPr dirty="0" sz="2050" spc="5" b="1">
                <a:latin typeface="Times New Roman"/>
                <a:cs typeface="Times New Roman"/>
              </a:rPr>
              <a:t>–</a:t>
            </a:r>
            <a:r>
              <a:rPr dirty="0" sz="2050" spc="5" b="1">
                <a:latin typeface="Times New Roman"/>
                <a:cs typeface="Times New Roman"/>
              </a:rPr>
              <a:t>	</a:t>
            </a: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35" i="1">
                <a:latin typeface="Arial"/>
                <a:cs typeface="Arial"/>
              </a:rPr>
              <a:t>C</a:t>
            </a:r>
            <a:r>
              <a:rPr dirty="0" sz="2050" spc="1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dirty="0" sz="2050">
                <a:latin typeface="Arial"/>
                <a:cs typeface="Arial"/>
              </a:rPr>
              <a:t>entr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õe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0386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iliza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90">
                <a:latin typeface="Georgia"/>
                <a:cs typeface="Georgia"/>
              </a:rPr>
              <a:t>B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-90">
                <a:latin typeface="Georgia"/>
                <a:cs typeface="Georgia"/>
              </a:rPr>
              <a:t>s</a:t>
            </a:r>
            <a:r>
              <a:rPr dirty="0" sz="2050" spc="-95">
                <a:latin typeface="Georgia"/>
                <a:cs typeface="Georgia"/>
              </a:rPr>
              <a:t>e</a:t>
            </a:r>
            <a:r>
              <a:rPr dirty="0" sz="2050" spc="7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 spc="-155">
                <a:latin typeface="Georgia"/>
                <a:cs typeface="Georgia"/>
              </a:rPr>
              <a:t>6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5" i="1">
                <a:latin typeface="Arial"/>
                <a:cs typeface="Arial"/>
              </a:rPr>
              <a:t>C</a:t>
            </a:r>
            <a:r>
              <a:rPr dirty="0" sz="2050" spc="1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5</a:t>
            </a:r>
            <a:r>
              <a:rPr dirty="0" sz="2050" spc="5">
                <a:latin typeface="Arial"/>
                <a:cs typeface="Arial"/>
              </a:rPr>
              <a:t>5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AS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just"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>
                <a:latin typeface="Arial"/>
                <a:cs typeface="Arial"/>
              </a:rPr>
              <a:t>4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40" i="1">
                <a:latin typeface="Arial"/>
                <a:cs typeface="Arial"/>
              </a:rPr>
              <a:t>b</a:t>
            </a:r>
            <a:r>
              <a:rPr dirty="0" sz="2050" spc="5" i="1">
                <a:latin typeface="Arial"/>
                <a:cs typeface="Arial"/>
              </a:rPr>
              <a:t>y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baseline="30864" sz="2025" spc="142">
                <a:latin typeface="PMingLiU"/>
                <a:cs typeface="PMingLiU"/>
              </a:rPr>
              <a:t>3</a:t>
            </a:r>
            <a:r>
              <a:rPr dirty="0" baseline="30864" sz="2025" spc="262">
                <a:latin typeface="PMingLiU"/>
                <a:cs typeface="PMingLiU"/>
              </a:rPr>
              <a:t>2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95" i="1">
                <a:latin typeface="Arial"/>
                <a:cs typeface="Arial"/>
              </a:rPr>
              <a:t>d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10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62035" cy="4954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di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xs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48514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4386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Bi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39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Em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l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f</a:t>
            </a:r>
            <a:r>
              <a:rPr dirty="0" sz="2050" i="1">
                <a:latin typeface="Arial"/>
                <a:cs typeface="Arial"/>
              </a:rPr>
              <a:t>t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l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spc="-5" i="1">
                <a:latin typeface="Arial"/>
                <a:cs typeface="Arial"/>
              </a:rPr>
              <a:t>f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spc="5" i="1">
                <a:latin typeface="Arial"/>
                <a:cs typeface="Arial"/>
              </a:rPr>
              <a:t>r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f</a:t>
            </a:r>
            <a:r>
              <a:rPr dirty="0" sz="2050" i="1">
                <a:latin typeface="Arial"/>
                <a:cs typeface="Arial"/>
              </a:rPr>
              <a:t>t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35" i="1">
                <a:latin typeface="Arial"/>
                <a:cs typeface="Arial"/>
              </a:rPr>
              <a:t>r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g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o</a:t>
            </a:r>
            <a:r>
              <a:rPr dirty="0" sz="2050" i="1">
                <a:latin typeface="Arial"/>
                <a:cs typeface="Arial"/>
              </a:rPr>
              <a:t>t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x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spc="5" i="1">
                <a:latin typeface="Arial"/>
                <a:cs typeface="Arial"/>
              </a:rPr>
              <a:t>r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d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10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8747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4925" y="852614"/>
            <a:ext cx="5256530" cy="12649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905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4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Al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50" spc="-55" b="1">
                <a:latin typeface="Arial"/>
                <a:cs typeface="Arial"/>
              </a:rPr>
              <a:t>#</a:t>
            </a:r>
            <a:r>
              <a:rPr dirty="0" sz="1550" spc="-5" b="1">
                <a:latin typeface="Arial"/>
                <a:cs typeface="Arial"/>
              </a:rPr>
              <a:t>defin</a:t>
            </a:r>
            <a:r>
              <a:rPr dirty="0" sz="1550" b="1">
                <a:latin typeface="Arial"/>
                <a:cs typeface="Arial"/>
              </a:rPr>
              <a:t>e </a:t>
            </a:r>
            <a:r>
              <a:rPr dirty="0" sz="1550" spc="-80" b="1">
                <a:latin typeface="Arial"/>
                <a:cs typeface="Arial"/>
              </a:rPr>
              <a:t> </a:t>
            </a:r>
            <a:r>
              <a:rPr dirty="0" sz="1550" spc="25">
                <a:latin typeface="Arial"/>
                <a:cs typeface="Arial"/>
              </a:rPr>
              <a:t>Ge</a:t>
            </a:r>
            <a:r>
              <a:rPr dirty="0" sz="1550" spc="30">
                <a:latin typeface="Arial"/>
                <a:cs typeface="Arial"/>
              </a:rPr>
              <a:t>t</a:t>
            </a:r>
            <a:r>
              <a:rPr dirty="0" sz="1550" spc="25">
                <a:latin typeface="Arial"/>
                <a:cs typeface="Arial"/>
              </a:rPr>
              <a:t>Bi</a:t>
            </a:r>
            <a:r>
              <a:rPr dirty="0" sz="1550" spc="30">
                <a:latin typeface="Arial"/>
                <a:cs typeface="Arial"/>
              </a:rPr>
              <a:t>t</a:t>
            </a:r>
            <a:r>
              <a:rPr dirty="0" sz="1550" spc="145">
                <a:latin typeface="Arial"/>
                <a:cs typeface="Arial"/>
              </a:rPr>
              <a:t>s</a:t>
            </a:r>
            <a:r>
              <a:rPr dirty="0" sz="1550" spc="114">
                <a:latin typeface="Arial"/>
                <a:cs typeface="Arial"/>
              </a:rPr>
              <a:t>(</a:t>
            </a:r>
            <a:r>
              <a:rPr dirty="0" sz="1550" spc="150">
                <a:latin typeface="Arial"/>
                <a:cs typeface="Arial"/>
              </a:rPr>
              <a:t>x</a:t>
            </a:r>
            <a:r>
              <a:rPr dirty="0" sz="1550">
                <a:latin typeface="Arial"/>
                <a:cs typeface="Arial"/>
              </a:rPr>
              <a:t>,</a:t>
            </a:r>
            <a:r>
              <a:rPr dirty="0" sz="1550" spc="-275">
                <a:latin typeface="Arial"/>
                <a:cs typeface="Arial"/>
              </a:rPr>
              <a:t> </a:t>
            </a:r>
            <a:r>
              <a:rPr dirty="0" sz="1550" spc="150">
                <a:latin typeface="Arial"/>
                <a:cs typeface="Arial"/>
              </a:rPr>
              <a:t>k</a:t>
            </a:r>
            <a:r>
              <a:rPr dirty="0" sz="1550">
                <a:latin typeface="Arial"/>
                <a:cs typeface="Arial"/>
              </a:rPr>
              <a:t>,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j</a:t>
            </a:r>
            <a:r>
              <a:rPr dirty="0" sz="1550" spc="-2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) </a:t>
            </a:r>
            <a:r>
              <a:rPr dirty="0" sz="1550" spc="-2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23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x</a:t>
            </a:r>
            <a:r>
              <a:rPr dirty="0" sz="1550" spc="145">
                <a:latin typeface="Arial"/>
                <a:cs typeface="Arial"/>
              </a:rPr>
              <a:t> </a:t>
            </a:r>
            <a:r>
              <a:rPr dirty="0" sz="1550" spc="100">
                <a:latin typeface="Arial"/>
                <a:cs typeface="Arial"/>
              </a:rPr>
              <a:t>&gt;</a:t>
            </a:r>
            <a:r>
              <a:rPr dirty="0" sz="1550">
                <a:latin typeface="Arial"/>
                <a:cs typeface="Arial"/>
              </a:rPr>
              <a:t>&gt;</a:t>
            </a:r>
            <a:r>
              <a:rPr dirty="0" sz="1550" spc="95">
                <a:latin typeface="Arial"/>
                <a:cs typeface="Arial"/>
              </a:rPr>
              <a:t> </a:t>
            </a:r>
            <a:r>
              <a:rPr dirty="0" sz="1550" spc="70">
                <a:latin typeface="Arial"/>
                <a:cs typeface="Arial"/>
              </a:rPr>
              <a:t>k</a:t>
            </a:r>
            <a:r>
              <a:rPr dirty="0" sz="1550">
                <a:latin typeface="Arial"/>
                <a:cs typeface="Arial"/>
              </a:rPr>
              <a:t>)</a:t>
            </a:r>
            <a:r>
              <a:rPr dirty="0" sz="1550" spc="15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&amp;</a:t>
            </a:r>
            <a:r>
              <a:rPr dirty="0" sz="1550" spc="155">
                <a:latin typeface="Arial"/>
                <a:cs typeface="Arial"/>
              </a:rPr>
              <a:t> </a:t>
            </a:r>
            <a:r>
              <a:rPr dirty="0" sz="1550" spc="75">
                <a:latin typeface="Arial"/>
                <a:cs typeface="Arial"/>
              </a:rPr>
              <a:t>~((~0</a:t>
            </a:r>
            <a:r>
              <a:rPr dirty="0" sz="1550">
                <a:latin typeface="Arial"/>
                <a:cs typeface="Arial"/>
              </a:rPr>
              <a:t>) </a:t>
            </a:r>
            <a:r>
              <a:rPr dirty="0" sz="1550" spc="-200">
                <a:latin typeface="Arial"/>
                <a:cs typeface="Arial"/>
              </a:rPr>
              <a:t> </a:t>
            </a:r>
            <a:r>
              <a:rPr dirty="0" sz="1550" spc="155">
                <a:latin typeface="Arial"/>
                <a:cs typeface="Arial"/>
              </a:rPr>
              <a:t>&lt;</a:t>
            </a:r>
            <a:r>
              <a:rPr dirty="0" sz="1550">
                <a:latin typeface="Arial"/>
                <a:cs typeface="Arial"/>
              </a:rPr>
              <a:t>&lt; </a:t>
            </a:r>
            <a:r>
              <a:rPr dirty="0" sz="1550" spc="-7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j</a:t>
            </a:r>
            <a:r>
              <a:rPr dirty="0" sz="1550" spc="-10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)</a:t>
            </a:r>
            <a:endParaRPr sz="155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425"/>
              </a:spcBef>
            </a:pPr>
            <a:r>
              <a:rPr dirty="0" sz="1550" spc="-30" b="1">
                <a:latin typeface="Arial"/>
                <a:cs typeface="Arial"/>
              </a:rPr>
              <a:t>voi</a:t>
            </a:r>
            <a:r>
              <a:rPr dirty="0" sz="1550" b="1">
                <a:latin typeface="Arial"/>
                <a:cs typeface="Arial"/>
              </a:rPr>
              <a:t>d </a:t>
            </a:r>
            <a:r>
              <a:rPr dirty="0" sz="1550" spc="-180" b="1">
                <a:latin typeface="Arial"/>
                <a:cs typeface="Arial"/>
              </a:rPr>
              <a:t> </a:t>
            </a:r>
            <a:r>
              <a:rPr dirty="0" sz="1550" spc="-45">
                <a:latin typeface="Arial"/>
                <a:cs typeface="Arial"/>
              </a:rPr>
              <a:t>ContagemIn</a:t>
            </a:r>
            <a:r>
              <a:rPr dirty="0" sz="1550" spc="75">
                <a:latin typeface="Arial"/>
                <a:cs typeface="Arial"/>
              </a:rPr>
              <a:t>t</a:t>
            </a:r>
            <a:r>
              <a:rPr dirty="0" sz="1550" spc="125">
                <a:latin typeface="Arial"/>
                <a:cs typeface="Arial"/>
              </a:rPr>
              <a:t>(</a:t>
            </a:r>
            <a:r>
              <a:rPr dirty="0" sz="1550" spc="5">
                <a:latin typeface="Arial"/>
                <a:cs typeface="Arial"/>
              </a:rPr>
              <a:t>TipoIte</a:t>
            </a:r>
            <a:r>
              <a:rPr dirty="0" sz="1550">
                <a:latin typeface="Arial"/>
                <a:cs typeface="Arial"/>
              </a:rPr>
              <a:t>m</a:t>
            </a:r>
            <a:r>
              <a:rPr dirty="0" sz="1550" spc="195">
                <a:latin typeface="Arial"/>
                <a:cs typeface="Arial"/>
              </a:rPr>
              <a:t> </a:t>
            </a:r>
            <a:r>
              <a:rPr dirty="0" sz="1550" spc="-434">
                <a:latin typeface="Lucida Sans Unicode"/>
                <a:cs typeface="Lucida Sans Unicode"/>
              </a:rPr>
              <a:t>∗</a:t>
            </a:r>
            <a:r>
              <a:rPr dirty="0" sz="1550" spc="35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45">
                <a:latin typeface="Arial"/>
                <a:cs typeface="Arial"/>
              </a:rPr>
              <a:t> </a:t>
            </a:r>
            <a:r>
              <a:rPr dirty="0" sz="1550" spc="40">
                <a:latin typeface="Arial"/>
                <a:cs typeface="Arial"/>
              </a:rPr>
              <a:t>TipoIndic</a:t>
            </a:r>
            <a:r>
              <a:rPr dirty="0" sz="1550">
                <a:latin typeface="Arial"/>
                <a:cs typeface="Arial"/>
              </a:rPr>
              <a:t>e 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 spc="150">
                <a:latin typeface="Arial"/>
                <a:cs typeface="Arial"/>
              </a:rPr>
              <a:t>n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100">
                <a:latin typeface="Arial"/>
                <a:cs typeface="Arial"/>
              </a:rPr>
              <a:t> </a:t>
            </a:r>
            <a:r>
              <a:rPr dirty="0" sz="1550" spc="95" b="1">
                <a:latin typeface="Arial"/>
                <a:cs typeface="Arial"/>
              </a:rPr>
              <a:t>in</a:t>
            </a:r>
            <a:r>
              <a:rPr dirty="0" sz="1550" b="1">
                <a:latin typeface="Arial"/>
                <a:cs typeface="Arial"/>
              </a:rPr>
              <a:t>t </a:t>
            </a:r>
            <a:r>
              <a:rPr dirty="0" sz="1550" spc="-90" b="1">
                <a:latin typeface="Arial"/>
                <a:cs typeface="Arial"/>
              </a:rPr>
              <a:t> </a:t>
            </a:r>
            <a:r>
              <a:rPr dirty="0" sz="1550" spc="-85">
                <a:latin typeface="Arial"/>
                <a:cs typeface="Arial"/>
              </a:rPr>
              <a:t>Pas</a:t>
            </a:r>
            <a:r>
              <a:rPr dirty="0" sz="1550" spc="40">
                <a:latin typeface="Arial"/>
                <a:cs typeface="Arial"/>
              </a:rPr>
              <a:t>s</a:t>
            </a:r>
            <a:r>
              <a:rPr dirty="0" sz="1550">
                <a:latin typeface="Arial"/>
                <a:cs typeface="Arial"/>
              </a:rPr>
              <a:t>)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6744" y="2978663"/>
            <a:ext cx="5450840" cy="34994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52450" marR="1323340" indent="-146050">
              <a:lnSpc>
                <a:spcPct val="123100"/>
              </a:lnSpc>
              <a:tabLst>
                <a:tab pos="601980" algn="l"/>
              </a:tabLst>
            </a:pPr>
            <a:r>
              <a:rPr dirty="0" sz="1550">
                <a:latin typeface="Arial"/>
                <a:cs typeface="Arial"/>
              </a:rPr>
              <a:t>{		j </a:t>
            </a:r>
            <a:r>
              <a:rPr dirty="0" sz="1550" spc="3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 </a:t>
            </a:r>
            <a:r>
              <a:rPr dirty="0" sz="1550" spc="-150">
                <a:latin typeface="Arial"/>
                <a:cs typeface="Arial"/>
              </a:rPr>
              <a:t> </a:t>
            </a:r>
            <a:r>
              <a:rPr dirty="0" sz="1550" spc="25">
                <a:latin typeface="Arial"/>
                <a:cs typeface="Arial"/>
              </a:rPr>
              <a:t>Ge</a:t>
            </a:r>
            <a:r>
              <a:rPr dirty="0" sz="1550" spc="30">
                <a:latin typeface="Arial"/>
                <a:cs typeface="Arial"/>
              </a:rPr>
              <a:t>t</a:t>
            </a:r>
            <a:r>
              <a:rPr dirty="0" sz="1550" spc="25">
                <a:latin typeface="Arial"/>
                <a:cs typeface="Arial"/>
              </a:rPr>
              <a:t>Bi</a:t>
            </a:r>
            <a:r>
              <a:rPr dirty="0" sz="1550" spc="30">
                <a:latin typeface="Arial"/>
                <a:cs typeface="Arial"/>
              </a:rPr>
              <a:t>t</a:t>
            </a:r>
            <a:r>
              <a:rPr dirty="0" sz="1550" spc="145">
                <a:latin typeface="Arial"/>
                <a:cs typeface="Arial"/>
              </a:rPr>
              <a:t>s</a:t>
            </a:r>
            <a:r>
              <a:rPr dirty="0" sz="1550" spc="-20">
                <a:latin typeface="Arial"/>
                <a:cs typeface="Arial"/>
              </a:rPr>
              <a:t>(</a:t>
            </a:r>
            <a:r>
              <a:rPr dirty="0" sz="1550" spc="25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-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 spc="120">
                <a:latin typeface="Arial"/>
                <a:cs typeface="Arial"/>
              </a:rPr>
              <a:t>.</a:t>
            </a:r>
            <a:r>
              <a:rPr dirty="0" sz="1550" spc="-100">
                <a:latin typeface="Arial"/>
                <a:cs typeface="Arial"/>
              </a:rPr>
              <a:t>Chav</a:t>
            </a:r>
            <a:r>
              <a:rPr dirty="0" sz="1550" spc="20">
                <a:latin typeface="Arial"/>
                <a:cs typeface="Arial"/>
              </a:rPr>
              <a:t>e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-85">
                <a:latin typeface="Arial"/>
                <a:cs typeface="Arial"/>
              </a:rPr>
              <a:t>Pas</a:t>
            </a:r>
            <a:r>
              <a:rPr dirty="0" sz="1550">
                <a:latin typeface="Arial"/>
                <a:cs typeface="Arial"/>
              </a:rPr>
              <a:t>s </a:t>
            </a:r>
            <a:r>
              <a:rPr dirty="0" sz="1550" spc="-204">
                <a:latin typeface="Arial"/>
                <a:cs typeface="Arial"/>
              </a:rPr>
              <a:t> </a:t>
            </a:r>
            <a:r>
              <a:rPr dirty="0" sz="1550" spc="-440">
                <a:latin typeface="Lucida Sans Unicode"/>
                <a:cs typeface="Lucida Sans Unicode"/>
              </a:rPr>
              <a:t>∗</a:t>
            </a:r>
            <a:r>
              <a:rPr dirty="0" sz="1550" spc="70">
                <a:latin typeface="Lucida Sans Unicode"/>
                <a:cs typeface="Lucida Sans Unicode"/>
              </a:rPr>
              <a:t> </a:t>
            </a:r>
            <a:r>
              <a:rPr dirty="0" sz="1550" spc="-135">
                <a:latin typeface="Arial"/>
                <a:cs typeface="Arial"/>
              </a:rPr>
              <a:t>M</a:t>
            </a:r>
            <a:r>
              <a:rPr dirty="0" sz="1550">
                <a:latin typeface="Arial"/>
                <a:cs typeface="Arial"/>
              </a:rPr>
              <a:t>,</a:t>
            </a:r>
            <a:r>
              <a:rPr dirty="0" sz="1550" spc="170">
                <a:latin typeface="Arial"/>
                <a:cs typeface="Arial"/>
              </a:rPr>
              <a:t> </a:t>
            </a:r>
            <a:r>
              <a:rPr dirty="0" sz="1550" spc="-80">
                <a:latin typeface="Arial"/>
                <a:cs typeface="Arial"/>
              </a:rPr>
              <a:t>M</a:t>
            </a:r>
            <a:r>
              <a:rPr dirty="0" sz="1550" spc="190">
                <a:latin typeface="Arial"/>
                <a:cs typeface="Arial"/>
              </a:rPr>
              <a:t>)</a:t>
            </a:r>
            <a:r>
              <a:rPr dirty="0" sz="1550">
                <a:latin typeface="Arial"/>
                <a:cs typeface="Arial"/>
              </a:rPr>
              <a:t>;</a:t>
            </a:r>
            <a:r>
              <a:rPr dirty="0" sz="1550">
                <a:latin typeface="Arial"/>
                <a:cs typeface="Arial"/>
              </a:rPr>
              <a:t> </a:t>
            </a:r>
            <a:r>
              <a:rPr dirty="0" sz="1550" spc="-20">
                <a:latin typeface="Arial"/>
                <a:cs typeface="Arial"/>
              </a:rPr>
              <a:t>C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j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 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</a:t>
            </a:r>
            <a:r>
              <a:rPr dirty="0" sz="1550" spc="155">
                <a:latin typeface="Arial"/>
                <a:cs typeface="Arial"/>
              </a:rPr>
              <a:t> </a:t>
            </a:r>
            <a:r>
              <a:rPr dirty="0" sz="1550" spc="-20">
                <a:latin typeface="Arial"/>
                <a:cs typeface="Arial"/>
              </a:rPr>
              <a:t>C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j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 </a:t>
            </a:r>
            <a:r>
              <a:rPr dirty="0" sz="1550" spc="-13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+ </a:t>
            </a:r>
            <a:r>
              <a:rPr dirty="0" sz="1550" spc="-13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1</a:t>
            </a:r>
            <a:r>
              <a:rPr dirty="0" sz="1550" spc="-28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398145">
              <a:lnSpc>
                <a:spcPct val="100000"/>
              </a:lnSpc>
              <a:spcBef>
                <a:spcPts val="425"/>
              </a:spcBef>
            </a:pPr>
            <a:r>
              <a:rPr dirty="0" sz="1550">
                <a:latin typeface="Arial"/>
                <a:cs typeface="Arial"/>
              </a:rPr>
              <a:t>}</a:t>
            </a:r>
            <a:endParaRPr sz="1550">
              <a:latin typeface="Arial"/>
              <a:cs typeface="Arial"/>
            </a:endParaRPr>
          </a:p>
          <a:p>
            <a:pPr marL="213995">
              <a:lnSpc>
                <a:spcPct val="100000"/>
              </a:lnSpc>
              <a:spcBef>
                <a:spcPts val="430"/>
              </a:spcBef>
              <a:tabLst>
                <a:tab pos="485775" algn="l"/>
              </a:tabLst>
            </a:pPr>
            <a:r>
              <a:rPr dirty="0" sz="1550" b="1">
                <a:latin typeface="Arial"/>
                <a:cs typeface="Arial"/>
              </a:rPr>
              <a:t>i</a:t>
            </a:r>
            <a:r>
              <a:rPr dirty="0" sz="1550" spc="-24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f	</a:t>
            </a:r>
            <a:r>
              <a:rPr dirty="0" sz="1550" spc="10">
                <a:latin typeface="Arial"/>
                <a:cs typeface="Arial"/>
              </a:rPr>
              <a:t>(</a:t>
            </a:r>
            <a:r>
              <a:rPr dirty="0" sz="1550" spc="-65">
                <a:latin typeface="Arial"/>
                <a:cs typeface="Arial"/>
              </a:rPr>
              <a:t>C</a:t>
            </a:r>
            <a:r>
              <a:rPr dirty="0" sz="1550" spc="114">
                <a:latin typeface="Arial"/>
                <a:cs typeface="Arial"/>
              </a:rPr>
              <a:t>[0</a:t>
            </a:r>
            <a:r>
              <a:rPr dirty="0" sz="1550">
                <a:latin typeface="Arial"/>
                <a:cs typeface="Arial"/>
              </a:rPr>
              <a:t>] </a:t>
            </a:r>
            <a:r>
              <a:rPr dirty="0" sz="1550" spc="-204">
                <a:latin typeface="Arial"/>
                <a:cs typeface="Arial"/>
              </a:rPr>
              <a:t> </a:t>
            </a:r>
            <a:r>
              <a:rPr dirty="0" sz="1550" spc="110">
                <a:latin typeface="Arial"/>
                <a:cs typeface="Arial"/>
              </a:rPr>
              <a:t>=</a:t>
            </a:r>
            <a:r>
              <a:rPr dirty="0" sz="1550">
                <a:latin typeface="Arial"/>
                <a:cs typeface="Arial"/>
              </a:rPr>
              <a:t>=</a:t>
            </a:r>
            <a:r>
              <a:rPr dirty="0" sz="1550" spc="175">
                <a:latin typeface="Arial"/>
                <a:cs typeface="Arial"/>
              </a:rPr>
              <a:t> </a:t>
            </a:r>
            <a:r>
              <a:rPr dirty="0" sz="1550" spc="140">
                <a:latin typeface="Arial"/>
                <a:cs typeface="Arial"/>
              </a:rPr>
              <a:t>n</a:t>
            </a:r>
            <a:r>
              <a:rPr dirty="0" sz="1550">
                <a:latin typeface="Arial"/>
                <a:cs typeface="Arial"/>
              </a:rPr>
              <a:t>) </a:t>
            </a:r>
            <a:r>
              <a:rPr dirty="0" sz="1550" spc="-40">
                <a:latin typeface="Arial"/>
                <a:cs typeface="Arial"/>
              </a:rPr>
              <a:t> </a:t>
            </a:r>
            <a:r>
              <a:rPr dirty="0" sz="1550" spc="10" b="1">
                <a:latin typeface="Arial"/>
                <a:cs typeface="Arial"/>
              </a:rPr>
              <a:t>retur</a:t>
            </a:r>
            <a:r>
              <a:rPr dirty="0" sz="1550" b="1">
                <a:latin typeface="Arial"/>
                <a:cs typeface="Arial"/>
              </a:rPr>
              <a:t>n</a:t>
            </a:r>
            <a:r>
              <a:rPr dirty="0" sz="1550" spc="-260" b="1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196215">
              <a:lnSpc>
                <a:spcPct val="100000"/>
              </a:lnSpc>
              <a:spcBef>
                <a:spcPts val="425"/>
              </a:spcBef>
            </a:pPr>
            <a:r>
              <a:rPr dirty="0" sz="1550" spc="50" b="1">
                <a:latin typeface="Arial"/>
                <a:cs typeface="Arial"/>
              </a:rPr>
              <a:t>fo</a:t>
            </a:r>
            <a:r>
              <a:rPr dirty="0" sz="1550" b="1">
                <a:latin typeface="Arial"/>
                <a:cs typeface="Arial"/>
              </a:rPr>
              <a:t>r  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3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 </a:t>
            </a:r>
            <a:r>
              <a:rPr dirty="0" sz="1550" spc="8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 </a:t>
            </a:r>
            <a:r>
              <a:rPr dirty="0" sz="1550" spc="-13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1</a:t>
            </a:r>
            <a:r>
              <a:rPr dirty="0" sz="1550" spc="-28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 </a:t>
            </a:r>
            <a:r>
              <a:rPr dirty="0" sz="1550" spc="8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 </a:t>
            </a:r>
            <a:r>
              <a:rPr dirty="0" sz="1550" spc="-45">
                <a:latin typeface="Arial"/>
                <a:cs typeface="Arial"/>
              </a:rPr>
              <a:t> </a:t>
            </a:r>
            <a:r>
              <a:rPr dirty="0" sz="1550" spc="60">
                <a:latin typeface="Arial"/>
                <a:cs typeface="Arial"/>
              </a:rPr>
              <a:t>&lt;</a:t>
            </a:r>
            <a:r>
              <a:rPr dirty="0" sz="1550">
                <a:latin typeface="Arial"/>
                <a:cs typeface="Arial"/>
              </a:rPr>
              <a:t>=</a:t>
            </a:r>
            <a:r>
              <a:rPr dirty="0" sz="1550" spc="120">
                <a:latin typeface="Arial"/>
                <a:cs typeface="Arial"/>
              </a:rPr>
              <a:t> </a:t>
            </a:r>
            <a:r>
              <a:rPr dirty="0" sz="1550" spc="-5">
                <a:latin typeface="Arial"/>
                <a:cs typeface="Arial"/>
              </a:rPr>
              <a:t>BAS</a:t>
            </a:r>
            <a:r>
              <a:rPr dirty="0" sz="1550">
                <a:latin typeface="Arial"/>
                <a:cs typeface="Arial"/>
              </a:rPr>
              <a:t>E </a:t>
            </a:r>
            <a:r>
              <a:rPr dirty="0" sz="1550" spc="-160">
                <a:latin typeface="Arial"/>
                <a:cs typeface="Arial"/>
              </a:rPr>
              <a:t> </a:t>
            </a:r>
            <a:r>
              <a:rPr dirty="0" sz="1550" spc="5">
                <a:latin typeface="Lucida Sans Unicode"/>
                <a:cs typeface="Lucida Sans Unicode"/>
              </a:rPr>
              <a:t>−</a:t>
            </a:r>
            <a:r>
              <a:rPr dirty="0" sz="1550" spc="120">
                <a:latin typeface="Lucida Sans Unicode"/>
                <a:cs typeface="Lucida Sans Unicode"/>
              </a:rPr>
              <a:t> </a:t>
            </a:r>
            <a:r>
              <a:rPr dirty="0" sz="1550" spc="90">
                <a:latin typeface="Arial"/>
                <a:cs typeface="Arial"/>
              </a:rPr>
              <a:t>1</a:t>
            </a:r>
            <a:r>
              <a:rPr dirty="0" sz="1550">
                <a:latin typeface="Arial"/>
                <a:cs typeface="Arial"/>
              </a:rPr>
              <a:t>; </a:t>
            </a:r>
            <a:r>
              <a:rPr dirty="0" sz="1550" spc="-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-170">
                <a:latin typeface="Arial"/>
                <a:cs typeface="Arial"/>
              </a:rPr>
              <a:t> </a:t>
            </a:r>
            <a:r>
              <a:rPr dirty="0" sz="1550" spc="55">
                <a:latin typeface="Arial"/>
                <a:cs typeface="Arial"/>
              </a:rPr>
              <a:t>++</a:t>
            </a:r>
            <a:r>
              <a:rPr dirty="0" sz="1550">
                <a:latin typeface="Arial"/>
                <a:cs typeface="Arial"/>
              </a:rPr>
              <a:t>)</a:t>
            </a:r>
            <a:r>
              <a:rPr dirty="0" sz="1550" spc="-70">
                <a:latin typeface="Arial"/>
                <a:cs typeface="Arial"/>
              </a:rPr>
              <a:t> </a:t>
            </a:r>
            <a:r>
              <a:rPr dirty="0" sz="1550" spc="-20">
                <a:latin typeface="Arial"/>
                <a:cs typeface="Arial"/>
              </a:rPr>
              <a:t>C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-5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 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</a:t>
            </a:r>
            <a:r>
              <a:rPr dirty="0" sz="1550" spc="155">
                <a:latin typeface="Arial"/>
                <a:cs typeface="Arial"/>
              </a:rPr>
              <a:t> </a:t>
            </a:r>
            <a:r>
              <a:rPr dirty="0" sz="1550" spc="-20">
                <a:latin typeface="Arial"/>
                <a:cs typeface="Arial"/>
              </a:rPr>
              <a:t>C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-5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 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+</a:t>
            </a:r>
            <a:r>
              <a:rPr dirty="0" sz="1550" spc="155">
                <a:latin typeface="Arial"/>
                <a:cs typeface="Arial"/>
              </a:rPr>
              <a:t> </a:t>
            </a:r>
            <a:r>
              <a:rPr dirty="0" sz="1550" spc="-20">
                <a:latin typeface="Arial"/>
                <a:cs typeface="Arial"/>
              </a:rPr>
              <a:t>C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13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-140">
                <a:latin typeface="Arial"/>
                <a:cs typeface="Arial"/>
              </a:rPr>
              <a:t> </a:t>
            </a:r>
            <a:r>
              <a:rPr dirty="0" sz="1550" spc="20">
                <a:latin typeface="Lucida Sans Unicode"/>
                <a:cs typeface="Lucida Sans Unicode"/>
              </a:rPr>
              <a:t>−</a:t>
            </a:r>
            <a:r>
              <a:rPr dirty="0" sz="1550" spc="15">
                <a:latin typeface="Arial"/>
                <a:cs typeface="Arial"/>
              </a:rPr>
              <a:t>1]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196215">
              <a:lnSpc>
                <a:spcPct val="100000"/>
              </a:lnSpc>
              <a:spcBef>
                <a:spcPts val="430"/>
              </a:spcBef>
              <a:tabLst>
                <a:tab pos="1372870" algn="l"/>
                <a:tab pos="1548765" algn="l"/>
              </a:tabLst>
            </a:pPr>
            <a:r>
              <a:rPr dirty="0" sz="1550" spc="50" b="1">
                <a:latin typeface="Arial"/>
                <a:cs typeface="Arial"/>
              </a:rPr>
              <a:t>fo</a:t>
            </a:r>
            <a:r>
              <a:rPr dirty="0" sz="1550" b="1">
                <a:latin typeface="Arial"/>
                <a:cs typeface="Arial"/>
              </a:rPr>
              <a:t>r  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3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 </a:t>
            </a:r>
            <a:r>
              <a:rPr dirty="0" sz="1550" spc="3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</a:t>
            </a:r>
            <a:r>
              <a:rPr dirty="0" sz="1550" spc="200">
                <a:latin typeface="Arial"/>
                <a:cs typeface="Arial"/>
              </a:rPr>
              <a:t> </a:t>
            </a:r>
            <a:r>
              <a:rPr dirty="0" sz="1550" spc="165">
                <a:latin typeface="Arial"/>
                <a:cs typeface="Arial"/>
              </a:rPr>
              <a:t>n</a:t>
            </a:r>
            <a:r>
              <a:rPr dirty="0" sz="1550">
                <a:latin typeface="Arial"/>
                <a:cs typeface="Arial"/>
              </a:rPr>
              <a:t>;	i	&gt; </a:t>
            </a:r>
            <a:r>
              <a:rPr dirty="0" sz="1550" spc="-165">
                <a:latin typeface="Arial"/>
                <a:cs typeface="Arial"/>
              </a:rPr>
              <a:t> </a:t>
            </a:r>
            <a:r>
              <a:rPr dirty="0" sz="1550" spc="130">
                <a:latin typeface="Arial"/>
                <a:cs typeface="Arial"/>
              </a:rPr>
              <a:t>0</a:t>
            </a:r>
            <a:r>
              <a:rPr dirty="0" sz="1550">
                <a:latin typeface="Arial"/>
                <a:cs typeface="Arial"/>
              </a:rPr>
              <a:t>; </a:t>
            </a:r>
            <a:r>
              <a:rPr dirty="0" sz="1550" spc="-30">
                <a:latin typeface="Arial"/>
                <a:cs typeface="Arial"/>
              </a:rPr>
              <a:t> </a:t>
            </a:r>
            <a:r>
              <a:rPr dirty="0" sz="1550" spc="130">
                <a:latin typeface="Arial"/>
                <a:cs typeface="Arial"/>
              </a:rPr>
              <a:t>i</a:t>
            </a:r>
            <a:r>
              <a:rPr dirty="0" sz="1550" spc="-285">
                <a:latin typeface="Lucida Sans Unicode"/>
                <a:cs typeface="Lucida Sans Unicode"/>
              </a:rPr>
              <a:t>−</a:t>
            </a:r>
            <a:r>
              <a:rPr dirty="0" sz="1550" spc="-140">
                <a:latin typeface="Lucida Sans Unicode"/>
                <a:cs typeface="Lucida Sans Unicode"/>
              </a:rPr>
              <a:t>−</a:t>
            </a:r>
            <a:r>
              <a:rPr dirty="0" sz="1550">
                <a:latin typeface="Arial"/>
                <a:cs typeface="Arial"/>
              </a:rPr>
              <a:t>)</a:t>
            </a:r>
            <a:endParaRPr sz="1550">
              <a:latin typeface="Arial"/>
              <a:cs typeface="Arial"/>
            </a:endParaRPr>
          </a:p>
          <a:p>
            <a:pPr marL="558165" marR="1323340" indent="-151765">
              <a:lnSpc>
                <a:spcPct val="123100"/>
              </a:lnSpc>
              <a:tabLst>
                <a:tab pos="601980" algn="l"/>
              </a:tabLst>
            </a:pPr>
            <a:r>
              <a:rPr dirty="0" sz="1550">
                <a:latin typeface="Arial"/>
                <a:cs typeface="Arial"/>
              </a:rPr>
              <a:t>{		j </a:t>
            </a:r>
            <a:r>
              <a:rPr dirty="0" sz="1550" spc="3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 </a:t>
            </a:r>
            <a:r>
              <a:rPr dirty="0" sz="1550" spc="-150">
                <a:latin typeface="Arial"/>
                <a:cs typeface="Arial"/>
              </a:rPr>
              <a:t> </a:t>
            </a:r>
            <a:r>
              <a:rPr dirty="0" sz="1550" spc="25">
                <a:latin typeface="Arial"/>
                <a:cs typeface="Arial"/>
              </a:rPr>
              <a:t>Ge</a:t>
            </a:r>
            <a:r>
              <a:rPr dirty="0" sz="1550" spc="30">
                <a:latin typeface="Arial"/>
                <a:cs typeface="Arial"/>
              </a:rPr>
              <a:t>t</a:t>
            </a:r>
            <a:r>
              <a:rPr dirty="0" sz="1550" spc="25">
                <a:latin typeface="Arial"/>
                <a:cs typeface="Arial"/>
              </a:rPr>
              <a:t>Bi</a:t>
            </a:r>
            <a:r>
              <a:rPr dirty="0" sz="1550" spc="30">
                <a:latin typeface="Arial"/>
                <a:cs typeface="Arial"/>
              </a:rPr>
              <a:t>t</a:t>
            </a:r>
            <a:r>
              <a:rPr dirty="0" sz="1550" spc="145">
                <a:latin typeface="Arial"/>
                <a:cs typeface="Arial"/>
              </a:rPr>
              <a:t>s</a:t>
            </a:r>
            <a:r>
              <a:rPr dirty="0" sz="1550" spc="-20">
                <a:latin typeface="Arial"/>
                <a:cs typeface="Arial"/>
              </a:rPr>
              <a:t>(</a:t>
            </a:r>
            <a:r>
              <a:rPr dirty="0" sz="1550" spc="25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-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 spc="120">
                <a:latin typeface="Arial"/>
                <a:cs typeface="Arial"/>
              </a:rPr>
              <a:t>.</a:t>
            </a:r>
            <a:r>
              <a:rPr dirty="0" sz="1550" spc="-100">
                <a:latin typeface="Arial"/>
                <a:cs typeface="Arial"/>
              </a:rPr>
              <a:t>Chav</a:t>
            </a:r>
            <a:r>
              <a:rPr dirty="0" sz="1550" spc="20">
                <a:latin typeface="Arial"/>
                <a:cs typeface="Arial"/>
              </a:rPr>
              <a:t>e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-85">
                <a:latin typeface="Arial"/>
                <a:cs typeface="Arial"/>
              </a:rPr>
              <a:t>Pas</a:t>
            </a:r>
            <a:r>
              <a:rPr dirty="0" sz="1550">
                <a:latin typeface="Arial"/>
                <a:cs typeface="Arial"/>
              </a:rPr>
              <a:t>s </a:t>
            </a:r>
            <a:r>
              <a:rPr dirty="0" sz="1550" spc="-204">
                <a:latin typeface="Arial"/>
                <a:cs typeface="Arial"/>
              </a:rPr>
              <a:t> </a:t>
            </a:r>
            <a:r>
              <a:rPr dirty="0" sz="1550" spc="-440">
                <a:latin typeface="Lucida Sans Unicode"/>
                <a:cs typeface="Lucida Sans Unicode"/>
              </a:rPr>
              <a:t>∗</a:t>
            </a:r>
            <a:r>
              <a:rPr dirty="0" sz="1550" spc="70">
                <a:latin typeface="Lucida Sans Unicode"/>
                <a:cs typeface="Lucida Sans Unicode"/>
              </a:rPr>
              <a:t> </a:t>
            </a:r>
            <a:r>
              <a:rPr dirty="0" sz="1550" spc="-135">
                <a:latin typeface="Arial"/>
                <a:cs typeface="Arial"/>
              </a:rPr>
              <a:t>M</a:t>
            </a:r>
            <a:r>
              <a:rPr dirty="0" sz="1550">
                <a:latin typeface="Arial"/>
                <a:cs typeface="Arial"/>
              </a:rPr>
              <a:t>,</a:t>
            </a:r>
            <a:r>
              <a:rPr dirty="0" sz="1550" spc="170">
                <a:latin typeface="Arial"/>
                <a:cs typeface="Arial"/>
              </a:rPr>
              <a:t> </a:t>
            </a:r>
            <a:r>
              <a:rPr dirty="0" sz="1550" spc="-80">
                <a:latin typeface="Arial"/>
                <a:cs typeface="Arial"/>
              </a:rPr>
              <a:t>M</a:t>
            </a:r>
            <a:r>
              <a:rPr dirty="0" sz="1550" spc="190">
                <a:latin typeface="Arial"/>
                <a:cs typeface="Arial"/>
              </a:rPr>
              <a:t>)</a:t>
            </a:r>
            <a:r>
              <a:rPr dirty="0" sz="1550">
                <a:latin typeface="Arial"/>
                <a:cs typeface="Arial"/>
              </a:rPr>
              <a:t>;</a:t>
            </a:r>
            <a:r>
              <a:rPr dirty="0" sz="1550">
                <a:latin typeface="Arial"/>
                <a:cs typeface="Arial"/>
              </a:rPr>
              <a:t> </a:t>
            </a:r>
            <a:r>
              <a:rPr dirty="0" sz="1550" spc="25">
                <a:latin typeface="Arial"/>
                <a:cs typeface="Arial"/>
              </a:rPr>
              <a:t>B</a:t>
            </a:r>
            <a:r>
              <a:rPr dirty="0" sz="1550" spc="-20">
                <a:latin typeface="Arial"/>
                <a:cs typeface="Arial"/>
              </a:rPr>
              <a:t>[C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j</a:t>
            </a:r>
            <a:r>
              <a:rPr dirty="0" sz="1550" spc="-3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</a:t>
            </a:r>
            <a:r>
              <a:rPr dirty="0" sz="1550" spc="-24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 </a:t>
            </a:r>
            <a:r>
              <a:rPr dirty="0" sz="1550" spc="-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 </a:t>
            </a:r>
            <a:r>
              <a:rPr dirty="0" sz="1550" spc="-180">
                <a:latin typeface="Arial"/>
                <a:cs typeface="Arial"/>
              </a:rPr>
              <a:t> </a:t>
            </a:r>
            <a:r>
              <a:rPr dirty="0" sz="1550" spc="25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-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algn="ctr" marR="2782570">
              <a:lnSpc>
                <a:spcPct val="100000"/>
              </a:lnSpc>
              <a:spcBef>
                <a:spcPts val="425"/>
              </a:spcBef>
            </a:pPr>
            <a:r>
              <a:rPr dirty="0" sz="1550" spc="-20">
                <a:latin typeface="Arial"/>
                <a:cs typeface="Arial"/>
              </a:rPr>
              <a:t>C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j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 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</a:t>
            </a:r>
            <a:r>
              <a:rPr dirty="0" sz="1550" spc="155">
                <a:latin typeface="Arial"/>
                <a:cs typeface="Arial"/>
              </a:rPr>
              <a:t> </a:t>
            </a:r>
            <a:r>
              <a:rPr dirty="0" sz="1550" spc="-20">
                <a:latin typeface="Arial"/>
                <a:cs typeface="Arial"/>
              </a:rPr>
              <a:t>C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j</a:t>
            </a:r>
            <a:r>
              <a:rPr dirty="0" sz="1550" spc="-13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 </a:t>
            </a:r>
            <a:r>
              <a:rPr dirty="0" sz="1550" spc="-160">
                <a:latin typeface="Arial"/>
                <a:cs typeface="Arial"/>
              </a:rPr>
              <a:t> </a:t>
            </a:r>
            <a:r>
              <a:rPr dirty="0" sz="1550" spc="5">
                <a:latin typeface="Lucida Sans Unicode"/>
                <a:cs typeface="Lucida Sans Unicode"/>
              </a:rPr>
              <a:t>−</a:t>
            </a:r>
            <a:r>
              <a:rPr dirty="0" sz="1550" spc="125">
                <a:latin typeface="Lucida Sans Unicode"/>
                <a:cs typeface="Lucida Sans Unicode"/>
              </a:rPr>
              <a:t> </a:t>
            </a:r>
            <a:r>
              <a:rPr dirty="0" sz="1550" spc="90">
                <a:latin typeface="Arial"/>
                <a:cs typeface="Arial"/>
              </a:rPr>
              <a:t>1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398145">
              <a:lnSpc>
                <a:spcPct val="100000"/>
              </a:lnSpc>
              <a:spcBef>
                <a:spcPts val="430"/>
              </a:spcBef>
            </a:pPr>
            <a:r>
              <a:rPr dirty="0" sz="1550">
                <a:latin typeface="Arial"/>
                <a:cs typeface="Arial"/>
              </a:rPr>
              <a:t>}</a:t>
            </a:r>
            <a:endParaRPr sz="1550">
              <a:latin typeface="Arial"/>
              <a:cs typeface="Arial"/>
            </a:endParaRPr>
          </a:p>
          <a:p>
            <a:pPr marL="196215">
              <a:lnSpc>
                <a:spcPct val="100000"/>
              </a:lnSpc>
              <a:spcBef>
                <a:spcPts val="425"/>
              </a:spcBef>
              <a:tabLst>
                <a:tab pos="2144395" algn="l"/>
              </a:tabLst>
            </a:pPr>
            <a:r>
              <a:rPr dirty="0" sz="1550" spc="50" b="1">
                <a:latin typeface="Arial"/>
                <a:cs typeface="Arial"/>
              </a:rPr>
              <a:t>fo</a:t>
            </a:r>
            <a:r>
              <a:rPr dirty="0" sz="1550" b="1">
                <a:latin typeface="Arial"/>
                <a:cs typeface="Arial"/>
              </a:rPr>
              <a:t>r  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3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 </a:t>
            </a:r>
            <a:r>
              <a:rPr dirty="0" sz="1550" spc="8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 </a:t>
            </a:r>
            <a:r>
              <a:rPr dirty="0" sz="1550" spc="-13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1</a:t>
            </a:r>
            <a:r>
              <a:rPr dirty="0" sz="1550" spc="-28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 </a:t>
            </a:r>
            <a:r>
              <a:rPr dirty="0" sz="1550" spc="8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 </a:t>
            </a:r>
            <a:r>
              <a:rPr dirty="0" sz="1550" spc="-45">
                <a:latin typeface="Arial"/>
                <a:cs typeface="Arial"/>
              </a:rPr>
              <a:t> </a:t>
            </a:r>
            <a:r>
              <a:rPr dirty="0" sz="1550" spc="60">
                <a:latin typeface="Arial"/>
                <a:cs typeface="Arial"/>
              </a:rPr>
              <a:t>&lt;</a:t>
            </a:r>
            <a:r>
              <a:rPr dirty="0" sz="1550">
                <a:latin typeface="Arial"/>
                <a:cs typeface="Arial"/>
              </a:rPr>
              <a:t>=</a:t>
            </a:r>
            <a:r>
              <a:rPr dirty="0" sz="1550" spc="70">
                <a:latin typeface="Arial"/>
                <a:cs typeface="Arial"/>
              </a:rPr>
              <a:t> </a:t>
            </a:r>
            <a:r>
              <a:rPr dirty="0" sz="1550" spc="165">
                <a:latin typeface="Arial"/>
                <a:cs typeface="Arial"/>
              </a:rPr>
              <a:t>n</a:t>
            </a:r>
            <a:r>
              <a:rPr dirty="0" sz="1550">
                <a:latin typeface="Arial"/>
                <a:cs typeface="Arial"/>
              </a:rPr>
              <a:t>;	i</a:t>
            </a:r>
            <a:r>
              <a:rPr dirty="0" sz="1550" spc="-170">
                <a:latin typeface="Arial"/>
                <a:cs typeface="Arial"/>
              </a:rPr>
              <a:t> </a:t>
            </a:r>
            <a:r>
              <a:rPr dirty="0" sz="1550" spc="55">
                <a:latin typeface="Arial"/>
                <a:cs typeface="Arial"/>
              </a:rPr>
              <a:t>++</a:t>
            </a:r>
            <a:r>
              <a:rPr dirty="0" sz="1550">
                <a:latin typeface="Arial"/>
                <a:cs typeface="Arial"/>
              </a:rPr>
              <a:t>)</a:t>
            </a:r>
            <a:r>
              <a:rPr dirty="0" sz="1550" spc="-25">
                <a:latin typeface="Arial"/>
                <a:cs typeface="Arial"/>
              </a:rPr>
              <a:t> </a:t>
            </a:r>
            <a:r>
              <a:rPr dirty="0" sz="1550" spc="25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-5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 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</a:t>
            </a:r>
            <a:r>
              <a:rPr dirty="0" sz="1550" spc="195">
                <a:latin typeface="Arial"/>
                <a:cs typeface="Arial"/>
              </a:rPr>
              <a:t> </a:t>
            </a:r>
            <a:r>
              <a:rPr dirty="0" sz="1550" spc="25">
                <a:latin typeface="Arial"/>
                <a:cs typeface="Arial"/>
              </a:rPr>
              <a:t>B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-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550">
                <a:latin typeface="Arial"/>
                <a:cs typeface="Arial"/>
              </a:rPr>
              <a:t>}</a:t>
            </a:r>
            <a:endParaRPr sz="15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026020" y="2135023"/>
          <a:ext cx="4286250" cy="873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754"/>
                <a:gridCol w="385507"/>
                <a:gridCol w="280888"/>
                <a:gridCol w="3477041"/>
              </a:tblGrid>
              <a:tr h="597940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550">
                          <a:latin typeface="Arial"/>
                          <a:cs typeface="Arial"/>
                        </a:rPr>
                        <a:t>{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4610" indent="508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550" spc="95" b="1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550" b="1">
                          <a:latin typeface="Arial"/>
                          <a:cs typeface="Arial"/>
                        </a:rPr>
                        <a:t>t</a:t>
                      </a:r>
                      <a:endParaRPr sz="1550">
                        <a:latin typeface="Arial"/>
                        <a:cs typeface="Arial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550" spc="50" b="1">
                          <a:latin typeface="Arial"/>
                          <a:cs typeface="Arial"/>
                        </a:rPr>
                        <a:t>fo</a:t>
                      </a:r>
                      <a:r>
                        <a:rPr dirty="0" sz="1550" b="1">
                          <a:latin typeface="Arial"/>
                          <a:cs typeface="Arial"/>
                        </a:rPr>
                        <a:t>r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550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55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>
                          <a:latin typeface="Arial"/>
                          <a:cs typeface="Arial"/>
                        </a:rPr>
                        <a:t>,</a:t>
                      </a:r>
                      <a:endParaRPr sz="1550">
                        <a:latin typeface="Arial"/>
                        <a:cs typeface="Arial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550">
                          <a:latin typeface="Arial"/>
                          <a:cs typeface="Arial"/>
                        </a:rPr>
                        <a:t>(</a:t>
                      </a:r>
                      <a:r>
                        <a:rPr dirty="0" sz="155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>
                          <a:latin typeface="Arial"/>
                          <a:cs typeface="Arial"/>
                        </a:rPr>
                        <a:t>i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550">
                          <a:latin typeface="Arial"/>
                          <a:cs typeface="Arial"/>
                        </a:rPr>
                        <a:t>j</a:t>
                      </a:r>
                      <a:r>
                        <a:rPr dirty="0" sz="155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>
                          <a:latin typeface="Arial"/>
                          <a:cs typeface="Arial"/>
                        </a:rPr>
                        <a:t>;</a:t>
                      </a:r>
                      <a:endParaRPr sz="1550">
                        <a:latin typeface="Arial"/>
                        <a:cs typeface="Arial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550">
                          <a:latin typeface="Arial"/>
                          <a:cs typeface="Arial"/>
                        </a:rPr>
                        <a:t>= </a:t>
                      </a:r>
                      <a:r>
                        <a:rPr dirty="0" sz="1550" spc="-1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550" spc="-2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>
                          <a:latin typeface="Arial"/>
                          <a:cs typeface="Arial"/>
                        </a:rPr>
                        <a:t>; </a:t>
                      </a:r>
                      <a:r>
                        <a:rPr dirty="0" sz="155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>
                          <a:latin typeface="Arial"/>
                          <a:cs typeface="Arial"/>
                        </a:rPr>
                        <a:t>i </a:t>
                      </a:r>
                      <a:r>
                        <a:rPr dirty="0" sz="155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60">
                          <a:latin typeface="Arial"/>
                          <a:cs typeface="Arial"/>
                        </a:rPr>
                        <a:t>&lt;</a:t>
                      </a:r>
                      <a:r>
                        <a:rPr dirty="0" sz="1550">
                          <a:latin typeface="Arial"/>
                          <a:cs typeface="Arial"/>
                        </a:rPr>
                        <a:t>=</a:t>
                      </a:r>
                      <a:r>
                        <a:rPr dirty="0" sz="1550" spc="1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5">
                          <a:latin typeface="Arial"/>
                          <a:cs typeface="Arial"/>
                        </a:rPr>
                        <a:t>BAS</a:t>
                      </a:r>
                      <a:r>
                        <a:rPr dirty="0" sz="1550">
                          <a:latin typeface="Arial"/>
                          <a:cs typeface="Arial"/>
                        </a:rPr>
                        <a:t>E </a:t>
                      </a:r>
                      <a:r>
                        <a:rPr dirty="0" sz="1550" spc="-1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550" spc="12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550" spc="9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550">
                          <a:latin typeface="Arial"/>
                          <a:cs typeface="Arial"/>
                        </a:rPr>
                        <a:t>; </a:t>
                      </a:r>
                      <a:r>
                        <a:rPr dirty="0" sz="155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550" spc="-1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55">
                          <a:latin typeface="Arial"/>
                          <a:cs typeface="Arial"/>
                        </a:rPr>
                        <a:t>++</a:t>
                      </a:r>
                      <a:r>
                        <a:rPr dirty="0" sz="1550">
                          <a:latin typeface="Arial"/>
                          <a:cs typeface="Arial"/>
                        </a:rPr>
                        <a:t>)</a:t>
                      </a:r>
                      <a:r>
                        <a:rPr dirty="0" sz="1550" spc="-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20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550">
                          <a:latin typeface="Arial"/>
                          <a:cs typeface="Arial"/>
                        </a:rPr>
                        <a:t>[</a:t>
                      </a:r>
                      <a:r>
                        <a:rPr dirty="0" sz="155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55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>
                          <a:latin typeface="Arial"/>
                          <a:cs typeface="Arial"/>
                        </a:rPr>
                        <a:t>] </a:t>
                      </a:r>
                      <a:r>
                        <a:rPr dirty="0" sz="1550" spc="-1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>
                          <a:latin typeface="Arial"/>
                          <a:cs typeface="Arial"/>
                        </a:rPr>
                        <a:t>= </a:t>
                      </a:r>
                      <a:r>
                        <a:rPr dirty="0" sz="1550" spc="-1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550" spc="-2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>
                          <a:latin typeface="Arial"/>
                          <a:cs typeface="Arial"/>
                        </a:rPr>
                        <a:t>;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74943">
                <a:tc>
                  <a:txBody>
                    <a:bodyPr/>
                    <a:lstStyle/>
                    <a:p>
                      <a:pPr/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550" spc="50" b="1">
                          <a:latin typeface="Arial"/>
                          <a:cs typeface="Arial"/>
                        </a:rPr>
                        <a:t>fo</a:t>
                      </a:r>
                      <a:r>
                        <a:rPr dirty="0" sz="1550" b="1">
                          <a:latin typeface="Arial"/>
                          <a:cs typeface="Arial"/>
                        </a:rPr>
                        <a:t>r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550">
                          <a:latin typeface="Arial"/>
                          <a:cs typeface="Arial"/>
                        </a:rPr>
                        <a:t>(</a:t>
                      </a:r>
                      <a:r>
                        <a:rPr dirty="0" sz="155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>
                          <a:latin typeface="Arial"/>
                          <a:cs typeface="Arial"/>
                        </a:rPr>
                        <a:t>i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1336040" algn="l"/>
                        </a:tabLst>
                      </a:pPr>
                      <a:r>
                        <a:rPr dirty="0" sz="1550">
                          <a:latin typeface="Arial"/>
                          <a:cs typeface="Arial"/>
                        </a:rPr>
                        <a:t>= </a:t>
                      </a:r>
                      <a:r>
                        <a:rPr dirty="0" sz="1550" spc="-1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550" spc="-2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>
                          <a:latin typeface="Arial"/>
                          <a:cs typeface="Arial"/>
                        </a:rPr>
                        <a:t>; </a:t>
                      </a:r>
                      <a:r>
                        <a:rPr dirty="0" sz="1550" spc="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>
                          <a:latin typeface="Arial"/>
                          <a:cs typeface="Arial"/>
                        </a:rPr>
                        <a:t>i </a:t>
                      </a:r>
                      <a:r>
                        <a:rPr dirty="0" sz="155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60">
                          <a:latin typeface="Arial"/>
                          <a:cs typeface="Arial"/>
                        </a:rPr>
                        <a:t>&lt;</a:t>
                      </a:r>
                      <a:r>
                        <a:rPr dirty="0" sz="1550">
                          <a:latin typeface="Arial"/>
                          <a:cs typeface="Arial"/>
                        </a:rPr>
                        <a:t>=</a:t>
                      </a:r>
                      <a:r>
                        <a:rPr dirty="0" sz="155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165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550">
                          <a:latin typeface="Arial"/>
                          <a:cs typeface="Arial"/>
                        </a:rPr>
                        <a:t>;	i</a:t>
                      </a:r>
                      <a:r>
                        <a:rPr dirty="0" sz="1550" spc="-2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5">
                          <a:latin typeface="Arial"/>
                          <a:cs typeface="Arial"/>
                        </a:rPr>
                        <a:t>++</a:t>
                      </a:r>
                      <a:r>
                        <a:rPr dirty="0" sz="1550">
                          <a:latin typeface="Arial"/>
                          <a:cs typeface="Arial"/>
                        </a:rPr>
                        <a:t>)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10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00440" cy="5328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di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xs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5" i="1">
                <a:latin typeface="Arial"/>
                <a:cs typeface="Arial"/>
              </a:rPr>
              <a:t>C</a:t>
            </a:r>
            <a:r>
              <a:rPr dirty="0" sz="2050" spc="1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ifica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6195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40" i="1">
                <a:latin typeface="Arial"/>
                <a:cs typeface="Arial"/>
              </a:rPr>
              <a:t>b</a:t>
            </a:r>
            <a:r>
              <a:rPr dirty="0" sz="2050" spc="5" i="1">
                <a:latin typeface="Arial"/>
                <a:cs typeface="Arial"/>
              </a:rPr>
              <a:t>y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58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Essa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 i="1">
                <a:latin typeface="Arial"/>
                <a:cs typeface="Arial"/>
              </a:rPr>
              <a:t>b</a:t>
            </a:r>
            <a:r>
              <a:rPr dirty="0" sz="2050" spc="5" i="1">
                <a:latin typeface="Arial"/>
                <a:cs typeface="Arial"/>
              </a:rPr>
              <a:t>y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5433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5</a:t>
            </a:r>
            <a:r>
              <a:rPr dirty="0" sz="2050">
                <a:latin typeface="Arial"/>
                <a:cs typeface="Arial"/>
              </a:rPr>
              <a:t>5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 i="1">
                <a:latin typeface="Arial"/>
                <a:cs typeface="Arial"/>
              </a:rPr>
              <a:t>b</a:t>
            </a:r>
            <a:r>
              <a:rPr dirty="0" sz="2050" spc="5" i="1">
                <a:latin typeface="Arial"/>
                <a:cs typeface="Arial"/>
              </a:rPr>
              <a:t>y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10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6003290" cy="20853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di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xs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343275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5" b="1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RadixsortIn</a:t>
            </a:r>
            <a:r>
              <a:rPr dirty="0" sz="1700" spc="210">
                <a:latin typeface="Arial"/>
                <a:cs typeface="Arial"/>
              </a:rPr>
              <a:t>t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254">
                <a:latin typeface="Lucida Sans Unicode"/>
                <a:cs typeface="Lucida Sans Unicode"/>
              </a:rPr>
              <a:t>∗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244475" algn="l"/>
                <a:tab pos="68834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>
              <a:lnSpc>
                <a:spcPct val="100000"/>
              </a:lnSpc>
              <a:spcBef>
                <a:spcPts val="675"/>
              </a:spcBef>
              <a:tabLst>
                <a:tab pos="977265" algn="l"/>
                <a:tab pos="1545590" algn="l"/>
                <a:tab pos="1727835" algn="l"/>
                <a:tab pos="2719070" algn="l"/>
                <a:tab pos="3260725" algn="l"/>
                <a:tab pos="5725160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NBITS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/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80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ContagemIn</a:t>
            </a:r>
            <a:r>
              <a:rPr dirty="0" sz="1700" spc="85">
                <a:latin typeface="Arial"/>
                <a:cs typeface="Arial"/>
              </a:rPr>
              <a:t>t</a:t>
            </a:r>
            <a:r>
              <a:rPr dirty="0" sz="1700" spc="35">
                <a:latin typeface="Arial"/>
                <a:cs typeface="Arial"/>
              </a:rPr>
              <a:t>(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10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09025" cy="6316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di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xs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dirty="0" sz="2450" spc="17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50" i="1">
                <a:latin typeface="Arial"/>
                <a:cs typeface="Arial"/>
              </a:rPr>
              <a:t>B</a:t>
            </a:r>
            <a:r>
              <a:rPr dirty="0" sz="2050" spc="-110" i="1">
                <a:latin typeface="Arial"/>
                <a:cs typeface="Arial"/>
              </a:rPr>
              <a:t>a</a:t>
            </a:r>
            <a:r>
              <a:rPr dirty="0" sz="2050" spc="-204" i="1">
                <a:latin typeface="Arial"/>
                <a:cs typeface="Arial"/>
              </a:rPr>
              <a:t>s</a:t>
            </a:r>
            <a:r>
              <a:rPr dirty="0" sz="2050" spc="-65" i="1">
                <a:latin typeface="Arial"/>
                <a:cs typeface="Arial"/>
              </a:rPr>
              <a:t>e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95" i="1">
                <a:latin typeface="Arial"/>
                <a:cs typeface="Arial"/>
              </a:rPr>
              <a:t>d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95" i="1">
                <a:latin typeface="Arial"/>
                <a:cs typeface="Arial"/>
              </a:rPr>
              <a:t>d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95" i="1">
                <a:latin typeface="Arial"/>
                <a:cs typeface="Arial"/>
              </a:rPr>
              <a:t>d</a:t>
            </a:r>
            <a:r>
              <a:rPr dirty="0" sz="2050" spc="50" i="1">
                <a:latin typeface="Arial"/>
                <a:cs typeface="Arial"/>
              </a:rPr>
              <a:t>B</a:t>
            </a:r>
            <a:r>
              <a:rPr dirty="0" sz="2050" spc="-110" i="1">
                <a:latin typeface="Arial"/>
                <a:cs typeface="Arial"/>
              </a:rPr>
              <a:t>a</a:t>
            </a:r>
            <a:r>
              <a:rPr dirty="0" sz="2050" spc="-204" i="1">
                <a:latin typeface="Arial"/>
                <a:cs typeface="Arial"/>
              </a:rPr>
              <a:t>s</a:t>
            </a:r>
            <a:r>
              <a:rPr dirty="0" sz="2050" spc="-65" i="1">
                <a:latin typeface="Arial"/>
                <a:cs typeface="Arial"/>
              </a:rPr>
              <a:t>e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ixs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95" i="1">
                <a:latin typeface="Arial"/>
                <a:cs typeface="Arial"/>
              </a:rPr>
              <a:t>d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0" i="1">
                <a:latin typeface="Arial"/>
                <a:cs typeface="Arial"/>
              </a:rPr>
              <a:t>B</a:t>
            </a:r>
            <a:r>
              <a:rPr dirty="0" sz="2050" spc="-110" i="1">
                <a:latin typeface="Arial"/>
                <a:cs typeface="Arial"/>
              </a:rPr>
              <a:t>a</a:t>
            </a:r>
            <a:r>
              <a:rPr dirty="0" sz="2050" spc="-204" i="1">
                <a:latin typeface="Arial"/>
                <a:cs typeface="Arial"/>
              </a:rPr>
              <a:t>s</a:t>
            </a:r>
            <a:r>
              <a:rPr dirty="0" sz="2050" spc="-215" i="1">
                <a:latin typeface="Arial"/>
                <a:cs typeface="Arial"/>
              </a:rPr>
              <a:t>e</a:t>
            </a:r>
            <a:r>
              <a:rPr dirty="0" sz="2050" spc="155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206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95" i="1">
                <a:latin typeface="Arial"/>
                <a:cs typeface="Arial"/>
              </a:rPr>
              <a:t>d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1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>
                <a:latin typeface="Arial"/>
                <a:cs typeface="Arial"/>
              </a:rPr>
              <a:t>4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se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00"/>
              </a:spcBef>
            </a:pP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baseline="30864" sz="2025" spc="142">
                <a:latin typeface="PMingLiU"/>
                <a:cs typeface="PMingLiU"/>
              </a:rPr>
              <a:t>8</a:t>
            </a:r>
            <a:r>
              <a:rPr dirty="0" baseline="30864" sz="2025" spc="142">
                <a:latin typeface="PMingLiU"/>
                <a:cs typeface="PMingLiU"/>
              </a:rPr>
              <a:t> </a:t>
            </a:r>
            <a:r>
              <a:rPr dirty="0" baseline="30864" sz="2025" spc="-67">
                <a:latin typeface="PMingLiU"/>
                <a:cs typeface="PMingLiU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 spc="-155">
                <a:latin typeface="Georgia"/>
                <a:cs typeface="Georgia"/>
              </a:rPr>
              <a:t>6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apena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4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ada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Contage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iliza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c</a:t>
            </a:r>
            <a:r>
              <a:rPr dirty="0" sz="2050" spc="5">
                <a:latin typeface="Arial"/>
                <a:cs typeface="Arial"/>
              </a:rPr>
              <a:t>ks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≈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5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5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ifica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ixs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65" i="1">
                <a:latin typeface="Arial"/>
                <a:cs typeface="Arial"/>
              </a:rPr>
              <a:t>B</a:t>
            </a:r>
            <a:r>
              <a:rPr dirty="0" sz="2050" spc="11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10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198" y="851928"/>
            <a:ext cx="8185784" cy="6281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di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xs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aractere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8950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"/>
              </a:spcBef>
            </a:pP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235960" algn="l"/>
                <a:tab pos="4744085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spc="215" b="1">
                <a:latin typeface="Arial"/>
                <a:cs typeface="Arial"/>
              </a:rPr>
              <a:t> </a:t>
            </a:r>
            <a:r>
              <a:rPr dirty="0" sz="1700" spc="-110">
                <a:latin typeface="Arial"/>
                <a:cs typeface="Arial"/>
              </a:rPr>
              <a:t>ContagemCa</a:t>
            </a:r>
            <a:r>
              <a:rPr dirty="0" sz="1700" spc="15">
                <a:latin typeface="Arial"/>
                <a:cs typeface="Arial"/>
              </a:rPr>
              <a:t>r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260">
                <a:latin typeface="Lucida Sans Unicode"/>
                <a:cs typeface="Lucida Sans Unicode"/>
              </a:rPr>
              <a:t>∗</a:t>
            </a:r>
            <a:r>
              <a:rPr dirty="0" sz="1700" spc="5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  <a:tab pos="678815" algn="l"/>
                <a:tab pos="100965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>
              <a:lnSpc>
                <a:spcPct val="100000"/>
              </a:lnSpc>
              <a:spcBef>
                <a:spcPts val="605"/>
              </a:spcBef>
              <a:tabLst>
                <a:tab pos="676275" algn="l"/>
                <a:tab pos="902969" algn="l"/>
                <a:tab pos="1084580" algn="l"/>
                <a:tab pos="1652905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BASE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155">
                <a:latin typeface="Lucida Sans Unicode"/>
                <a:cs typeface="Lucida Sans Unicode"/>
              </a:rPr>
              <a:t> </a:t>
            </a:r>
            <a:r>
              <a:rPr dirty="0" sz="1700" spc="114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>
              <a:lnSpc>
                <a:spcPct val="100000"/>
              </a:lnSpc>
              <a:spcBef>
                <a:spcPts val="605"/>
              </a:spcBef>
              <a:tabLst>
                <a:tab pos="676275" algn="l"/>
                <a:tab pos="902969" algn="l"/>
                <a:tab pos="1084580" algn="l"/>
                <a:tab pos="1652905" algn="l"/>
                <a:tab pos="2509520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80">
                <a:latin typeface="Arial"/>
                <a:cs typeface="Arial"/>
              </a:rPr>
              <a:t> </a:t>
            </a:r>
            <a:r>
              <a:rPr dirty="0" sz="1700" spc="19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  <a:tabLst>
                <a:tab pos="688340" algn="l"/>
                <a:tab pos="86995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spc="-15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6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15">
                <a:latin typeface="Arial"/>
                <a:cs typeface="Arial"/>
              </a:rPr>
              <a:t>(</a:t>
            </a:r>
            <a:r>
              <a:rPr dirty="0" sz="1700" spc="-60">
                <a:latin typeface="Arial"/>
                <a:cs typeface="Arial"/>
              </a:rPr>
              <a:t>C</a:t>
            </a:r>
            <a:r>
              <a:rPr dirty="0" sz="1700" spc="130">
                <a:latin typeface="Arial"/>
                <a:cs typeface="Arial"/>
              </a:rPr>
              <a:t>[0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04">
                <a:latin typeface="Arial"/>
                <a:cs typeface="Arial"/>
              </a:rPr>
              <a:t> </a:t>
            </a:r>
            <a:r>
              <a:rPr dirty="0" sz="1700" spc="1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8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>
              <a:lnSpc>
                <a:spcPct val="100000"/>
              </a:lnSpc>
              <a:spcBef>
                <a:spcPts val="605"/>
              </a:spcBef>
              <a:tabLst>
                <a:tab pos="977265" algn="l"/>
                <a:tab pos="1545590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BASE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155">
                <a:latin typeface="Lucida Sans Unicode"/>
                <a:cs typeface="Lucida Sans Unicode"/>
              </a:rPr>
              <a:t> </a:t>
            </a:r>
            <a:r>
              <a:rPr dirty="0" sz="1700" spc="114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10">
                <a:latin typeface="Lucida Sans Unicode"/>
                <a:cs typeface="Lucida Sans Unicode"/>
              </a:rPr>
              <a:t>−</a:t>
            </a:r>
            <a:r>
              <a:rPr dirty="0" sz="1700" spc="25">
                <a:latin typeface="Arial"/>
                <a:cs typeface="Arial"/>
              </a:rPr>
              <a:t>1]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>
              <a:lnSpc>
                <a:spcPct val="100000"/>
              </a:lnSpc>
              <a:spcBef>
                <a:spcPts val="605"/>
              </a:spcBef>
              <a:tabLst>
                <a:tab pos="1545590" algn="l"/>
                <a:tab pos="1740535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9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310">
                <a:latin typeface="Arial"/>
                <a:cs typeface="Arial"/>
              </a:rPr>
              <a:t> </a:t>
            </a:r>
            <a:r>
              <a:rPr dirty="0" sz="1700" spc="-305">
                <a:latin typeface="Lucida Sans Unicode"/>
                <a:cs typeface="Lucida Sans Unicode"/>
              </a:rPr>
              <a:t>−</a:t>
            </a:r>
            <a:r>
              <a:rPr dirty="0" sz="1700" spc="-160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  <a:tabLst>
                <a:tab pos="688340" algn="l"/>
                <a:tab pos="86995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spc="-15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6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40080">
              <a:lnSpc>
                <a:spcPct val="100000"/>
              </a:lnSpc>
              <a:spcBef>
                <a:spcPts val="605"/>
              </a:spcBef>
            </a:pPr>
            <a:r>
              <a:rPr dirty="0" sz="1700" spc="35">
                <a:latin typeface="Arial"/>
                <a:cs typeface="Arial"/>
              </a:rPr>
              <a:t>B</a:t>
            </a:r>
            <a:r>
              <a:rPr dirty="0" sz="1700" spc="-10">
                <a:latin typeface="Arial"/>
                <a:cs typeface="Arial"/>
              </a:rPr>
              <a:t>[C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155">
                <a:latin typeface="Lucida Sans Unicode"/>
                <a:cs typeface="Lucida Sans Unicode"/>
              </a:rPr>
              <a:t> </a:t>
            </a:r>
            <a:r>
              <a:rPr dirty="0" sz="1700" spc="114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38125">
              <a:lnSpc>
                <a:spcPct val="100000"/>
              </a:lnSpc>
              <a:spcBef>
                <a:spcPts val="605"/>
              </a:spcBef>
              <a:tabLst>
                <a:tab pos="977265" algn="l"/>
                <a:tab pos="1545590" algn="l"/>
                <a:tab pos="2402840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85">
                <a:latin typeface="Arial"/>
                <a:cs typeface="Arial"/>
              </a:rPr>
              <a:t> </a:t>
            </a:r>
            <a:r>
              <a:rPr dirty="0" sz="1700" spc="19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B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11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6746875" cy="20853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di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xs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aractere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343275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30" b="1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RadixsortCa</a:t>
            </a:r>
            <a:r>
              <a:rPr dirty="0" sz="1700" spc="140">
                <a:latin typeface="Arial"/>
                <a:cs typeface="Arial"/>
              </a:rPr>
              <a:t>r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254">
                <a:latin typeface="Lucida Sans Unicode"/>
                <a:cs typeface="Lucida Sans Unicode"/>
              </a:rPr>
              <a:t>∗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244475" algn="l"/>
                <a:tab pos="68834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>
              <a:lnSpc>
                <a:spcPct val="100000"/>
              </a:lnSpc>
              <a:spcBef>
                <a:spcPts val="675"/>
              </a:spcBef>
              <a:tabLst>
                <a:tab pos="3221990" algn="l"/>
                <a:tab pos="6468745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5">
                <a:latin typeface="Arial"/>
                <a:cs typeface="Arial"/>
              </a:rPr>
              <a:t>CH</a:t>
            </a:r>
            <a:r>
              <a:rPr dirty="0" sz="1700" spc="-114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VE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155">
                <a:latin typeface="Lucida Sans Unicode"/>
                <a:cs typeface="Lucida Sans Unicode"/>
              </a:rPr>
              <a:t> </a:t>
            </a:r>
            <a:r>
              <a:rPr dirty="0" sz="1700" spc="114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20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0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135">
                <a:latin typeface="Lucida Sans Unicode"/>
                <a:cs typeface="Lucida Sans Unicode"/>
              </a:rPr>
              <a:t>−</a:t>
            </a:r>
            <a:r>
              <a:rPr dirty="0" sz="1700" spc="-75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-110">
                <a:latin typeface="Arial"/>
                <a:cs typeface="Arial"/>
              </a:rPr>
              <a:t>ContagemCa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110">
                <a:latin typeface="Arial"/>
                <a:cs typeface="Arial"/>
              </a:rPr>
              <a:t>(</a:t>
            </a:r>
            <a:r>
              <a:rPr dirty="0" sz="1700" spc="5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11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14740" cy="6179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Exter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na</a:t>
            </a:r>
            <a:endParaRPr sz="2450">
              <a:latin typeface="Arial"/>
              <a:cs typeface="Arial"/>
            </a:endParaRPr>
          </a:p>
          <a:p>
            <a:pPr marL="484505" marR="9271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  <a:p>
            <a:pPr marL="484505" marR="8978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0960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imi</a:t>
            </a:r>
            <a:r>
              <a:rPr dirty="0" sz="2050" spc="-2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ü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Essa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2138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11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29980" cy="53111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Exter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na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050" spc="-10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atore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dete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eren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té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ordena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te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na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349885">
              <a:lnSpc>
                <a:spcPct val="100000"/>
              </a:lnSpc>
              <a:buAutoNum type="arabicPeriod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za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09550" indent="-349885">
              <a:lnSpc>
                <a:spcPct val="119700"/>
              </a:lnSpc>
              <a:spcBef>
                <a:spcPts val="1405"/>
              </a:spcBef>
              <a:buAutoNum type="arabicPeriod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Arial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marL="484505" indent="-349885">
              <a:lnSpc>
                <a:spcPct val="100000"/>
              </a:lnSpc>
              <a:buAutoNum type="arabicPeriod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004569" indent="-349885">
              <a:lnSpc>
                <a:spcPct val="119700"/>
              </a:lnSpc>
              <a:spcBef>
                <a:spcPts val="1405"/>
              </a:spcBef>
              <a:buAutoNum type="arabicPeriod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40">
                <a:latin typeface="Arial"/>
                <a:cs typeface="Arial"/>
              </a:rPr>
              <a:t>n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lvim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09955" indent="-349885">
              <a:lnSpc>
                <a:spcPct val="119700"/>
              </a:lnSpc>
              <a:spcBef>
                <a:spcPts val="1405"/>
              </a:spcBef>
              <a:buAutoNum type="arabicPeriod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â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Arial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marL="484505" indent="-349885">
              <a:lnSpc>
                <a:spcPct val="100000"/>
              </a:lnSpc>
              <a:buAutoNum type="arabicPeriod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Assim,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11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68806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5929"/>
            <a:ext cx="8519160" cy="5810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Exter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"/>
              </a:spcBef>
            </a:pPr>
            <a:endParaRPr sz="21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01295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ifica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xili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marR="573405" indent="-349885">
              <a:lnSpc>
                <a:spcPct val="117600"/>
              </a:lnSpc>
              <a:spcBef>
                <a:spcPts val="600"/>
              </a:spcBef>
              <a:buAutoNum type="arabicPeriod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030"/>
              </a:spcBef>
              <a:buAutoNum type="arabicPeriod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180340" indent="-349885">
              <a:lnSpc>
                <a:spcPct val="117600"/>
              </a:lnSpc>
              <a:spcBef>
                <a:spcPts val="600"/>
              </a:spcBef>
              <a:buAutoNum type="arabicPeriod"/>
              <a:tabLst>
                <a:tab pos="852805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29209" indent="-349885">
              <a:lnSpc>
                <a:spcPct val="117600"/>
              </a:lnSpc>
              <a:spcBef>
                <a:spcPts val="600"/>
              </a:spcBef>
              <a:buAutoNum type="arabicPeriod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11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30920" cy="3653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Exter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39433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zir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xili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40">
                <a:latin typeface="Arial"/>
                <a:cs typeface="Arial"/>
              </a:rPr>
              <a:t>n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11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432040" cy="10680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Vár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minhos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05505" y="2085886"/>
            <a:ext cx="4349115" cy="290830"/>
          </a:xfrm>
          <a:prstGeom prst="rect">
            <a:avLst/>
          </a:prstGeom>
          <a:ln w="8801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20014">
              <a:lnSpc>
                <a:spcPts val="2025"/>
              </a:lnSpc>
            </a:pPr>
            <a:r>
              <a:rPr dirty="0" sz="1700" spc="5" i="1">
                <a:latin typeface="Times New Roman"/>
                <a:cs typeface="Times New Roman"/>
              </a:rPr>
              <a:t>I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N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T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E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R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C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A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L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A</a:t>
            </a:r>
            <a:r>
              <a:rPr dirty="0" sz="1700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C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A</a:t>
            </a:r>
            <a:r>
              <a:rPr dirty="0" sz="1700" i="1">
                <a:latin typeface="Times New Roman"/>
                <a:cs typeface="Times New Roman"/>
              </a:rPr>
              <a:t> </a:t>
            </a:r>
            <a:r>
              <a:rPr dirty="0" sz="1700" spc="15" i="1">
                <a:latin typeface="Times New Roman"/>
                <a:cs typeface="Times New Roman"/>
              </a:rPr>
              <a:t>O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B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A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L</a:t>
            </a:r>
            <a:r>
              <a:rPr dirty="0" sz="1700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A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N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C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E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A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5" i="1">
                <a:latin typeface="Times New Roman"/>
                <a:cs typeface="Times New Roman"/>
              </a:rPr>
              <a:t>D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A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1295" y="2804337"/>
            <a:ext cx="7835265" cy="28340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379730">
              <a:lnSpc>
                <a:spcPct val="100000"/>
              </a:lnSpc>
              <a:spcBef>
                <a:spcPts val="1185"/>
              </a:spcBef>
              <a:tabLst>
                <a:tab pos="641985" algn="l"/>
              </a:tabLst>
            </a:pPr>
            <a:r>
              <a:rPr dirty="0" sz="2050" spc="5" b="1">
                <a:latin typeface="Times New Roman"/>
                <a:cs typeface="Times New Roman"/>
              </a:rPr>
              <a:t>–</a:t>
            </a:r>
            <a:r>
              <a:rPr dirty="0" sz="2050" spc="5" b="1">
                <a:latin typeface="Times New Roman"/>
                <a:cs typeface="Times New Roman"/>
              </a:rPr>
              <a:t>	</a:t>
            </a: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110489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11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6808470" cy="10680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Vár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minhos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10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72471" y="2089086"/>
            <a:ext cx="3415029" cy="0"/>
          </a:xfrm>
          <a:custGeom>
            <a:avLst/>
            <a:gdLst/>
            <a:ahLst/>
            <a:cxnLst/>
            <a:rect l="l" t="t" r="r" b="b"/>
            <a:pathLst>
              <a:path w="3415029" h="0">
                <a:moveTo>
                  <a:pt x="0" y="0"/>
                </a:moveTo>
                <a:lnTo>
                  <a:pt x="341494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676878" y="2089022"/>
            <a:ext cx="0" cy="1254760"/>
          </a:xfrm>
          <a:custGeom>
            <a:avLst/>
            <a:gdLst/>
            <a:ahLst/>
            <a:cxnLst/>
            <a:rect l="l" t="t" r="r" b="b"/>
            <a:pathLst>
              <a:path w="0" h="1254760">
                <a:moveTo>
                  <a:pt x="0" y="1254442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083018" y="2089022"/>
            <a:ext cx="0" cy="1254760"/>
          </a:xfrm>
          <a:custGeom>
            <a:avLst/>
            <a:gdLst/>
            <a:ahLst/>
            <a:cxnLst/>
            <a:rect l="l" t="t" r="r" b="b"/>
            <a:pathLst>
              <a:path w="0" h="1254760">
                <a:moveTo>
                  <a:pt x="0" y="1254442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672471" y="3343414"/>
            <a:ext cx="3415029" cy="0"/>
          </a:xfrm>
          <a:custGeom>
            <a:avLst/>
            <a:gdLst/>
            <a:ahLst/>
            <a:cxnLst/>
            <a:rect l="l" t="t" r="r" b="b"/>
            <a:pathLst>
              <a:path w="3415029" h="0">
                <a:moveTo>
                  <a:pt x="0" y="0"/>
                </a:moveTo>
                <a:lnTo>
                  <a:pt x="341494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910507" y="2179690"/>
          <a:ext cx="2939415" cy="1089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7492"/>
                <a:gridCol w="784724"/>
                <a:gridCol w="808977"/>
                <a:gridCol w="687760"/>
              </a:tblGrid>
              <a:tr h="35855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fi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ta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T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147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fi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ta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L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5855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fi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ta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L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11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74710" cy="45802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Vár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minhos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10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948055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Ao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5080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11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37880" cy="29216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Vár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minhos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10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marR="5080" indent="-349885">
              <a:lnSpc>
                <a:spcPct val="119700"/>
              </a:lnSpc>
              <a:spcBef>
                <a:spcPts val="700"/>
              </a:spcBef>
              <a:buAutoNum type="arabicPeriod" startAt="7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 startAt="7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9"/>
              </a:spcBef>
              <a:buFont typeface="Arial"/>
              <a:buAutoNum type="arabicPeriod" startAt="7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52417" y="4056253"/>
            <a:ext cx="504190" cy="1002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r>
              <a:rPr dirty="0" sz="1700" spc="-45">
                <a:latin typeface="Times New Roman"/>
                <a:cs typeface="Times New Roman"/>
              </a:rPr>
              <a:t>fi</a:t>
            </a:r>
            <a:r>
              <a:rPr dirty="0" sz="1700" spc="5">
                <a:latin typeface="Times New Roman"/>
                <a:cs typeface="Times New Roman"/>
              </a:rPr>
              <a:t>ta</a:t>
            </a:r>
            <a:r>
              <a:rPr dirty="0" sz="1700" spc="5">
                <a:latin typeface="Times New Roman"/>
                <a:cs typeface="Times New Roman"/>
              </a:rPr>
              <a:t> </a:t>
            </a:r>
            <a:r>
              <a:rPr dirty="0" sz="1700" spc="5">
                <a:latin typeface="Times New Roman"/>
                <a:cs typeface="Times New Roman"/>
              </a:rPr>
              <a:t>4</a:t>
            </a:r>
            <a:r>
              <a:rPr dirty="0" sz="1700" spc="5">
                <a:latin typeface="Times New Roman"/>
                <a:cs typeface="Times New Roman"/>
              </a:rPr>
              <a:t>: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r>
              <a:rPr dirty="0" sz="1700" spc="-45">
                <a:latin typeface="Times New Roman"/>
                <a:cs typeface="Times New Roman"/>
              </a:rPr>
              <a:t>fi</a:t>
            </a:r>
            <a:r>
              <a:rPr dirty="0" sz="1700" spc="5">
                <a:latin typeface="Times New Roman"/>
                <a:cs typeface="Times New Roman"/>
              </a:rPr>
              <a:t>ta</a:t>
            </a:r>
            <a:r>
              <a:rPr dirty="0" sz="1700" spc="5">
                <a:latin typeface="Times New Roman"/>
                <a:cs typeface="Times New Roman"/>
              </a:rPr>
              <a:t> </a:t>
            </a:r>
            <a:r>
              <a:rPr dirty="0" sz="1700" spc="5">
                <a:latin typeface="Times New Roman"/>
                <a:cs typeface="Times New Roman"/>
              </a:rPr>
              <a:t>5</a:t>
            </a:r>
            <a:r>
              <a:rPr dirty="0" sz="1700" spc="5">
                <a:latin typeface="Times New Roman"/>
                <a:cs typeface="Times New Roman"/>
              </a:rPr>
              <a:t>: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ts val="2035"/>
              </a:lnSpc>
              <a:spcBef>
                <a:spcPts val="885"/>
              </a:spcBef>
            </a:pPr>
            <a:r>
              <a:rPr dirty="0" sz="1700" spc="-45">
                <a:latin typeface="Times New Roman"/>
                <a:cs typeface="Times New Roman"/>
              </a:rPr>
              <a:t>fi</a:t>
            </a:r>
            <a:r>
              <a:rPr dirty="0" sz="1700" spc="5">
                <a:latin typeface="Times New Roman"/>
                <a:cs typeface="Times New Roman"/>
              </a:rPr>
              <a:t>ta</a:t>
            </a:r>
            <a:r>
              <a:rPr dirty="0" sz="1700" spc="5">
                <a:latin typeface="Times New Roman"/>
                <a:cs typeface="Times New Roman"/>
              </a:rPr>
              <a:t> </a:t>
            </a:r>
            <a:r>
              <a:rPr dirty="0" sz="1700" spc="5">
                <a:latin typeface="Times New Roman"/>
                <a:cs typeface="Times New Roman"/>
              </a:rPr>
              <a:t>6</a:t>
            </a:r>
            <a:r>
              <a:rPr dirty="0" sz="1700" spc="5">
                <a:latin typeface="Times New Roman"/>
                <a:cs typeface="Times New Roman"/>
              </a:rPr>
              <a:t>: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18913" y="3943812"/>
            <a:ext cx="1689100" cy="11144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43400"/>
              </a:lnSpc>
            </a:pPr>
            <a:r>
              <a:rPr dirty="0" sz="1700" spc="10" i="1">
                <a:latin typeface="Times New Roman"/>
                <a:cs typeface="Times New Roman"/>
              </a:rPr>
              <a:t>A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A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C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E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5" i="1">
                <a:latin typeface="Times New Roman"/>
                <a:cs typeface="Times New Roman"/>
              </a:rPr>
              <a:t>I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L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N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R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T</a:t>
            </a:r>
            <a:r>
              <a:rPr dirty="0" sz="1700" spc="5" i="1">
                <a:latin typeface="Times New Roman"/>
                <a:cs typeface="Times New Roman"/>
              </a:rPr>
              <a:t> A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A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A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B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C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C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L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N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5" i="1">
                <a:latin typeface="Times New Roman"/>
                <a:cs typeface="Times New Roman"/>
              </a:rPr>
              <a:t>O</a:t>
            </a:r>
            <a:r>
              <a:rPr dirty="0" sz="1700" spc="5" i="1">
                <a:latin typeface="Times New Roman"/>
                <a:cs typeface="Times New Roman"/>
              </a:rPr>
              <a:t> A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A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5" i="1">
                <a:latin typeface="Times New Roman"/>
                <a:cs typeface="Times New Roman"/>
              </a:rPr>
              <a:t>D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92270" y="3942105"/>
            <a:ext cx="2975610" cy="0"/>
          </a:xfrm>
          <a:custGeom>
            <a:avLst/>
            <a:gdLst/>
            <a:ahLst/>
            <a:cxnLst/>
            <a:rect l="l" t="t" r="r" b="b"/>
            <a:pathLst>
              <a:path w="2975609" h="0">
                <a:moveTo>
                  <a:pt x="0" y="0"/>
                </a:moveTo>
                <a:lnTo>
                  <a:pt x="29754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896677" y="3942168"/>
            <a:ext cx="0" cy="1254760"/>
          </a:xfrm>
          <a:custGeom>
            <a:avLst/>
            <a:gdLst/>
            <a:ahLst/>
            <a:cxnLst/>
            <a:rect l="l" t="t" r="r" b="b"/>
            <a:pathLst>
              <a:path w="0" h="1254760">
                <a:moveTo>
                  <a:pt x="0" y="1254442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863333" y="3942168"/>
            <a:ext cx="0" cy="1254760"/>
          </a:xfrm>
          <a:custGeom>
            <a:avLst/>
            <a:gdLst/>
            <a:ahLst/>
            <a:cxnLst/>
            <a:rect l="l" t="t" r="r" b="b"/>
            <a:pathLst>
              <a:path w="0" h="1254760">
                <a:moveTo>
                  <a:pt x="0" y="1254442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892270" y="5196547"/>
            <a:ext cx="2975610" cy="0"/>
          </a:xfrm>
          <a:custGeom>
            <a:avLst/>
            <a:gdLst/>
            <a:ahLst/>
            <a:cxnLst/>
            <a:rect l="l" t="t" r="r" b="b"/>
            <a:pathLst>
              <a:path w="2975609" h="0">
                <a:moveTo>
                  <a:pt x="0" y="0"/>
                </a:moveTo>
                <a:lnTo>
                  <a:pt x="29754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11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6157"/>
            <a:ext cx="6808470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Vár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minhos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69377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21295" y="1485681"/>
            <a:ext cx="8363584" cy="34131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marR="619125" indent="-262255">
              <a:lnSpc>
                <a:spcPct val="117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?</a:t>
            </a:r>
            <a:endParaRPr sz="2050">
              <a:latin typeface="Arial"/>
              <a:cs typeface="Arial"/>
            </a:endParaRPr>
          </a:p>
          <a:p>
            <a:pPr lvl="1" marL="641985" indent="-262255">
              <a:lnSpc>
                <a:spcPct val="100000"/>
              </a:lnSpc>
              <a:spcBef>
                <a:spcPts val="1035"/>
              </a:spcBef>
              <a:buFont typeface="Times New Roman"/>
              <a:buChar char="–"/>
              <a:tabLst>
                <a:tab pos="64262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641985" indent="-262255">
              <a:lnSpc>
                <a:spcPct val="100000"/>
              </a:lnSpc>
              <a:spcBef>
                <a:spcPts val="1035"/>
              </a:spcBef>
              <a:buFont typeface="Times New Roman"/>
              <a:buChar char="–"/>
              <a:tabLst>
                <a:tab pos="64262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641985" indent="-262255">
              <a:lnSpc>
                <a:spcPct val="100000"/>
              </a:lnSpc>
              <a:spcBef>
                <a:spcPts val="1035"/>
              </a:spcBef>
              <a:buFont typeface="Times New Roman"/>
              <a:buChar char="–"/>
              <a:tabLst>
                <a:tab pos="64262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641985" indent="-262255">
              <a:lnSpc>
                <a:spcPct val="100000"/>
              </a:lnSpc>
              <a:spcBef>
                <a:spcPts val="1035"/>
              </a:spcBef>
              <a:buFont typeface="Times New Roman"/>
              <a:buChar char="–"/>
              <a:tabLst>
                <a:tab pos="64262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 i="1">
                <a:latin typeface="Arial"/>
                <a:cs typeface="Arial"/>
              </a:rPr>
              <a:t>P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641985" indent="-262255">
              <a:lnSpc>
                <a:spcPct val="100000"/>
              </a:lnSpc>
              <a:spcBef>
                <a:spcPts val="1035"/>
              </a:spcBef>
              <a:buFont typeface="Times New Roman"/>
              <a:buChar char="–"/>
              <a:tabLst>
                <a:tab pos="64262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22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641985" indent="-262255">
              <a:lnSpc>
                <a:spcPct val="100000"/>
              </a:lnSpc>
              <a:spcBef>
                <a:spcPts val="1035"/>
              </a:spcBef>
              <a:buFont typeface="Times New Roman"/>
              <a:buChar char="–"/>
              <a:tabLst>
                <a:tab pos="642620" algn="l"/>
              </a:tabLst>
            </a:pPr>
            <a:r>
              <a:rPr dirty="0" sz="2050" spc="5">
                <a:latin typeface="Arial"/>
                <a:cs typeface="Arial"/>
              </a:rPr>
              <a:t>Assim: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72225" y="4774984"/>
            <a:ext cx="179070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65" i="1">
                <a:latin typeface="Arial"/>
                <a:cs typeface="Arial"/>
              </a:rPr>
              <a:t>n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49263" y="5147170"/>
            <a:ext cx="224790" cy="0"/>
          </a:xfrm>
          <a:custGeom>
            <a:avLst/>
            <a:gdLst/>
            <a:ahLst/>
            <a:cxnLst/>
            <a:rect l="l" t="t" r="r" b="b"/>
            <a:pathLst>
              <a:path w="224790" h="0">
                <a:moveTo>
                  <a:pt x="0" y="0"/>
                </a:moveTo>
                <a:lnTo>
                  <a:pt x="22471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50974" y="4952377"/>
            <a:ext cx="5106670" cy="852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076575">
              <a:lnSpc>
                <a:spcPct val="100000"/>
              </a:lnSpc>
            </a:pPr>
            <a:r>
              <a:rPr dirty="0" sz="2050" spc="-65" i="1">
                <a:latin typeface="Arial"/>
                <a:cs typeface="Arial"/>
              </a:rPr>
              <a:t>P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10">
                <a:latin typeface="Georgia"/>
                <a:cs typeface="Georgia"/>
              </a:rPr>
              <a:t>g</a:t>
            </a:r>
            <a:r>
              <a:rPr dirty="0" baseline="-20576" sz="2025" spc="240" i="1">
                <a:latin typeface="Trebuchet MS"/>
                <a:cs typeface="Trebuchet MS"/>
              </a:rPr>
              <a:t>f</a:t>
            </a:r>
            <a:r>
              <a:rPr dirty="0" baseline="-20576" sz="2025" i="1">
                <a:latin typeface="Trebuchet MS"/>
                <a:cs typeface="Trebuchet MS"/>
              </a:rPr>
              <a:t> </a:t>
            </a:r>
            <a:r>
              <a:rPr dirty="0" baseline="-20576" sz="2025" spc="-37" i="1">
                <a:latin typeface="Trebuchet MS"/>
                <a:cs typeface="Trebuchet MS"/>
              </a:rPr>
              <a:t> </a:t>
            </a:r>
            <a:r>
              <a:rPr dirty="0" baseline="-37940" sz="3075" spc="397" i="1">
                <a:latin typeface="Arial"/>
                <a:cs typeface="Arial"/>
              </a:rPr>
              <a:t>m</a:t>
            </a:r>
            <a:r>
              <a:rPr dirty="0" sz="2050" spc="-10" i="1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10"/>
              </a:spcBef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cim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n=22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=</a:t>
            </a:r>
            <a:r>
              <a:rPr dirty="0" sz="2050" spc="5">
                <a:latin typeface="Arial"/>
                <a:cs typeface="Arial"/>
              </a:rPr>
              <a:t>3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f=</a:t>
            </a:r>
            <a:r>
              <a:rPr dirty="0" sz="2050" spc="5">
                <a:latin typeface="Arial"/>
                <a:cs typeface="Arial"/>
              </a:rPr>
              <a:t>3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69955" y="6131156"/>
            <a:ext cx="1350645" cy="3740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65" i="1">
                <a:latin typeface="Arial"/>
                <a:cs typeface="Arial"/>
              </a:rPr>
              <a:t>P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10">
                <a:latin typeface="Georgia"/>
                <a:cs typeface="Georgia"/>
              </a:rPr>
              <a:t>g</a:t>
            </a:r>
            <a:r>
              <a:rPr dirty="0" baseline="-20576" sz="2025" spc="142">
                <a:latin typeface="PMingLiU"/>
                <a:cs typeface="PMingLiU"/>
              </a:rPr>
              <a:t>3</a:t>
            </a:r>
            <a:endParaRPr baseline="-20576" sz="2025">
              <a:latin typeface="PMingLiU"/>
              <a:cs typeface="PMingLiU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75616" y="5953760"/>
            <a:ext cx="28257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140">
                <a:latin typeface="Georgia"/>
                <a:cs typeface="Georgia"/>
              </a:rPr>
              <a:t>22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088316" y="6325953"/>
            <a:ext cx="257175" cy="0"/>
          </a:xfrm>
          <a:custGeom>
            <a:avLst/>
            <a:gdLst/>
            <a:ahLst/>
            <a:cxnLst/>
            <a:rect l="l" t="t" r="r" b="b"/>
            <a:pathLst>
              <a:path w="257175" h="0">
                <a:moveTo>
                  <a:pt x="0" y="0"/>
                </a:moveTo>
                <a:lnTo>
                  <a:pt x="256946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139853" y="6311176"/>
            <a:ext cx="15430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125">
                <a:latin typeface="Georgia"/>
                <a:cs typeface="Georgia"/>
              </a:rPr>
              <a:t>3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31660" y="6131153"/>
            <a:ext cx="497840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0" i="1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12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74978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7986"/>
            <a:ext cx="8709660" cy="5806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Vár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minhos</a:t>
            </a:r>
            <a:endParaRPr sz="2450">
              <a:latin typeface="Arial"/>
              <a:cs typeface="Arial"/>
            </a:endParaRPr>
          </a:p>
          <a:p>
            <a:pPr marL="484505" marR="2844800" indent="-262255">
              <a:lnSpc>
                <a:spcPct val="118200"/>
              </a:lnSpc>
              <a:spcBef>
                <a:spcPts val="21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22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11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08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08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08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40">
                <a:latin typeface="Arial"/>
                <a:cs typeface="Arial"/>
              </a:rPr>
              <a:t>n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lvi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795655" indent="-262255">
              <a:lnSpc>
                <a:spcPct val="118200"/>
              </a:lnSpc>
              <a:spcBef>
                <a:spcPts val="12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marR="738505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3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4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5080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Ao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12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443595" cy="58699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ui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484505" marR="23558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72707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sic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ximo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12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37905" cy="53270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ui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050" spc="5">
                <a:latin typeface="Arial"/>
                <a:cs typeface="Arial"/>
              </a:rPr>
              <a:t>Al</a:t>
            </a:r>
            <a:r>
              <a:rPr dirty="0" sz="2050">
                <a:latin typeface="Arial"/>
                <a:cs typeface="Arial"/>
              </a:rPr>
              <a:t>go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349885">
              <a:lnSpc>
                <a:spcPct val="100000"/>
              </a:lnSpc>
              <a:buAutoNum type="arabicPeriod"/>
              <a:tabLst>
                <a:tab pos="485140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23545" indent="-349885">
              <a:lnSpc>
                <a:spcPct val="119700"/>
              </a:lnSpc>
              <a:spcBef>
                <a:spcPts val="1405"/>
              </a:spcBef>
              <a:buAutoNum type="arabicPeriod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ximo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Arial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marL="484505" indent="-349885">
              <a:lnSpc>
                <a:spcPct val="100000"/>
              </a:lnSpc>
              <a:buAutoNum type="arabicPeriod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ximo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Lucida Sans Unicode"/>
              <a:buChar char="•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ximo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Lucida Sans Unicode"/>
              <a:buChar char="•"/>
              <a:tabLst>
                <a:tab pos="852805" algn="l"/>
              </a:tabLst>
            </a:pP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349885">
              <a:lnSpc>
                <a:spcPct val="100000"/>
              </a:lnSpc>
              <a:spcBef>
                <a:spcPts val="1889"/>
              </a:spcBef>
              <a:buAutoNum type="arabicPeriod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Lucida Sans Unicode"/>
              <a:buChar char="•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Lucida Sans Unicode"/>
              <a:buChar char="•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12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803846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ui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378938" y="1821497"/>
            <a:ext cx="2267585" cy="0"/>
          </a:xfrm>
          <a:custGeom>
            <a:avLst/>
            <a:gdLst/>
            <a:ahLst/>
            <a:cxnLst/>
            <a:rect l="l" t="t" r="r" b="b"/>
            <a:pathLst>
              <a:path w="2267585" h="0">
                <a:moveTo>
                  <a:pt x="0" y="0"/>
                </a:moveTo>
                <a:lnTo>
                  <a:pt x="2267026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383332" y="1821446"/>
            <a:ext cx="0" cy="3483610"/>
          </a:xfrm>
          <a:custGeom>
            <a:avLst/>
            <a:gdLst/>
            <a:ahLst/>
            <a:cxnLst/>
            <a:rect l="l" t="t" r="r" b="b"/>
            <a:pathLst>
              <a:path w="0" h="3483610">
                <a:moveTo>
                  <a:pt x="0" y="348352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641557" y="1821446"/>
            <a:ext cx="0" cy="3483610"/>
          </a:xfrm>
          <a:custGeom>
            <a:avLst/>
            <a:gdLst/>
            <a:ahLst/>
            <a:cxnLst/>
            <a:rect l="l" t="t" r="r" b="b"/>
            <a:pathLst>
              <a:path w="0" h="3483610">
                <a:moveTo>
                  <a:pt x="0" y="348352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378938" y="5304904"/>
            <a:ext cx="2267585" cy="0"/>
          </a:xfrm>
          <a:custGeom>
            <a:avLst/>
            <a:gdLst/>
            <a:ahLst/>
            <a:cxnLst/>
            <a:rect l="l" t="t" r="r" b="b"/>
            <a:pathLst>
              <a:path w="2267585" h="0">
                <a:moveTo>
                  <a:pt x="0" y="0"/>
                </a:moveTo>
                <a:lnTo>
                  <a:pt x="2267026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668960" y="1915909"/>
            <a:ext cx="2277110" cy="0"/>
          </a:xfrm>
          <a:custGeom>
            <a:avLst/>
            <a:gdLst/>
            <a:ahLst/>
            <a:cxnLst/>
            <a:rect l="l" t="t" r="r" b="b"/>
            <a:pathLst>
              <a:path w="2277109" h="0">
                <a:moveTo>
                  <a:pt x="0" y="0"/>
                </a:moveTo>
                <a:lnTo>
                  <a:pt x="2276856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673354" y="1915858"/>
            <a:ext cx="0" cy="3483610"/>
          </a:xfrm>
          <a:custGeom>
            <a:avLst/>
            <a:gdLst/>
            <a:ahLst/>
            <a:cxnLst/>
            <a:rect l="l" t="t" r="r" b="b"/>
            <a:pathLst>
              <a:path w="0" h="3483610">
                <a:moveTo>
                  <a:pt x="0" y="348352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941409" y="1915858"/>
            <a:ext cx="0" cy="3483610"/>
          </a:xfrm>
          <a:custGeom>
            <a:avLst/>
            <a:gdLst/>
            <a:ahLst/>
            <a:cxnLst/>
            <a:rect l="l" t="t" r="r" b="b"/>
            <a:pathLst>
              <a:path w="0" h="3483610">
                <a:moveTo>
                  <a:pt x="0" y="348352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668960" y="5399316"/>
            <a:ext cx="2277110" cy="0"/>
          </a:xfrm>
          <a:custGeom>
            <a:avLst/>
            <a:gdLst/>
            <a:ahLst/>
            <a:cxnLst/>
            <a:rect l="l" t="t" r="r" b="b"/>
            <a:pathLst>
              <a:path w="2277109" h="0">
                <a:moveTo>
                  <a:pt x="0" y="0"/>
                </a:moveTo>
                <a:lnTo>
                  <a:pt x="2276856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221295" y="5907125"/>
            <a:ext cx="8103870" cy="8394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605887" y="1882264"/>
          <a:ext cx="1813560" cy="3303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2252"/>
                <a:gridCol w="466497"/>
                <a:gridCol w="456682"/>
                <a:gridCol w="357590"/>
              </a:tblGrid>
              <a:tr h="290285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350" spc="-5">
                          <a:latin typeface="Times New Roman"/>
                          <a:cs typeface="Times New Roman"/>
                        </a:rPr>
                        <a:t>nt</a:t>
                      </a:r>
                      <a:r>
                        <a:rPr dirty="0" sz="1350">
                          <a:latin typeface="Times New Roman"/>
                          <a:cs typeface="Times New Roman"/>
                        </a:rPr>
                        <a:t>ra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1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2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3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8606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E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I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N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T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8606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R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N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E*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T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8663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C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R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E*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T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8606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A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T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E*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C*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8606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L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A*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E*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C*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8663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A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C*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E*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L*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8606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C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E*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A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L*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8606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A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L*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A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C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8663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O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A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A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C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8606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B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A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O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C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26728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A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B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O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C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6896024" y="2040176"/>
          <a:ext cx="1823085" cy="3303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2252"/>
                <a:gridCol w="466496"/>
                <a:gridCol w="466456"/>
                <a:gridCol w="357529"/>
              </a:tblGrid>
              <a:tr h="226785">
                <a:tc>
                  <a:txBody>
                    <a:bodyPr/>
                    <a:lstStyle/>
                    <a:p>
                      <a:pPr algn="ctr" marR="100965">
                        <a:lnSpc>
                          <a:spcPts val="1380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350" spc="-5">
                          <a:latin typeface="Times New Roman"/>
                          <a:cs typeface="Times New Roman"/>
                        </a:rPr>
                        <a:t>nt</a:t>
                      </a:r>
                      <a:r>
                        <a:rPr dirty="0" sz="1350">
                          <a:latin typeface="Times New Roman"/>
                          <a:cs typeface="Times New Roman"/>
                        </a:rPr>
                        <a:t>ra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ts val="1380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1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ts val="1380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2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ts val="1380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3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8606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L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C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O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A*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8606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A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L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O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A*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8663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N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O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A*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A*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8606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C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A*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N*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A*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8606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E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A*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N*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C*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8663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A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C*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N*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E*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8606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D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E*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N*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A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8606">
                <a:tc>
                  <a:txBody>
                    <a:bodyPr/>
                    <a:lstStyle/>
                    <a:p>
                      <a:pPr algn="ctr" marR="1009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A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N*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D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A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8663"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A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D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A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8606"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A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D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0228"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50" i="1">
                          <a:latin typeface="Times New Roman"/>
                          <a:cs typeface="Times New Roman"/>
                        </a:rPr>
                        <a:t>D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12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18550" cy="48494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ui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10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marR="29845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sic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225" i="1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dirty="0" sz="2050" spc="5">
                <a:latin typeface="Arial"/>
                <a:cs typeface="Arial"/>
              </a:rPr>
              <a:t>Al</a:t>
            </a:r>
            <a:r>
              <a:rPr dirty="0" sz="2050">
                <a:latin typeface="Arial"/>
                <a:cs typeface="Arial"/>
              </a:rPr>
              <a:t>go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22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marR="508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ximo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12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803846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ui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413634" y="2188578"/>
            <a:ext cx="0" cy="3855085"/>
          </a:xfrm>
          <a:custGeom>
            <a:avLst/>
            <a:gdLst/>
            <a:ahLst/>
            <a:cxnLst/>
            <a:rect l="l" t="t" r="r" b="b"/>
            <a:pathLst>
              <a:path w="0" h="3855085">
                <a:moveTo>
                  <a:pt x="0" y="385499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578525" y="2269017"/>
            <a:ext cx="4170679" cy="36480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160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18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16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16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16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641985" marR="5080" indent="-262255">
              <a:lnSpc>
                <a:spcPct val="119700"/>
              </a:lnSpc>
              <a:spcBef>
                <a:spcPts val="430"/>
              </a:spcBef>
              <a:buFont typeface="Times New Roman"/>
              <a:buChar char="–"/>
              <a:tabLst>
                <a:tab pos="642620" algn="l"/>
                <a:tab pos="1963420" algn="l"/>
                <a:tab pos="2279650" algn="l"/>
                <a:tab pos="3192780" algn="l"/>
                <a:tab pos="385889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11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just" marL="274955" marR="5080" indent="-262255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65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6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8</a:t>
            </a:r>
            <a:r>
              <a:rPr dirty="0" sz="2050" spc="6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6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7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6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641985" marR="5080" indent="-262255">
              <a:lnSpc>
                <a:spcPct val="119700"/>
              </a:lnSpc>
              <a:spcBef>
                <a:spcPts val="430"/>
              </a:spcBef>
              <a:buFont typeface="Times New Roman"/>
              <a:buChar char="–"/>
              <a:tabLst>
                <a:tab pos="642620" algn="l"/>
                <a:tab pos="1963420" algn="l"/>
                <a:tab pos="2279650" algn="l"/>
                <a:tab pos="3192780" algn="l"/>
                <a:tab pos="385889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10">
                <a:latin typeface="Georgia"/>
                <a:cs typeface="Georgia"/>
              </a:rPr>
              <a:t>g</a:t>
            </a:r>
            <a:r>
              <a:rPr dirty="0" baseline="-20576" sz="2025" spc="142">
                <a:latin typeface="PMingLiU"/>
                <a:cs typeface="PMingLiU"/>
              </a:rPr>
              <a:t>2</a:t>
            </a:r>
            <a:r>
              <a:rPr dirty="0" baseline="-20576" sz="2025" spc="112">
                <a:latin typeface="PMingLiU"/>
                <a:cs typeface="PMingLiU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22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211770" y="1431964"/>
          <a:ext cx="3404235" cy="4620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2439"/>
                <a:gridCol w="408142"/>
                <a:gridCol w="408221"/>
                <a:gridCol w="520593"/>
              </a:tblGrid>
              <a:tr h="756562">
                <a:tc>
                  <a:txBody>
                    <a:bodyPr/>
                    <a:lstStyle/>
                    <a:p>
                      <a:pPr marL="284480" indent="-262255">
                        <a:lnSpc>
                          <a:spcPct val="100000"/>
                        </a:lnSpc>
                        <a:spcBef>
                          <a:spcPts val="120"/>
                        </a:spcBef>
                        <a:buFont typeface="Lucida Sans Unicode"/>
                        <a:buChar char="•"/>
                        <a:tabLst>
                          <a:tab pos="285115" algn="l"/>
                        </a:tabLst>
                      </a:pPr>
                      <a:r>
                        <a:rPr dirty="0" sz="2050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2050" spc="-65">
                          <a:latin typeface="Arial"/>
                          <a:cs typeface="Arial"/>
                        </a:rPr>
                        <a:t>x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m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l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: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/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49159">
                <a:tc>
                  <a:txBody>
                    <a:bodyPr/>
                    <a:lstStyle/>
                    <a:p>
                      <a:pPr algn="r" marR="123189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tra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algn="r" marR="2933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C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algn="r" marR="29908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L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C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r" marR="2933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C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L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r" marR="2933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L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algn="r" marR="28702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L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L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r" marR="29908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T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T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33807"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T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12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44890" cy="42062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Prát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76009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â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5656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1696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Assim,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/</a:t>
            </a: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si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12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375015" cy="52749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Prát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/</a:t>
            </a: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22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22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508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2" marL="1114425" indent="-349885">
              <a:lnSpc>
                <a:spcPct val="100000"/>
              </a:lnSpc>
              <a:spcBef>
                <a:spcPts val="755"/>
              </a:spcBef>
              <a:buAutoNum type="arabicPeriod"/>
              <a:tabLst>
                <a:tab pos="111506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endParaRPr sz="2050">
              <a:latin typeface="Arial"/>
              <a:cs typeface="Arial"/>
            </a:endParaRPr>
          </a:p>
          <a:p>
            <a:pPr lvl="2" marL="1114425" indent="-349885">
              <a:lnSpc>
                <a:spcPct val="100000"/>
              </a:lnSpc>
              <a:spcBef>
                <a:spcPts val="484"/>
              </a:spcBef>
              <a:buAutoNum type="arabicPeriod"/>
              <a:tabLst>
                <a:tab pos="111506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13970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34925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n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12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31902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Prát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ctr" marR="1518920">
              <a:lnSpc>
                <a:spcPct val="100000"/>
              </a:lnSpc>
              <a:spcBef>
                <a:spcPts val="484"/>
              </a:spcBef>
            </a:pPr>
            <a:r>
              <a:rPr dirty="0" sz="2050" spc="5">
                <a:latin typeface="Arial"/>
                <a:cs typeface="Arial"/>
              </a:rPr>
              <a:t>Ex: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Inter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ão-de-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nho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225" i="1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gr</a:t>
            </a:r>
            <a:r>
              <a:rPr dirty="0" sz="2050">
                <a:latin typeface="Arial"/>
                <a:cs typeface="Arial"/>
              </a:rPr>
              <a:t>and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208915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22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xim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12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57590" cy="4542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Prát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vis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2" marL="1114425" marR="62230" indent="-262255">
              <a:lnSpc>
                <a:spcPct val="119700"/>
              </a:lnSpc>
              <a:spcBef>
                <a:spcPts val="270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2" marL="1114425" marR="5080" indent="-262255">
              <a:lnSpc>
                <a:spcPct val="119700"/>
              </a:lnSpc>
              <a:buFont typeface="Lucida Sans Unicode"/>
              <a:buChar char="·"/>
              <a:tabLst>
                <a:tab pos="111506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xima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2" marL="1114425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dirty="0" sz="2050" spc="1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cil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2" marL="1114425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dirty="0" sz="2050" spc="1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2" marL="1114425" marR="781050" indent="-262255">
              <a:lnSpc>
                <a:spcPct val="119700"/>
              </a:lnSpc>
              <a:buFont typeface="Lucida Sans Unicode"/>
              <a:buChar char="·"/>
              <a:tabLst>
                <a:tab pos="111506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13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71549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6843"/>
            <a:ext cx="8695055" cy="5805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Prát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"/>
              </a:spcBef>
            </a:pPr>
            <a:endParaRPr sz="215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05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2" marL="1114425" marR="730250" indent="-262255">
              <a:lnSpc>
                <a:spcPct val="117900"/>
              </a:lnSpc>
              <a:spcBef>
                <a:spcPts val="240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22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lvl="2" marL="1114425" indent="-262255">
              <a:lnSpc>
                <a:spcPct val="100000"/>
              </a:lnSpc>
              <a:spcBef>
                <a:spcPts val="440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22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2" marL="1114425" indent="-262255">
              <a:lnSpc>
                <a:spcPct val="100000"/>
              </a:lnSpc>
              <a:spcBef>
                <a:spcPts val="439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05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2" marL="1114425" indent="-262255">
              <a:lnSpc>
                <a:spcPct val="100000"/>
              </a:lnSpc>
              <a:spcBef>
                <a:spcPts val="680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cima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2" marL="1114425" indent="-262255">
              <a:lnSpc>
                <a:spcPct val="100000"/>
              </a:lnSpc>
              <a:spcBef>
                <a:spcPts val="439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ü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462915" indent="-262255">
              <a:lnSpc>
                <a:spcPct val="117900"/>
              </a:lnSpc>
              <a:spcBef>
                <a:spcPts val="61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w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c</a:t>
            </a:r>
            <a:r>
              <a:rPr dirty="0" sz="2050" spc="5">
                <a:latin typeface="Arial"/>
                <a:cs typeface="Arial"/>
              </a:rPr>
              <a:t>k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8</a:t>
            </a:r>
            <a:r>
              <a:rPr dirty="0" sz="2050">
                <a:latin typeface="Arial"/>
                <a:cs typeface="Arial"/>
              </a:rPr>
              <a:t>8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225" i="1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473709" indent="-262255">
              <a:lnSpc>
                <a:spcPct val="117900"/>
              </a:lnSpc>
              <a:spcBef>
                <a:spcPts val="61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m,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22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â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13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66480" cy="55975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8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oli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fás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10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40">
                <a:latin typeface="Arial"/>
                <a:cs typeface="Arial"/>
              </a:rPr>
              <a:t>n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lvi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22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22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ta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495934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Al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22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11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m,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-40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á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13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12505" cy="38322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8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oli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fás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ix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liv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714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Em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1912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13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302625" cy="15170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8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oli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fás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589915">
              <a:lnSpc>
                <a:spcPct val="100000"/>
              </a:lnSpc>
              <a:spcBef>
                <a:spcPts val="1185"/>
              </a:spcBef>
              <a:tabLst>
                <a:tab pos="852169" algn="l"/>
              </a:tabLst>
            </a:pPr>
            <a:r>
              <a:rPr dirty="0" sz="2050" spc="5" b="1">
                <a:latin typeface="Times New Roman"/>
                <a:cs typeface="Times New Roman"/>
              </a:rPr>
              <a:t>–</a:t>
            </a:r>
            <a:r>
              <a:rPr dirty="0" sz="2050" spc="5" b="1">
                <a:latin typeface="Times New Roman"/>
                <a:cs typeface="Times New Roman"/>
              </a:rPr>
              <a:t>	</a:t>
            </a:r>
            <a:r>
              <a:rPr dirty="0" sz="2050" spc="5">
                <a:latin typeface="Arial"/>
                <a:cs typeface="Arial"/>
              </a:rPr>
              <a:t>Bl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9716" y="2552331"/>
            <a:ext cx="4520565" cy="0"/>
          </a:xfrm>
          <a:custGeom>
            <a:avLst/>
            <a:gdLst/>
            <a:ahLst/>
            <a:cxnLst/>
            <a:rect l="l" t="t" r="r" b="b"/>
            <a:pathLst>
              <a:path w="4520565" h="0">
                <a:moveTo>
                  <a:pt x="0" y="0"/>
                </a:moveTo>
                <a:lnTo>
                  <a:pt x="4520565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24111" y="2552395"/>
            <a:ext cx="0" cy="1254760"/>
          </a:xfrm>
          <a:custGeom>
            <a:avLst/>
            <a:gdLst/>
            <a:ahLst/>
            <a:cxnLst/>
            <a:rect l="l" t="t" r="r" b="b"/>
            <a:pathLst>
              <a:path w="0" h="1254760">
                <a:moveTo>
                  <a:pt x="0" y="1254442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635875" y="2552395"/>
            <a:ext cx="0" cy="1254760"/>
          </a:xfrm>
          <a:custGeom>
            <a:avLst/>
            <a:gdLst/>
            <a:ahLst/>
            <a:cxnLst/>
            <a:rect l="l" t="t" r="r" b="b"/>
            <a:pathLst>
              <a:path w="0" h="1254760">
                <a:moveTo>
                  <a:pt x="0" y="1254442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119716" y="3806774"/>
            <a:ext cx="4520565" cy="0"/>
          </a:xfrm>
          <a:custGeom>
            <a:avLst/>
            <a:gdLst/>
            <a:ahLst/>
            <a:cxnLst/>
            <a:rect l="l" t="t" r="r" b="b"/>
            <a:pathLst>
              <a:path w="4520565" h="0">
                <a:moveTo>
                  <a:pt x="0" y="0"/>
                </a:moveTo>
                <a:lnTo>
                  <a:pt x="4520565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588541" y="4083758"/>
            <a:ext cx="8086725" cy="758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marR="5080" indent="-262890">
              <a:lnSpc>
                <a:spcPct val="119700"/>
              </a:lnSpc>
              <a:tabLst>
                <a:tab pos="274955" algn="l"/>
              </a:tabLst>
            </a:pPr>
            <a:r>
              <a:rPr dirty="0" sz="2050" spc="5" b="1">
                <a:latin typeface="Times New Roman"/>
                <a:cs typeface="Times New Roman"/>
              </a:rPr>
              <a:t>–</a:t>
            </a:r>
            <a:r>
              <a:rPr dirty="0" sz="2050" spc="5" b="1">
                <a:latin typeface="Times New Roman"/>
                <a:cs typeface="Times New Roman"/>
              </a:rPr>
              <a:t>	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1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59836" y="5013210"/>
            <a:ext cx="4440555" cy="0"/>
          </a:xfrm>
          <a:custGeom>
            <a:avLst/>
            <a:gdLst/>
            <a:ahLst/>
            <a:cxnLst/>
            <a:rect l="l" t="t" r="r" b="b"/>
            <a:pathLst>
              <a:path w="4440555" h="0">
                <a:moveTo>
                  <a:pt x="0" y="0"/>
                </a:moveTo>
                <a:lnTo>
                  <a:pt x="4440326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164230" y="5013274"/>
            <a:ext cx="0" cy="1254760"/>
          </a:xfrm>
          <a:custGeom>
            <a:avLst/>
            <a:gdLst/>
            <a:ahLst/>
            <a:cxnLst/>
            <a:rect l="l" t="t" r="r" b="b"/>
            <a:pathLst>
              <a:path w="0" h="1254760">
                <a:moveTo>
                  <a:pt x="0" y="1254442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95755" y="5013274"/>
            <a:ext cx="0" cy="1254760"/>
          </a:xfrm>
          <a:custGeom>
            <a:avLst/>
            <a:gdLst/>
            <a:ahLst/>
            <a:cxnLst/>
            <a:rect l="l" t="t" r="r" b="b"/>
            <a:pathLst>
              <a:path w="0" h="1254760">
                <a:moveTo>
                  <a:pt x="0" y="1254442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159836" y="6267653"/>
            <a:ext cx="4440555" cy="0"/>
          </a:xfrm>
          <a:custGeom>
            <a:avLst/>
            <a:gdLst/>
            <a:ahLst/>
            <a:cxnLst/>
            <a:rect l="l" t="t" r="r" b="b"/>
            <a:pathLst>
              <a:path w="4440555" h="0">
                <a:moveTo>
                  <a:pt x="0" y="0"/>
                </a:moveTo>
                <a:lnTo>
                  <a:pt x="4440326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357626" y="2642947"/>
          <a:ext cx="4044950" cy="1089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7549"/>
                <a:gridCol w="1173467"/>
                <a:gridCol w="960902"/>
                <a:gridCol w="1252703"/>
              </a:tblGrid>
              <a:tr h="35855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fi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ta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T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L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147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fi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ta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5855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fi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ta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397758" y="5103826"/>
          <a:ext cx="3964940" cy="1089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7549"/>
                <a:gridCol w="1865877"/>
                <a:gridCol w="1441006"/>
              </a:tblGrid>
              <a:tr h="358613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fi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ta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1532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fi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ta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5855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>
                          <a:latin typeface="Times New Roman"/>
                          <a:cs typeface="Times New Roman"/>
                        </a:rPr>
                        <a:t>fi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ta</a:t>
                      </a:r>
                      <a:r>
                        <a:rPr dirty="0" sz="17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5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T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700" spc="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i="1">
                          <a:latin typeface="Times New Roman"/>
                          <a:cs typeface="Times New Roman"/>
                        </a:rPr>
                        <a:t>L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13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591550" cy="14128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8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oli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fás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589915">
              <a:lnSpc>
                <a:spcPct val="100000"/>
              </a:lnSpc>
              <a:spcBef>
                <a:spcPts val="940"/>
              </a:spcBef>
              <a:tabLst>
                <a:tab pos="852169" algn="l"/>
              </a:tabLst>
            </a:pPr>
            <a:r>
              <a:rPr dirty="0" sz="2050" spc="5" b="1">
                <a:latin typeface="Times New Roman"/>
                <a:cs typeface="Times New Roman"/>
              </a:rPr>
              <a:t>–</a:t>
            </a:r>
            <a:r>
              <a:rPr dirty="0" sz="2050" spc="5" b="1">
                <a:latin typeface="Times New Roman"/>
                <a:cs typeface="Times New Roman"/>
              </a:rPr>
              <a:t>	</a:t>
            </a: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3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fita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17950" y="2496858"/>
            <a:ext cx="504190" cy="1002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r>
              <a:rPr dirty="0" sz="1700" spc="-45">
                <a:latin typeface="Times New Roman"/>
                <a:cs typeface="Times New Roman"/>
              </a:rPr>
              <a:t>fi</a:t>
            </a:r>
            <a:r>
              <a:rPr dirty="0" sz="1700" spc="5">
                <a:latin typeface="Times New Roman"/>
                <a:cs typeface="Times New Roman"/>
              </a:rPr>
              <a:t>ta</a:t>
            </a:r>
            <a:r>
              <a:rPr dirty="0" sz="1700" spc="5">
                <a:latin typeface="Times New Roman"/>
                <a:cs typeface="Times New Roman"/>
              </a:rPr>
              <a:t> </a:t>
            </a:r>
            <a:r>
              <a:rPr dirty="0" sz="1700" spc="5">
                <a:latin typeface="Times New Roman"/>
                <a:cs typeface="Times New Roman"/>
              </a:rPr>
              <a:t>1</a:t>
            </a:r>
            <a:r>
              <a:rPr dirty="0" sz="1700" spc="5">
                <a:latin typeface="Times New Roman"/>
                <a:cs typeface="Times New Roman"/>
              </a:rPr>
              <a:t>: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r>
              <a:rPr dirty="0" sz="1700" spc="-45">
                <a:latin typeface="Times New Roman"/>
                <a:cs typeface="Times New Roman"/>
              </a:rPr>
              <a:t>fi</a:t>
            </a:r>
            <a:r>
              <a:rPr dirty="0" sz="1700" spc="5">
                <a:latin typeface="Times New Roman"/>
                <a:cs typeface="Times New Roman"/>
              </a:rPr>
              <a:t>ta</a:t>
            </a:r>
            <a:r>
              <a:rPr dirty="0" sz="1700" spc="5">
                <a:latin typeface="Times New Roman"/>
                <a:cs typeface="Times New Roman"/>
              </a:rPr>
              <a:t> </a:t>
            </a:r>
            <a:r>
              <a:rPr dirty="0" sz="1700" spc="5">
                <a:latin typeface="Times New Roman"/>
                <a:cs typeface="Times New Roman"/>
              </a:rPr>
              <a:t>2</a:t>
            </a:r>
            <a:r>
              <a:rPr dirty="0" sz="1700" spc="5">
                <a:latin typeface="Times New Roman"/>
                <a:cs typeface="Times New Roman"/>
              </a:rPr>
              <a:t>: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ts val="2035"/>
              </a:lnSpc>
              <a:spcBef>
                <a:spcPts val="885"/>
              </a:spcBef>
            </a:pPr>
            <a:r>
              <a:rPr dirty="0" sz="1700" spc="-45">
                <a:latin typeface="Times New Roman"/>
                <a:cs typeface="Times New Roman"/>
              </a:rPr>
              <a:t>fi</a:t>
            </a:r>
            <a:r>
              <a:rPr dirty="0" sz="1700" spc="5">
                <a:latin typeface="Times New Roman"/>
                <a:cs typeface="Times New Roman"/>
              </a:rPr>
              <a:t>ta</a:t>
            </a:r>
            <a:r>
              <a:rPr dirty="0" sz="1700" spc="5">
                <a:latin typeface="Times New Roman"/>
                <a:cs typeface="Times New Roman"/>
              </a:rPr>
              <a:t> </a:t>
            </a:r>
            <a:r>
              <a:rPr dirty="0" sz="1700" spc="5">
                <a:latin typeface="Times New Roman"/>
                <a:cs typeface="Times New Roman"/>
              </a:rPr>
              <a:t>3</a:t>
            </a:r>
            <a:r>
              <a:rPr dirty="0" sz="1700" spc="5">
                <a:latin typeface="Times New Roman"/>
                <a:cs typeface="Times New Roman"/>
              </a:rPr>
              <a:t>: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84560" y="2755892"/>
            <a:ext cx="2757805" cy="742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43400"/>
              </a:lnSpc>
            </a:pPr>
            <a:r>
              <a:rPr dirty="0" sz="1700" spc="10" i="1">
                <a:latin typeface="Times New Roman"/>
                <a:cs typeface="Times New Roman"/>
              </a:rPr>
              <a:t>A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A</a:t>
            </a:r>
            <a:r>
              <a:rPr dirty="0" sz="1700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A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A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B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C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C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E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5" i="1">
                <a:latin typeface="Times New Roman"/>
                <a:cs typeface="Times New Roman"/>
              </a:rPr>
              <a:t>I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L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N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N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5" i="1">
                <a:latin typeface="Times New Roman"/>
                <a:cs typeface="Times New Roman"/>
              </a:rPr>
              <a:t>O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R</a:t>
            </a:r>
            <a:r>
              <a:rPr dirty="0" sz="1700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T</a:t>
            </a:r>
            <a:r>
              <a:rPr dirty="0" sz="1700" spc="5" i="1">
                <a:latin typeface="Times New Roman"/>
                <a:cs typeface="Times New Roman"/>
              </a:rPr>
              <a:t> A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A</a:t>
            </a:r>
            <a:r>
              <a:rPr dirty="0" sz="1700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A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C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5" i="1">
                <a:latin typeface="Times New Roman"/>
                <a:cs typeface="Times New Roman"/>
              </a:rPr>
              <a:t>D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E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L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57803" y="2382723"/>
            <a:ext cx="4044950" cy="0"/>
          </a:xfrm>
          <a:custGeom>
            <a:avLst/>
            <a:gdLst/>
            <a:ahLst/>
            <a:cxnLst/>
            <a:rect l="l" t="t" r="r" b="b"/>
            <a:pathLst>
              <a:path w="4044950" h="0">
                <a:moveTo>
                  <a:pt x="0" y="0"/>
                </a:moveTo>
                <a:lnTo>
                  <a:pt x="404439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62210" y="2382659"/>
            <a:ext cx="0" cy="1254760"/>
          </a:xfrm>
          <a:custGeom>
            <a:avLst/>
            <a:gdLst/>
            <a:ahLst/>
            <a:cxnLst/>
            <a:rect l="l" t="t" r="r" b="b"/>
            <a:pathLst>
              <a:path w="0" h="1254760">
                <a:moveTo>
                  <a:pt x="0" y="1254442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397800" y="2382659"/>
            <a:ext cx="0" cy="1254760"/>
          </a:xfrm>
          <a:custGeom>
            <a:avLst/>
            <a:gdLst/>
            <a:ahLst/>
            <a:cxnLst/>
            <a:rect l="l" t="t" r="r" b="b"/>
            <a:pathLst>
              <a:path w="0" h="1254760">
                <a:moveTo>
                  <a:pt x="0" y="1254442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357803" y="3637051"/>
            <a:ext cx="4044950" cy="0"/>
          </a:xfrm>
          <a:custGeom>
            <a:avLst/>
            <a:gdLst/>
            <a:ahLst/>
            <a:cxnLst/>
            <a:rect l="l" t="t" r="r" b="b"/>
            <a:pathLst>
              <a:path w="4044950" h="0">
                <a:moveTo>
                  <a:pt x="0" y="0"/>
                </a:moveTo>
                <a:lnTo>
                  <a:pt x="404439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588541" y="3900589"/>
            <a:ext cx="1658620" cy="3244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274955" algn="l"/>
              </a:tabLst>
            </a:pPr>
            <a:r>
              <a:rPr dirty="0" sz="2050" spc="5" b="1">
                <a:latin typeface="Times New Roman"/>
                <a:cs typeface="Times New Roman"/>
              </a:rPr>
              <a:t>–</a:t>
            </a:r>
            <a:r>
              <a:rPr dirty="0" sz="2050" spc="5" b="1">
                <a:latin typeface="Times New Roman"/>
                <a:cs typeface="Times New Roman"/>
              </a:rPr>
              <a:t>	</a:t>
            </a: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13391" y="4402010"/>
            <a:ext cx="4100195" cy="2590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35"/>
              </a:lnSpc>
            </a:pPr>
            <a:r>
              <a:rPr dirty="0" sz="1700" spc="10" i="1">
                <a:latin typeface="Times New Roman"/>
                <a:cs typeface="Times New Roman"/>
              </a:rPr>
              <a:t>A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A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A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A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A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A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A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B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C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C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C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5" i="1">
                <a:latin typeface="Times New Roman"/>
                <a:cs typeface="Times New Roman"/>
              </a:rPr>
              <a:t>D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E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E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5" i="1">
                <a:latin typeface="Times New Roman"/>
                <a:cs typeface="Times New Roman"/>
              </a:rPr>
              <a:t>I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L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L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N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N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5" i="1">
                <a:latin typeface="Times New Roman"/>
                <a:cs typeface="Times New Roman"/>
              </a:rPr>
              <a:t>O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R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T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46895" y="4402010"/>
            <a:ext cx="504190" cy="1002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r>
              <a:rPr dirty="0" sz="1700" spc="-45">
                <a:latin typeface="Times New Roman"/>
                <a:cs typeface="Times New Roman"/>
              </a:rPr>
              <a:t>fi</a:t>
            </a:r>
            <a:r>
              <a:rPr dirty="0" sz="1700" spc="5">
                <a:latin typeface="Times New Roman"/>
                <a:cs typeface="Times New Roman"/>
              </a:rPr>
              <a:t>ta</a:t>
            </a:r>
            <a:r>
              <a:rPr dirty="0" sz="1700" spc="5">
                <a:latin typeface="Times New Roman"/>
                <a:cs typeface="Times New Roman"/>
              </a:rPr>
              <a:t> </a:t>
            </a:r>
            <a:r>
              <a:rPr dirty="0" sz="1700" spc="5">
                <a:latin typeface="Times New Roman"/>
                <a:cs typeface="Times New Roman"/>
              </a:rPr>
              <a:t>1</a:t>
            </a:r>
            <a:r>
              <a:rPr dirty="0" sz="1700" spc="5">
                <a:latin typeface="Times New Roman"/>
                <a:cs typeface="Times New Roman"/>
              </a:rPr>
              <a:t>: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r>
              <a:rPr dirty="0" sz="1700" spc="-45">
                <a:latin typeface="Times New Roman"/>
                <a:cs typeface="Times New Roman"/>
              </a:rPr>
              <a:t>fi</a:t>
            </a:r>
            <a:r>
              <a:rPr dirty="0" sz="1700" spc="5">
                <a:latin typeface="Times New Roman"/>
                <a:cs typeface="Times New Roman"/>
              </a:rPr>
              <a:t>ta</a:t>
            </a:r>
            <a:r>
              <a:rPr dirty="0" sz="1700" spc="5">
                <a:latin typeface="Times New Roman"/>
                <a:cs typeface="Times New Roman"/>
              </a:rPr>
              <a:t> </a:t>
            </a:r>
            <a:r>
              <a:rPr dirty="0" sz="1700" spc="5">
                <a:latin typeface="Times New Roman"/>
                <a:cs typeface="Times New Roman"/>
              </a:rPr>
              <a:t>2</a:t>
            </a:r>
            <a:r>
              <a:rPr dirty="0" sz="1700" spc="5">
                <a:latin typeface="Times New Roman"/>
                <a:cs typeface="Times New Roman"/>
              </a:rPr>
              <a:t>: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ts val="2035"/>
              </a:lnSpc>
              <a:spcBef>
                <a:spcPts val="885"/>
              </a:spcBef>
            </a:pPr>
            <a:r>
              <a:rPr dirty="0" sz="1700" spc="-45">
                <a:latin typeface="Times New Roman"/>
                <a:cs typeface="Times New Roman"/>
              </a:rPr>
              <a:t>fi</a:t>
            </a:r>
            <a:r>
              <a:rPr dirty="0" sz="1700" spc="5">
                <a:latin typeface="Times New Roman"/>
                <a:cs typeface="Times New Roman"/>
              </a:rPr>
              <a:t>ta</a:t>
            </a:r>
            <a:r>
              <a:rPr dirty="0" sz="1700" spc="5">
                <a:latin typeface="Times New Roman"/>
                <a:cs typeface="Times New Roman"/>
              </a:rPr>
              <a:t> </a:t>
            </a:r>
            <a:r>
              <a:rPr dirty="0" sz="1700" spc="5">
                <a:latin typeface="Times New Roman"/>
                <a:cs typeface="Times New Roman"/>
              </a:rPr>
              <a:t>3</a:t>
            </a:r>
            <a:r>
              <a:rPr dirty="0" sz="1700" spc="5">
                <a:latin typeface="Times New Roman"/>
                <a:cs typeface="Times New Roman"/>
              </a:rPr>
              <a:t>: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686748" y="4287862"/>
            <a:ext cx="5386705" cy="0"/>
          </a:xfrm>
          <a:custGeom>
            <a:avLst/>
            <a:gdLst/>
            <a:ahLst/>
            <a:cxnLst/>
            <a:rect l="l" t="t" r="r" b="b"/>
            <a:pathLst>
              <a:path w="5386705" h="0">
                <a:moveTo>
                  <a:pt x="0" y="0"/>
                </a:moveTo>
                <a:lnTo>
                  <a:pt x="5386616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691155" y="4287926"/>
            <a:ext cx="0" cy="1254760"/>
          </a:xfrm>
          <a:custGeom>
            <a:avLst/>
            <a:gdLst/>
            <a:ahLst/>
            <a:cxnLst/>
            <a:rect l="l" t="t" r="r" b="b"/>
            <a:pathLst>
              <a:path w="0" h="1254760">
                <a:moveTo>
                  <a:pt x="0" y="1254442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068856" y="4287926"/>
            <a:ext cx="0" cy="1254760"/>
          </a:xfrm>
          <a:custGeom>
            <a:avLst/>
            <a:gdLst/>
            <a:ahLst/>
            <a:cxnLst/>
            <a:rect l="l" t="t" r="r" b="b"/>
            <a:pathLst>
              <a:path w="0" h="1254760">
                <a:moveTo>
                  <a:pt x="0" y="1254442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686748" y="5542305"/>
            <a:ext cx="5386705" cy="0"/>
          </a:xfrm>
          <a:custGeom>
            <a:avLst/>
            <a:gdLst/>
            <a:ahLst/>
            <a:cxnLst/>
            <a:rect l="l" t="t" r="r" b="b"/>
            <a:pathLst>
              <a:path w="5386705" h="0">
                <a:moveTo>
                  <a:pt x="0" y="0"/>
                </a:moveTo>
                <a:lnTo>
                  <a:pt x="5386616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588541" y="5805741"/>
            <a:ext cx="5508625" cy="1188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Times New Roman"/>
              <a:buChar char="–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As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40">
                <a:latin typeface="Arial"/>
                <a:cs typeface="Arial"/>
              </a:rPr>
              <a:t>n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13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26170" cy="25469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8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oli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fás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sica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769861" y="3563715"/>
          <a:ext cx="3158490" cy="2131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0143"/>
                <a:gridCol w="790054"/>
                <a:gridCol w="790143"/>
                <a:gridCol w="774611"/>
              </a:tblGrid>
              <a:tr h="429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f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it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8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f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it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8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f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it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8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-229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al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53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421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21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155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13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30590" cy="32797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8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oli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fás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050" b="1">
                <a:latin typeface="Arial"/>
                <a:cs typeface="Arial"/>
              </a:rPr>
              <a:t>Análise</a:t>
            </a:r>
            <a:r>
              <a:rPr dirty="0" sz="2050" spc="5" b="1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lise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sica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892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225" i="1">
                <a:latin typeface="Arial"/>
                <a:cs typeface="Arial"/>
              </a:rPr>
              <a:t> </a:t>
            </a:r>
            <a:r>
              <a:rPr dirty="0" sz="2050" spc="375" i="1">
                <a:latin typeface="Arial"/>
                <a:cs typeface="Arial"/>
              </a:rPr>
              <a:t>&gt;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215">
                <a:latin typeface="Georgia"/>
                <a:cs typeface="Georgia"/>
              </a:rPr>
              <a:t>8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13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0106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Exter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6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8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iliza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v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q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-5" b="1" i="1">
                <a:latin typeface="Arial"/>
                <a:cs typeface="Arial"/>
              </a:rPr>
              <a:t>i</a:t>
            </a:r>
            <a:r>
              <a:rPr dirty="0" sz="2050" spc="5" b="1" i="1">
                <a:latin typeface="Arial"/>
                <a:cs typeface="Arial"/>
              </a:rPr>
              <a:t>n</a:t>
            </a:r>
            <a:r>
              <a:rPr dirty="0" sz="2050" spc="-20" b="1" i="1">
                <a:latin typeface="Arial"/>
                <a:cs typeface="Arial"/>
              </a:rPr>
              <a:t> </a:t>
            </a:r>
            <a:r>
              <a:rPr dirty="0" sz="2050" b="1" i="1">
                <a:latin typeface="Arial"/>
                <a:cs typeface="Arial"/>
              </a:rPr>
              <a:t>s</a:t>
            </a:r>
            <a:r>
              <a:rPr dirty="0" sz="2050" spc="-5" b="1" i="1">
                <a:latin typeface="Arial"/>
                <a:cs typeface="Arial"/>
              </a:rPr>
              <a:t>i</a:t>
            </a:r>
            <a:r>
              <a:rPr dirty="0" sz="2050" b="1" i="1">
                <a:latin typeface="Arial"/>
                <a:cs typeface="Arial"/>
              </a:rPr>
              <a:t>t</a:t>
            </a:r>
            <a:r>
              <a:rPr dirty="0" sz="2050" spc="5" b="1" i="1">
                <a:latin typeface="Arial"/>
                <a:cs typeface="Arial"/>
              </a:rPr>
              <a:t>u</a:t>
            </a:r>
            <a:r>
              <a:rPr dirty="0" sz="2050" spc="-15" b="1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365">
                <a:latin typeface="Lucida Sans Unicode"/>
                <a:cs typeface="Lucida Sans Unicode"/>
              </a:rPr>
              <a:t>{</a:t>
            </a:r>
            <a:r>
              <a:rPr dirty="0" sz="2050" spc="55" i="1">
                <a:latin typeface="Arial"/>
                <a:cs typeface="Arial"/>
              </a:rPr>
              <a:t>R</a:t>
            </a:r>
            <a:r>
              <a:rPr dirty="0" baseline="-12345" sz="2025" spc="262">
                <a:latin typeface="PMingLiU"/>
                <a:cs typeface="PMingLiU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55" i="1">
                <a:latin typeface="Arial"/>
                <a:cs typeface="Arial"/>
              </a:rPr>
              <a:t>R</a:t>
            </a:r>
            <a:r>
              <a:rPr dirty="0" baseline="-12345" sz="2025" spc="337" i="1">
                <a:latin typeface="Trebuchet MS"/>
                <a:cs typeface="Trebuchet MS"/>
              </a:rPr>
              <a:t>n</a:t>
            </a:r>
            <a:r>
              <a:rPr dirty="0" sz="2050" spc="365">
                <a:latin typeface="Lucida Sans Unicode"/>
                <a:cs typeface="Lucida Sans Unicode"/>
              </a:rPr>
              <a:t>}</a:t>
            </a:r>
            <a:r>
              <a:rPr dirty="0" sz="2050" spc="-95">
                <a:latin typeface="Lucida Sans Unicode"/>
                <a:cs typeface="Lucida Sans Unicode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73533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ô</a:t>
            </a:r>
            <a:r>
              <a:rPr dirty="0" sz="2050" spc="5">
                <a:latin typeface="Arial"/>
                <a:cs typeface="Arial"/>
              </a:rPr>
              <a:t>mic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568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iliza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5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13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5060" cy="3308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Exter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5" i="1">
                <a:latin typeface="Arial"/>
                <a:cs typeface="Arial"/>
              </a:rPr>
              <a:t>R</a:t>
            </a:r>
            <a:r>
              <a:rPr dirty="0" baseline="-12345" sz="2025" spc="247" i="1">
                <a:latin typeface="Trebuchet MS"/>
                <a:cs typeface="Trebuchet MS"/>
              </a:rPr>
              <a:t>i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sima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dirty="0" sz="2050" spc="365">
                <a:latin typeface="Lucida Sans Unicode"/>
                <a:cs typeface="Lucida Sans Unicode"/>
              </a:rPr>
              <a:t>{</a:t>
            </a:r>
            <a:r>
              <a:rPr dirty="0" sz="2050" spc="55" i="1">
                <a:latin typeface="Arial"/>
                <a:cs typeface="Arial"/>
              </a:rPr>
              <a:t>R</a:t>
            </a:r>
            <a:r>
              <a:rPr dirty="0" baseline="-12345" sz="2025" spc="262">
                <a:latin typeface="PMingLiU"/>
                <a:cs typeface="PMingLiU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55" i="1">
                <a:latin typeface="Arial"/>
                <a:cs typeface="Arial"/>
              </a:rPr>
              <a:t>R</a:t>
            </a:r>
            <a:r>
              <a:rPr dirty="0" baseline="-12345" sz="2025" spc="247" i="1">
                <a:latin typeface="Trebuchet MS"/>
                <a:cs typeface="Trebuchet MS"/>
              </a:rPr>
              <a:t>i</a:t>
            </a:r>
            <a:r>
              <a:rPr dirty="0" sz="2050" spc="365">
                <a:latin typeface="Lucida Sans Unicode"/>
                <a:cs typeface="Lucida Sans Unicode"/>
              </a:rPr>
              <a:t>}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55" i="1">
                <a:latin typeface="Arial"/>
                <a:cs typeface="Arial"/>
              </a:rPr>
              <a:t>R</a:t>
            </a:r>
            <a:r>
              <a:rPr dirty="0" baseline="-12345" sz="2025" spc="120" i="1">
                <a:latin typeface="Trebuchet MS"/>
                <a:cs typeface="Trebuchet MS"/>
              </a:rPr>
              <a:t>i</a:t>
            </a:r>
            <a:r>
              <a:rPr dirty="0" baseline="-12345" sz="2025" spc="630">
                <a:latin typeface="PMingLiU"/>
                <a:cs typeface="PMingLiU"/>
              </a:rPr>
              <a:t>+</a:t>
            </a:r>
            <a:r>
              <a:rPr dirty="0" baseline="-12345" sz="2025" spc="142">
                <a:latin typeface="PMingLiU"/>
                <a:cs typeface="PMingLiU"/>
              </a:rPr>
              <a:t>1</a:t>
            </a:r>
            <a:r>
              <a:rPr dirty="0" baseline="-12345" sz="2025">
                <a:latin typeface="PMingLiU"/>
                <a:cs typeface="PMingLiU"/>
              </a:rPr>
              <a:t> </a:t>
            </a:r>
            <a:r>
              <a:rPr dirty="0" baseline="-12345" sz="2025" spc="-67">
                <a:latin typeface="PMingLiU"/>
                <a:cs typeface="PMingLiU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55" i="1">
                <a:latin typeface="Arial"/>
                <a:cs typeface="Arial"/>
              </a:rPr>
              <a:t>R</a:t>
            </a:r>
            <a:r>
              <a:rPr dirty="0" baseline="-12345" sz="2025" spc="120" i="1">
                <a:latin typeface="Trebuchet MS"/>
                <a:cs typeface="Trebuchet MS"/>
              </a:rPr>
              <a:t>i</a:t>
            </a:r>
            <a:r>
              <a:rPr dirty="0" baseline="-12345" sz="2025" spc="630">
                <a:latin typeface="PMingLiU"/>
                <a:cs typeface="PMingLiU"/>
              </a:rPr>
              <a:t>+</a:t>
            </a:r>
            <a:r>
              <a:rPr dirty="0" baseline="-12345" sz="2025" spc="142">
                <a:latin typeface="PMingLiU"/>
                <a:cs typeface="PMingLiU"/>
              </a:rPr>
              <a:t>2</a:t>
            </a:r>
            <a:r>
              <a:rPr dirty="0" baseline="-12345" sz="2025">
                <a:latin typeface="PMingLiU"/>
                <a:cs typeface="PMingLiU"/>
              </a:rPr>
              <a:t> </a:t>
            </a:r>
            <a:r>
              <a:rPr dirty="0" baseline="-12345" sz="2025" spc="-67">
                <a:latin typeface="PMingLiU"/>
                <a:cs typeface="PMingLiU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55" i="1">
                <a:latin typeface="Arial"/>
                <a:cs typeface="Arial"/>
              </a:rPr>
              <a:t>R</a:t>
            </a:r>
            <a:r>
              <a:rPr dirty="0" baseline="-12345" sz="2025" spc="262" i="1">
                <a:latin typeface="Trebuchet MS"/>
                <a:cs typeface="Trebuchet MS"/>
              </a:rPr>
              <a:t>j</a:t>
            </a:r>
            <a:r>
              <a:rPr dirty="0" baseline="-12345" sz="2025" spc="89">
                <a:latin typeface="Lucida Sans Unicode"/>
                <a:cs typeface="Lucida Sans Unicode"/>
              </a:rPr>
              <a:t>−</a:t>
            </a:r>
            <a:r>
              <a:rPr dirty="0" baseline="-12345" sz="2025" spc="142">
                <a:latin typeface="PMingLiU"/>
                <a:cs typeface="PMingLiU"/>
              </a:rPr>
              <a:t>2</a:t>
            </a:r>
            <a:r>
              <a:rPr dirty="0" baseline="-12345" sz="2025">
                <a:latin typeface="PMingLiU"/>
                <a:cs typeface="PMingLiU"/>
              </a:rPr>
              <a:t> </a:t>
            </a:r>
            <a:r>
              <a:rPr dirty="0" baseline="-12345" sz="2025" spc="-67">
                <a:latin typeface="PMingLiU"/>
                <a:cs typeface="PMingLiU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55" i="1">
                <a:latin typeface="Arial"/>
                <a:cs typeface="Arial"/>
              </a:rPr>
              <a:t>R</a:t>
            </a:r>
            <a:r>
              <a:rPr dirty="0" baseline="-12345" sz="2025" spc="262" i="1">
                <a:latin typeface="Trebuchet MS"/>
                <a:cs typeface="Trebuchet MS"/>
              </a:rPr>
              <a:t>j</a:t>
            </a:r>
            <a:r>
              <a:rPr dirty="0" baseline="-12345" sz="2025" spc="89">
                <a:latin typeface="Lucida Sans Unicode"/>
                <a:cs typeface="Lucida Sans Unicode"/>
              </a:rPr>
              <a:t>−</a:t>
            </a:r>
            <a:r>
              <a:rPr dirty="0" baseline="-12345" sz="2025" spc="142">
                <a:latin typeface="PMingLiU"/>
                <a:cs typeface="PMingLiU"/>
              </a:rPr>
              <a:t>1</a:t>
            </a:r>
            <a:r>
              <a:rPr dirty="0" baseline="-12345" sz="2025">
                <a:latin typeface="PMingLiU"/>
                <a:cs typeface="PMingLiU"/>
              </a:rPr>
              <a:t> </a:t>
            </a:r>
            <a:r>
              <a:rPr dirty="0" baseline="-12345" sz="2025" spc="-67">
                <a:latin typeface="PMingLiU"/>
                <a:cs typeface="PMingLiU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365">
                <a:latin typeface="Lucida Sans Unicode"/>
                <a:cs typeface="Lucida Sans Unicode"/>
              </a:rPr>
              <a:t>{</a:t>
            </a:r>
            <a:r>
              <a:rPr dirty="0" sz="2050" spc="55" i="1">
                <a:latin typeface="Arial"/>
                <a:cs typeface="Arial"/>
              </a:rPr>
              <a:t>R</a:t>
            </a:r>
            <a:r>
              <a:rPr dirty="0" baseline="-12345" sz="2025" spc="382" i="1">
                <a:latin typeface="Trebuchet MS"/>
                <a:cs typeface="Trebuchet MS"/>
              </a:rPr>
              <a:t>j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55" i="1">
                <a:latin typeface="Arial"/>
                <a:cs typeface="Arial"/>
              </a:rPr>
              <a:t>R</a:t>
            </a:r>
            <a:r>
              <a:rPr dirty="0" baseline="-12345" sz="2025" spc="337" i="1">
                <a:latin typeface="Trebuchet MS"/>
                <a:cs typeface="Trebuchet MS"/>
              </a:rPr>
              <a:t>n</a:t>
            </a:r>
            <a:r>
              <a:rPr dirty="0" sz="2050" spc="365">
                <a:latin typeface="Lucida Sans Unicode"/>
                <a:cs typeface="Lucida Sans Unicode"/>
              </a:rPr>
              <a:t>}</a:t>
            </a:r>
            <a:r>
              <a:rPr dirty="0" sz="2050" spc="-10" i="1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 startAt="2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baseline="-12345" sz="2025" spc="142">
                <a:latin typeface="PMingLiU"/>
                <a:cs typeface="PMingLiU"/>
              </a:rPr>
              <a:t>1</a:t>
            </a:r>
            <a:r>
              <a:rPr dirty="0" baseline="-12345" sz="2025" spc="142">
                <a:latin typeface="PMingLiU"/>
                <a:cs typeface="PMingLiU"/>
              </a:rPr>
              <a:t> </a:t>
            </a:r>
            <a:r>
              <a:rPr dirty="0" baseline="-12345" sz="2025" spc="-67">
                <a:latin typeface="PMingLiU"/>
                <a:cs typeface="PMingLiU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365">
                <a:latin typeface="Lucida Sans Unicode"/>
                <a:cs typeface="Lucida Sans Unicode"/>
              </a:rPr>
              <a:t>{</a:t>
            </a:r>
            <a:r>
              <a:rPr dirty="0" sz="2050" spc="55" i="1">
                <a:latin typeface="Arial"/>
                <a:cs typeface="Arial"/>
              </a:rPr>
              <a:t>R</a:t>
            </a:r>
            <a:r>
              <a:rPr dirty="0" baseline="-12345" sz="2025" spc="262">
                <a:latin typeface="PMingLiU"/>
                <a:cs typeface="PMingLiU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55" i="1">
                <a:latin typeface="Arial"/>
                <a:cs typeface="Arial"/>
              </a:rPr>
              <a:t>R</a:t>
            </a:r>
            <a:r>
              <a:rPr dirty="0" baseline="-12345" sz="2025" spc="247" i="1">
                <a:latin typeface="Trebuchet MS"/>
                <a:cs typeface="Trebuchet MS"/>
              </a:rPr>
              <a:t>i</a:t>
            </a:r>
            <a:r>
              <a:rPr dirty="0" sz="2050" spc="365">
                <a:latin typeface="Lucida Sans Unicode"/>
                <a:cs typeface="Lucida Sans Unicode"/>
              </a:rPr>
              <a:t>}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baseline="-12345" sz="2025" spc="142">
                <a:latin typeface="PMingLiU"/>
                <a:cs typeface="PMingLiU"/>
              </a:rPr>
              <a:t>2</a:t>
            </a:r>
            <a:r>
              <a:rPr dirty="0" baseline="-12345" sz="2025">
                <a:latin typeface="PMingLiU"/>
                <a:cs typeface="PMingLiU"/>
              </a:rPr>
              <a:t> </a:t>
            </a:r>
            <a:r>
              <a:rPr dirty="0" baseline="-12345" sz="2025" spc="-67">
                <a:latin typeface="PMingLiU"/>
                <a:cs typeface="PMingLiU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365">
                <a:latin typeface="Lucida Sans Unicode"/>
                <a:cs typeface="Lucida Sans Unicode"/>
              </a:rPr>
              <a:t>{</a:t>
            </a:r>
            <a:r>
              <a:rPr dirty="0" sz="2050" spc="55" i="1">
                <a:latin typeface="Arial"/>
                <a:cs typeface="Arial"/>
              </a:rPr>
              <a:t>R</a:t>
            </a:r>
            <a:r>
              <a:rPr dirty="0" baseline="-12345" sz="2025" spc="382" i="1">
                <a:latin typeface="Trebuchet MS"/>
                <a:cs typeface="Trebuchet MS"/>
              </a:rPr>
              <a:t>j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55" i="1">
                <a:latin typeface="Arial"/>
                <a:cs typeface="Arial"/>
              </a:rPr>
              <a:t>R</a:t>
            </a:r>
            <a:r>
              <a:rPr dirty="0" baseline="-12345" sz="2025" spc="337" i="1">
                <a:latin typeface="Trebuchet MS"/>
                <a:cs typeface="Trebuchet MS"/>
              </a:rPr>
              <a:t>n</a:t>
            </a:r>
            <a:r>
              <a:rPr dirty="0" sz="2050" spc="365">
                <a:latin typeface="Lucida Sans Unicode"/>
                <a:cs typeface="Lucida Sans Unicode"/>
              </a:rPr>
              <a:t>}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13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51327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Exter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44259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20">
                <a:latin typeface="Georgia"/>
                <a:cs typeface="Georgia"/>
              </a:rPr>
              <a:t>T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-125">
                <a:latin typeface="Georgia"/>
                <a:cs typeface="Georgia"/>
              </a:rPr>
              <a:t>m</a:t>
            </a:r>
            <a:r>
              <a:rPr dirty="0" sz="2050" spc="140">
                <a:latin typeface="Georgia"/>
                <a:cs typeface="Georgia"/>
              </a:rPr>
              <a:t>A</a:t>
            </a:r>
            <a:r>
              <a:rPr dirty="0" sz="2050" spc="-60">
                <a:latin typeface="Georgia"/>
                <a:cs typeface="Georgia"/>
              </a:rPr>
              <a:t>r</a:t>
            </a:r>
            <a:r>
              <a:rPr dirty="0" sz="2050" spc="-95">
                <a:latin typeface="Georgia"/>
                <a:cs typeface="Georgia"/>
              </a:rPr>
              <a:t>e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7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380" i="1">
                <a:latin typeface="Arial"/>
                <a:cs typeface="Arial"/>
              </a:rPr>
              <a:t>j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">
                <a:latin typeface="Georgia"/>
                <a:cs typeface="Georgia"/>
              </a:rPr>
              <a:t>T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-125">
                <a:latin typeface="Georgia"/>
                <a:cs typeface="Georgia"/>
              </a:rPr>
              <a:t>m</a:t>
            </a:r>
            <a:r>
              <a:rPr dirty="0" sz="2050" spc="140">
                <a:latin typeface="Georgia"/>
                <a:cs typeface="Georgia"/>
              </a:rPr>
              <a:t>A</a:t>
            </a:r>
            <a:r>
              <a:rPr dirty="0" sz="2050" spc="-60">
                <a:latin typeface="Georgia"/>
                <a:cs typeface="Georgia"/>
              </a:rPr>
              <a:t>r</a:t>
            </a:r>
            <a:r>
              <a:rPr dirty="0" sz="2050" spc="-95">
                <a:latin typeface="Georgia"/>
                <a:cs typeface="Georgia"/>
              </a:rPr>
              <a:t>e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71628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5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508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1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ximo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20">
                <a:latin typeface="Georgia"/>
                <a:cs typeface="Georgia"/>
              </a:rPr>
              <a:t>T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-125">
                <a:latin typeface="Georgia"/>
                <a:cs typeface="Georgia"/>
              </a:rPr>
              <a:t>m</a:t>
            </a:r>
            <a:r>
              <a:rPr dirty="0" sz="2050" spc="140">
                <a:latin typeface="Georgia"/>
                <a:cs typeface="Georgia"/>
              </a:rPr>
              <a:t>A</a:t>
            </a:r>
            <a:r>
              <a:rPr dirty="0" sz="2050" spc="-60">
                <a:latin typeface="Georgia"/>
                <a:cs typeface="Georgia"/>
              </a:rPr>
              <a:t>r</a:t>
            </a:r>
            <a:r>
              <a:rPr dirty="0" sz="2050" spc="-95">
                <a:latin typeface="Georgia"/>
                <a:cs typeface="Georgia"/>
              </a:rPr>
              <a:t>e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7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14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2754630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Exter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974803" y="1925135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124104" y="1925135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273393" y="1925135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422694" y="1925135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71982" y="1925135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21284" y="1925135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870572" y="1925135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974803" y="2746254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124104" y="2746254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273393" y="2746254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422694" y="2746254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571982" y="2746254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721284" y="2746254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870572" y="2746254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124104" y="3567372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273393" y="3567372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422694" y="3567372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571982" y="3567372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721284" y="3567372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870572" y="3567372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974803" y="3567372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124104" y="4388491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273393" y="4388491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422694" y="4388491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571982" y="4388491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721284" y="4388491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870572" y="4388491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974803" y="4388491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273393" y="5209609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422694" y="5209609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571982" y="5209609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721284" y="5209609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870572" y="5209609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974803" y="5209609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124104" y="5209609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273393" y="6030728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422694" y="6030728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571982" y="6030728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870572" y="6030728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974803" y="6030728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124104" y="6030728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721284" y="6030728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3005239" y="6027851"/>
            <a:ext cx="983615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3</a:t>
            </a:r>
            <a:r>
              <a:rPr dirty="0" sz="950" spc="1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3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10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4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6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3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10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4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7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273393" y="6851843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59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870572" y="6851843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59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974803" y="6851843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59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124104" y="6851843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59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721284" y="6851843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59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422694" y="6851843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59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571982" y="6851843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59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900159" y="1775840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900159" y="1854631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30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875279" y="1854631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875279" y="1854631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049447" y="1775840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049447" y="1854631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30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024568" y="1854631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0"/>
                </a:moveTo>
                <a:lnTo>
                  <a:pt x="24879" y="62204"/>
                </a:lnTo>
                <a:lnTo>
                  <a:pt x="49771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024568" y="1854631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0"/>
                </a:moveTo>
                <a:lnTo>
                  <a:pt x="24879" y="62204"/>
                </a:lnTo>
                <a:lnTo>
                  <a:pt x="49771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2887459" y="1617865"/>
            <a:ext cx="248285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5">
                <a:latin typeface="Times New Roman"/>
                <a:cs typeface="Times New Roman"/>
              </a:rPr>
              <a:t>i</a:t>
            </a:r>
            <a:r>
              <a:rPr dirty="0" sz="950" spc="5">
                <a:latin typeface="Times New Roman"/>
                <a:cs typeface="Times New Roman"/>
              </a:rPr>
              <a:t>  </a:t>
            </a:r>
            <a:r>
              <a:rPr dirty="0" sz="950" spc="-10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Li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4094517" y="1775840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094517" y="1854631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30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069626" y="1854631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4069626" y="1854631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945216" y="2144928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879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945216" y="2082723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30">
                <a:moveTo>
                  <a:pt x="0" y="62204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920337" y="2082723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62204"/>
                </a:moveTo>
                <a:lnTo>
                  <a:pt x="24879" y="49758"/>
                </a:lnTo>
                <a:lnTo>
                  <a:pt x="49771" y="62204"/>
                </a:lnTo>
                <a:lnTo>
                  <a:pt x="24879" y="0"/>
                </a:lnTo>
                <a:lnTo>
                  <a:pt x="0" y="62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920337" y="2082723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49771" y="62204"/>
                </a:moveTo>
                <a:lnTo>
                  <a:pt x="24879" y="0"/>
                </a:lnTo>
                <a:lnTo>
                  <a:pt x="0" y="62204"/>
                </a:lnTo>
                <a:lnTo>
                  <a:pt x="24879" y="49758"/>
                </a:lnTo>
                <a:lnTo>
                  <a:pt x="49771" y="6220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049447" y="2144928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879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3049447" y="2082723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30">
                <a:moveTo>
                  <a:pt x="0" y="62204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3024568" y="2082723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62204"/>
                </a:moveTo>
                <a:lnTo>
                  <a:pt x="24879" y="49758"/>
                </a:lnTo>
                <a:lnTo>
                  <a:pt x="49771" y="62204"/>
                </a:lnTo>
                <a:lnTo>
                  <a:pt x="24879" y="0"/>
                </a:lnTo>
                <a:lnTo>
                  <a:pt x="0" y="62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3024568" y="2082723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49771" y="62204"/>
                </a:moveTo>
                <a:lnTo>
                  <a:pt x="24879" y="0"/>
                </a:lnTo>
                <a:lnTo>
                  <a:pt x="0" y="62204"/>
                </a:lnTo>
                <a:lnTo>
                  <a:pt x="24879" y="49758"/>
                </a:lnTo>
                <a:lnTo>
                  <a:pt x="49771" y="6220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2999435" y="2215045"/>
            <a:ext cx="136525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Ei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895191" y="1617865"/>
            <a:ext cx="247015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Ls</a:t>
            </a:r>
            <a:r>
              <a:rPr dirty="0" sz="950" spc="1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 </a:t>
            </a:r>
            <a:r>
              <a:rPr dirty="0" sz="950" spc="5">
                <a:latin typeface="Times New Roman"/>
                <a:cs typeface="Times New Roman"/>
              </a:rPr>
              <a:t>j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3945216" y="1775840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3945216" y="1854631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30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3920337" y="1854631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0"/>
                </a:moveTo>
                <a:lnTo>
                  <a:pt x="24879" y="62204"/>
                </a:lnTo>
                <a:lnTo>
                  <a:pt x="49771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3920337" y="1854631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0"/>
                </a:moveTo>
                <a:lnTo>
                  <a:pt x="24879" y="62204"/>
                </a:lnTo>
                <a:lnTo>
                  <a:pt x="49771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2900159" y="2596959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2900159" y="2675750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30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2875279" y="2675750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2875279" y="2675750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2887459" y="2438984"/>
            <a:ext cx="60325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5">
                <a:latin typeface="Times New Roman"/>
                <a:cs typeface="Times New Roman"/>
              </a:rPr>
              <a:t>i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4094517" y="2596959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4094517" y="2675750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30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4069626" y="2675750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4069626" y="2675750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3945216" y="2966046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879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3945216" y="2903842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30">
                <a:moveTo>
                  <a:pt x="0" y="62204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3920337" y="2903842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62204"/>
                </a:moveTo>
                <a:lnTo>
                  <a:pt x="24879" y="49758"/>
                </a:lnTo>
                <a:lnTo>
                  <a:pt x="49771" y="62204"/>
                </a:lnTo>
                <a:lnTo>
                  <a:pt x="24879" y="0"/>
                </a:lnTo>
                <a:lnTo>
                  <a:pt x="0" y="62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3920337" y="2903842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49771" y="62204"/>
                </a:moveTo>
                <a:lnTo>
                  <a:pt x="24879" y="0"/>
                </a:lnTo>
                <a:lnTo>
                  <a:pt x="0" y="62204"/>
                </a:lnTo>
                <a:lnTo>
                  <a:pt x="24879" y="49758"/>
                </a:lnTo>
                <a:lnTo>
                  <a:pt x="49771" y="6220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3049447" y="2966046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879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3049447" y="2903842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30">
                <a:moveTo>
                  <a:pt x="0" y="62204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3024568" y="2903842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62204"/>
                </a:moveTo>
                <a:lnTo>
                  <a:pt x="24879" y="49758"/>
                </a:lnTo>
                <a:lnTo>
                  <a:pt x="49771" y="62204"/>
                </a:lnTo>
                <a:lnTo>
                  <a:pt x="24879" y="0"/>
                </a:lnTo>
                <a:lnTo>
                  <a:pt x="0" y="62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3024568" y="2903842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49771" y="62204"/>
                </a:moveTo>
                <a:lnTo>
                  <a:pt x="24879" y="0"/>
                </a:lnTo>
                <a:lnTo>
                  <a:pt x="0" y="62204"/>
                </a:lnTo>
                <a:lnTo>
                  <a:pt x="24879" y="49758"/>
                </a:lnTo>
                <a:lnTo>
                  <a:pt x="49771" y="6220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 txBox="1"/>
          <p:nvPr/>
        </p:nvSpPr>
        <p:spPr>
          <a:xfrm>
            <a:off x="3745903" y="2215045"/>
            <a:ext cx="396240" cy="3816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52069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Es</a:t>
            </a:r>
            <a:endParaRPr sz="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20"/>
              </a:spcBef>
              <a:tabLst>
                <a:tab pos="335280" algn="l"/>
              </a:tabLst>
            </a:pPr>
            <a:r>
              <a:rPr dirty="0" sz="950" spc="10">
                <a:latin typeface="Times New Roman"/>
                <a:cs typeface="Times New Roman"/>
              </a:rPr>
              <a:t>Ls</a:t>
            </a:r>
            <a:r>
              <a:rPr dirty="0" sz="950" spc="10">
                <a:latin typeface="Times New Roman"/>
                <a:cs typeface="Times New Roman"/>
              </a:rPr>
              <a:t>	</a:t>
            </a:r>
            <a:r>
              <a:rPr dirty="0" sz="950" spc="5">
                <a:latin typeface="Times New Roman"/>
                <a:cs typeface="Times New Roman"/>
              </a:rPr>
              <a:t>j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3795928" y="2596959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3795928" y="2675750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30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3771036" y="2675750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3771036" y="2675750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3198748" y="2596959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3198748" y="2675750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30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3173869" y="2675750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3173869" y="2675750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 txBox="1"/>
          <p:nvPr/>
        </p:nvSpPr>
        <p:spPr>
          <a:xfrm>
            <a:off x="3148723" y="2438984"/>
            <a:ext cx="136525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Li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2900159" y="3418077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2900159" y="3496868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2875279" y="3496868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2875279" y="3496868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 txBox="1"/>
          <p:nvPr/>
        </p:nvSpPr>
        <p:spPr>
          <a:xfrm>
            <a:off x="2887459" y="3260102"/>
            <a:ext cx="60325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5">
                <a:latin typeface="Times New Roman"/>
                <a:cs typeface="Times New Roman"/>
              </a:rPr>
              <a:t>i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4094517" y="3418077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4094517" y="3496868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4069626" y="3496868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4069626" y="3496868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 txBox="1"/>
          <p:nvPr/>
        </p:nvSpPr>
        <p:spPr>
          <a:xfrm>
            <a:off x="4081818" y="3260102"/>
            <a:ext cx="60325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5">
                <a:latin typeface="Times New Roman"/>
                <a:cs typeface="Times New Roman"/>
              </a:rPr>
              <a:t>j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21" name="object 121"/>
          <p:cNvSpPr/>
          <p:nvPr/>
        </p:nvSpPr>
        <p:spPr>
          <a:xfrm>
            <a:off x="3049447" y="3787165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879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3049447" y="3724960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62204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3024568" y="3724960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62204"/>
                </a:moveTo>
                <a:lnTo>
                  <a:pt x="24879" y="49758"/>
                </a:lnTo>
                <a:lnTo>
                  <a:pt x="49771" y="62204"/>
                </a:lnTo>
                <a:lnTo>
                  <a:pt x="24879" y="0"/>
                </a:lnTo>
                <a:lnTo>
                  <a:pt x="0" y="62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3024568" y="3724960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49771" y="62204"/>
                </a:moveTo>
                <a:lnTo>
                  <a:pt x="24879" y="0"/>
                </a:lnTo>
                <a:lnTo>
                  <a:pt x="0" y="62204"/>
                </a:lnTo>
                <a:lnTo>
                  <a:pt x="24879" y="49758"/>
                </a:lnTo>
                <a:lnTo>
                  <a:pt x="49771" y="6220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3198748" y="3418077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3198748" y="3496868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3173869" y="3496868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3173869" y="3496868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3646627" y="3418077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3646627" y="3496868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3621747" y="3496868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71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3621747" y="3496868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71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3795928" y="3787165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879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3795928" y="3724961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62204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3771036" y="3724960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62204"/>
                </a:moveTo>
                <a:lnTo>
                  <a:pt x="24892" y="49758"/>
                </a:lnTo>
                <a:lnTo>
                  <a:pt x="49771" y="62204"/>
                </a:lnTo>
                <a:lnTo>
                  <a:pt x="24892" y="0"/>
                </a:lnTo>
                <a:lnTo>
                  <a:pt x="0" y="62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3771036" y="3724960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49771" y="62204"/>
                </a:moveTo>
                <a:lnTo>
                  <a:pt x="24892" y="0"/>
                </a:lnTo>
                <a:lnTo>
                  <a:pt x="0" y="62204"/>
                </a:lnTo>
                <a:lnTo>
                  <a:pt x="24892" y="49758"/>
                </a:lnTo>
                <a:lnTo>
                  <a:pt x="49771" y="6220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2900159" y="4239196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2900159" y="4317987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2875279" y="4317987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2875279" y="4317987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 txBox="1"/>
          <p:nvPr/>
        </p:nvSpPr>
        <p:spPr>
          <a:xfrm>
            <a:off x="2887459" y="4081221"/>
            <a:ext cx="60325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5">
                <a:latin typeface="Times New Roman"/>
                <a:cs typeface="Times New Roman"/>
              </a:rPr>
              <a:t>i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42" name="object 142"/>
          <p:cNvSpPr/>
          <p:nvPr/>
        </p:nvSpPr>
        <p:spPr>
          <a:xfrm>
            <a:off x="4094517" y="4239196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4094517" y="4317987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4069626" y="4317987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4069626" y="4317987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 txBox="1"/>
          <p:nvPr/>
        </p:nvSpPr>
        <p:spPr>
          <a:xfrm>
            <a:off x="4081818" y="4081221"/>
            <a:ext cx="60325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5">
                <a:latin typeface="Times New Roman"/>
                <a:cs typeface="Times New Roman"/>
              </a:rPr>
              <a:t>j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47" name="object 147"/>
          <p:cNvSpPr/>
          <p:nvPr/>
        </p:nvSpPr>
        <p:spPr>
          <a:xfrm>
            <a:off x="3646627" y="4239196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3646627" y="4317987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3621747" y="4317987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71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3621747" y="4317987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71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3795928" y="4608283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879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3795928" y="4546079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62204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3771036" y="4546079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62204"/>
                </a:moveTo>
                <a:lnTo>
                  <a:pt x="24892" y="49758"/>
                </a:lnTo>
                <a:lnTo>
                  <a:pt x="49771" y="62204"/>
                </a:lnTo>
                <a:lnTo>
                  <a:pt x="24892" y="0"/>
                </a:lnTo>
                <a:lnTo>
                  <a:pt x="0" y="62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3771036" y="4546079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49771" y="62204"/>
                </a:moveTo>
                <a:lnTo>
                  <a:pt x="24892" y="0"/>
                </a:lnTo>
                <a:lnTo>
                  <a:pt x="0" y="62204"/>
                </a:lnTo>
                <a:lnTo>
                  <a:pt x="24892" y="49758"/>
                </a:lnTo>
                <a:lnTo>
                  <a:pt x="49771" y="6220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3348037" y="4239196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3348037" y="4317987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3323158" y="4317987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71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3323158" y="4317987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71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3198748" y="4608283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879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3198748" y="4546079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62204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3173869" y="4546079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62204"/>
                </a:moveTo>
                <a:lnTo>
                  <a:pt x="24879" y="49758"/>
                </a:lnTo>
                <a:lnTo>
                  <a:pt x="49758" y="62204"/>
                </a:lnTo>
                <a:lnTo>
                  <a:pt x="24879" y="0"/>
                </a:lnTo>
                <a:lnTo>
                  <a:pt x="0" y="62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3173869" y="4546079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49758" y="62204"/>
                </a:moveTo>
                <a:lnTo>
                  <a:pt x="24879" y="0"/>
                </a:lnTo>
                <a:lnTo>
                  <a:pt x="0" y="62204"/>
                </a:lnTo>
                <a:lnTo>
                  <a:pt x="24879" y="49758"/>
                </a:lnTo>
                <a:lnTo>
                  <a:pt x="49758" y="6220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4094517" y="5060315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4094517" y="5139105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4069626" y="5139105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4069626" y="5139105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 txBox="1"/>
          <p:nvPr/>
        </p:nvSpPr>
        <p:spPr>
          <a:xfrm>
            <a:off x="4081818" y="4902339"/>
            <a:ext cx="60325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5">
                <a:latin typeface="Times New Roman"/>
                <a:cs typeface="Times New Roman"/>
              </a:rPr>
              <a:t>j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68" name="object 168"/>
          <p:cNvSpPr/>
          <p:nvPr/>
        </p:nvSpPr>
        <p:spPr>
          <a:xfrm>
            <a:off x="3795928" y="5429402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879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3795928" y="5367197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62204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3771036" y="5367197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62204"/>
                </a:moveTo>
                <a:lnTo>
                  <a:pt x="24892" y="49758"/>
                </a:lnTo>
                <a:lnTo>
                  <a:pt x="49771" y="62204"/>
                </a:lnTo>
                <a:lnTo>
                  <a:pt x="24892" y="0"/>
                </a:lnTo>
                <a:lnTo>
                  <a:pt x="0" y="62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3771036" y="5367197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49771" y="62204"/>
                </a:moveTo>
                <a:lnTo>
                  <a:pt x="24892" y="0"/>
                </a:lnTo>
                <a:lnTo>
                  <a:pt x="0" y="62204"/>
                </a:lnTo>
                <a:lnTo>
                  <a:pt x="24892" y="49758"/>
                </a:lnTo>
                <a:lnTo>
                  <a:pt x="49771" y="6220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3348037" y="5060315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3348037" y="5139105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3323158" y="5139105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71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3323158" y="5139105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71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3497338" y="5060315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3497338" y="5139105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3472446" y="5139105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3472446" y="5139105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3198748" y="5060315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3198748" y="5139105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3173869" y="5139105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3173869" y="5139105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3348037" y="5429402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879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3348037" y="5367197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62204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3323158" y="5367197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62204"/>
                </a:moveTo>
                <a:lnTo>
                  <a:pt x="24879" y="49758"/>
                </a:lnTo>
                <a:lnTo>
                  <a:pt x="49771" y="62204"/>
                </a:lnTo>
                <a:lnTo>
                  <a:pt x="24879" y="0"/>
                </a:lnTo>
                <a:lnTo>
                  <a:pt x="0" y="62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3323158" y="5367197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49771" y="62204"/>
                </a:moveTo>
                <a:lnTo>
                  <a:pt x="24879" y="0"/>
                </a:lnTo>
                <a:lnTo>
                  <a:pt x="0" y="62204"/>
                </a:lnTo>
                <a:lnTo>
                  <a:pt x="24879" y="49758"/>
                </a:lnTo>
                <a:lnTo>
                  <a:pt x="49771" y="6220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 txBox="1"/>
          <p:nvPr/>
        </p:nvSpPr>
        <p:spPr>
          <a:xfrm>
            <a:off x="3298025" y="5499519"/>
            <a:ext cx="136525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Ei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89" name="object 189"/>
          <p:cNvSpPr/>
          <p:nvPr/>
        </p:nvSpPr>
        <p:spPr>
          <a:xfrm>
            <a:off x="3198748" y="5881433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3198748" y="5960224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3173869" y="596022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3173869" y="596022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 txBox="1"/>
          <p:nvPr/>
        </p:nvSpPr>
        <p:spPr>
          <a:xfrm>
            <a:off x="3186048" y="5723458"/>
            <a:ext cx="60325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5">
                <a:latin typeface="Times New Roman"/>
                <a:cs typeface="Times New Roman"/>
              </a:rPr>
              <a:t>i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94" name="object 194"/>
          <p:cNvSpPr/>
          <p:nvPr/>
        </p:nvSpPr>
        <p:spPr>
          <a:xfrm>
            <a:off x="3348037" y="6250520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8792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3348037" y="6188316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62204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3323158" y="6188316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62204"/>
                </a:moveTo>
                <a:lnTo>
                  <a:pt x="24879" y="49758"/>
                </a:lnTo>
                <a:lnTo>
                  <a:pt x="49771" y="62204"/>
                </a:lnTo>
                <a:lnTo>
                  <a:pt x="24879" y="0"/>
                </a:lnTo>
                <a:lnTo>
                  <a:pt x="0" y="62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3323158" y="6188316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49771" y="62204"/>
                </a:moveTo>
                <a:lnTo>
                  <a:pt x="24879" y="0"/>
                </a:lnTo>
                <a:lnTo>
                  <a:pt x="0" y="62204"/>
                </a:lnTo>
                <a:lnTo>
                  <a:pt x="24879" y="49758"/>
                </a:lnTo>
                <a:lnTo>
                  <a:pt x="49771" y="6220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3795928" y="5881433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3795928" y="5960224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3771036" y="596022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3771036" y="596022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3646627" y="6250520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8792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3646627" y="6188316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62204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3621747" y="6188316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62204"/>
                </a:moveTo>
                <a:lnTo>
                  <a:pt x="24879" y="49758"/>
                </a:lnTo>
                <a:lnTo>
                  <a:pt x="49771" y="62204"/>
                </a:lnTo>
                <a:lnTo>
                  <a:pt x="24879" y="0"/>
                </a:lnTo>
                <a:lnTo>
                  <a:pt x="0" y="62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3621747" y="6188316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49771" y="62204"/>
                </a:moveTo>
                <a:lnTo>
                  <a:pt x="24879" y="0"/>
                </a:lnTo>
                <a:lnTo>
                  <a:pt x="0" y="62204"/>
                </a:lnTo>
                <a:lnTo>
                  <a:pt x="24879" y="49758"/>
                </a:lnTo>
                <a:lnTo>
                  <a:pt x="49771" y="6220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3497338" y="5881433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7" name="object 207"/>
          <p:cNvSpPr/>
          <p:nvPr/>
        </p:nvSpPr>
        <p:spPr>
          <a:xfrm>
            <a:off x="3497338" y="5960224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/>
          <p:nvPr/>
        </p:nvSpPr>
        <p:spPr>
          <a:xfrm>
            <a:off x="3472446" y="596022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9" name="object 209"/>
          <p:cNvSpPr/>
          <p:nvPr/>
        </p:nvSpPr>
        <p:spPr>
          <a:xfrm>
            <a:off x="3472446" y="596022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0" name="object 210"/>
          <p:cNvSpPr/>
          <p:nvPr/>
        </p:nvSpPr>
        <p:spPr>
          <a:xfrm>
            <a:off x="3497338" y="5881433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1" name="object 211"/>
          <p:cNvSpPr/>
          <p:nvPr/>
        </p:nvSpPr>
        <p:spPr>
          <a:xfrm>
            <a:off x="3497338" y="5960224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2" name="object 212"/>
          <p:cNvSpPr/>
          <p:nvPr/>
        </p:nvSpPr>
        <p:spPr>
          <a:xfrm>
            <a:off x="3472446" y="596022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object 213"/>
          <p:cNvSpPr/>
          <p:nvPr/>
        </p:nvSpPr>
        <p:spPr>
          <a:xfrm>
            <a:off x="3472446" y="596022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4" name="object 214"/>
          <p:cNvSpPr txBox="1"/>
          <p:nvPr/>
        </p:nvSpPr>
        <p:spPr>
          <a:xfrm>
            <a:off x="3447313" y="5499519"/>
            <a:ext cx="448945" cy="3816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r" marR="5080">
              <a:lnSpc>
                <a:spcPts val="1010"/>
              </a:lnSpc>
            </a:pPr>
            <a:r>
              <a:rPr dirty="0" sz="950" spc="10">
                <a:latin typeface="Times New Roman"/>
                <a:cs typeface="Times New Roman"/>
              </a:rPr>
              <a:t>Es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ts val="880"/>
              </a:lnSpc>
            </a:pPr>
            <a:r>
              <a:rPr dirty="0" sz="950" spc="10">
                <a:latin typeface="Times New Roman"/>
                <a:cs typeface="Times New Roman"/>
              </a:rPr>
              <a:t>Li</a:t>
            </a:r>
            <a:endParaRPr sz="950">
              <a:latin typeface="Times New Roman"/>
              <a:cs typeface="Times New Roman"/>
            </a:endParaRPr>
          </a:p>
          <a:p>
            <a:pPr algn="r" marR="57150">
              <a:lnSpc>
                <a:spcPts val="1010"/>
              </a:lnSpc>
              <a:tabLst>
                <a:tab pos="335280" algn="l"/>
              </a:tabLst>
            </a:pPr>
            <a:r>
              <a:rPr dirty="0" sz="950" spc="10">
                <a:latin typeface="Times New Roman"/>
                <a:cs typeface="Times New Roman"/>
              </a:rPr>
              <a:t>Ls</a:t>
            </a:r>
            <a:r>
              <a:rPr dirty="0" sz="950" spc="10">
                <a:latin typeface="Times New Roman"/>
                <a:cs typeface="Times New Roman"/>
              </a:rPr>
              <a:t>	</a:t>
            </a:r>
            <a:r>
              <a:rPr dirty="0" sz="950" spc="5">
                <a:latin typeface="Times New Roman"/>
                <a:cs typeface="Times New Roman"/>
              </a:rPr>
              <a:t>j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15" name="object 215"/>
          <p:cNvSpPr/>
          <p:nvPr/>
        </p:nvSpPr>
        <p:spPr>
          <a:xfrm>
            <a:off x="3198748" y="6702549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6" name="object 216"/>
          <p:cNvSpPr/>
          <p:nvPr/>
        </p:nvSpPr>
        <p:spPr>
          <a:xfrm>
            <a:off x="3198748" y="6781344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7" name="object 217"/>
          <p:cNvSpPr/>
          <p:nvPr/>
        </p:nvSpPr>
        <p:spPr>
          <a:xfrm>
            <a:off x="3173869" y="678134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8" name="object 218"/>
          <p:cNvSpPr/>
          <p:nvPr/>
        </p:nvSpPr>
        <p:spPr>
          <a:xfrm>
            <a:off x="3173869" y="678134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2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9" name="object 219"/>
          <p:cNvSpPr/>
          <p:nvPr/>
        </p:nvSpPr>
        <p:spPr>
          <a:xfrm>
            <a:off x="3348037" y="7071638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8794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0" name="object 220"/>
          <p:cNvSpPr/>
          <p:nvPr/>
        </p:nvSpPr>
        <p:spPr>
          <a:xfrm>
            <a:off x="3348037" y="7009432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62205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1" name="object 221"/>
          <p:cNvSpPr/>
          <p:nvPr/>
        </p:nvSpPr>
        <p:spPr>
          <a:xfrm>
            <a:off x="3323158" y="7009432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62205"/>
                </a:moveTo>
                <a:lnTo>
                  <a:pt x="24879" y="49763"/>
                </a:lnTo>
                <a:lnTo>
                  <a:pt x="49771" y="62205"/>
                </a:lnTo>
                <a:lnTo>
                  <a:pt x="24879" y="0"/>
                </a:lnTo>
                <a:lnTo>
                  <a:pt x="0" y="622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/>
          <p:nvPr/>
        </p:nvSpPr>
        <p:spPr>
          <a:xfrm>
            <a:off x="3323158" y="7009432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49771" y="62205"/>
                </a:moveTo>
                <a:lnTo>
                  <a:pt x="24879" y="0"/>
                </a:lnTo>
                <a:lnTo>
                  <a:pt x="0" y="62205"/>
                </a:lnTo>
                <a:lnTo>
                  <a:pt x="24879" y="49763"/>
                </a:lnTo>
                <a:lnTo>
                  <a:pt x="49771" y="62205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3" name="object 223"/>
          <p:cNvSpPr/>
          <p:nvPr/>
        </p:nvSpPr>
        <p:spPr>
          <a:xfrm>
            <a:off x="3795928" y="6702549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4" name="object 224"/>
          <p:cNvSpPr/>
          <p:nvPr/>
        </p:nvSpPr>
        <p:spPr>
          <a:xfrm>
            <a:off x="3795928" y="6781344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/>
          <p:nvPr/>
        </p:nvSpPr>
        <p:spPr>
          <a:xfrm>
            <a:off x="3771036" y="678134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3771036" y="678134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2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3348037" y="6702549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8" name="object 228"/>
          <p:cNvSpPr/>
          <p:nvPr/>
        </p:nvSpPr>
        <p:spPr>
          <a:xfrm>
            <a:off x="3348037" y="6781344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9" name="object 229"/>
          <p:cNvSpPr/>
          <p:nvPr/>
        </p:nvSpPr>
        <p:spPr>
          <a:xfrm>
            <a:off x="3323158" y="678134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71" y="0"/>
                </a:lnTo>
                <a:lnTo>
                  <a:pt x="24879" y="1244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0" name="object 230"/>
          <p:cNvSpPr/>
          <p:nvPr/>
        </p:nvSpPr>
        <p:spPr>
          <a:xfrm>
            <a:off x="3323158" y="678134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71" y="0"/>
                </a:lnTo>
                <a:lnTo>
                  <a:pt x="24879" y="12442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1" name="object 231"/>
          <p:cNvSpPr/>
          <p:nvPr/>
        </p:nvSpPr>
        <p:spPr>
          <a:xfrm>
            <a:off x="3497338" y="6702549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2" name="object 232"/>
          <p:cNvSpPr/>
          <p:nvPr/>
        </p:nvSpPr>
        <p:spPr>
          <a:xfrm>
            <a:off x="3497338" y="6781344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3" name="object 233"/>
          <p:cNvSpPr/>
          <p:nvPr/>
        </p:nvSpPr>
        <p:spPr>
          <a:xfrm>
            <a:off x="3472446" y="678134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4" name="object 234"/>
          <p:cNvSpPr/>
          <p:nvPr/>
        </p:nvSpPr>
        <p:spPr>
          <a:xfrm>
            <a:off x="3472446" y="678134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2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5" name="object 235"/>
          <p:cNvSpPr/>
          <p:nvPr/>
        </p:nvSpPr>
        <p:spPr>
          <a:xfrm>
            <a:off x="3497338" y="7071638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8794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6" name="object 236"/>
          <p:cNvSpPr/>
          <p:nvPr/>
        </p:nvSpPr>
        <p:spPr>
          <a:xfrm>
            <a:off x="3497338" y="7009432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62205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7" name="object 237"/>
          <p:cNvSpPr/>
          <p:nvPr/>
        </p:nvSpPr>
        <p:spPr>
          <a:xfrm>
            <a:off x="3472446" y="7009432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62205"/>
                </a:moveTo>
                <a:lnTo>
                  <a:pt x="24892" y="49763"/>
                </a:lnTo>
                <a:lnTo>
                  <a:pt x="49771" y="62205"/>
                </a:lnTo>
                <a:lnTo>
                  <a:pt x="24892" y="0"/>
                </a:lnTo>
                <a:lnTo>
                  <a:pt x="0" y="622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8" name="object 238"/>
          <p:cNvSpPr/>
          <p:nvPr/>
        </p:nvSpPr>
        <p:spPr>
          <a:xfrm>
            <a:off x="3472446" y="7009432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49771" y="62205"/>
                </a:moveTo>
                <a:lnTo>
                  <a:pt x="24892" y="0"/>
                </a:lnTo>
                <a:lnTo>
                  <a:pt x="0" y="62205"/>
                </a:lnTo>
                <a:lnTo>
                  <a:pt x="24892" y="49763"/>
                </a:lnTo>
                <a:lnTo>
                  <a:pt x="49771" y="62205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9" name="object 239"/>
          <p:cNvSpPr txBox="1"/>
          <p:nvPr/>
        </p:nvSpPr>
        <p:spPr>
          <a:xfrm>
            <a:off x="3298025" y="7141750"/>
            <a:ext cx="299720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Ei</a:t>
            </a:r>
            <a:r>
              <a:rPr dirty="0" sz="950" spc="6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Es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41" name="object 241"/>
          <p:cNvSpPr/>
          <p:nvPr/>
        </p:nvSpPr>
        <p:spPr>
          <a:xfrm>
            <a:off x="4831854" y="1986508"/>
            <a:ext cx="66040" cy="26670"/>
          </a:xfrm>
          <a:custGeom>
            <a:avLst/>
            <a:gdLst/>
            <a:ahLst/>
            <a:cxnLst/>
            <a:rect l="l" t="t" r="r" b="b"/>
            <a:pathLst>
              <a:path w="66039" h="26669">
                <a:moveTo>
                  <a:pt x="18249" y="838"/>
                </a:moveTo>
                <a:lnTo>
                  <a:pt x="22402" y="3314"/>
                </a:lnTo>
                <a:lnTo>
                  <a:pt x="27381" y="8293"/>
                </a:lnTo>
                <a:lnTo>
                  <a:pt x="32359" y="13271"/>
                </a:lnTo>
                <a:lnTo>
                  <a:pt x="37325" y="18249"/>
                </a:lnTo>
                <a:lnTo>
                  <a:pt x="42303" y="23228"/>
                </a:lnTo>
                <a:lnTo>
                  <a:pt x="46456" y="25717"/>
                </a:lnTo>
                <a:lnTo>
                  <a:pt x="48945" y="26543"/>
                </a:lnTo>
                <a:lnTo>
                  <a:pt x="53924" y="26543"/>
                </a:lnTo>
                <a:lnTo>
                  <a:pt x="57238" y="25717"/>
                </a:lnTo>
                <a:lnTo>
                  <a:pt x="58889" y="24053"/>
                </a:lnTo>
                <a:lnTo>
                  <a:pt x="61379" y="22402"/>
                </a:lnTo>
                <a:lnTo>
                  <a:pt x="63042" y="19913"/>
                </a:lnTo>
                <a:lnTo>
                  <a:pt x="63868" y="18249"/>
                </a:lnTo>
                <a:lnTo>
                  <a:pt x="64693" y="15760"/>
                </a:lnTo>
                <a:lnTo>
                  <a:pt x="65532" y="13271"/>
                </a:lnTo>
                <a:lnTo>
                  <a:pt x="64693" y="10782"/>
                </a:lnTo>
                <a:lnTo>
                  <a:pt x="63868" y="8293"/>
                </a:lnTo>
                <a:lnTo>
                  <a:pt x="63042" y="6642"/>
                </a:lnTo>
                <a:lnTo>
                  <a:pt x="61379" y="4152"/>
                </a:lnTo>
                <a:lnTo>
                  <a:pt x="58889" y="2489"/>
                </a:lnTo>
                <a:lnTo>
                  <a:pt x="57238" y="838"/>
                </a:lnTo>
                <a:lnTo>
                  <a:pt x="53924" y="0"/>
                </a:lnTo>
                <a:lnTo>
                  <a:pt x="48945" y="0"/>
                </a:lnTo>
                <a:lnTo>
                  <a:pt x="46456" y="838"/>
                </a:lnTo>
                <a:lnTo>
                  <a:pt x="42303" y="3314"/>
                </a:lnTo>
                <a:lnTo>
                  <a:pt x="37325" y="8293"/>
                </a:lnTo>
                <a:lnTo>
                  <a:pt x="32359" y="13271"/>
                </a:lnTo>
                <a:lnTo>
                  <a:pt x="27381" y="18249"/>
                </a:lnTo>
                <a:lnTo>
                  <a:pt x="22402" y="23228"/>
                </a:lnTo>
                <a:lnTo>
                  <a:pt x="18249" y="25717"/>
                </a:lnTo>
                <a:lnTo>
                  <a:pt x="16598" y="26543"/>
                </a:lnTo>
                <a:lnTo>
                  <a:pt x="11620" y="26543"/>
                </a:lnTo>
                <a:lnTo>
                  <a:pt x="9956" y="25717"/>
                </a:lnTo>
                <a:lnTo>
                  <a:pt x="7467" y="24879"/>
                </a:lnTo>
                <a:lnTo>
                  <a:pt x="5816" y="24053"/>
                </a:lnTo>
                <a:lnTo>
                  <a:pt x="4152" y="22402"/>
                </a:lnTo>
                <a:lnTo>
                  <a:pt x="2489" y="20739"/>
                </a:lnTo>
                <a:lnTo>
                  <a:pt x="1663" y="19075"/>
                </a:lnTo>
                <a:lnTo>
                  <a:pt x="838" y="17424"/>
                </a:lnTo>
                <a:lnTo>
                  <a:pt x="0" y="14935"/>
                </a:lnTo>
                <a:lnTo>
                  <a:pt x="0" y="11607"/>
                </a:lnTo>
                <a:lnTo>
                  <a:pt x="838" y="9131"/>
                </a:lnTo>
                <a:lnTo>
                  <a:pt x="1663" y="7467"/>
                </a:lnTo>
                <a:lnTo>
                  <a:pt x="2489" y="5803"/>
                </a:lnTo>
                <a:lnTo>
                  <a:pt x="4152" y="4152"/>
                </a:lnTo>
                <a:lnTo>
                  <a:pt x="5816" y="2489"/>
                </a:lnTo>
                <a:lnTo>
                  <a:pt x="7467" y="1663"/>
                </a:lnTo>
                <a:lnTo>
                  <a:pt x="9956" y="838"/>
                </a:lnTo>
                <a:lnTo>
                  <a:pt x="11620" y="0"/>
                </a:lnTo>
                <a:lnTo>
                  <a:pt x="16598" y="0"/>
                </a:lnTo>
                <a:lnTo>
                  <a:pt x="18249" y="838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2" name="object 242"/>
          <p:cNvSpPr/>
          <p:nvPr/>
        </p:nvSpPr>
        <p:spPr>
          <a:xfrm>
            <a:off x="4781270" y="1999780"/>
            <a:ext cx="32384" cy="0"/>
          </a:xfrm>
          <a:custGeom>
            <a:avLst/>
            <a:gdLst/>
            <a:ahLst/>
            <a:cxnLst/>
            <a:rect l="l" t="t" r="r" b="b"/>
            <a:pathLst>
              <a:path w="32385" h="0">
                <a:moveTo>
                  <a:pt x="32346" y="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3" name="object 243"/>
          <p:cNvSpPr/>
          <p:nvPr/>
        </p:nvSpPr>
        <p:spPr>
          <a:xfrm>
            <a:off x="4766341" y="1925135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4" name="object 244"/>
          <p:cNvSpPr/>
          <p:nvPr/>
        </p:nvSpPr>
        <p:spPr>
          <a:xfrm>
            <a:off x="5122989" y="1986508"/>
            <a:ext cx="66040" cy="26670"/>
          </a:xfrm>
          <a:custGeom>
            <a:avLst/>
            <a:gdLst/>
            <a:ahLst/>
            <a:cxnLst/>
            <a:rect l="l" t="t" r="r" b="b"/>
            <a:pathLst>
              <a:path w="66039" h="26669">
                <a:moveTo>
                  <a:pt x="18237" y="838"/>
                </a:moveTo>
                <a:lnTo>
                  <a:pt x="22390" y="3314"/>
                </a:lnTo>
                <a:lnTo>
                  <a:pt x="27368" y="8293"/>
                </a:lnTo>
                <a:lnTo>
                  <a:pt x="32346" y="13271"/>
                </a:lnTo>
                <a:lnTo>
                  <a:pt x="37312" y="18249"/>
                </a:lnTo>
                <a:lnTo>
                  <a:pt x="42291" y="23228"/>
                </a:lnTo>
                <a:lnTo>
                  <a:pt x="46443" y="25717"/>
                </a:lnTo>
                <a:lnTo>
                  <a:pt x="48933" y="26543"/>
                </a:lnTo>
                <a:lnTo>
                  <a:pt x="53911" y="26543"/>
                </a:lnTo>
                <a:lnTo>
                  <a:pt x="57226" y="25717"/>
                </a:lnTo>
                <a:lnTo>
                  <a:pt x="58877" y="24053"/>
                </a:lnTo>
                <a:lnTo>
                  <a:pt x="61379" y="22402"/>
                </a:lnTo>
                <a:lnTo>
                  <a:pt x="63030" y="19913"/>
                </a:lnTo>
                <a:lnTo>
                  <a:pt x="63855" y="18249"/>
                </a:lnTo>
                <a:lnTo>
                  <a:pt x="64693" y="15760"/>
                </a:lnTo>
                <a:lnTo>
                  <a:pt x="65519" y="13271"/>
                </a:lnTo>
                <a:lnTo>
                  <a:pt x="64693" y="10782"/>
                </a:lnTo>
                <a:lnTo>
                  <a:pt x="63855" y="8293"/>
                </a:lnTo>
                <a:lnTo>
                  <a:pt x="63030" y="6642"/>
                </a:lnTo>
                <a:lnTo>
                  <a:pt x="61379" y="4152"/>
                </a:lnTo>
                <a:lnTo>
                  <a:pt x="58877" y="2489"/>
                </a:lnTo>
                <a:lnTo>
                  <a:pt x="57226" y="838"/>
                </a:lnTo>
                <a:lnTo>
                  <a:pt x="53911" y="0"/>
                </a:lnTo>
                <a:lnTo>
                  <a:pt x="48933" y="0"/>
                </a:lnTo>
                <a:lnTo>
                  <a:pt x="46443" y="838"/>
                </a:lnTo>
                <a:lnTo>
                  <a:pt x="42291" y="3314"/>
                </a:lnTo>
                <a:lnTo>
                  <a:pt x="37312" y="8293"/>
                </a:lnTo>
                <a:lnTo>
                  <a:pt x="32346" y="13271"/>
                </a:lnTo>
                <a:lnTo>
                  <a:pt x="27368" y="18249"/>
                </a:lnTo>
                <a:lnTo>
                  <a:pt x="22390" y="23228"/>
                </a:lnTo>
                <a:lnTo>
                  <a:pt x="18237" y="25717"/>
                </a:lnTo>
                <a:lnTo>
                  <a:pt x="16586" y="26543"/>
                </a:lnTo>
                <a:lnTo>
                  <a:pt x="11607" y="26543"/>
                </a:lnTo>
                <a:lnTo>
                  <a:pt x="9944" y="25717"/>
                </a:lnTo>
                <a:lnTo>
                  <a:pt x="7454" y="24879"/>
                </a:lnTo>
                <a:lnTo>
                  <a:pt x="5803" y="24053"/>
                </a:lnTo>
                <a:lnTo>
                  <a:pt x="4140" y="22402"/>
                </a:lnTo>
                <a:lnTo>
                  <a:pt x="2476" y="20739"/>
                </a:lnTo>
                <a:lnTo>
                  <a:pt x="1651" y="19075"/>
                </a:lnTo>
                <a:lnTo>
                  <a:pt x="825" y="17424"/>
                </a:lnTo>
                <a:lnTo>
                  <a:pt x="0" y="14935"/>
                </a:lnTo>
                <a:lnTo>
                  <a:pt x="0" y="11607"/>
                </a:lnTo>
                <a:lnTo>
                  <a:pt x="825" y="9131"/>
                </a:lnTo>
                <a:lnTo>
                  <a:pt x="1651" y="7467"/>
                </a:lnTo>
                <a:lnTo>
                  <a:pt x="2476" y="5803"/>
                </a:lnTo>
                <a:lnTo>
                  <a:pt x="4140" y="4152"/>
                </a:lnTo>
                <a:lnTo>
                  <a:pt x="5803" y="2489"/>
                </a:lnTo>
                <a:lnTo>
                  <a:pt x="7454" y="1663"/>
                </a:lnTo>
                <a:lnTo>
                  <a:pt x="9944" y="838"/>
                </a:lnTo>
                <a:lnTo>
                  <a:pt x="11607" y="0"/>
                </a:lnTo>
                <a:lnTo>
                  <a:pt x="16586" y="0"/>
                </a:lnTo>
                <a:lnTo>
                  <a:pt x="18237" y="838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5" name="object 245"/>
          <p:cNvSpPr/>
          <p:nvPr/>
        </p:nvSpPr>
        <p:spPr>
          <a:xfrm>
            <a:off x="5072392" y="1999780"/>
            <a:ext cx="32384" cy="0"/>
          </a:xfrm>
          <a:custGeom>
            <a:avLst/>
            <a:gdLst/>
            <a:ahLst/>
            <a:cxnLst/>
            <a:rect l="l" t="t" r="r" b="b"/>
            <a:pathLst>
              <a:path w="32385" h="0">
                <a:moveTo>
                  <a:pt x="32346" y="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6" name="object 246"/>
          <p:cNvSpPr/>
          <p:nvPr/>
        </p:nvSpPr>
        <p:spPr>
          <a:xfrm>
            <a:off x="5087327" y="1984857"/>
            <a:ext cx="0" cy="32384"/>
          </a:xfrm>
          <a:custGeom>
            <a:avLst/>
            <a:gdLst/>
            <a:ahLst/>
            <a:cxnLst/>
            <a:rect l="l" t="t" r="r" b="b"/>
            <a:pathLst>
              <a:path w="0" h="32385">
                <a:moveTo>
                  <a:pt x="0" y="0"/>
                </a:moveTo>
                <a:lnTo>
                  <a:pt x="0" y="32346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7" name="object 247"/>
          <p:cNvSpPr/>
          <p:nvPr/>
        </p:nvSpPr>
        <p:spPr>
          <a:xfrm>
            <a:off x="5059952" y="1925135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9" name="object 249"/>
          <p:cNvSpPr/>
          <p:nvPr/>
        </p:nvSpPr>
        <p:spPr>
          <a:xfrm>
            <a:off x="4766341" y="6851843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59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0" name="object 250"/>
          <p:cNvSpPr txBox="1"/>
          <p:nvPr/>
        </p:nvSpPr>
        <p:spPr>
          <a:xfrm>
            <a:off x="4796764" y="6848971"/>
            <a:ext cx="87630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3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51" name="object 251"/>
          <p:cNvSpPr/>
          <p:nvPr/>
        </p:nvSpPr>
        <p:spPr>
          <a:xfrm>
            <a:off x="5064918" y="6851843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59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2" name="object 252"/>
          <p:cNvSpPr txBox="1"/>
          <p:nvPr/>
        </p:nvSpPr>
        <p:spPr>
          <a:xfrm>
            <a:off x="5095354" y="6848971"/>
            <a:ext cx="87630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7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54" name="object 254"/>
          <p:cNvSpPr/>
          <p:nvPr/>
        </p:nvSpPr>
        <p:spPr>
          <a:xfrm>
            <a:off x="4766341" y="6030728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5" name="object 255"/>
          <p:cNvSpPr txBox="1"/>
          <p:nvPr/>
        </p:nvSpPr>
        <p:spPr>
          <a:xfrm>
            <a:off x="4796764" y="6027851"/>
            <a:ext cx="87630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3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56" name="object 256"/>
          <p:cNvSpPr/>
          <p:nvPr/>
        </p:nvSpPr>
        <p:spPr>
          <a:xfrm>
            <a:off x="5064918" y="6030728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7" name="object 257"/>
          <p:cNvSpPr txBox="1"/>
          <p:nvPr/>
        </p:nvSpPr>
        <p:spPr>
          <a:xfrm>
            <a:off x="5095354" y="6027851"/>
            <a:ext cx="87630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7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58" name="object 258"/>
          <p:cNvSpPr/>
          <p:nvPr/>
        </p:nvSpPr>
        <p:spPr>
          <a:xfrm>
            <a:off x="5064918" y="5209609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9" name="object 259"/>
          <p:cNvSpPr txBox="1"/>
          <p:nvPr/>
        </p:nvSpPr>
        <p:spPr>
          <a:xfrm>
            <a:off x="5095354" y="5206733"/>
            <a:ext cx="87630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7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61" name="object 261"/>
          <p:cNvSpPr/>
          <p:nvPr/>
        </p:nvSpPr>
        <p:spPr>
          <a:xfrm>
            <a:off x="4766341" y="5209609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2" name="object 262"/>
          <p:cNvSpPr txBox="1"/>
          <p:nvPr/>
        </p:nvSpPr>
        <p:spPr>
          <a:xfrm>
            <a:off x="4796764" y="5206733"/>
            <a:ext cx="87630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3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63" name="object 263"/>
          <p:cNvSpPr/>
          <p:nvPr/>
        </p:nvSpPr>
        <p:spPr>
          <a:xfrm>
            <a:off x="5064918" y="4388491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4" name="object 264"/>
          <p:cNvSpPr txBox="1"/>
          <p:nvPr/>
        </p:nvSpPr>
        <p:spPr>
          <a:xfrm>
            <a:off x="5095354" y="4385614"/>
            <a:ext cx="87630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7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65" name="object 265"/>
          <p:cNvSpPr/>
          <p:nvPr/>
        </p:nvSpPr>
        <p:spPr>
          <a:xfrm>
            <a:off x="4766341" y="4388491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6" name="object 266"/>
          <p:cNvSpPr txBox="1"/>
          <p:nvPr/>
        </p:nvSpPr>
        <p:spPr>
          <a:xfrm>
            <a:off x="4796764" y="4385614"/>
            <a:ext cx="87630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3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68" name="object 268"/>
          <p:cNvSpPr/>
          <p:nvPr/>
        </p:nvSpPr>
        <p:spPr>
          <a:xfrm>
            <a:off x="5064918" y="3567372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9" name="object 269"/>
          <p:cNvSpPr txBox="1"/>
          <p:nvPr/>
        </p:nvSpPr>
        <p:spPr>
          <a:xfrm>
            <a:off x="5095354" y="3564496"/>
            <a:ext cx="87630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7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70" name="object 270"/>
          <p:cNvSpPr/>
          <p:nvPr/>
        </p:nvSpPr>
        <p:spPr>
          <a:xfrm>
            <a:off x="4831854" y="3628745"/>
            <a:ext cx="66040" cy="26670"/>
          </a:xfrm>
          <a:custGeom>
            <a:avLst/>
            <a:gdLst/>
            <a:ahLst/>
            <a:cxnLst/>
            <a:rect l="l" t="t" r="r" b="b"/>
            <a:pathLst>
              <a:path w="66039" h="26670">
                <a:moveTo>
                  <a:pt x="18249" y="825"/>
                </a:moveTo>
                <a:lnTo>
                  <a:pt x="22402" y="3314"/>
                </a:lnTo>
                <a:lnTo>
                  <a:pt x="27381" y="8293"/>
                </a:lnTo>
                <a:lnTo>
                  <a:pt x="32359" y="13271"/>
                </a:lnTo>
                <a:lnTo>
                  <a:pt x="37325" y="18249"/>
                </a:lnTo>
                <a:lnTo>
                  <a:pt x="42303" y="23228"/>
                </a:lnTo>
                <a:lnTo>
                  <a:pt x="46456" y="25717"/>
                </a:lnTo>
                <a:lnTo>
                  <a:pt x="48945" y="26543"/>
                </a:lnTo>
                <a:lnTo>
                  <a:pt x="53924" y="26543"/>
                </a:lnTo>
                <a:lnTo>
                  <a:pt x="57238" y="25717"/>
                </a:lnTo>
                <a:lnTo>
                  <a:pt x="58889" y="24053"/>
                </a:lnTo>
                <a:lnTo>
                  <a:pt x="61379" y="22390"/>
                </a:lnTo>
                <a:lnTo>
                  <a:pt x="63042" y="19900"/>
                </a:lnTo>
                <a:lnTo>
                  <a:pt x="63868" y="18249"/>
                </a:lnTo>
                <a:lnTo>
                  <a:pt x="64693" y="15760"/>
                </a:lnTo>
                <a:lnTo>
                  <a:pt x="65532" y="13271"/>
                </a:lnTo>
                <a:lnTo>
                  <a:pt x="64693" y="10782"/>
                </a:lnTo>
                <a:lnTo>
                  <a:pt x="63868" y="8293"/>
                </a:lnTo>
                <a:lnTo>
                  <a:pt x="63042" y="6629"/>
                </a:lnTo>
                <a:lnTo>
                  <a:pt x="61379" y="4152"/>
                </a:lnTo>
                <a:lnTo>
                  <a:pt x="58889" y="2489"/>
                </a:lnTo>
                <a:lnTo>
                  <a:pt x="57238" y="825"/>
                </a:lnTo>
                <a:lnTo>
                  <a:pt x="53924" y="0"/>
                </a:lnTo>
                <a:lnTo>
                  <a:pt x="48945" y="0"/>
                </a:lnTo>
                <a:lnTo>
                  <a:pt x="46456" y="825"/>
                </a:lnTo>
                <a:lnTo>
                  <a:pt x="42303" y="3314"/>
                </a:lnTo>
                <a:lnTo>
                  <a:pt x="37325" y="8293"/>
                </a:lnTo>
                <a:lnTo>
                  <a:pt x="32359" y="13271"/>
                </a:lnTo>
                <a:lnTo>
                  <a:pt x="27381" y="18249"/>
                </a:lnTo>
                <a:lnTo>
                  <a:pt x="22402" y="23228"/>
                </a:lnTo>
                <a:lnTo>
                  <a:pt x="18249" y="25717"/>
                </a:lnTo>
                <a:lnTo>
                  <a:pt x="16598" y="26543"/>
                </a:lnTo>
                <a:lnTo>
                  <a:pt x="11620" y="26543"/>
                </a:lnTo>
                <a:lnTo>
                  <a:pt x="9956" y="25717"/>
                </a:lnTo>
                <a:lnTo>
                  <a:pt x="7467" y="24892"/>
                </a:lnTo>
                <a:lnTo>
                  <a:pt x="5816" y="24053"/>
                </a:lnTo>
                <a:lnTo>
                  <a:pt x="4152" y="22390"/>
                </a:lnTo>
                <a:lnTo>
                  <a:pt x="2489" y="20739"/>
                </a:lnTo>
                <a:lnTo>
                  <a:pt x="1663" y="19075"/>
                </a:lnTo>
                <a:lnTo>
                  <a:pt x="838" y="17424"/>
                </a:lnTo>
                <a:lnTo>
                  <a:pt x="0" y="14935"/>
                </a:lnTo>
                <a:lnTo>
                  <a:pt x="0" y="11620"/>
                </a:lnTo>
                <a:lnTo>
                  <a:pt x="838" y="9118"/>
                </a:lnTo>
                <a:lnTo>
                  <a:pt x="1663" y="7467"/>
                </a:lnTo>
                <a:lnTo>
                  <a:pt x="2489" y="5803"/>
                </a:lnTo>
                <a:lnTo>
                  <a:pt x="4152" y="4152"/>
                </a:lnTo>
                <a:lnTo>
                  <a:pt x="5816" y="2489"/>
                </a:lnTo>
                <a:lnTo>
                  <a:pt x="7467" y="1663"/>
                </a:lnTo>
                <a:lnTo>
                  <a:pt x="9956" y="825"/>
                </a:lnTo>
                <a:lnTo>
                  <a:pt x="11620" y="0"/>
                </a:lnTo>
                <a:lnTo>
                  <a:pt x="16598" y="0"/>
                </a:lnTo>
                <a:lnTo>
                  <a:pt x="18249" y="825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1" name="object 271"/>
          <p:cNvSpPr/>
          <p:nvPr/>
        </p:nvSpPr>
        <p:spPr>
          <a:xfrm>
            <a:off x="4781270" y="3642017"/>
            <a:ext cx="32384" cy="0"/>
          </a:xfrm>
          <a:custGeom>
            <a:avLst/>
            <a:gdLst/>
            <a:ahLst/>
            <a:cxnLst/>
            <a:rect l="l" t="t" r="r" b="b"/>
            <a:pathLst>
              <a:path w="32385" h="0">
                <a:moveTo>
                  <a:pt x="32346" y="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2" name="object 272"/>
          <p:cNvSpPr/>
          <p:nvPr/>
        </p:nvSpPr>
        <p:spPr>
          <a:xfrm>
            <a:off x="4766341" y="3567372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5" name="object 275"/>
          <p:cNvSpPr/>
          <p:nvPr/>
        </p:nvSpPr>
        <p:spPr>
          <a:xfrm>
            <a:off x="5127968" y="2807627"/>
            <a:ext cx="66040" cy="26670"/>
          </a:xfrm>
          <a:custGeom>
            <a:avLst/>
            <a:gdLst/>
            <a:ahLst/>
            <a:cxnLst/>
            <a:rect l="l" t="t" r="r" b="b"/>
            <a:pathLst>
              <a:path w="66039" h="26669">
                <a:moveTo>
                  <a:pt x="18237" y="825"/>
                </a:moveTo>
                <a:lnTo>
                  <a:pt x="22390" y="3314"/>
                </a:lnTo>
                <a:lnTo>
                  <a:pt x="27368" y="8293"/>
                </a:lnTo>
                <a:lnTo>
                  <a:pt x="32334" y="13271"/>
                </a:lnTo>
                <a:lnTo>
                  <a:pt x="37312" y="18249"/>
                </a:lnTo>
                <a:lnTo>
                  <a:pt x="42291" y="23228"/>
                </a:lnTo>
                <a:lnTo>
                  <a:pt x="46443" y="25717"/>
                </a:lnTo>
                <a:lnTo>
                  <a:pt x="48933" y="26543"/>
                </a:lnTo>
                <a:lnTo>
                  <a:pt x="53898" y="26543"/>
                </a:lnTo>
                <a:lnTo>
                  <a:pt x="57226" y="25717"/>
                </a:lnTo>
                <a:lnTo>
                  <a:pt x="58877" y="24053"/>
                </a:lnTo>
                <a:lnTo>
                  <a:pt x="61366" y="22390"/>
                </a:lnTo>
                <a:lnTo>
                  <a:pt x="63030" y="19913"/>
                </a:lnTo>
                <a:lnTo>
                  <a:pt x="63855" y="18249"/>
                </a:lnTo>
                <a:lnTo>
                  <a:pt x="64681" y="15760"/>
                </a:lnTo>
                <a:lnTo>
                  <a:pt x="65519" y="13271"/>
                </a:lnTo>
                <a:lnTo>
                  <a:pt x="64681" y="10782"/>
                </a:lnTo>
                <a:lnTo>
                  <a:pt x="63855" y="8293"/>
                </a:lnTo>
                <a:lnTo>
                  <a:pt x="63030" y="6642"/>
                </a:lnTo>
                <a:lnTo>
                  <a:pt x="61366" y="4152"/>
                </a:lnTo>
                <a:lnTo>
                  <a:pt x="58877" y="2489"/>
                </a:lnTo>
                <a:lnTo>
                  <a:pt x="57226" y="825"/>
                </a:lnTo>
                <a:lnTo>
                  <a:pt x="53898" y="0"/>
                </a:lnTo>
                <a:lnTo>
                  <a:pt x="48933" y="0"/>
                </a:lnTo>
                <a:lnTo>
                  <a:pt x="46443" y="825"/>
                </a:lnTo>
                <a:lnTo>
                  <a:pt x="42291" y="3314"/>
                </a:lnTo>
                <a:lnTo>
                  <a:pt x="37312" y="8293"/>
                </a:lnTo>
                <a:lnTo>
                  <a:pt x="32334" y="13271"/>
                </a:lnTo>
                <a:lnTo>
                  <a:pt x="27368" y="18249"/>
                </a:lnTo>
                <a:lnTo>
                  <a:pt x="22390" y="23228"/>
                </a:lnTo>
                <a:lnTo>
                  <a:pt x="18237" y="25717"/>
                </a:lnTo>
                <a:lnTo>
                  <a:pt x="16586" y="26543"/>
                </a:lnTo>
                <a:lnTo>
                  <a:pt x="11607" y="26543"/>
                </a:lnTo>
                <a:lnTo>
                  <a:pt x="9944" y="25717"/>
                </a:lnTo>
                <a:lnTo>
                  <a:pt x="7454" y="24879"/>
                </a:lnTo>
                <a:lnTo>
                  <a:pt x="5803" y="24053"/>
                </a:lnTo>
                <a:lnTo>
                  <a:pt x="4140" y="22390"/>
                </a:lnTo>
                <a:lnTo>
                  <a:pt x="2476" y="20739"/>
                </a:lnTo>
                <a:lnTo>
                  <a:pt x="1651" y="19075"/>
                </a:lnTo>
                <a:lnTo>
                  <a:pt x="825" y="17424"/>
                </a:lnTo>
                <a:lnTo>
                  <a:pt x="0" y="14935"/>
                </a:lnTo>
                <a:lnTo>
                  <a:pt x="0" y="11620"/>
                </a:lnTo>
                <a:lnTo>
                  <a:pt x="825" y="9118"/>
                </a:lnTo>
                <a:lnTo>
                  <a:pt x="1651" y="7467"/>
                </a:lnTo>
                <a:lnTo>
                  <a:pt x="2476" y="5803"/>
                </a:lnTo>
                <a:lnTo>
                  <a:pt x="4140" y="4152"/>
                </a:lnTo>
                <a:lnTo>
                  <a:pt x="5803" y="2489"/>
                </a:lnTo>
                <a:lnTo>
                  <a:pt x="7454" y="1663"/>
                </a:lnTo>
                <a:lnTo>
                  <a:pt x="9944" y="825"/>
                </a:lnTo>
                <a:lnTo>
                  <a:pt x="11607" y="0"/>
                </a:lnTo>
                <a:lnTo>
                  <a:pt x="16586" y="0"/>
                </a:lnTo>
                <a:lnTo>
                  <a:pt x="18237" y="825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6" name="object 276"/>
          <p:cNvSpPr/>
          <p:nvPr/>
        </p:nvSpPr>
        <p:spPr>
          <a:xfrm>
            <a:off x="5077371" y="2820898"/>
            <a:ext cx="32384" cy="0"/>
          </a:xfrm>
          <a:custGeom>
            <a:avLst/>
            <a:gdLst/>
            <a:ahLst/>
            <a:cxnLst/>
            <a:rect l="l" t="t" r="r" b="b"/>
            <a:pathLst>
              <a:path w="32385" h="0">
                <a:moveTo>
                  <a:pt x="32346" y="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7" name="object 277"/>
          <p:cNvSpPr/>
          <p:nvPr/>
        </p:nvSpPr>
        <p:spPr>
          <a:xfrm>
            <a:off x="5092293" y="2805976"/>
            <a:ext cx="0" cy="32384"/>
          </a:xfrm>
          <a:custGeom>
            <a:avLst/>
            <a:gdLst/>
            <a:ahLst/>
            <a:cxnLst/>
            <a:rect l="l" t="t" r="r" b="b"/>
            <a:pathLst>
              <a:path w="0" h="32385">
                <a:moveTo>
                  <a:pt x="0" y="0"/>
                </a:moveTo>
                <a:lnTo>
                  <a:pt x="0" y="3233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8" name="object 278"/>
          <p:cNvSpPr/>
          <p:nvPr/>
        </p:nvSpPr>
        <p:spPr>
          <a:xfrm>
            <a:off x="5064918" y="2746254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9" name="object 279"/>
          <p:cNvSpPr/>
          <p:nvPr/>
        </p:nvSpPr>
        <p:spPr>
          <a:xfrm>
            <a:off x="4831854" y="2807627"/>
            <a:ext cx="66040" cy="26670"/>
          </a:xfrm>
          <a:custGeom>
            <a:avLst/>
            <a:gdLst/>
            <a:ahLst/>
            <a:cxnLst/>
            <a:rect l="l" t="t" r="r" b="b"/>
            <a:pathLst>
              <a:path w="66039" h="26669">
                <a:moveTo>
                  <a:pt x="18249" y="825"/>
                </a:moveTo>
                <a:lnTo>
                  <a:pt x="22402" y="3314"/>
                </a:lnTo>
                <a:lnTo>
                  <a:pt x="27381" y="8293"/>
                </a:lnTo>
                <a:lnTo>
                  <a:pt x="32359" y="13271"/>
                </a:lnTo>
                <a:lnTo>
                  <a:pt x="37325" y="18249"/>
                </a:lnTo>
                <a:lnTo>
                  <a:pt x="42303" y="23228"/>
                </a:lnTo>
                <a:lnTo>
                  <a:pt x="46456" y="25717"/>
                </a:lnTo>
                <a:lnTo>
                  <a:pt x="48945" y="26543"/>
                </a:lnTo>
                <a:lnTo>
                  <a:pt x="53924" y="26543"/>
                </a:lnTo>
                <a:lnTo>
                  <a:pt x="57238" y="25717"/>
                </a:lnTo>
                <a:lnTo>
                  <a:pt x="58889" y="24053"/>
                </a:lnTo>
                <a:lnTo>
                  <a:pt x="61379" y="22390"/>
                </a:lnTo>
                <a:lnTo>
                  <a:pt x="63042" y="19913"/>
                </a:lnTo>
                <a:lnTo>
                  <a:pt x="63868" y="18249"/>
                </a:lnTo>
                <a:lnTo>
                  <a:pt x="64693" y="15760"/>
                </a:lnTo>
                <a:lnTo>
                  <a:pt x="65532" y="13271"/>
                </a:lnTo>
                <a:lnTo>
                  <a:pt x="64693" y="10782"/>
                </a:lnTo>
                <a:lnTo>
                  <a:pt x="63868" y="8293"/>
                </a:lnTo>
                <a:lnTo>
                  <a:pt x="63042" y="6642"/>
                </a:lnTo>
                <a:lnTo>
                  <a:pt x="61379" y="4152"/>
                </a:lnTo>
                <a:lnTo>
                  <a:pt x="58889" y="2489"/>
                </a:lnTo>
                <a:lnTo>
                  <a:pt x="57238" y="825"/>
                </a:lnTo>
                <a:lnTo>
                  <a:pt x="53924" y="0"/>
                </a:lnTo>
                <a:lnTo>
                  <a:pt x="48945" y="0"/>
                </a:lnTo>
                <a:lnTo>
                  <a:pt x="46456" y="825"/>
                </a:lnTo>
                <a:lnTo>
                  <a:pt x="42303" y="3314"/>
                </a:lnTo>
                <a:lnTo>
                  <a:pt x="37325" y="8293"/>
                </a:lnTo>
                <a:lnTo>
                  <a:pt x="32359" y="13271"/>
                </a:lnTo>
                <a:lnTo>
                  <a:pt x="27381" y="18249"/>
                </a:lnTo>
                <a:lnTo>
                  <a:pt x="22402" y="23228"/>
                </a:lnTo>
                <a:lnTo>
                  <a:pt x="18249" y="25717"/>
                </a:lnTo>
                <a:lnTo>
                  <a:pt x="16598" y="26543"/>
                </a:lnTo>
                <a:lnTo>
                  <a:pt x="11620" y="26543"/>
                </a:lnTo>
                <a:lnTo>
                  <a:pt x="9956" y="25717"/>
                </a:lnTo>
                <a:lnTo>
                  <a:pt x="7467" y="24879"/>
                </a:lnTo>
                <a:lnTo>
                  <a:pt x="5816" y="24053"/>
                </a:lnTo>
                <a:lnTo>
                  <a:pt x="4152" y="22390"/>
                </a:lnTo>
                <a:lnTo>
                  <a:pt x="2489" y="20739"/>
                </a:lnTo>
                <a:lnTo>
                  <a:pt x="1663" y="19075"/>
                </a:lnTo>
                <a:lnTo>
                  <a:pt x="838" y="17424"/>
                </a:lnTo>
                <a:lnTo>
                  <a:pt x="0" y="14935"/>
                </a:lnTo>
                <a:lnTo>
                  <a:pt x="0" y="11620"/>
                </a:lnTo>
                <a:lnTo>
                  <a:pt x="838" y="9118"/>
                </a:lnTo>
                <a:lnTo>
                  <a:pt x="1663" y="7467"/>
                </a:lnTo>
                <a:lnTo>
                  <a:pt x="2489" y="5803"/>
                </a:lnTo>
                <a:lnTo>
                  <a:pt x="4152" y="4152"/>
                </a:lnTo>
                <a:lnTo>
                  <a:pt x="5816" y="2489"/>
                </a:lnTo>
                <a:lnTo>
                  <a:pt x="7467" y="1663"/>
                </a:lnTo>
                <a:lnTo>
                  <a:pt x="9956" y="825"/>
                </a:lnTo>
                <a:lnTo>
                  <a:pt x="11620" y="0"/>
                </a:lnTo>
                <a:lnTo>
                  <a:pt x="16598" y="0"/>
                </a:lnTo>
                <a:lnTo>
                  <a:pt x="18249" y="825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0" name="object 280"/>
          <p:cNvSpPr/>
          <p:nvPr/>
        </p:nvSpPr>
        <p:spPr>
          <a:xfrm>
            <a:off x="4781270" y="2820898"/>
            <a:ext cx="32384" cy="0"/>
          </a:xfrm>
          <a:custGeom>
            <a:avLst/>
            <a:gdLst/>
            <a:ahLst/>
            <a:cxnLst/>
            <a:rect l="l" t="t" r="r" b="b"/>
            <a:pathLst>
              <a:path w="32385" h="0">
                <a:moveTo>
                  <a:pt x="32346" y="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1" name="object 281"/>
          <p:cNvSpPr/>
          <p:nvPr/>
        </p:nvSpPr>
        <p:spPr>
          <a:xfrm>
            <a:off x="4766341" y="2746254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2" name="object 282"/>
          <p:cNvSpPr/>
          <p:nvPr/>
        </p:nvSpPr>
        <p:spPr>
          <a:xfrm>
            <a:off x="5736748" y="1925135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3" name="object 283"/>
          <p:cNvSpPr/>
          <p:nvPr/>
        </p:nvSpPr>
        <p:spPr>
          <a:xfrm>
            <a:off x="5886037" y="1925135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4" name="object 284"/>
          <p:cNvSpPr/>
          <p:nvPr/>
        </p:nvSpPr>
        <p:spPr>
          <a:xfrm>
            <a:off x="6035338" y="1925135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5" name="object 285"/>
          <p:cNvSpPr/>
          <p:nvPr/>
        </p:nvSpPr>
        <p:spPr>
          <a:xfrm>
            <a:off x="6184626" y="1925135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6" name="object 286"/>
          <p:cNvSpPr/>
          <p:nvPr/>
        </p:nvSpPr>
        <p:spPr>
          <a:xfrm>
            <a:off x="6333928" y="1925135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7" name="object 287"/>
          <p:cNvSpPr/>
          <p:nvPr/>
        </p:nvSpPr>
        <p:spPr>
          <a:xfrm>
            <a:off x="6483216" y="1925135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59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8" name="object 288"/>
          <p:cNvSpPr/>
          <p:nvPr/>
        </p:nvSpPr>
        <p:spPr>
          <a:xfrm>
            <a:off x="6632517" y="1925135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59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9" name="object 289"/>
          <p:cNvSpPr/>
          <p:nvPr/>
        </p:nvSpPr>
        <p:spPr>
          <a:xfrm>
            <a:off x="5736748" y="2746254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0" name="object 290"/>
          <p:cNvSpPr/>
          <p:nvPr/>
        </p:nvSpPr>
        <p:spPr>
          <a:xfrm>
            <a:off x="5886037" y="2746254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1" name="object 291"/>
          <p:cNvSpPr/>
          <p:nvPr/>
        </p:nvSpPr>
        <p:spPr>
          <a:xfrm>
            <a:off x="6035338" y="2746254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2" name="object 292"/>
          <p:cNvSpPr/>
          <p:nvPr/>
        </p:nvSpPr>
        <p:spPr>
          <a:xfrm>
            <a:off x="6184626" y="2746254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3" name="object 293"/>
          <p:cNvSpPr/>
          <p:nvPr/>
        </p:nvSpPr>
        <p:spPr>
          <a:xfrm>
            <a:off x="6333928" y="2746254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4" name="object 294"/>
          <p:cNvSpPr/>
          <p:nvPr/>
        </p:nvSpPr>
        <p:spPr>
          <a:xfrm>
            <a:off x="6483216" y="2746254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59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5" name="object 295"/>
          <p:cNvSpPr/>
          <p:nvPr/>
        </p:nvSpPr>
        <p:spPr>
          <a:xfrm>
            <a:off x="6632517" y="2746254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59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6" name="object 296"/>
          <p:cNvSpPr/>
          <p:nvPr/>
        </p:nvSpPr>
        <p:spPr>
          <a:xfrm>
            <a:off x="5886037" y="3567372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7" name="object 297"/>
          <p:cNvSpPr/>
          <p:nvPr/>
        </p:nvSpPr>
        <p:spPr>
          <a:xfrm>
            <a:off x="6035338" y="3567372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8" name="object 298"/>
          <p:cNvSpPr/>
          <p:nvPr/>
        </p:nvSpPr>
        <p:spPr>
          <a:xfrm>
            <a:off x="6184626" y="3567372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9" name="object 299"/>
          <p:cNvSpPr/>
          <p:nvPr/>
        </p:nvSpPr>
        <p:spPr>
          <a:xfrm>
            <a:off x="6333928" y="3567372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0" name="object 300"/>
          <p:cNvSpPr/>
          <p:nvPr/>
        </p:nvSpPr>
        <p:spPr>
          <a:xfrm>
            <a:off x="6483216" y="3567372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59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1" name="object 301"/>
          <p:cNvSpPr/>
          <p:nvPr/>
        </p:nvSpPr>
        <p:spPr>
          <a:xfrm>
            <a:off x="6632517" y="3567372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59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2" name="object 302"/>
          <p:cNvSpPr/>
          <p:nvPr/>
        </p:nvSpPr>
        <p:spPr>
          <a:xfrm>
            <a:off x="5736748" y="3567372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3" name="object 303"/>
          <p:cNvSpPr/>
          <p:nvPr/>
        </p:nvSpPr>
        <p:spPr>
          <a:xfrm>
            <a:off x="5886037" y="4388491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4" name="object 304"/>
          <p:cNvSpPr/>
          <p:nvPr/>
        </p:nvSpPr>
        <p:spPr>
          <a:xfrm>
            <a:off x="6035338" y="4388491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5" name="object 305"/>
          <p:cNvSpPr/>
          <p:nvPr/>
        </p:nvSpPr>
        <p:spPr>
          <a:xfrm>
            <a:off x="6184626" y="4388491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6" name="object 306"/>
          <p:cNvSpPr/>
          <p:nvPr/>
        </p:nvSpPr>
        <p:spPr>
          <a:xfrm>
            <a:off x="6333928" y="4388491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7" name="object 307"/>
          <p:cNvSpPr/>
          <p:nvPr/>
        </p:nvSpPr>
        <p:spPr>
          <a:xfrm>
            <a:off x="6483216" y="4388491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59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8" name="object 308"/>
          <p:cNvSpPr/>
          <p:nvPr/>
        </p:nvSpPr>
        <p:spPr>
          <a:xfrm>
            <a:off x="6632517" y="4388491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59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9" name="object 309"/>
          <p:cNvSpPr/>
          <p:nvPr/>
        </p:nvSpPr>
        <p:spPr>
          <a:xfrm>
            <a:off x="5736748" y="4388491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0" name="object 310"/>
          <p:cNvSpPr/>
          <p:nvPr/>
        </p:nvSpPr>
        <p:spPr>
          <a:xfrm>
            <a:off x="6035338" y="5209609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1" name="object 311"/>
          <p:cNvSpPr/>
          <p:nvPr/>
        </p:nvSpPr>
        <p:spPr>
          <a:xfrm>
            <a:off x="6184626" y="5209609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2" name="object 312"/>
          <p:cNvSpPr/>
          <p:nvPr/>
        </p:nvSpPr>
        <p:spPr>
          <a:xfrm>
            <a:off x="6333928" y="5209609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3" name="object 313"/>
          <p:cNvSpPr/>
          <p:nvPr/>
        </p:nvSpPr>
        <p:spPr>
          <a:xfrm>
            <a:off x="6483216" y="5209609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59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4" name="object 314"/>
          <p:cNvSpPr/>
          <p:nvPr/>
        </p:nvSpPr>
        <p:spPr>
          <a:xfrm>
            <a:off x="6632517" y="5209609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59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5" name="object 315"/>
          <p:cNvSpPr/>
          <p:nvPr/>
        </p:nvSpPr>
        <p:spPr>
          <a:xfrm>
            <a:off x="5736748" y="5209609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6" name="object 316"/>
          <p:cNvSpPr/>
          <p:nvPr/>
        </p:nvSpPr>
        <p:spPr>
          <a:xfrm>
            <a:off x="5886037" y="5209609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7" name="object 317"/>
          <p:cNvSpPr/>
          <p:nvPr/>
        </p:nvSpPr>
        <p:spPr>
          <a:xfrm>
            <a:off x="6035338" y="6030728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8" name="object 318"/>
          <p:cNvSpPr/>
          <p:nvPr/>
        </p:nvSpPr>
        <p:spPr>
          <a:xfrm>
            <a:off x="6184626" y="6030728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9" name="object 319"/>
          <p:cNvSpPr/>
          <p:nvPr/>
        </p:nvSpPr>
        <p:spPr>
          <a:xfrm>
            <a:off x="6333928" y="6030728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0" name="object 320"/>
          <p:cNvSpPr/>
          <p:nvPr/>
        </p:nvSpPr>
        <p:spPr>
          <a:xfrm>
            <a:off x="6632517" y="6030728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59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1" name="object 321"/>
          <p:cNvSpPr/>
          <p:nvPr/>
        </p:nvSpPr>
        <p:spPr>
          <a:xfrm>
            <a:off x="5736748" y="6030728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2" name="object 322"/>
          <p:cNvSpPr/>
          <p:nvPr/>
        </p:nvSpPr>
        <p:spPr>
          <a:xfrm>
            <a:off x="5886037" y="6030728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3" name="object 323"/>
          <p:cNvSpPr/>
          <p:nvPr/>
        </p:nvSpPr>
        <p:spPr>
          <a:xfrm>
            <a:off x="6483216" y="6030728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59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4" name="object 324"/>
          <p:cNvSpPr txBox="1"/>
          <p:nvPr/>
        </p:nvSpPr>
        <p:spPr>
          <a:xfrm>
            <a:off x="5767184" y="6027851"/>
            <a:ext cx="983615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3</a:t>
            </a:r>
            <a:r>
              <a:rPr dirty="0" sz="950" spc="1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3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10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4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6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3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10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4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7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25" name="object 325"/>
          <p:cNvSpPr/>
          <p:nvPr/>
        </p:nvSpPr>
        <p:spPr>
          <a:xfrm>
            <a:off x="5886037" y="6851843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59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6" name="object 326"/>
          <p:cNvSpPr/>
          <p:nvPr/>
        </p:nvSpPr>
        <p:spPr>
          <a:xfrm>
            <a:off x="6035338" y="6851843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59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7" name="object 327"/>
          <p:cNvSpPr/>
          <p:nvPr/>
        </p:nvSpPr>
        <p:spPr>
          <a:xfrm>
            <a:off x="6333928" y="6851843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59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8" name="object 328"/>
          <p:cNvSpPr/>
          <p:nvPr/>
        </p:nvSpPr>
        <p:spPr>
          <a:xfrm>
            <a:off x="6184626" y="6851843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59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9" name="object 329"/>
          <p:cNvSpPr/>
          <p:nvPr/>
        </p:nvSpPr>
        <p:spPr>
          <a:xfrm>
            <a:off x="6632517" y="6851843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59" h="149859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0" name="object 330"/>
          <p:cNvSpPr/>
          <p:nvPr/>
        </p:nvSpPr>
        <p:spPr>
          <a:xfrm>
            <a:off x="6483216" y="6851843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59" h="149859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1" name="object 331"/>
          <p:cNvSpPr/>
          <p:nvPr/>
        </p:nvSpPr>
        <p:spPr>
          <a:xfrm>
            <a:off x="5736748" y="6851843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60" h="149859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2" name="object 332"/>
          <p:cNvSpPr/>
          <p:nvPr/>
        </p:nvSpPr>
        <p:spPr>
          <a:xfrm>
            <a:off x="5662104" y="2596959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3" name="object 333"/>
          <p:cNvSpPr/>
          <p:nvPr/>
        </p:nvSpPr>
        <p:spPr>
          <a:xfrm>
            <a:off x="5662104" y="2675750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30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4" name="object 334"/>
          <p:cNvSpPr/>
          <p:nvPr/>
        </p:nvSpPr>
        <p:spPr>
          <a:xfrm>
            <a:off x="5637225" y="2675750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5" name="object 335"/>
          <p:cNvSpPr/>
          <p:nvPr/>
        </p:nvSpPr>
        <p:spPr>
          <a:xfrm>
            <a:off x="5637225" y="2675750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6" name="object 336"/>
          <p:cNvSpPr txBox="1"/>
          <p:nvPr/>
        </p:nvSpPr>
        <p:spPr>
          <a:xfrm>
            <a:off x="5649404" y="2438984"/>
            <a:ext cx="60325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5">
                <a:latin typeface="Times New Roman"/>
                <a:cs typeface="Times New Roman"/>
              </a:rPr>
              <a:t>i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37" name="object 337"/>
          <p:cNvSpPr/>
          <p:nvPr/>
        </p:nvSpPr>
        <p:spPr>
          <a:xfrm>
            <a:off x="6856462" y="2596959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8" name="object 338"/>
          <p:cNvSpPr/>
          <p:nvPr/>
        </p:nvSpPr>
        <p:spPr>
          <a:xfrm>
            <a:off x="6856462" y="2675750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30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9" name="object 339"/>
          <p:cNvSpPr/>
          <p:nvPr/>
        </p:nvSpPr>
        <p:spPr>
          <a:xfrm>
            <a:off x="6831571" y="2675750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5" h="62230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0" name="object 340"/>
          <p:cNvSpPr/>
          <p:nvPr/>
        </p:nvSpPr>
        <p:spPr>
          <a:xfrm>
            <a:off x="6831571" y="2675750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5" h="62230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1" name="object 341"/>
          <p:cNvSpPr txBox="1"/>
          <p:nvPr/>
        </p:nvSpPr>
        <p:spPr>
          <a:xfrm>
            <a:off x="6843763" y="2438984"/>
            <a:ext cx="60325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5">
                <a:latin typeface="Times New Roman"/>
                <a:cs typeface="Times New Roman"/>
              </a:rPr>
              <a:t>j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42" name="object 342"/>
          <p:cNvSpPr/>
          <p:nvPr/>
        </p:nvSpPr>
        <p:spPr>
          <a:xfrm>
            <a:off x="6707161" y="2966046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879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3" name="object 343"/>
          <p:cNvSpPr/>
          <p:nvPr/>
        </p:nvSpPr>
        <p:spPr>
          <a:xfrm>
            <a:off x="6707161" y="2903842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30">
                <a:moveTo>
                  <a:pt x="0" y="62204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4" name="object 344"/>
          <p:cNvSpPr/>
          <p:nvPr/>
        </p:nvSpPr>
        <p:spPr>
          <a:xfrm>
            <a:off x="6682282" y="2903842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5" h="62230">
                <a:moveTo>
                  <a:pt x="0" y="62204"/>
                </a:moveTo>
                <a:lnTo>
                  <a:pt x="24879" y="49758"/>
                </a:lnTo>
                <a:lnTo>
                  <a:pt x="49758" y="62204"/>
                </a:lnTo>
                <a:lnTo>
                  <a:pt x="24879" y="0"/>
                </a:lnTo>
                <a:lnTo>
                  <a:pt x="0" y="62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5" name="object 345"/>
          <p:cNvSpPr/>
          <p:nvPr/>
        </p:nvSpPr>
        <p:spPr>
          <a:xfrm>
            <a:off x="6682282" y="2903842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5" h="62230">
                <a:moveTo>
                  <a:pt x="49758" y="62204"/>
                </a:moveTo>
                <a:lnTo>
                  <a:pt x="24879" y="0"/>
                </a:lnTo>
                <a:lnTo>
                  <a:pt x="0" y="62204"/>
                </a:lnTo>
                <a:lnTo>
                  <a:pt x="24879" y="49758"/>
                </a:lnTo>
                <a:lnTo>
                  <a:pt x="49758" y="6220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6" name="object 346"/>
          <p:cNvSpPr/>
          <p:nvPr/>
        </p:nvSpPr>
        <p:spPr>
          <a:xfrm>
            <a:off x="5811392" y="2966046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879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7" name="object 347"/>
          <p:cNvSpPr/>
          <p:nvPr/>
        </p:nvSpPr>
        <p:spPr>
          <a:xfrm>
            <a:off x="5811392" y="2903842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30">
                <a:moveTo>
                  <a:pt x="0" y="62204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8" name="object 348"/>
          <p:cNvSpPr/>
          <p:nvPr/>
        </p:nvSpPr>
        <p:spPr>
          <a:xfrm>
            <a:off x="5786513" y="2903842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62204"/>
                </a:moveTo>
                <a:lnTo>
                  <a:pt x="24879" y="49758"/>
                </a:lnTo>
                <a:lnTo>
                  <a:pt x="49771" y="62204"/>
                </a:lnTo>
                <a:lnTo>
                  <a:pt x="24879" y="0"/>
                </a:lnTo>
                <a:lnTo>
                  <a:pt x="0" y="62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9" name="object 349"/>
          <p:cNvSpPr/>
          <p:nvPr/>
        </p:nvSpPr>
        <p:spPr>
          <a:xfrm>
            <a:off x="5786513" y="2903842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49771" y="62204"/>
                </a:moveTo>
                <a:lnTo>
                  <a:pt x="24879" y="0"/>
                </a:lnTo>
                <a:lnTo>
                  <a:pt x="0" y="62204"/>
                </a:lnTo>
                <a:lnTo>
                  <a:pt x="24879" y="49758"/>
                </a:lnTo>
                <a:lnTo>
                  <a:pt x="49771" y="6220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0" name="object 350"/>
          <p:cNvSpPr/>
          <p:nvPr/>
        </p:nvSpPr>
        <p:spPr>
          <a:xfrm>
            <a:off x="5960694" y="2596959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1" name="object 351"/>
          <p:cNvSpPr/>
          <p:nvPr/>
        </p:nvSpPr>
        <p:spPr>
          <a:xfrm>
            <a:off x="5960694" y="2675750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30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2" name="object 352"/>
          <p:cNvSpPr/>
          <p:nvPr/>
        </p:nvSpPr>
        <p:spPr>
          <a:xfrm>
            <a:off x="5935802" y="2675750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3" name="object 353"/>
          <p:cNvSpPr/>
          <p:nvPr/>
        </p:nvSpPr>
        <p:spPr>
          <a:xfrm>
            <a:off x="5935802" y="2675750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4" name="object 354"/>
          <p:cNvSpPr/>
          <p:nvPr/>
        </p:nvSpPr>
        <p:spPr>
          <a:xfrm>
            <a:off x="6408572" y="2596959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5" name="object 355"/>
          <p:cNvSpPr/>
          <p:nvPr/>
        </p:nvSpPr>
        <p:spPr>
          <a:xfrm>
            <a:off x="6408572" y="2675750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30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6" name="object 356"/>
          <p:cNvSpPr/>
          <p:nvPr/>
        </p:nvSpPr>
        <p:spPr>
          <a:xfrm>
            <a:off x="6383692" y="2675750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7" name="object 357"/>
          <p:cNvSpPr/>
          <p:nvPr/>
        </p:nvSpPr>
        <p:spPr>
          <a:xfrm>
            <a:off x="6383692" y="2675750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8" name="object 358"/>
          <p:cNvSpPr/>
          <p:nvPr/>
        </p:nvSpPr>
        <p:spPr>
          <a:xfrm>
            <a:off x="5662104" y="3418077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9" name="object 359"/>
          <p:cNvSpPr/>
          <p:nvPr/>
        </p:nvSpPr>
        <p:spPr>
          <a:xfrm>
            <a:off x="5662104" y="3496868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0" name="object 360"/>
          <p:cNvSpPr/>
          <p:nvPr/>
        </p:nvSpPr>
        <p:spPr>
          <a:xfrm>
            <a:off x="5637225" y="3496868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1" name="object 361"/>
          <p:cNvSpPr/>
          <p:nvPr/>
        </p:nvSpPr>
        <p:spPr>
          <a:xfrm>
            <a:off x="5637225" y="3496868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2" name="object 362"/>
          <p:cNvSpPr txBox="1"/>
          <p:nvPr/>
        </p:nvSpPr>
        <p:spPr>
          <a:xfrm>
            <a:off x="5649404" y="3260102"/>
            <a:ext cx="60325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5">
                <a:latin typeface="Times New Roman"/>
                <a:cs typeface="Times New Roman"/>
              </a:rPr>
              <a:t>i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63" name="object 363"/>
          <p:cNvSpPr/>
          <p:nvPr/>
        </p:nvSpPr>
        <p:spPr>
          <a:xfrm>
            <a:off x="6856462" y="3418077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4" name="object 364"/>
          <p:cNvSpPr/>
          <p:nvPr/>
        </p:nvSpPr>
        <p:spPr>
          <a:xfrm>
            <a:off x="6856462" y="3496868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5" name="object 365"/>
          <p:cNvSpPr/>
          <p:nvPr/>
        </p:nvSpPr>
        <p:spPr>
          <a:xfrm>
            <a:off x="6831571" y="3496868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5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6" name="object 366"/>
          <p:cNvSpPr/>
          <p:nvPr/>
        </p:nvSpPr>
        <p:spPr>
          <a:xfrm>
            <a:off x="6831571" y="3496868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5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7" name="object 367"/>
          <p:cNvSpPr txBox="1"/>
          <p:nvPr/>
        </p:nvSpPr>
        <p:spPr>
          <a:xfrm>
            <a:off x="6843763" y="3260102"/>
            <a:ext cx="60325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5">
                <a:latin typeface="Times New Roman"/>
                <a:cs typeface="Times New Roman"/>
              </a:rPr>
              <a:t>j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68" name="object 368"/>
          <p:cNvSpPr/>
          <p:nvPr/>
        </p:nvSpPr>
        <p:spPr>
          <a:xfrm>
            <a:off x="5811392" y="3787165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879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9" name="object 369"/>
          <p:cNvSpPr/>
          <p:nvPr/>
        </p:nvSpPr>
        <p:spPr>
          <a:xfrm>
            <a:off x="5811392" y="3724961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62204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0" name="object 370"/>
          <p:cNvSpPr/>
          <p:nvPr/>
        </p:nvSpPr>
        <p:spPr>
          <a:xfrm>
            <a:off x="5786513" y="3724960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62204"/>
                </a:moveTo>
                <a:lnTo>
                  <a:pt x="24879" y="49758"/>
                </a:lnTo>
                <a:lnTo>
                  <a:pt x="49771" y="62204"/>
                </a:lnTo>
                <a:lnTo>
                  <a:pt x="24879" y="0"/>
                </a:lnTo>
                <a:lnTo>
                  <a:pt x="0" y="62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1" name="object 371"/>
          <p:cNvSpPr/>
          <p:nvPr/>
        </p:nvSpPr>
        <p:spPr>
          <a:xfrm>
            <a:off x="5786513" y="3724960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49771" y="62204"/>
                </a:moveTo>
                <a:lnTo>
                  <a:pt x="24879" y="0"/>
                </a:lnTo>
                <a:lnTo>
                  <a:pt x="0" y="62204"/>
                </a:lnTo>
                <a:lnTo>
                  <a:pt x="24879" y="49758"/>
                </a:lnTo>
                <a:lnTo>
                  <a:pt x="49771" y="6220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2" name="object 372"/>
          <p:cNvSpPr/>
          <p:nvPr/>
        </p:nvSpPr>
        <p:spPr>
          <a:xfrm>
            <a:off x="6408572" y="3418077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3" name="object 373"/>
          <p:cNvSpPr/>
          <p:nvPr/>
        </p:nvSpPr>
        <p:spPr>
          <a:xfrm>
            <a:off x="6408572" y="3496868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4" name="object 374"/>
          <p:cNvSpPr/>
          <p:nvPr/>
        </p:nvSpPr>
        <p:spPr>
          <a:xfrm>
            <a:off x="6383692" y="3496868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5" name="object 375"/>
          <p:cNvSpPr/>
          <p:nvPr/>
        </p:nvSpPr>
        <p:spPr>
          <a:xfrm>
            <a:off x="6383692" y="3496868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6" name="object 376"/>
          <p:cNvSpPr/>
          <p:nvPr/>
        </p:nvSpPr>
        <p:spPr>
          <a:xfrm>
            <a:off x="6557873" y="3787165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879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7" name="object 377"/>
          <p:cNvSpPr/>
          <p:nvPr/>
        </p:nvSpPr>
        <p:spPr>
          <a:xfrm>
            <a:off x="6557873" y="3724961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62204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8" name="object 378"/>
          <p:cNvSpPr/>
          <p:nvPr/>
        </p:nvSpPr>
        <p:spPr>
          <a:xfrm>
            <a:off x="6532981" y="3724960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5" h="62229">
                <a:moveTo>
                  <a:pt x="0" y="62204"/>
                </a:moveTo>
                <a:lnTo>
                  <a:pt x="24892" y="49758"/>
                </a:lnTo>
                <a:lnTo>
                  <a:pt x="49771" y="62204"/>
                </a:lnTo>
                <a:lnTo>
                  <a:pt x="24892" y="0"/>
                </a:lnTo>
                <a:lnTo>
                  <a:pt x="0" y="62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9" name="object 379"/>
          <p:cNvSpPr/>
          <p:nvPr/>
        </p:nvSpPr>
        <p:spPr>
          <a:xfrm>
            <a:off x="6532981" y="3724960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5" h="62229">
                <a:moveTo>
                  <a:pt x="49771" y="62204"/>
                </a:moveTo>
                <a:lnTo>
                  <a:pt x="24892" y="0"/>
                </a:lnTo>
                <a:lnTo>
                  <a:pt x="0" y="62204"/>
                </a:lnTo>
                <a:lnTo>
                  <a:pt x="24892" y="49758"/>
                </a:lnTo>
                <a:lnTo>
                  <a:pt x="49771" y="6220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0" name="object 380"/>
          <p:cNvSpPr/>
          <p:nvPr/>
        </p:nvSpPr>
        <p:spPr>
          <a:xfrm>
            <a:off x="6109982" y="3418077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1" name="object 381"/>
          <p:cNvSpPr/>
          <p:nvPr/>
        </p:nvSpPr>
        <p:spPr>
          <a:xfrm>
            <a:off x="6109982" y="3496868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2" name="object 382"/>
          <p:cNvSpPr/>
          <p:nvPr/>
        </p:nvSpPr>
        <p:spPr>
          <a:xfrm>
            <a:off x="6085103" y="3496868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71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3" name="object 383"/>
          <p:cNvSpPr/>
          <p:nvPr/>
        </p:nvSpPr>
        <p:spPr>
          <a:xfrm>
            <a:off x="6085103" y="3496868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71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4" name="object 384"/>
          <p:cNvSpPr/>
          <p:nvPr/>
        </p:nvSpPr>
        <p:spPr>
          <a:xfrm>
            <a:off x="5662104" y="4239196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5" name="object 385"/>
          <p:cNvSpPr/>
          <p:nvPr/>
        </p:nvSpPr>
        <p:spPr>
          <a:xfrm>
            <a:off x="5662104" y="4317987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6" name="object 386"/>
          <p:cNvSpPr/>
          <p:nvPr/>
        </p:nvSpPr>
        <p:spPr>
          <a:xfrm>
            <a:off x="5637225" y="4317987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7" name="object 387"/>
          <p:cNvSpPr/>
          <p:nvPr/>
        </p:nvSpPr>
        <p:spPr>
          <a:xfrm>
            <a:off x="5637225" y="4317987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8" name="object 388"/>
          <p:cNvSpPr txBox="1"/>
          <p:nvPr/>
        </p:nvSpPr>
        <p:spPr>
          <a:xfrm>
            <a:off x="5649404" y="4081221"/>
            <a:ext cx="60325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5">
                <a:latin typeface="Times New Roman"/>
                <a:cs typeface="Times New Roman"/>
              </a:rPr>
              <a:t>i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89" name="object 389"/>
          <p:cNvSpPr/>
          <p:nvPr/>
        </p:nvSpPr>
        <p:spPr>
          <a:xfrm>
            <a:off x="6856462" y="4239196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0" name="object 390"/>
          <p:cNvSpPr/>
          <p:nvPr/>
        </p:nvSpPr>
        <p:spPr>
          <a:xfrm>
            <a:off x="6856462" y="4317987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1" name="object 391"/>
          <p:cNvSpPr/>
          <p:nvPr/>
        </p:nvSpPr>
        <p:spPr>
          <a:xfrm>
            <a:off x="6831571" y="4317987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5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2" name="object 392"/>
          <p:cNvSpPr/>
          <p:nvPr/>
        </p:nvSpPr>
        <p:spPr>
          <a:xfrm>
            <a:off x="6831571" y="4317987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5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3" name="object 393"/>
          <p:cNvSpPr txBox="1"/>
          <p:nvPr/>
        </p:nvSpPr>
        <p:spPr>
          <a:xfrm>
            <a:off x="6843763" y="4081221"/>
            <a:ext cx="60325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5">
                <a:latin typeface="Times New Roman"/>
                <a:cs typeface="Times New Roman"/>
              </a:rPr>
              <a:t>j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94" name="object 394"/>
          <p:cNvSpPr/>
          <p:nvPr/>
        </p:nvSpPr>
        <p:spPr>
          <a:xfrm>
            <a:off x="6557873" y="4608283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879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5" name="object 395"/>
          <p:cNvSpPr/>
          <p:nvPr/>
        </p:nvSpPr>
        <p:spPr>
          <a:xfrm>
            <a:off x="6557873" y="4546079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62204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6" name="object 396"/>
          <p:cNvSpPr/>
          <p:nvPr/>
        </p:nvSpPr>
        <p:spPr>
          <a:xfrm>
            <a:off x="6532981" y="4546079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5" h="62229">
                <a:moveTo>
                  <a:pt x="0" y="62204"/>
                </a:moveTo>
                <a:lnTo>
                  <a:pt x="24892" y="49758"/>
                </a:lnTo>
                <a:lnTo>
                  <a:pt x="49771" y="62204"/>
                </a:lnTo>
                <a:lnTo>
                  <a:pt x="24892" y="0"/>
                </a:lnTo>
                <a:lnTo>
                  <a:pt x="0" y="62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7" name="object 397"/>
          <p:cNvSpPr/>
          <p:nvPr/>
        </p:nvSpPr>
        <p:spPr>
          <a:xfrm>
            <a:off x="6532981" y="4546079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5" h="62229">
                <a:moveTo>
                  <a:pt x="49771" y="62204"/>
                </a:moveTo>
                <a:lnTo>
                  <a:pt x="24892" y="0"/>
                </a:lnTo>
                <a:lnTo>
                  <a:pt x="0" y="62204"/>
                </a:lnTo>
                <a:lnTo>
                  <a:pt x="24892" y="49758"/>
                </a:lnTo>
                <a:lnTo>
                  <a:pt x="49771" y="6220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8" name="object 398"/>
          <p:cNvSpPr/>
          <p:nvPr/>
        </p:nvSpPr>
        <p:spPr>
          <a:xfrm>
            <a:off x="6109982" y="4239196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9" name="object 399"/>
          <p:cNvSpPr/>
          <p:nvPr/>
        </p:nvSpPr>
        <p:spPr>
          <a:xfrm>
            <a:off x="6109982" y="4317987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0" name="object 400"/>
          <p:cNvSpPr/>
          <p:nvPr/>
        </p:nvSpPr>
        <p:spPr>
          <a:xfrm>
            <a:off x="6085103" y="4317987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71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1" name="object 401"/>
          <p:cNvSpPr/>
          <p:nvPr/>
        </p:nvSpPr>
        <p:spPr>
          <a:xfrm>
            <a:off x="6085103" y="4317987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71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2" name="object 402"/>
          <p:cNvSpPr/>
          <p:nvPr/>
        </p:nvSpPr>
        <p:spPr>
          <a:xfrm>
            <a:off x="5960694" y="4608283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879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3" name="object 403"/>
          <p:cNvSpPr/>
          <p:nvPr/>
        </p:nvSpPr>
        <p:spPr>
          <a:xfrm>
            <a:off x="5960694" y="4546079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62204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4" name="object 404"/>
          <p:cNvSpPr/>
          <p:nvPr/>
        </p:nvSpPr>
        <p:spPr>
          <a:xfrm>
            <a:off x="5935802" y="4546079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62204"/>
                </a:moveTo>
                <a:lnTo>
                  <a:pt x="24892" y="49758"/>
                </a:lnTo>
                <a:lnTo>
                  <a:pt x="49771" y="62204"/>
                </a:lnTo>
                <a:lnTo>
                  <a:pt x="24892" y="0"/>
                </a:lnTo>
                <a:lnTo>
                  <a:pt x="0" y="62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5" name="object 405"/>
          <p:cNvSpPr/>
          <p:nvPr/>
        </p:nvSpPr>
        <p:spPr>
          <a:xfrm>
            <a:off x="5935802" y="4546079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49771" y="62204"/>
                </a:moveTo>
                <a:lnTo>
                  <a:pt x="24892" y="0"/>
                </a:lnTo>
                <a:lnTo>
                  <a:pt x="0" y="62204"/>
                </a:lnTo>
                <a:lnTo>
                  <a:pt x="24892" y="49758"/>
                </a:lnTo>
                <a:lnTo>
                  <a:pt x="49771" y="6220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6" name="object 406"/>
          <p:cNvSpPr txBox="1"/>
          <p:nvPr/>
        </p:nvSpPr>
        <p:spPr>
          <a:xfrm>
            <a:off x="6059970" y="4081221"/>
            <a:ext cx="299720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Li</a:t>
            </a:r>
            <a:r>
              <a:rPr dirty="0" sz="950" spc="6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Ls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07" name="object 407"/>
          <p:cNvSpPr/>
          <p:nvPr/>
        </p:nvSpPr>
        <p:spPr>
          <a:xfrm>
            <a:off x="6259283" y="4239196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8" name="object 408"/>
          <p:cNvSpPr/>
          <p:nvPr/>
        </p:nvSpPr>
        <p:spPr>
          <a:xfrm>
            <a:off x="6259283" y="4317987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9" name="object 409"/>
          <p:cNvSpPr/>
          <p:nvPr/>
        </p:nvSpPr>
        <p:spPr>
          <a:xfrm>
            <a:off x="6234391" y="4317987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0" name="object 410"/>
          <p:cNvSpPr/>
          <p:nvPr/>
        </p:nvSpPr>
        <p:spPr>
          <a:xfrm>
            <a:off x="6234391" y="4317987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1" name="object 411"/>
          <p:cNvSpPr/>
          <p:nvPr/>
        </p:nvSpPr>
        <p:spPr>
          <a:xfrm>
            <a:off x="6856462" y="5060315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2" name="object 412"/>
          <p:cNvSpPr/>
          <p:nvPr/>
        </p:nvSpPr>
        <p:spPr>
          <a:xfrm>
            <a:off x="6856462" y="5139105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3" name="object 413"/>
          <p:cNvSpPr/>
          <p:nvPr/>
        </p:nvSpPr>
        <p:spPr>
          <a:xfrm>
            <a:off x="6831571" y="5139105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5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4" name="object 414"/>
          <p:cNvSpPr/>
          <p:nvPr/>
        </p:nvSpPr>
        <p:spPr>
          <a:xfrm>
            <a:off x="6831571" y="5139105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5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5" name="object 415"/>
          <p:cNvSpPr txBox="1"/>
          <p:nvPr/>
        </p:nvSpPr>
        <p:spPr>
          <a:xfrm>
            <a:off x="6843763" y="4902339"/>
            <a:ext cx="60325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5">
                <a:latin typeface="Times New Roman"/>
                <a:cs typeface="Times New Roman"/>
              </a:rPr>
              <a:t>j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16" name="object 416"/>
          <p:cNvSpPr/>
          <p:nvPr/>
        </p:nvSpPr>
        <p:spPr>
          <a:xfrm>
            <a:off x="6557873" y="5429402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879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7" name="object 417"/>
          <p:cNvSpPr/>
          <p:nvPr/>
        </p:nvSpPr>
        <p:spPr>
          <a:xfrm>
            <a:off x="6557873" y="5367197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62204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8" name="object 418"/>
          <p:cNvSpPr/>
          <p:nvPr/>
        </p:nvSpPr>
        <p:spPr>
          <a:xfrm>
            <a:off x="6532981" y="5367197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5" h="62229">
                <a:moveTo>
                  <a:pt x="0" y="62204"/>
                </a:moveTo>
                <a:lnTo>
                  <a:pt x="24892" y="49758"/>
                </a:lnTo>
                <a:lnTo>
                  <a:pt x="49771" y="62204"/>
                </a:lnTo>
                <a:lnTo>
                  <a:pt x="24892" y="0"/>
                </a:lnTo>
                <a:lnTo>
                  <a:pt x="0" y="62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9" name="object 419"/>
          <p:cNvSpPr/>
          <p:nvPr/>
        </p:nvSpPr>
        <p:spPr>
          <a:xfrm>
            <a:off x="6532981" y="5367197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5" h="62229">
                <a:moveTo>
                  <a:pt x="49771" y="62204"/>
                </a:moveTo>
                <a:lnTo>
                  <a:pt x="24892" y="0"/>
                </a:lnTo>
                <a:lnTo>
                  <a:pt x="0" y="62204"/>
                </a:lnTo>
                <a:lnTo>
                  <a:pt x="24892" y="49758"/>
                </a:lnTo>
                <a:lnTo>
                  <a:pt x="49771" y="6220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0" name="object 420"/>
          <p:cNvSpPr/>
          <p:nvPr/>
        </p:nvSpPr>
        <p:spPr>
          <a:xfrm>
            <a:off x="5960694" y="5060315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1" name="object 421"/>
          <p:cNvSpPr/>
          <p:nvPr/>
        </p:nvSpPr>
        <p:spPr>
          <a:xfrm>
            <a:off x="5960694" y="5139105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2" name="object 422"/>
          <p:cNvSpPr/>
          <p:nvPr/>
        </p:nvSpPr>
        <p:spPr>
          <a:xfrm>
            <a:off x="5935802" y="5139105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3" name="object 423"/>
          <p:cNvSpPr/>
          <p:nvPr/>
        </p:nvSpPr>
        <p:spPr>
          <a:xfrm>
            <a:off x="5935802" y="5139105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4" name="object 424"/>
          <p:cNvSpPr txBox="1"/>
          <p:nvPr/>
        </p:nvSpPr>
        <p:spPr>
          <a:xfrm>
            <a:off x="5910669" y="4678400"/>
            <a:ext cx="747395" cy="3816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609600" algn="l"/>
              </a:tabLst>
            </a:pPr>
            <a:r>
              <a:rPr dirty="0" sz="950" spc="10">
                <a:latin typeface="Times New Roman"/>
                <a:cs typeface="Times New Roman"/>
              </a:rPr>
              <a:t>Ei</a:t>
            </a:r>
            <a:r>
              <a:rPr dirty="0" sz="950" spc="10">
                <a:latin typeface="Times New Roman"/>
                <a:cs typeface="Times New Roman"/>
              </a:rPr>
              <a:t>	</a:t>
            </a:r>
            <a:r>
              <a:rPr dirty="0" sz="950" spc="10">
                <a:latin typeface="Times New Roman"/>
                <a:cs typeface="Times New Roman"/>
              </a:rPr>
              <a:t>Es</a:t>
            </a:r>
            <a:endParaRPr sz="950">
              <a:latin typeface="Times New Roman"/>
              <a:cs typeface="Times New Roman"/>
            </a:endParaRPr>
          </a:p>
          <a:p>
            <a:pPr marL="49530">
              <a:lnSpc>
                <a:spcPct val="100000"/>
              </a:lnSpc>
              <a:spcBef>
                <a:spcPts val="620"/>
              </a:spcBef>
            </a:pPr>
            <a:r>
              <a:rPr dirty="0" sz="950" spc="5">
                <a:latin typeface="Times New Roman"/>
                <a:cs typeface="Times New Roman"/>
              </a:rPr>
              <a:t>i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25" name="object 425"/>
          <p:cNvSpPr/>
          <p:nvPr/>
        </p:nvSpPr>
        <p:spPr>
          <a:xfrm>
            <a:off x="6109982" y="5429402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879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6" name="object 426"/>
          <p:cNvSpPr/>
          <p:nvPr/>
        </p:nvSpPr>
        <p:spPr>
          <a:xfrm>
            <a:off x="6109982" y="5367197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62204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7" name="object 427"/>
          <p:cNvSpPr/>
          <p:nvPr/>
        </p:nvSpPr>
        <p:spPr>
          <a:xfrm>
            <a:off x="6085103" y="5367197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62204"/>
                </a:moveTo>
                <a:lnTo>
                  <a:pt x="24879" y="49758"/>
                </a:lnTo>
                <a:lnTo>
                  <a:pt x="49771" y="62204"/>
                </a:lnTo>
                <a:lnTo>
                  <a:pt x="24879" y="0"/>
                </a:lnTo>
                <a:lnTo>
                  <a:pt x="0" y="62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8" name="object 428"/>
          <p:cNvSpPr/>
          <p:nvPr/>
        </p:nvSpPr>
        <p:spPr>
          <a:xfrm>
            <a:off x="6085103" y="5367197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49771" y="62204"/>
                </a:moveTo>
                <a:lnTo>
                  <a:pt x="24879" y="0"/>
                </a:lnTo>
                <a:lnTo>
                  <a:pt x="0" y="62204"/>
                </a:lnTo>
                <a:lnTo>
                  <a:pt x="24879" y="49758"/>
                </a:lnTo>
                <a:lnTo>
                  <a:pt x="49771" y="6220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9" name="object 429"/>
          <p:cNvSpPr/>
          <p:nvPr/>
        </p:nvSpPr>
        <p:spPr>
          <a:xfrm>
            <a:off x="6259283" y="5060315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0" name="object 430"/>
          <p:cNvSpPr/>
          <p:nvPr/>
        </p:nvSpPr>
        <p:spPr>
          <a:xfrm>
            <a:off x="6259283" y="5139105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1" name="object 431"/>
          <p:cNvSpPr/>
          <p:nvPr/>
        </p:nvSpPr>
        <p:spPr>
          <a:xfrm>
            <a:off x="6234391" y="5139105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2" name="object 432"/>
          <p:cNvSpPr/>
          <p:nvPr/>
        </p:nvSpPr>
        <p:spPr>
          <a:xfrm>
            <a:off x="6234391" y="5139105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3" name="object 433"/>
          <p:cNvSpPr/>
          <p:nvPr/>
        </p:nvSpPr>
        <p:spPr>
          <a:xfrm>
            <a:off x="6259283" y="5060315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4" name="object 434"/>
          <p:cNvSpPr/>
          <p:nvPr/>
        </p:nvSpPr>
        <p:spPr>
          <a:xfrm>
            <a:off x="6259283" y="5139105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5" name="object 435"/>
          <p:cNvSpPr/>
          <p:nvPr/>
        </p:nvSpPr>
        <p:spPr>
          <a:xfrm>
            <a:off x="6234391" y="5139105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6" name="object 436"/>
          <p:cNvSpPr/>
          <p:nvPr/>
        </p:nvSpPr>
        <p:spPr>
          <a:xfrm>
            <a:off x="6234391" y="5139105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7" name="object 437"/>
          <p:cNvSpPr txBox="1"/>
          <p:nvPr/>
        </p:nvSpPr>
        <p:spPr>
          <a:xfrm>
            <a:off x="6209258" y="4823228"/>
            <a:ext cx="149860" cy="2368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77300"/>
              </a:lnSpc>
            </a:pPr>
            <a:r>
              <a:rPr dirty="0" sz="950" spc="10">
                <a:latin typeface="Times New Roman"/>
                <a:cs typeface="Times New Roman"/>
              </a:rPr>
              <a:t>Li Ls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38" name="object 438"/>
          <p:cNvSpPr/>
          <p:nvPr/>
        </p:nvSpPr>
        <p:spPr>
          <a:xfrm>
            <a:off x="5960694" y="5881433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9" name="object 439"/>
          <p:cNvSpPr/>
          <p:nvPr/>
        </p:nvSpPr>
        <p:spPr>
          <a:xfrm>
            <a:off x="5960694" y="5960224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0" name="object 440"/>
          <p:cNvSpPr/>
          <p:nvPr/>
        </p:nvSpPr>
        <p:spPr>
          <a:xfrm>
            <a:off x="5935802" y="596022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1" name="object 441"/>
          <p:cNvSpPr/>
          <p:nvPr/>
        </p:nvSpPr>
        <p:spPr>
          <a:xfrm>
            <a:off x="5935802" y="596022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2" name="object 442"/>
          <p:cNvSpPr/>
          <p:nvPr/>
        </p:nvSpPr>
        <p:spPr>
          <a:xfrm>
            <a:off x="6109982" y="6250520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8792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3" name="object 443"/>
          <p:cNvSpPr/>
          <p:nvPr/>
        </p:nvSpPr>
        <p:spPr>
          <a:xfrm>
            <a:off x="6109982" y="6188316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62204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4" name="object 444"/>
          <p:cNvSpPr/>
          <p:nvPr/>
        </p:nvSpPr>
        <p:spPr>
          <a:xfrm>
            <a:off x="6085103" y="6188316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62204"/>
                </a:moveTo>
                <a:lnTo>
                  <a:pt x="24879" y="49758"/>
                </a:lnTo>
                <a:lnTo>
                  <a:pt x="49771" y="62204"/>
                </a:lnTo>
                <a:lnTo>
                  <a:pt x="24879" y="0"/>
                </a:lnTo>
                <a:lnTo>
                  <a:pt x="0" y="62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5" name="object 445"/>
          <p:cNvSpPr/>
          <p:nvPr/>
        </p:nvSpPr>
        <p:spPr>
          <a:xfrm>
            <a:off x="6085103" y="6188316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49771" y="62204"/>
                </a:moveTo>
                <a:lnTo>
                  <a:pt x="24879" y="0"/>
                </a:lnTo>
                <a:lnTo>
                  <a:pt x="0" y="62204"/>
                </a:lnTo>
                <a:lnTo>
                  <a:pt x="24879" y="49758"/>
                </a:lnTo>
                <a:lnTo>
                  <a:pt x="49771" y="6220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6" name="object 446"/>
          <p:cNvSpPr/>
          <p:nvPr/>
        </p:nvSpPr>
        <p:spPr>
          <a:xfrm>
            <a:off x="6557873" y="5881433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7" name="object 447"/>
          <p:cNvSpPr/>
          <p:nvPr/>
        </p:nvSpPr>
        <p:spPr>
          <a:xfrm>
            <a:off x="6557873" y="5960224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8" name="object 448"/>
          <p:cNvSpPr/>
          <p:nvPr/>
        </p:nvSpPr>
        <p:spPr>
          <a:xfrm>
            <a:off x="6532981" y="596022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5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9" name="object 449"/>
          <p:cNvSpPr/>
          <p:nvPr/>
        </p:nvSpPr>
        <p:spPr>
          <a:xfrm>
            <a:off x="6532981" y="596022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5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0" name="object 450"/>
          <p:cNvSpPr txBox="1"/>
          <p:nvPr/>
        </p:nvSpPr>
        <p:spPr>
          <a:xfrm>
            <a:off x="6507848" y="5420324"/>
            <a:ext cx="149860" cy="4610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9530" marR="5080" indent="-37465">
              <a:lnSpc>
                <a:spcPct val="154700"/>
              </a:lnSpc>
            </a:pPr>
            <a:r>
              <a:rPr dirty="0" sz="950" spc="10">
                <a:latin typeface="Times New Roman"/>
                <a:cs typeface="Times New Roman"/>
              </a:rPr>
              <a:t>Es j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51" name="object 451"/>
          <p:cNvSpPr/>
          <p:nvPr/>
        </p:nvSpPr>
        <p:spPr>
          <a:xfrm>
            <a:off x="6408572" y="6250520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8792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2" name="object 452"/>
          <p:cNvSpPr/>
          <p:nvPr/>
        </p:nvSpPr>
        <p:spPr>
          <a:xfrm>
            <a:off x="6408572" y="6188316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62204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3" name="object 453"/>
          <p:cNvSpPr/>
          <p:nvPr/>
        </p:nvSpPr>
        <p:spPr>
          <a:xfrm>
            <a:off x="6383692" y="6188316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62204"/>
                </a:moveTo>
                <a:lnTo>
                  <a:pt x="24879" y="49758"/>
                </a:lnTo>
                <a:lnTo>
                  <a:pt x="49758" y="62204"/>
                </a:lnTo>
                <a:lnTo>
                  <a:pt x="24879" y="0"/>
                </a:lnTo>
                <a:lnTo>
                  <a:pt x="0" y="62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4" name="object 454"/>
          <p:cNvSpPr/>
          <p:nvPr/>
        </p:nvSpPr>
        <p:spPr>
          <a:xfrm>
            <a:off x="6383692" y="6188316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49758" y="62204"/>
                </a:moveTo>
                <a:lnTo>
                  <a:pt x="24879" y="0"/>
                </a:lnTo>
                <a:lnTo>
                  <a:pt x="0" y="62204"/>
                </a:lnTo>
                <a:lnTo>
                  <a:pt x="24879" y="49758"/>
                </a:lnTo>
                <a:lnTo>
                  <a:pt x="49758" y="6220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5" name="object 455"/>
          <p:cNvSpPr/>
          <p:nvPr/>
        </p:nvSpPr>
        <p:spPr>
          <a:xfrm>
            <a:off x="6109982" y="5881433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6" name="object 456"/>
          <p:cNvSpPr/>
          <p:nvPr/>
        </p:nvSpPr>
        <p:spPr>
          <a:xfrm>
            <a:off x="6109982" y="5960224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7" name="object 457"/>
          <p:cNvSpPr/>
          <p:nvPr/>
        </p:nvSpPr>
        <p:spPr>
          <a:xfrm>
            <a:off x="6085103" y="596022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71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8" name="object 458"/>
          <p:cNvSpPr/>
          <p:nvPr/>
        </p:nvSpPr>
        <p:spPr>
          <a:xfrm>
            <a:off x="6085103" y="596022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71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9" name="object 459"/>
          <p:cNvSpPr/>
          <p:nvPr/>
        </p:nvSpPr>
        <p:spPr>
          <a:xfrm>
            <a:off x="6259283" y="5881433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0" name="object 460"/>
          <p:cNvSpPr/>
          <p:nvPr/>
        </p:nvSpPr>
        <p:spPr>
          <a:xfrm>
            <a:off x="6259283" y="5960224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1" name="object 461"/>
          <p:cNvSpPr/>
          <p:nvPr/>
        </p:nvSpPr>
        <p:spPr>
          <a:xfrm>
            <a:off x="6234391" y="596022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2" name="object 462"/>
          <p:cNvSpPr/>
          <p:nvPr/>
        </p:nvSpPr>
        <p:spPr>
          <a:xfrm>
            <a:off x="6234391" y="596022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3" name="object 463"/>
          <p:cNvSpPr txBox="1"/>
          <p:nvPr/>
        </p:nvSpPr>
        <p:spPr>
          <a:xfrm>
            <a:off x="5947994" y="5499519"/>
            <a:ext cx="397510" cy="3816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R="29209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Ei</a:t>
            </a:r>
            <a:endParaRPr sz="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dirty="0" sz="950" spc="5">
                <a:latin typeface="Times New Roman"/>
                <a:cs typeface="Times New Roman"/>
              </a:rPr>
              <a:t>i</a:t>
            </a:r>
            <a:r>
              <a:rPr dirty="0" sz="950" spc="5">
                <a:latin typeface="Times New Roman"/>
                <a:cs typeface="Times New Roman"/>
              </a:rPr>
              <a:t>  </a:t>
            </a:r>
            <a:r>
              <a:rPr dirty="0" sz="950" spc="-10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Ls</a:t>
            </a:r>
            <a:r>
              <a:rPr dirty="0" sz="950" spc="-4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Li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64" name="object 464"/>
          <p:cNvSpPr/>
          <p:nvPr/>
        </p:nvSpPr>
        <p:spPr>
          <a:xfrm>
            <a:off x="5960694" y="6702549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5" name="object 465"/>
          <p:cNvSpPr/>
          <p:nvPr/>
        </p:nvSpPr>
        <p:spPr>
          <a:xfrm>
            <a:off x="5960694" y="6781344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6" name="object 466"/>
          <p:cNvSpPr/>
          <p:nvPr/>
        </p:nvSpPr>
        <p:spPr>
          <a:xfrm>
            <a:off x="5935802" y="678134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7" name="object 467"/>
          <p:cNvSpPr/>
          <p:nvPr/>
        </p:nvSpPr>
        <p:spPr>
          <a:xfrm>
            <a:off x="5935802" y="678134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2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8" name="object 468"/>
          <p:cNvSpPr/>
          <p:nvPr/>
        </p:nvSpPr>
        <p:spPr>
          <a:xfrm>
            <a:off x="6557873" y="6702549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9" name="object 469"/>
          <p:cNvSpPr/>
          <p:nvPr/>
        </p:nvSpPr>
        <p:spPr>
          <a:xfrm>
            <a:off x="6557873" y="6781344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0" name="object 470"/>
          <p:cNvSpPr/>
          <p:nvPr/>
        </p:nvSpPr>
        <p:spPr>
          <a:xfrm>
            <a:off x="6532981" y="678134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5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1" name="object 471"/>
          <p:cNvSpPr/>
          <p:nvPr/>
        </p:nvSpPr>
        <p:spPr>
          <a:xfrm>
            <a:off x="6532981" y="678134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5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2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2" name="object 472"/>
          <p:cNvSpPr/>
          <p:nvPr/>
        </p:nvSpPr>
        <p:spPr>
          <a:xfrm>
            <a:off x="6109982" y="6702549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3" name="object 473"/>
          <p:cNvSpPr/>
          <p:nvPr/>
        </p:nvSpPr>
        <p:spPr>
          <a:xfrm>
            <a:off x="6109982" y="6781344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4" name="object 474"/>
          <p:cNvSpPr/>
          <p:nvPr/>
        </p:nvSpPr>
        <p:spPr>
          <a:xfrm>
            <a:off x="6085103" y="678134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71" y="0"/>
                </a:lnTo>
                <a:lnTo>
                  <a:pt x="24879" y="1244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5" name="object 475"/>
          <p:cNvSpPr/>
          <p:nvPr/>
        </p:nvSpPr>
        <p:spPr>
          <a:xfrm>
            <a:off x="6085103" y="678134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79" y="62204"/>
                </a:lnTo>
                <a:lnTo>
                  <a:pt x="49771" y="0"/>
                </a:lnTo>
                <a:lnTo>
                  <a:pt x="24879" y="12442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6" name="object 476"/>
          <p:cNvSpPr/>
          <p:nvPr/>
        </p:nvSpPr>
        <p:spPr>
          <a:xfrm>
            <a:off x="6259283" y="6702549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7" name="object 477"/>
          <p:cNvSpPr/>
          <p:nvPr/>
        </p:nvSpPr>
        <p:spPr>
          <a:xfrm>
            <a:off x="6259283" y="6781344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8" name="object 478"/>
          <p:cNvSpPr/>
          <p:nvPr/>
        </p:nvSpPr>
        <p:spPr>
          <a:xfrm>
            <a:off x="6234391" y="678134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9" name="object 479"/>
          <p:cNvSpPr/>
          <p:nvPr/>
        </p:nvSpPr>
        <p:spPr>
          <a:xfrm>
            <a:off x="6234391" y="6781344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2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0" name="object 480"/>
          <p:cNvSpPr/>
          <p:nvPr/>
        </p:nvSpPr>
        <p:spPr>
          <a:xfrm>
            <a:off x="6259283" y="7071638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8794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1" name="object 481"/>
          <p:cNvSpPr/>
          <p:nvPr/>
        </p:nvSpPr>
        <p:spPr>
          <a:xfrm>
            <a:off x="6259283" y="7009432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62205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2" name="object 482"/>
          <p:cNvSpPr/>
          <p:nvPr/>
        </p:nvSpPr>
        <p:spPr>
          <a:xfrm>
            <a:off x="6234391" y="7009432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62205"/>
                </a:moveTo>
                <a:lnTo>
                  <a:pt x="24892" y="49763"/>
                </a:lnTo>
                <a:lnTo>
                  <a:pt x="49771" y="62205"/>
                </a:lnTo>
                <a:lnTo>
                  <a:pt x="24892" y="0"/>
                </a:lnTo>
                <a:lnTo>
                  <a:pt x="0" y="622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3" name="object 483"/>
          <p:cNvSpPr/>
          <p:nvPr/>
        </p:nvSpPr>
        <p:spPr>
          <a:xfrm>
            <a:off x="6234391" y="7009432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49771" y="62205"/>
                </a:moveTo>
                <a:lnTo>
                  <a:pt x="24892" y="0"/>
                </a:lnTo>
                <a:lnTo>
                  <a:pt x="0" y="62205"/>
                </a:lnTo>
                <a:lnTo>
                  <a:pt x="24892" y="49763"/>
                </a:lnTo>
                <a:lnTo>
                  <a:pt x="49771" y="62205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4" name="object 484"/>
          <p:cNvSpPr/>
          <p:nvPr/>
        </p:nvSpPr>
        <p:spPr>
          <a:xfrm>
            <a:off x="6408572" y="7071638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8794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5" name="object 485"/>
          <p:cNvSpPr/>
          <p:nvPr/>
        </p:nvSpPr>
        <p:spPr>
          <a:xfrm>
            <a:off x="6408572" y="7009432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29">
                <a:moveTo>
                  <a:pt x="0" y="62205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6" name="object 486"/>
          <p:cNvSpPr/>
          <p:nvPr/>
        </p:nvSpPr>
        <p:spPr>
          <a:xfrm>
            <a:off x="6383692" y="7009432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0" y="62205"/>
                </a:moveTo>
                <a:lnTo>
                  <a:pt x="24879" y="49763"/>
                </a:lnTo>
                <a:lnTo>
                  <a:pt x="49758" y="62205"/>
                </a:lnTo>
                <a:lnTo>
                  <a:pt x="24879" y="0"/>
                </a:lnTo>
                <a:lnTo>
                  <a:pt x="0" y="622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7" name="object 487"/>
          <p:cNvSpPr/>
          <p:nvPr/>
        </p:nvSpPr>
        <p:spPr>
          <a:xfrm>
            <a:off x="6383692" y="7009432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29">
                <a:moveTo>
                  <a:pt x="49758" y="62205"/>
                </a:moveTo>
                <a:lnTo>
                  <a:pt x="24879" y="0"/>
                </a:lnTo>
                <a:lnTo>
                  <a:pt x="0" y="62205"/>
                </a:lnTo>
                <a:lnTo>
                  <a:pt x="24879" y="49763"/>
                </a:lnTo>
                <a:lnTo>
                  <a:pt x="49758" y="62205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8" name="object 488"/>
          <p:cNvSpPr txBox="1"/>
          <p:nvPr/>
        </p:nvSpPr>
        <p:spPr>
          <a:xfrm>
            <a:off x="6209258" y="7141750"/>
            <a:ext cx="285750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Es</a:t>
            </a:r>
            <a:r>
              <a:rPr dirty="0" sz="950" spc="-4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Ei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89" name="object 489"/>
          <p:cNvSpPr/>
          <p:nvPr/>
        </p:nvSpPr>
        <p:spPr>
          <a:xfrm>
            <a:off x="6856462" y="1775840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0" name="object 490"/>
          <p:cNvSpPr/>
          <p:nvPr/>
        </p:nvSpPr>
        <p:spPr>
          <a:xfrm>
            <a:off x="6856462" y="1854631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30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1" name="object 491"/>
          <p:cNvSpPr/>
          <p:nvPr/>
        </p:nvSpPr>
        <p:spPr>
          <a:xfrm>
            <a:off x="6831571" y="1854631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5" h="62230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2" name="object 492"/>
          <p:cNvSpPr/>
          <p:nvPr/>
        </p:nvSpPr>
        <p:spPr>
          <a:xfrm>
            <a:off x="6831571" y="1854631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5" h="62230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3" name="object 493"/>
          <p:cNvSpPr/>
          <p:nvPr/>
        </p:nvSpPr>
        <p:spPr>
          <a:xfrm>
            <a:off x="5662104" y="1775840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4" name="object 494"/>
          <p:cNvSpPr/>
          <p:nvPr/>
        </p:nvSpPr>
        <p:spPr>
          <a:xfrm>
            <a:off x="5662104" y="1854631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30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5" name="object 495"/>
          <p:cNvSpPr/>
          <p:nvPr/>
        </p:nvSpPr>
        <p:spPr>
          <a:xfrm>
            <a:off x="5637225" y="1854631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6" name="object 496"/>
          <p:cNvSpPr/>
          <p:nvPr/>
        </p:nvSpPr>
        <p:spPr>
          <a:xfrm>
            <a:off x="5637225" y="1854631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0"/>
                </a:moveTo>
                <a:lnTo>
                  <a:pt x="24879" y="62204"/>
                </a:lnTo>
                <a:lnTo>
                  <a:pt x="49758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7" name="object 497"/>
          <p:cNvSpPr/>
          <p:nvPr/>
        </p:nvSpPr>
        <p:spPr>
          <a:xfrm>
            <a:off x="5811392" y="1775840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8" name="object 498"/>
          <p:cNvSpPr/>
          <p:nvPr/>
        </p:nvSpPr>
        <p:spPr>
          <a:xfrm>
            <a:off x="5811392" y="1854631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30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9" name="object 499"/>
          <p:cNvSpPr/>
          <p:nvPr/>
        </p:nvSpPr>
        <p:spPr>
          <a:xfrm>
            <a:off x="5786513" y="1854631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0"/>
                </a:moveTo>
                <a:lnTo>
                  <a:pt x="24879" y="62204"/>
                </a:lnTo>
                <a:lnTo>
                  <a:pt x="49771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0" name="object 500"/>
          <p:cNvSpPr/>
          <p:nvPr/>
        </p:nvSpPr>
        <p:spPr>
          <a:xfrm>
            <a:off x="5786513" y="1854631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0"/>
                </a:moveTo>
                <a:lnTo>
                  <a:pt x="24879" y="62204"/>
                </a:lnTo>
                <a:lnTo>
                  <a:pt x="49771" y="0"/>
                </a:lnTo>
                <a:lnTo>
                  <a:pt x="24879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1" name="object 501"/>
          <p:cNvSpPr txBox="1"/>
          <p:nvPr/>
        </p:nvSpPr>
        <p:spPr>
          <a:xfrm>
            <a:off x="5649404" y="1617865"/>
            <a:ext cx="248285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5">
                <a:latin typeface="Times New Roman"/>
                <a:cs typeface="Times New Roman"/>
              </a:rPr>
              <a:t>i</a:t>
            </a:r>
            <a:r>
              <a:rPr dirty="0" sz="950" spc="5">
                <a:latin typeface="Times New Roman"/>
                <a:cs typeface="Times New Roman"/>
              </a:rPr>
              <a:t>  </a:t>
            </a:r>
            <a:r>
              <a:rPr dirty="0" sz="950" spc="-10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Li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02" name="object 502"/>
          <p:cNvSpPr txBox="1"/>
          <p:nvPr/>
        </p:nvSpPr>
        <p:spPr>
          <a:xfrm>
            <a:off x="6507847" y="1617865"/>
            <a:ext cx="396240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347980" algn="l"/>
              </a:tabLst>
            </a:pPr>
            <a:r>
              <a:rPr dirty="0" sz="950" spc="10">
                <a:latin typeface="Times New Roman"/>
                <a:cs typeface="Times New Roman"/>
              </a:rPr>
              <a:t>Ls</a:t>
            </a:r>
            <a:r>
              <a:rPr dirty="0" sz="950" spc="10">
                <a:latin typeface="Times New Roman"/>
                <a:cs typeface="Times New Roman"/>
              </a:rPr>
              <a:t>	</a:t>
            </a:r>
            <a:r>
              <a:rPr dirty="0" sz="950" spc="5">
                <a:latin typeface="Times New Roman"/>
                <a:cs typeface="Times New Roman"/>
              </a:rPr>
              <a:t>j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03" name="object 503"/>
          <p:cNvSpPr/>
          <p:nvPr/>
        </p:nvSpPr>
        <p:spPr>
          <a:xfrm>
            <a:off x="6557873" y="1775840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879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4" name="object 504"/>
          <p:cNvSpPr/>
          <p:nvPr/>
        </p:nvSpPr>
        <p:spPr>
          <a:xfrm>
            <a:off x="6557873" y="1854631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30">
                <a:moveTo>
                  <a:pt x="0" y="0"/>
                </a:moveTo>
                <a:lnTo>
                  <a:pt x="0" y="6220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5" name="object 505"/>
          <p:cNvSpPr/>
          <p:nvPr/>
        </p:nvSpPr>
        <p:spPr>
          <a:xfrm>
            <a:off x="6532981" y="1854631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5" h="62230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6" name="object 506"/>
          <p:cNvSpPr/>
          <p:nvPr/>
        </p:nvSpPr>
        <p:spPr>
          <a:xfrm>
            <a:off x="6532981" y="1854631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5" h="62230">
                <a:moveTo>
                  <a:pt x="0" y="0"/>
                </a:moveTo>
                <a:lnTo>
                  <a:pt x="24892" y="62204"/>
                </a:lnTo>
                <a:lnTo>
                  <a:pt x="49771" y="0"/>
                </a:lnTo>
                <a:lnTo>
                  <a:pt x="24892" y="12446"/>
                </a:lnTo>
                <a:lnTo>
                  <a:pt x="0" y="0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7" name="object 507"/>
          <p:cNvSpPr/>
          <p:nvPr/>
        </p:nvSpPr>
        <p:spPr>
          <a:xfrm>
            <a:off x="5811392" y="2144928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879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8" name="object 508"/>
          <p:cNvSpPr/>
          <p:nvPr/>
        </p:nvSpPr>
        <p:spPr>
          <a:xfrm>
            <a:off x="5811392" y="2082723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30">
                <a:moveTo>
                  <a:pt x="0" y="62204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9" name="object 509"/>
          <p:cNvSpPr/>
          <p:nvPr/>
        </p:nvSpPr>
        <p:spPr>
          <a:xfrm>
            <a:off x="5786513" y="2082723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0" y="62204"/>
                </a:moveTo>
                <a:lnTo>
                  <a:pt x="24879" y="49758"/>
                </a:lnTo>
                <a:lnTo>
                  <a:pt x="49771" y="62204"/>
                </a:lnTo>
                <a:lnTo>
                  <a:pt x="24879" y="0"/>
                </a:lnTo>
                <a:lnTo>
                  <a:pt x="0" y="62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0" name="object 510"/>
          <p:cNvSpPr/>
          <p:nvPr/>
        </p:nvSpPr>
        <p:spPr>
          <a:xfrm>
            <a:off x="5786513" y="2082723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4" h="62230">
                <a:moveTo>
                  <a:pt x="49771" y="62204"/>
                </a:moveTo>
                <a:lnTo>
                  <a:pt x="24879" y="0"/>
                </a:lnTo>
                <a:lnTo>
                  <a:pt x="0" y="62204"/>
                </a:lnTo>
                <a:lnTo>
                  <a:pt x="24879" y="49758"/>
                </a:lnTo>
                <a:lnTo>
                  <a:pt x="49771" y="6220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1" name="object 511"/>
          <p:cNvSpPr/>
          <p:nvPr/>
        </p:nvSpPr>
        <p:spPr>
          <a:xfrm>
            <a:off x="6707161" y="2144928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879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2" name="object 512"/>
          <p:cNvSpPr/>
          <p:nvPr/>
        </p:nvSpPr>
        <p:spPr>
          <a:xfrm>
            <a:off x="6707161" y="2082723"/>
            <a:ext cx="0" cy="62230"/>
          </a:xfrm>
          <a:custGeom>
            <a:avLst/>
            <a:gdLst/>
            <a:ahLst/>
            <a:cxnLst/>
            <a:rect l="l" t="t" r="r" b="b"/>
            <a:pathLst>
              <a:path w="0" h="62230">
                <a:moveTo>
                  <a:pt x="0" y="62204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3" name="object 513"/>
          <p:cNvSpPr/>
          <p:nvPr/>
        </p:nvSpPr>
        <p:spPr>
          <a:xfrm>
            <a:off x="6682282" y="2082723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5" h="62230">
                <a:moveTo>
                  <a:pt x="0" y="62204"/>
                </a:moveTo>
                <a:lnTo>
                  <a:pt x="24879" y="49758"/>
                </a:lnTo>
                <a:lnTo>
                  <a:pt x="49758" y="62204"/>
                </a:lnTo>
                <a:lnTo>
                  <a:pt x="24879" y="0"/>
                </a:lnTo>
                <a:lnTo>
                  <a:pt x="0" y="62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4" name="object 514"/>
          <p:cNvSpPr/>
          <p:nvPr/>
        </p:nvSpPr>
        <p:spPr>
          <a:xfrm>
            <a:off x="6682282" y="2082723"/>
            <a:ext cx="50165" cy="62230"/>
          </a:xfrm>
          <a:custGeom>
            <a:avLst/>
            <a:gdLst/>
            <a:ahLst/>
            <a:cxnLst/>
            <a:rect l="l" t="t" r="r" b="b"/>
            <a:pathLst>
              <a:path w="50165" h="62230">
                <a:moveTo>
                  <a:pt x="49758" y="62204"/>
                </a:moveTo>
                <a:lnTo>
                  <a:pt x="24879" y="0"/>
                </a:lnTo>
                <a:lnTo>
                  <a:pt x="0" y="62204"/>
                </a:lnTo>
                <a:lnTo>
                  <a:pt x="24879" y="49758"/>
                </a:lnTo>
                <a:lnTo>
                  <a:pt x="49758" y="6220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9" name="object 519"/>
          <p:cNvSpPr/>
          <p:nvPr/>
        </p:nvSpPr>
        <p:spPr>
          <a:xfrm>
            <a:off x="7528279" y="6851843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59" h="149859">
                <a:moveTo>
                  <a:pt x="149289" y="149294"/>
                </a:moveTo>
                <a:lnTo>
                  <a:pt x="149289" y="0"/>
                </a:lnTo>
                <a:lnTo>
                  <a:pt x="0" y="0"/>
                </a:lnTo>
                <a:lnTo>
                  <a:pt x="0" y="149294"/>
                </a:lnTo>
                <a:lnTo>
                  <a:pt x="149289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0" name="object 520"/>
          <p:cNvSpPr txBox="1"/>
          <p:nvPr/>
        </p:nvSpPr>
        <p:spPr>
          <a:xfrm>
            <a:off x="7558709" y="6848971"/>
            <a:ext cx="87630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3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21" name="object 521"/>
          <p:cNvSpPr/>
          <p:nvPr/>
        </p:nvSpPr>
        <p:spPr>
          <a:xfrm>
            <a:off x="7826864" y="6851843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59" h="149859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2" name="object 522"/>
          <p:cNvSpPr txBox="1"/>
          <p:nvPr/>
        </p:nvSpPr>
        <p:spPr>
          <a:xfrm>
            <a:off x="7857299" y="6848971"/>
            <a:ext cx="87630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7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23" name="object 523"/>
          <p:cNvSpPr/>
          <p:nvPr/>
        </p:nvSpPr>
        <p:spPr>
          <a:xfrm>
            <a:off x="7528279" y="6030728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59" h="149860">
                <a:moveTo>
                  <a:pt x="149289" y="149294"/>
                </a:moveTo>
                <a:lnTo>
                  <a:pt x="149289" y="0"/>
                </a:lnTo>
                <a:lnTo>
                  <a:pt x="0" y="0"/>
                </a:lnTo>
                <a:lnTo>
                  <a:pt x="0" y="149294"/>
                </a:lnTo>
                <a:lnTo>
                  <a:pt x="149289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4" name="object 524"/>
          <p:cNvSpPr txBox="1"/>
          <p:nvPr/>
        </p:nvSpPr>
        <p:spPr>
          <a:xfrm>
            <a:off x="7558709" y="6027851"/>
            <a:ext cx="87630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3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25" name="object 525"/>
          <p:cNvSpPr/>
          <p:nvPr/>
        </p:nvSpPr>
        <p:spPr>
          <a:xfrm>
            <a:off x="7826864" y="6030728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59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6" name="object 526"/>
          <p:cNvSpPr txBox="1"/>
          <p:nvPr/>
        </p:nvSpPr>
        <p:spPr>
          <a:xfrm>
            <a:off x="7857299" y="6027851"/>
            <a:ext cx="87630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7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27" name="object 527"/>
          <p:cNvSpPr/>
          <p:nvPr/>
        </p:nvSpPr>
        <p:spPr>
          <a:xfrm>
            <a:off x="7528279" y="5209609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59" h="149860">
                <a:moveTo>
                  <a:pt x="149289" y="149294"/>
                </a:moveTo>
                <a:lnTo>
                  <a:pt x="149289" y="0"/>
                </a:lnTo>
                <a:lnTo>
                  <a:pt x="0" y="0"/>
                </a:lnTo>
                <a:lnTo>
                  <a:pt x="0" y="149294"/>
                </a:lnTo>
                <a:lnTo>
                  <a:pt x="149289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8" name="object 528"/>
          <p:cNvSpPr txBox="1"/>
          <p:nvPr/>
        </p:nvSpPr>
        <p:spPr>
          <a:xfrm>
            <a:off x="7558709" y="5206733"/>
            <a:ext cx="87630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3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29" name="object 529"/>
          <p:cNvSpPr/>
          <p:nvPr/>
        </p:nvSpPr>
        <p:spPr>
          <a:xfrm>
            <a:off x="7826864" y="5209609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59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0" name="object 530"/>
          <p:cNvSpPr txBox="1"/>
          <p:nvPr/>
        </p:nvSpPr>
        <p:spPr>
          <a:xfrm>
            <a:off x="7857299" y="5206733"/>
            <a:ext cx="87630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7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31" name="object 531"/>
          <p:cNvSpPr/>
          <p:nvPr/>
        </p:nvSpPr>
        <p:spPr>
          <a:xfrm>
            <a:off x="7528279" y="4388491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59" h="149860">
                <a:moveTo>
                  <a:pt x="149289" y="149294"/>
                </a:moveTo>
                <a:lnTo>
                  <a:pt x="149289" y="0"/>
                </a:lnTo>
                <a:lnTo>
                  <a:pt x="0" y="0"/>
                </a:lnTo>
                <a:lnTo>
                  <a:pt x="0" y="149294"/>
                </a:lnTo>
                <a:lnTo>
                  <a:pt x="149289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2" name="object 532"/>
          <p:cNvSpPr txBox="1"/>
          <p:nvPr/>
        </p:nvSpPr>
        <p:spPr>
          <a:xfrm>
            <a:off x="7558709" y="4385614"/>
            <a:ext cx="87630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3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33" name="object 533"/>
          <p:cNvSpPr/>
          <p:nvPr/>
        </p:nvSpPr>
        <p:spPr>
          <a:xfrm>
            <a:off x="7826864" y="4388491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59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4" name="object 534"/>
          <p:cNvSpPr txBox="1"/>
          <p:nvPr/>
        </p:nvSpPr>
        <p:spPr>
          <a:xfrm>
            <a:off x="7857299" y="4385614"/>
            <a:ext cx="87630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7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36" name="object 536"/>
          <p:cNvSpPr/>
          <p:nvPr/>
        </p:nvSpPr>
        <p:spPr>
          <a:xfrm>
            <a:off x="7593800" y="3628745"/>
            <a:ext cx="66040" cy="26670"/>
          </a:xfrm>
          <a:custGeom>
            <a:avLst/>
            <a:gdLst/>
            <a:ahLst/>
            <a:cxnLst/>
            <a:rect l="l" t="t" r="r" b="b"/>
            <a:pathLst>
              <a:path w="66040" h="26670">
                <a:moveTo>
                  <a:pt x="18249" y="825"/>
                </a:moveTo>
                <a:lnTo>
                  <a:pt x="22402" y="3314"/>
                </a:lnTo>
                <a:lnTo>
                  <a:pt x="27381" y="8293"/>
                </a:lnTo>
                <a:lnTo>
                  <a:pt x="32346" y="13271"/>
                </a:lnTo>
                <a:lnTo>
                  <a:pt x="37325" y="18249"/>
                </a:lnTo>
                <a:lnTo>
                  <a:pt x="42303" y="23228"/>
                </a:lnTo>
                <a:lnTo>
                  <a:pt x="46456" y="25717"/>
                </a:lnTo>
                <a:lnTo>
                  <a:pt x="48945" y="26543"/>
                </a:lnTo>
                <a:lnTo>
                  <a:pt x="53911" y="26543"/>
                </a:lnTo>
                <a:lnTo>
                  <a:pt x="57226" y="25717"/>
                </a:lnTo>
                <a:lnTo>
                  <a:pt x="58889" y="24053"/>
                </a:lnTo>
                <a:lnTo>
                  <a:pt x="61379" y="22390"/>
                </a:lnTo>
                <a:lnTo>
                  <a:pt x="63042" y="19900"/>
                </a:lnTo>
                <a:lnTo>
                  <a:pt x="63868" y="18249"/>
                </a:lnTo>
                <a:lnTo>
                  <a:pt x="64693" y="15760"/>
                </a:lnTo>
                <a:lnTo>
                  <a:pt x="65519" y="13271"/>
                </a:lnTo>
                <a:lnTo>
                  <a:pt x="64693" y="10782"/>
                </a:lnTo>
                <a:lnTo>
                  <a:pt x="63868" y="8293"/>
                </a:lnTo>
                <a:lnTo>
                  <a:pt x="63042" y="6629"/>
                </a:lnTo>
                <a:lnTo>
                  <a:pt x="61379" y="4152"/>
                </a:lnTo>
                <a:lnTo>
                  <a:pt x="58889" y="2489"/>
                </a:lnTo>
                <a:lnTo>
                  <a:pt x="57226" y="825"/>
                </a:lnTo>
                <a:lnTo>
                  <a:pt x="53911" y="0"/>
                </a:lnTo>
                <a:lnTo>
                  <a:pt x="48945" y="0"/>
                </a:lnTo>
                <a:lnTo>
                  <a:pt x="27381" y="18249"/>
                </a:lnTo>
                <a:lnTo>
                  <a:pt x="22402" y="23228"/>
                </a:lnTo>
                <a:lnTo>
                  <a:pt x="18249" y="25717"/>
                </a:lnTo>
                <a:lnTo>
                  <a:pt x="16586" y="26543"/>
                </a:lnTo>
                <a:lnTo>
                  <a:pt x="11620" y="26543"/>
                </a:lnTo>
                <a:lnTo>
                  <a:pt x="9956" y="25717"/>
                </a:lnTo>
                <a:lnTo>
                  <a:pt x="7467" y="24892"/>
                </a:lnTo>
                <a:lnTo>
                  <a:pt x="5816" y="24053"/>
                </a:lnTo>
                <a:lnTo>
                  <a:pt x="4152" y="22390"/>
                </a:lnTo>
                <a:lnTo>
                  <a:pt x="2489" y="20739"/>
                </a:lnTo>
                <a:lnTo>
                  <a:pt x="1663" y="19075"/>
                </a:lnTo>
                <a:lnTo>
                  <a:pt x="838" y="17424"/>
                </a:lnTo>
                <a:lnTo>
                  <a:pt x="0" y="14935"/>
                </a:lnTo>
                <a:lnTo>
                  <a:pt x="0" y="11620"/>
                </a:lnTo>
                <a:lnTo>
                  <a:pt x="838" y="9118"/>
                </a:lnTo>
                <a:lnTo>
                  <a:pt x="1663" y="7467"/>
                </a:lnTo>
                <a:lnTo>
                  <a:pt x="2489" y="5803"/>
                </a:lnTo>
                <a:lnTo>
                  <a:pt x="4152" y="4152"/>
                </a:lnTo>
                <a:lnTo>
                  <a:pt x="5816" y="2489"/>
                </a:lnTo>
                <a:lnTo>
                  <a:pt x="7467" y="1663"/>
                </a:lnTo>
                <a:lnTo>
                  <a:pt x="9956" y="825"/>
                </a:lnTo>
                <a:lnTo>
                  <a:pt x="11620" y="0"/>
                </a:lnTo>
                <a:lnTo>
                  <a:pt x="16586" y="0"/>
                </a:lnTo>
                <a:lnTo>
                  <a:pt x="18249" y="825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7" name="object 537"/>
          <p:cNvSpPr/>
          <p:nvPr/>
        </p:nvSpPr>
        <p:spPr>
          <a:xfrm>
            <a:off x="7543215" y="3642017"/>
            <a:ext cx="32384" cy="0"/>
          </a:xfrm>
          <a:custGeom>
            <a:avLst/>
            <a:gdLst/>
            <a:ahLst/>
            <a:cxnLst/>
            <a:rect l="l" t="t" r="r" b="b"/>
            <a:pathLst>
              <a:path w="32384" h="0">
                <a:moveTo>
                  <a:pt x="32334" y="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8" name="object 538"/>
          <p:cNvSpPr/>
          <p:nvPr/>
        </p:nvSpPr>
        <p:spPr>
          <a:xfrm>
            <a:off x="7528279" y="3567372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59" h="149860">
                <a:moveTo>
                  <a:pt x="149289" y="149294"/>
                </a:moveTo>
                <a:lnTo>
                  <a:pt x="149289" y="0"/>
                </a:lnTo>
                <a:lnTo>
                  <a:pt x="0" y="0"/>
                </a:lnTo>
                <a:lnTo>
                  <a:pt x="0" y="149294"/>
                </a:lnTo>
                <a:lnTo>
                  <a:pt x="149289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9" name="object 539"/>
          <p:cNvSpPr/>
          <p:nvPr/>
        </p:nvSpPr>
        <p:spPr>
          <a:xfrm>
            <a:off x="7826864" y="3567372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59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0" name="object 540"/>
          <p:cNvSpPr txBox="1"/>
          <p:nvPr/>
        </p:nvSpPr>
        <p:spPr>
          <a:xfrm>
            <a:off x="7857299" y="3564496"/>
            <a:ext cx="87630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7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43" name="object 543"/>
          <p:cNvSpPr/>
          <p:nvPr/>
        </p:nvSpPr>
        <p:spPr>
          <a:xfrm>
            <a:off x="7593800" y="1986508"/>
            <a:ext cx="66040" cy="26670"/>
          </a:xfrm>
          <a:custGeom>
            <a:avLst/>
            <a:gdLst/>
            <a:ahLst/>
            <a:cxnLst/>
            <a:rect l="l" t="t" r="r" b="b"/>
            <a:pathLst>
              <a:path w="66040" h="26669">
                <a:moveTo>
                  <a:pt x="18249" y="838"/>
                </a:moveTo>
                <a:lnTo>
                  <a:pt x="22402" y="3314"/>
                </a:lnTo>
                <a:lnTo>
                  <a:pt x="27381" y="8293"/>
                </a:lnTo>
                <a:lnTo>
                  <a:pt x="32346" y="13271"/>
                </a:lnTo>
                <a:lnTo>
                  <a:pt x="37325" y="18249"/>
                </a:lnTo>
                <a:lnTo>
                  <a:pt x="42303" y="23228"/>
                </a:lnTo>
                <a:lnTo>
                  <a:pt x="46456" y="25717"/>
                </a:lnTo>
                <a:lnTo>
                  <a:pt x="48945" y="26543"/>
                </a:lnTo>
                <a:lnTo>
                  <a:pt x="53911" y="26543"/>
                </a:lnTo>
                <a:lnTo>
                  <a:pt x="57226" y="25717"/>
                </a:lnTo>
                <a:lnTo>
                  <a:pt x="58889" y="24053"/>
                </a:lnTo>
                <a:lnTo>
                  <a:pt x="61379" y="22402"/>
                </a:lnTo>
                <a:lnTo>
                  <a:pt x="63042" y="19913"/>
                </a:lnTo>
                <a:lnTo>
                  <a:pt x="63868" y="18249"/>
                </a:lnTo>
                <a:lnTo>
                  <a:pt x="64693" y="15760"/>
                </a:lnTo>
                <a:lnTo>
                  <a:pt x="65519" y="13271"/>
                </a:lnTo>
                <a:lnTo>
                  <a:pt x="64693" y="10782"/>
                </a:lnTo>
                <a:lnTo>
                  <a:pt x="63868" y="8293"/>
                </a:lnTo>
                <a:lnTo>
                  <a:pt x="63042" y="6642"/>
                </a:lnTo>
                <a:lnTo>
                  <a:pt x="61379" y="4152"/>
                </a:lnTo>
                <a:lnTo>
                  <a:pt x="58889" y="2489"/>
                </a:lnTo>
                <a:lnTo>
                  <a:pt x="57226" y="838"/>
                </a:lnTo>
                <a:lnTo>
                  <a:pt x="53911" y="0"/>
                </a:lnTo>
                <a:lnTo>
                  <a:pt x="48945" y="0"/>
                </a:lnTo>
                <a:lnTo>
                  <a:pt x="46456" y="838"/>
                </a:lnTo>
                <a:lnTo>
                  <a:pt x="42303" y="3314"/>
                </a:lnTo>
                <a:lnTo>
                  <a:pt x="37325" y="8293"/>
                </a:lnTo>
                <a:lnTo>
                  <a:pt x="32346" y="13271"/>
                </a:lnTo>
                <a:lnTo>
                  <a:pt x="27381" y="18249"/>
                </a:lnTo>
                <a:lnTo>
                  <a:pt x="22402" y="23228"/>
                </a:lnTo>
                <a:lnTo>
                  <a:pt x="18249" y="25717"/>
                </a:lnTo>
                <a:lnTo>
                  <a:pt x="16586" y="26543"/>
                </a:lnTo>
                <a:lnTo>
                  <a:pt x="11620" y="26543"/>
                </a:lnTo>
                <a:lnTo>
                  <a:pt x="9956" y="25717"/>
                </a:lnTo>
                <a:lnTo>
                  <a:pt x="7467" y="24879"/>
                </a:lnTo>
                <a:lnTo>
                  <a:pt x="5816" y="24053"/>
                </a:lnTo>
                <a:lnTo>
                  <a:pt x="4152" y="22402"/>
                </a:lnTo>
                <a:lnTo>
                  <a:pt x="2489" y="20739"/>
                </a:lnTo>
                <a:lnTo>
                  <a:pt x="1663" y="19075"/>
                </a:lnTo>
                <a:lnTo>
                  <a:pt x="838" y="17424"/>
                </a:lnTo>
                <a:lnTo>
                  <a:pt x="0" y="14935"/>
                </a:lnTo>
                <a:lnTo>
                  <a:pt x="0" y="11607"/>
                </a:lnTo>
                <a:lnTo>
                  <a:pt x="838" y="9131"/>
                </a:lnTo>
                <a:lnTo>
                  <a:pt x="1663" y="7467"/>
                </a:lnTo>
                <a:lnTo>
                  <a:pt x="2489" y="5803"/>
                </a:lnTo>
                <a:lnTo>
                  <a:pt x="4152" y="4152"/>
                </a:lnTo>
                <a:lnTo>
                  <a:pt x="5816" y="2489"/>
                </a:lnTo>
                <a:lnTo>
                  <a:pt x="7467" y="1663"/>
                </a:lnTo>
                <a:lnTo>
                  <a:pt x="9956" y="838"/>
                </a:lnTo>
                <a:lnTo>
                  <a:pt x="11620" y="0"/>
                </a:lnTo>
                <a:lnTo>
                  <a:pt x="16586" y="0"/>
                </a:lnTo>
                <a:lnTo>
                  <a:pt x="18249" y="838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4" name="object 544"/>
          <p:cNvSpPr/>
          <p:nvPr/>
        </p:nvSpPr>
        <p:spPr>
          <a:xfrm>
            <a:off x="7543215" y="1999780"/>
            <a:ext cx="32384" cy="0"/>
          </a:xfrm>
          <a:custGeom>
            <a:avLst/>
            <a:gdLst/>
            <a:ahLst/>
            <a:cxnLst/>
            <a:rect l="l" t="t" r="r" b="b"/>
            <a:pathLst>
              <a:path w="32384" h="0">
                <a:moveTo>
                  <a:pt x="32334" y="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5" name="object 545"/>
          <p:cNvSpPr/>
          <p:nvPr/>
        </p:nvSpPr>
        <p:spPr>
          <a:xfrm>
            <a:off x="7528279" y="1925135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59" h="149860">
                <a:moveTo>
                  <a:pt x="149289" y="149294"/>
                </a:moveTo>
                <a:lnTo>
                  <a:pt x="149289" y="0"/>
                </a:lnTo>
                <a:lnTo>
                  <a:pt x="0" y="0"/>
                </a:lnTo>
                <a:lnTo>
                  <a:pt x="0" y="149294"/>
                </a:lnTo>
                <a:lnTo>
                  <a:pt x="149289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6" name="object 546"/>
          <p:cNvSpPr/>
          <p:nvPr/>
        </p:nvSpPr>
        <p:spPr>
          <a:xfrm>
            <a:off x="7889900" y="1986508"/>
            <a:ext cx="66040" cy="26670"/>
          </a:xfrm>
          <a:custGeom>
            <a:avLst/>
            <a:gdLst/>
            <a:ahLst/>
            <a:cxnLst/>
            <a:rect l="l" t="t" r="r" b="b"/>
            <a:pathLst>
              <a:path w="66040" h="26669">
                <a:moveTo>
                  <a:pt x="18249" y="838"/>
                </a:moveTo>
                <a:lnTo>
                  <a:pt x="22402" y="3314"/>
                </a:lnTo>
                <a:lnTo>
                  <a:pt x="27368" y="8293"/>
                </a:lnTo>
                <a:lnTo>
                  <a:pt x="32346" y="13271"/>
                </a:lnTo>
                <a:lnTo>
                  <a:pt x="37325" y="18249"/>
                </a:lnTo>
                <a:lnTo>
                  <a:pt x="42303" y="23228"/>
                </a:lnTo>
                <a:lnTo>
                  <a:pt x="46443" y="25717"/>
                </a:lnTo>
                <a:lnTo>
                  <a:pt x="48933" y="26543"/>
                </a:lnTo>
                <a:lnTo>
                  <a:pt x="53911" y="26543"/>
                </a:lnTo>
                <a:lnTo>
                  <a:pt x="57238" y="25717"/>
                </a:lnTo>
                <a:lnTo>
                  <a:pt x="58889" y="24053"/>
                </a:lnTo>
                <a:lnTo>
                  <a:pt x="61379" y="22402"/>
                </a:lnTo>
                <a:lnTo>
                  <a:pt x="63042" y="19913"/>
                </a:lnTo>
                <a:lnTo>
                  <a:pt x="63868" y="18249"/>
                </a:lnTo>
                <a:lnTo>
                  <a:pt x="64693" y="15760"/>
                </a:lnTo>
                <a:lnTo>
                  <a:pt x="65532" y="13271"/>
                </a:lnTo>
                <a:lnTo>
                  <a:pt x="64693" y="10782"/>
                </a:lnTo>
                <a:lnTo>
                  <a:pt x="63868" y="8293"/>
                </a:lnTo>
                <a:lnTo>
                  <a:pt x="63042" y="6642"/>
                </a:lnTo>
                <a:lnTo>
                  <a:pt x="61379" y="4152"/>
                </a:lnTo>
                <a:lnTo>
                  <a:pt x="58889" y="2489"/>
                </a:lnTo>
                <a:lnTo>
                  <a:pt x="57238" y="838"/>
                </a:lnTo>
                <a:lnTo>
                  <a:pt x="53911" y="0"/>
                </a:lnTo>
                <a:lnTo>
                  <a:pt x="48933" y="0"/>
                </a:lnTo>
                <a:lnTo>
                  <a:pt x="46443" y="838"/>
                </a:lnTo>
                <a:lnTo>
                  <a:pt x="42303" y="3314"/>
                </a:lnTo>
                <a:lnTo>
                  <a:pt x="37325" y="8293"/>
                </a:lnTo>
                <a:lnTo>
                  <a:pt x="32346" y="13271"/>
                </a:lnTo>
                <a:lnTo>
                  <a:pt x="27368" y="18249"/>
                </a:lnTo>
                <a:lnTo>
                  <a:pt x="22402" y="23228"/>
                </a:lnTo>
                <a:lnTo>
                  <a:pt x="18249" y="25717"/>
                </a:lnTo>
                <a:lnTo>
                  <a:pt x="16586" y="26543"/>
                </a:lnTo>
                <a:lnTo>
                  <a:pt x="11607" y="26543"/>
                </a:lnTo>
                <a:lnTo>
                  <a:pt x="9956" y="25717"/>
                </a:lnTo>
                <a:lnTo>
                  <a:pt x="7467" y="24879"/>
                </a:lnTo>
                <a:lnTo>
                  <a:pt x="5803" y="24053"/>
                </a:lnTo>
                <a:lnTo>
                  <a:pt x="4152" y="22402"/>
                </a:lnTo>
                <a:lnTo>
                  <a:pt x="2489" y="20739"/>
                </a:lnTo>
                <a:lnTo>
                  <a:pt x="1663" y="19075"/>
                </a:lnTo>
                <a:lnTo>
                  <a:pt x="838" y="17424"/>
                </a:lnTo>
                <a:lnTo>
                  <a:pt x="0" y="14935"/>
                </a:lnTo>
                <a:lnTo>
                  <a:pt x="0" y="11607"/>
                </a:lnTo>
                <a:lnTo>
                  <a:pt x="838" y="9131"/>
                </a:lnTo>
                <a:lnTo>
                  <a:pt x="1663" y="7467"/>
                </a:lnTo>
                <a:lnTo>
                  <a:pt x="2489" y="5803"/>
                </a:lnTo>
                <a:lnTo>
                  <a:pt x="4152" y="4152"/>
                </a:lnTo>
                <a:lnTo>
                  <a:pt x="5803" y="2489"/>
                </a:lnTo>
                <a:lnTo>
                  <a:pt x="7467" y="1663"/>
                </a:lnTo>
                <a:lnTo>
                  <a:pt x="9956" y="838"/>
                </a:lnTo>
                <a:lnTo>
                  <a:pt x="11607" y="0"/>
                </a:lnTo>
                <a:lnTo>
                  <a:pt x="16586" y="0"/>
                </a:lnTo>
                <a:lnTo>
                  <a:pt x="18249" y="838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7" name="object 547"/>
          <p:cNvSpPr/>
          <p:nvPr/>
        </p:nvSpPr>
        <p:spPr>
          <a:xfrm>
            <a:off x="7839303" y="1999780"/>
            <a:ext cx="32384" cy="0"/>
          </a:xfrm>
          <a:custGeom>
            <a:avLst/>
            <a:gdLst/>
            <a:ahLst/>
            <a:cxnLst/>
            <a:rect l="l" t="t" r="r" b="b"/>
            <a:pathLst>
              <a:path w="32384" h="0">
                <a:moveTo>
                  <a:pt x="32359" y="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8" name="object 548"/>
          <p:cNvSpPr/>
          <p:nvPr/>
        </p:nvSpPr>
        <p:spPr>
          <a:xfrm>
            <a:off x="7854238" y="1984857"/>
            <a:ext cx="0" cy="32384"/>
          </a:xfrm>
          <a:custGeom>
            <a:avLst/>
            <a:gdLst/>
            <a:ahLst/>
            <a:cxnLst/>
            <a:rect l="l" t="t" r="r" b="b"/>
            <a:pathLst>
              <a:path w="0" h="32385">
                <a:moveTo>
                  <a:pt x="0" y="0"/>
                </a:moveTo>
                <a:lnTo>
                  <a:pt x="0" y="32346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9" name="object 549"/>
          <p:cNvSpPr/>
          <p:nvPr/>
        </p:nvSpPr>
        <p:spPr>
          <a:xfrm>
            <a:off x="7826864" y="1925135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59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0" name="object 550"/>
          <p:cNvSpPr/>
          <p:nvPr/>
        </p:nvSpPr>
        <p:spPr>
          <a:xfrm>
            <a:off x="7593800" y="2807627"/>
            <a:ext cx="66040" cy="26670"/>
          </a:xfrm>
          <a:custGeom>
            <a:avLst/>
            <a:gdLst/>
            <a:ahLst/>
            <a:cxnLst/>
            <a:rect l="l" t="t" r="r" b="b"/>
            <a:pathLst>
              <a:path w="66040" h="26669">
                <a:moveTo>
                  <a:pt x="18249" y="825"/>
                </a:moveTo>
                <a:lnTo>
                  <a:pt x="22402" y="3314"/>
                </a:lnTo>
                <a:lnTo>
                  <a:pt x="27381" y="8293"/>
                </a:lnTo>
                <a:lnTo>
                  <a:pt x="32346" y="13271"/>
                </a:lnTo>
                <a:lnTo>
                  <a:pt x="37325" y="18249"/>
                </a:lnTo>
                <a:lnTo>
                  <a:pt x="42303" y="23228"/>
                </a:lnTo>
                <a:lnTo>
                  <a:pt x="46456" y="25717"/>
                </a:lnTo>
                <a:lnTo>
                  <a:pt x="48945" y="26543"/>
                </a:lnTo>
                <a:lnTo>
                  <a:pt x="53911" y="26543"/>
                </a:lnTo>
                <a:lnTo>
                  <a:pt x="57226" y="25717"/>
                </a:lnTo>
                <a:lnTo>
                  <a:pt x="58889" y="24053"/>
                </a:lnTo>
                <a:lnTo>
                  <a:pt x="61379" y="22390"/>
                </a:lnTo>
                <a:lnTo>
                  <a:pt x="63042" y="19913"/>
                </a:lnTo>
                <a:lnTo>
                  <a:pt x="63868" y="18249"/>
                </a:lnTo>
                <a:lnTo>
                  <a:pt x="64693" y="15760"/>
                </a:lnTo>
                <a:lnTo>
                  <a:pt x="65519" y="13271"/>
                </a:lnTo>
                <a:lnTo>
                  <a:pt x="64693" y="10782"/>
                </a:lnTo>
                <a:lnTo>
                  <a:pt x="63868" y="8293"/>
                </a:lnTo>
                <a:lnTo>
                  <a:pt x="63042" y="6642"/>
                </a:lnTo>
                <a:lnTo>
                  <a:pt x="61379" y="4152"/>
                </a:lnTo>
                <a:lnTo>
                  <a:pt x="58889" y="2489"/>
                </a:lnTo>
                <a:lnTo>
                  <a:pt x="57226" y="825"/>
                </a:lnTo>
                <a:lnTo>
                  <a:pt x="53911" y="0"/>
                </a:lnTo>
                <a:lnTo>
                  <a:pt x="48945" y="0"/>
                </a:lnTo>
                <a:lnTo>
                  <a:pt x="46456" y="825"/>
                </a:lnTo>
                <a:lnTo>
                  <a:pt x="42303" y="3314"/>
                </a:lnTo>
                <a:lnTo>
                  <a:pt x="37325" y="8293"/>
                </a:lnTo>
                <a:lnTo>
                  <a:pt x="32346" y="13271"/>
                </a:lnTo>
                <a:lnTo>
                  <a:pt x="27381" y="18249"/>
                </a:lnTo>
                <a:lnTo>
                  <a:pt x="22402" y="23228"/>
                </a:lnTo>
                <a:lnTo>
                  <a:pt x="18249" y="25717"/>
                </a:lnTo>
                <a:lnTo>
                  <a:pt x="16586" y="26543"/>
                </a:lnTo>
                <a:lnTo>
                  <a:pt x="11620" y="26543"/>
                </a:lnTo>
                <a:lnTo>
                  <a:pt x="9956" y="25717"/>
                </a:lnTo>
                <a:lnTo>
                  <a:pt x="7467" y="24879"/>
                </a:lnTo>
                <a:lnTo>
                  <a:pt x="5816" y="24053"/>
                </a:lnTo>
                <a:lnTo>
                  <a:pt x="4152" y="22390"/>
                </a:lnTo>
                <a:lnTo>
                  <a:pt x="2489" y="20739"/>
                </a:lnTo>
                <a:lnTo>
                  <a:pt x="1663" y="19075"/>
                </a:lnTo>
                <a:lnTo>
                  <a:pt x="838" y="17424"/>
                </a:lnTo>
                <a:lnTo>
                  <a:pt x="0" y="14935"/>
                </a:lnTo>
                <a:lnTo>
                  <a:pt x="0" y="11620"/>
                </a:lnTo>
                <a:lnTo>
                  <a:pt x="838" y="9118"/>
                </a:lnTo>
                <a:lnTo>
                  <a:pt x="1663" y="7467"/>
                </a:lnTo>
                <a:lnTo>
                  <a:pt x="2489" y="5803"/>
                </a:lnTo>
                <a:lnTo>
                  <a:pt x="4152" y="4152"/>
                </a:lnTo>
                <a:lnTo>
                  <a:pt x="5816" y="2489"/>
                </a:lnTo>
                <a:lnTo>
                  <a:pt x="7467" y="1663"/>
                </a:lnTo>
                <a:lnTo>
                  <a:pt x="9956" y="825"/>
                </a:lnTo>
                <a:lnTo>
                  <a:pt x="11620" y="0"/>
                </a:lnTo>
                <a:lnTo>
                  <a:pt x="16586" y="0"/>
                </a:lnTo>
                <a:lnTo>
                  <a:pt x="18249" y="825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1" name="object 551"/>
          <p:cNvSpPr/>
          <p:nvPr/>
        </p:nvSpPr>
        <p:spPr>
          <a:xfrm>
            <a:off x="7543215" y="2820898"/>
            <a:ext cx="32384" cy="0"/>
          </a:xfrm>
          <a:custGeom>
            <a:avLst/>
            <a:gdLst/>
            <a:ahLst/>
            <a:cxnLst/>
            <a:rect l="l" t="t" r="r" b="b"/>
            <a:pathLst>
              <a:path w="32384" h="0">
                <a:moveTo>
                  <a:pt x="32334" y="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2" name="object 552"/>
          <p:cNvSpPr/>
          <p:nvPr/>
        </p:nvSpPr>
        <p:spPr>
          <a:xfrm>
            <a:off x="7528279" y="2746254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59" h="149860">
                <a:moveTo>
                  <a:pt x="149289" y="149294"/>
                </a:moveTo>
                <a:lnTo>
                  <a:pt x="149289" y="0"/>
                </a:lnTo>
                <a:lnTo>
                  <a:pt x="0" y="0"/>
                </a:lnTo>
                <a:lnTo>
                  <a:pt x="0" y="149294"/>
                </a:lnTo>
                <a:lnTo>
                  <a:pt x="149289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3" name="object 553"/>
          <p:cNvSpPr/>
          <p:nvPr/>
        </p:nvSpPr>
        <p:spPr>
          <a:xfrm>
            <a:off x="7889900" y="2807627"/>
            <a:ext cx="66040" cy="26670"/>
          </a:xfrm>
          <a:custGeom>
            <a:avLst/>
            <a:gdLst/>
            <a:ahLst/>
            <a:cxnLst/>
            <a:rect l="l" t="t" r="r" b="b"/>
            <a:pathLst>
              <a:path w="66040" h="26669">
                <a:moveTo>
                  <a:pt x="18249" y="825"/>
                </a:moveTo>
                <a:lnTo>
                  <a:pt x="22402" y="3314"/>
                </a:lnTo>
                <a:lnTo>
                  <a:pt x="27368" y="8293"/>
                </a:lnTo>
                <a:lnTo>
                  <a:pt x="32346" y="13271"/>
                </a:lnTo>
                <a:lnTo>
                  <a:pt x="37325" y="18249"/>
                </a:lnTo>
                <a:lnTo>
                  <a:pt x="42303" y="23228"/>
                </a:lnTo>
                <a:lnTo>
                  <a:pt x="46443" y="25717"/>
                </a:lnTo>
                <a:lnTo>
                  <a:pt x="48933" y="26543"/>
                </a:lnTo>
                <a:lnTo>
                  <a:pt x="53911" y="26543"/>
                </a:lnTo>
                <a:lnTo>
                  <a:pt x="57238" y="25717"/>
                </a:lnTo>
                <a:lnTo>
                  <a:pt x="58889" y="24053"/>
                </a:lnTo>
                <a:lnTo>
                  <a:pt x="61379" y="22390"/>
                </a:lnTo>
                <a:lnTo>
                  <a:pt x="63042" y="19913"/>
                </a:lnTo>
                <a:lnTo>
                  <a:pt x="63868" y="18249"/>
                </a:lnTo>
                <a:lnTo>
                  <a:pt x="64693" y="15760"/>
                </a:lnTo>
                <a:lnTo>
                  <a:pt x="65532" y="13271"/>
                </a:lnTo>
                <a:lnTo>
                  <a:pt x="64693" y="10782"/>
                </a:lnTo>
                <a:lnTo>
                  <a:pt x="63868" y="8293"/>
                </a:lnTo>
                <a:lnTo>
                  <a:pt x="63042" y="6642"/>
                </a:lnTo>
                <a:lnTo>
                  <a:pt x="61379" y="4152"/>
                </a:lnTo>
                <a:lnTo>
                  <a:pt x="58889" y="2489"/>
                </a:lnTo>
                <a:lnTo>
                  <a:pt x="57238" y="825"/>
                </a:lnTo>
                <a:lnTo>
                  <a:pt x="53911" y="0"/>
                </a:lnTo>
                <a:lnTo>
                  <a:pt x="48933" y="0"/>
                </a:lnTo>
                <a:lnTo>
                  <a:pt x="46443" y="825"/>
                </a:lnTo>
                <a:lnTo>
                  <a:pt x="42303" y="3314"/>
                </a:lnTo>
                <a:lnTo>
                  <a:pt x="37325" y="8293"/>
                </a:lnTo>
                <a:lnTo>
                  <a:pt x="32346" y="13271"/>
                </a:lnTo>
                <a:lnTo>
                  <a:pt x="27368" y="18249"/>
                </a:lnTo>
                <a:lnTo>
                  <a:pt x="22402" y="23228"/>
                </a:lnTo>
                <a:lnTo>
                  <a:pt x="18249" y="25717"/>
                </a:lnTo>
                <a:lnTo>
                  <a:pt x="16586" y="26543"/>
                </a:lnTo>
                <a:lnTo>
                  <a:pt x="11607" y="26543"/>
                </a:lnTo>
                <a:lnTo>
                  <a:pt x="9956" y="25717"/>
                </a:lnTo>
                <a:lnTo>
                  <a:pt x="7467" y="24879"/>
                </a:lnTo>
                <a:lnTo>
                  <a:pt x="5803" y="24053"/>
                </a:lnTo>
                <a:lnTo>
                  <a:pt x="4152" y="22390"/>
                </a:lnTo>
                <a:lnTo>
                  <a:pt x="2489" y="20739"/>
                </a:lnTo>
                <a:lnTo>
                  <a:pt x="1663" y="19075"/>
                </a:lnTo>
                <a:lnTo>
                  <a:pt x="838" y="17424"/>
                </a:lnTo>
                <a:lnTo>
                  <a:pt x="0" y="14935"/>
                </a:lnTo>
                <a:lnTo>
                  <a:pt x="0" y="11620"/>
                </a:lnTo>
                <a:lnTo>
                  <a:pt x="838" y="9118"/>
                </a:lnTo>
                <a:lnTo>
                  <a:pt x="1663" y="7467"/>
                </a:lnTo>
                <a:lnTo>
                  <a:pt x="2489" y="5803"/>
                </a:lnTo>
                <a:lnTo>
                  <a:pt x="4152" y="4152"/>
                </a:lnTo>
                <a:lnTo>
                  <a:pt x="5803" y="2489"/>
                </a:lnTo>
                <a:lnTo>
                  <a:pt x="7467" y="1663"/>
                </a:lnTo>
                <a:lnTo>
                  <a:pt x="9956" y="825"/>
                </a:lnTo>
                <a:lnTo>
                  <a:pt x="11607" y="0"/>
                </a:lnTo>
                <a:lnTo>
                  <a:pt x="16586" y="0"/>
                </a:lnTo>
                <a:lnTo>
                  <a:pt x="18249" y="825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4" name="object 554"/>
          <p:cNvSpPr/>
          <p:nvPr/>
        </p:nvSpPr>
        <p:spPr>
          <a:xfrm>
            <a:off x="7839303" y="2820898"/>
            <a:ext cx="32384" cy="0"/>
          </a:xfrm>
          <a:custGeom>
            <a:avLst/>
            <a:gdLst/>
            <a:ahLst/>
            <a:cxnLst/>
            <a:rect l="l" t="t" r="r" b="b"/>
            <a:pathLst>
              <a:path w="32384" h="0">
                <a:moveTo>
                  <a:pt x="32359" y="0"/>
                </a:moveTo>
                <a:lnTo>
                  <a:pt x="0" y="0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5" name="object 555"/>
          <p:cNvSpPr/>
          <p:nvPr/>
        </p:nvSpPr>
        <p:spPr>
          <a:xfrm>
            <a:off x="7854238" y="2805976"/>
            <a:ext cx="0" cy="32384"/>
          </a:xfrm>
          <a:custGeom>
            <a:avLst/>
            <a:gdLst/>
            <a:ahLst/>
            <a:cxnLst/>
            <a:rect l="l" t="t" r="r" b="b"/>
            <a:pathLst>
              <a:path w="0" h="32385">
                <a:moveTo>
                  <a:pt x="0" y="0"/>
                </a:moveTo>
                <a:lnTo>
                  <a:pt x="0" y="32334"/>
                </a:lnTo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6" name="object 556"/>
          <p:cNvSpPr/>
          <p:nvPr/>
        </p:nvSpPr>
        <p:spPr>
          <a:xfrm>
            <a:off x="7826864" y="2746254"/>
            <a:ext cx="149860" cy="149860"/>
          </a:xfrm>
          <a:custGeom>
            <a:avLst/>
            <a:gdLst/>
            <a:ahLst/>
            <a:cxnLst/>
            <a:rect l="l" t="t" r="r" b="b"/>
            <a:pathLst>
              <a:path w="149859" h="149860">
                <a:moveTo>
                  <a:pt x="149294" y="149294"/>
                </a:moveTo>
                <a:lnTo>
                  <a:pt x="149294" y="0"/>
                </a:lnTo>
                <a:lnTo>
                  <a:pt x="0" y="0"/>
                </a:lnTo>
                <a:lnTo>
                  <a:pt x="0" y="149294"/>
                </a:lnTo>
                <a:lnTo>
                  <a:pt x="149294" y="149294"/>
                </a:lnTo>
                <a:close/>
              </a:path>
            </a:pathLst>
          </a:custGeom>
          <a:ln w="62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7" name="object 557"/>
          <p:cNvSpPr txBox="1"/>
          <p:nvPr/>
        </p:nvSpPr>
        <p:spPr>
          <a:xfrm>
            <a:off x="4268431" y="1729841"/>
            <a:ext cx="233045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área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58" name="object 558"/>
          <p:cNvSpPr txBox="1"/>
          <p:nvPr/>
        </p:nvSpPr>
        <p:spPr>
          <a:xfrm>
            <a:off x="4716315" y="1729841"/>
            <a:ext cx="573405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Linf</a:t>
            </a:r>
            <a:r>
              <a:rPr dirty="0" sz="950" spc="10">
                <a:latin typeface="Times New Roman"/>
                <a:cs typeface="Times New Roman"/>
              </a:rPr>
              <a:t>  </a:t>
            </a:r>
            <a:r>
              <a:rPr dirty="0" sz="950" spc="-5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Lsup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59" name="object 559"/>
          <p:cNvSpPr txBox="1"/>
          <p:nvPr/>
        </p:nvSpPr>
        <p:spPr>
          <a:xfrm>
            <a:off x="2700845" y="1896859"/>
            <a:ext cx="1287780" cy="183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316865" algn="l"/>
              </a:tabLst>
            </a:pPr>
            <a:r>
              <a:rPr dirty="0" baseline="2415" sz="1725" spc="15">
                <a:latin typeface="Times New Roman"/>
                <a:cs typeface="Times New Roman"/>
              </a:rPr>
              <a:t>a)</a:t>
            </a:r>
            <a:r>
              <a:rPr dirty="0" baseline="2415" sz="1725" spc="15">
                <a:latin typeface="Times New Roman"/>
                <a:cs typeface="Times New Roman"/>
              </a:rPr>
              <a:t>	</a:t>
            </a:r>
            <a:r>
              <a:rPr dirty="0" sz="950" spc="10">
                <a:latin typeface="Times New Roman"/>
                <a:cs typeface="Times New Roman"/>
              </a:rPr>
              <a:t>5</a:t>
            </a:r>
            <a:r>
              <a:rPr dirty="0" sz="950" spc="1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3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3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10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4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6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7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4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60" name="object 560"/>
          <p:cNvSpPr txBox="1"/>
          <p:nvPr/>
        </p:nvSpPr>
        <p:spPr>
          <a:xfrm>
            <a:off x="2700845" y="3533292"/>
            <a:ext cx="141605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e)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61" name="object 561"/>
          <p:cNvSpPr txBox="1"/>
          <p:nvPr/>
        </p:nvSpPr>
        <p:spPr>
          <a:xfrm>
            <a:off x="2700845" y="2717977"/>
            <a:ext cx="1344295" cy="2342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R="48260">
              <a:lnSpc>
                <a:spcPct val="100000"/>
              </a:lnSpc>
              <a:tabLst>
                <a:tab pos="304165" algn="l"/>
              </a:tabLst>
            </a:pPr>
            <a:r>
              <a:rPr dirty="0" baseline="2415" sz="1725" spc="15">
                <a:latin typeface="Times New Roman"/>
                <a:cs typeface="Times New Roman"/>
              </a:rPr>
              <a:t>c)</a:t>
            </a:r>
            <a:r>
              <a:rPr dirty="0" baseline="2415" sz="1725" spc="15">
                <a:latin typeface="Times New Roman"/>
                <a:cs typeface="Times New Roman"/>
              </a:rPr>
              <a:t>	</a:t>
            </a:r>
            <a:r>
              <a:rPr dirty="0" sz="950" spc="10">
                <a:latin typeface="Times New Roman"/>
                <a:cs typeface="Times New Roman"/>
              </a:rPr>
              <a:t>5</a:t>
            </a:r>
            <a:r>
              <a:rPr dirty="0" sz="950" spc="1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3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3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10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4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6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7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4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950">
              <a:latin typeface="Times New Roman"/>
              <a:cs typeface="Times New Roman"/>
            </a:endParaRPr>
          </a:p>
          <a:p>
            <a:pPr algn="ctr" marL="298450">
              <a:lnSpc>
                <a:spcPct val="100000"/>
              </a:lnSpc>
              <a:tabLst>
                <a:tab pos="1193800" algn="l"/>
              </a:tabLst>
            </a:pPr>
            <a:r>
              <a:rPr dirty="0" sz="950" spc="10">
                <a:latin typeface="Times New Roman"/>
                <a:cs typeface="Times New Roman"/>
              </a:rPr>
              <a:t>Ei</a:t>
            </a:r>
            <a:r>
              <a:rPr dirty="0" sz="950" spc="10">
                <a:latin typeface="Times New Roman"/>
                <a:cs typeface="Times New Roman"/>
              </a:rPr>
              <a:t>	</a:t>
            </a:r>
            <a:r>
              <a:rPr dirty="0" sz="950" spc="10">
                <a:latin typeface="Times New Roman"/>
                <a:cs typeface="Times New Roman"/>
              </a:rPr>
              <a:t>Es</a:t>
            </a:r>
            <a:endParaRPr sz="950">
              <a:latin typeface="Times New Roman"/>
              <a:cs typeface="Times New Roman"/>
            </a:endParaRPr>
          </a:p>
          <a:p>
            <a:pPr algn="ctr" marL="149225">
              <a:lnSpc>
                <a:spcPct val="100000"/>
              </a:lnSpc>
              <a:spcBef>
                <a:spcPts val="620"/>
              </a:spcBef>
              <a:tabLst>
                <a:tab pos="596900" algn="l"/>
              </a:tabLst>
            </a:pPr>
            <a:r>
              <a:rPr dirty="0" sz="950" spc="10">
                <a:latin typeface="Times New Roman"/>
                <a:cs typeface="Times New Roman"/>
              </a:rPr>
              <a:t>Li</a:t>
            </a:r>
            <a:r>
              <a:rPr dirty="0" sz="950" spc="10">
                <a:latin typeface="Times New Roman"/>
                <a:cs typeface="Times New Roman"/>
              </a:rPr>
              <a:t>	</a:t>
            </a:r>
            <a:r>
              <a:rPr dirty="0" sz="950" spc="10">
                <a:latin typeface="Times New Roman"/>
                <a:cs typeface="Times New Roman"/>
              </a:rPr>
              <a:t>Ls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050">
              <a:latin typeface="Times New Roman"/>
              <a:cs typeface="Times New Roman"/>
            </a:endParaRPr>
          </a:p>
          <a:p>
            <a:pPr algn="ctr" marL="24765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5</a:t>
            </a:r>
            <a:r>
              <a:rPr dirty="0" sz="950" spc="1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3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3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10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4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6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7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7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Times New Roman"/>
              <a:cs typeface="Times New Roman"/>
            </a:endParaRPr>
          </a:p>
          <a:p>
            <a:pPr algn="ctr" marL="149225">
              <a:lnSpc>
                <a:spcPct val="100000"/>
              </a:lnSpc>
              <a:tabLst>
                <a:tab pos="895350" algn="l"/>
              </a:tabLst>
            </a:pPr>
            <a:r>
              <a:rPr dirty="0" sz="950" spc="10">
                <a:latin typeface="Times New Roman"/>
                <a:cs typeface="Times New Roman"/>
              </a:rPr>
              <a:t>Ei</a:t>
            </a:r>
            <a:r>
              <a:rPr dirty="0" sz="950" spc="10">
                <a:latin typeface="Times New Roman"/>
                <a:cs typeface="Times New Roman"/>
              </a:rPr>
              <a:t>	</a:t>
            </a:r>
            <a:r>
              <a:rPr dirty="0" sz="950" spc="10">
                <a:latin typeface="Times New Roman"/>
                <a:cs typeface="Times New Roman"/>
              </a:rPr>
              <a:t>Es</a:t>
            </a:r>
            <a:endParaRPr sz="950">
              <a:latin typeface="Times New Roman"/>
              <a:cs typeface="Times New Roman"/>
            </a:endParaRPr>
          </a:p>
          <a:p>
            <a:pPr algn="ctr" marL="298450">
              <a:lnSpc>
                <a:spcPct val="100000"/>
              </a:lnSpc>
              <a:spcBef>
                <a:spcPts val="620"/>
              </a:spcBef>
              <a:tabLst>
                <a:tab pos="596900" algn="l"/>
              </a:tabLst>
            </a:pPr>
            <a:r>
              <a:rPr dirty="0" sz="950" spc="10">
                <a:latin typeface="Times New Roman"/>
                <a:cs typeface="Times New Roman"/>
              </a:rPr>
              <a:t>Li</a:t>
            </a:r>
            <a:r>
              <a:rPr dirty="0" sz="950" spc="10">
                <a:latin typeface="Times New Roman"/>
                <a:cs typeface="Times New Roman"/>
              </a:rPr>
              <a:t>	</a:t>
            </a:r>
            <a:r>
              <a:rPr dirty="0" sz="950" spc="10">
                <a:latin typeface="Times New Roman"/>
                <a:cs typeface="Times New Roman"/>
              </a:rPr>
              <a:t>Ls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"/>
              </a:spcBef>
            </a:pPr>
            <a:endParaRPr sz="900">
              <a:latin typeface="Times New Roman"/>
              <a:cs typeface="Times New Roman"/>
            </a:endParaRPr>
          </a:p>
          <a:p>
            <a:pPr algn="ctr" marR="48260">
              <a:lnSpc>
                <a:spcPct val="100000"/>
              </a:lnSpc>
              <a:tabLst>
                <a:tab pos="304165" algn="l"/>
              </a:tabLst>
            </a:pPr>
            <a:r>
              <a:rPr dirty="0" baseline="2415" sz="1725" spc="15">
                <a:latin typeface="Times New Roman"/>
                <a:cs typeface="Times New Roman"/>
              </a:rPr>
              <a:t>g)</a:t>
            </a:r>
            <a:r>
              <a:rPr dirty="0" baseline="2415" sz="1725" spc="15">
                <a:latin typeface="Times New Roman"/>
                <a:cs typeface="Times New Roman"/>
              </a:rPr>
              <a:t>	</a:t>
            </a:r>
            <a:r>
              <a:rPr dirty="0" sz="950" spc="10">
                <a:latin typeface="Times New Roman"/>
                <a:cs typeface="Times New Roman"/>
              </a:rPr>
              <a:t>3</a:t>
            </a:r>
            <a:r>
              <a:rPr dirty="0" sz="950" spc="1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3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3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10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4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6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7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7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950">
              <a:latin typeface="Times New Roman"/>
              <a:cs typeface="Times New Roman"/>
            </a:endParaRPr>
          </a:p>
          <a:p>
            <a:pPr algn="ctr" marL="298450">
              <a:lnSpc>
                <a:spcPct val="100000"/>
              </a:lnSpc>
              <a:tabLst>
                <a:tab pos="895350" algn="l"/>
              </a:tabLst>
            </a:pPr>
            <a:r>
              <a:rPr dirty="0" sz="950" spc="10">
                <a:latin typeface="Times New Roman"/>
                <a:cs typeface="Times New Roman"/>
              </a:rPr>
              <a:t>Ei</a:t>
            </a:r>
            <a:r>
              <a:rPr dirty="0" sz="950" spc="10">
                <a:latin typeface="Times New Roman"/>
                <a:cs typeface="Times New Roman"/>
              </a:rPr>
              <a:t>	</a:t>
            </a:r>
            <a:r>
              <a:rPr dirty="0" sz="950" spc="10">
                <a:latin typeface="Times New Roman"/>
                <a:cs typeface="Times New Roman"/>
              </a:rPr>
              <a:t>Es</a:t>
            </a:r>
            <a:endParaRPr sz="950">
              <a:latin typeface="Times New Roman"/>
              <a:cs typeface="Times New Roman"/>
            </a:endParaRPr>
          </a:p>
          <a:p>
            <a:pPr algn="ctr" marL="36830">
              <a:lnSpc>
                <a:spcPct val="100000"/>
              </a:lnSpc>
              <a:spcBef>
                <a:spcPts val="620"/>
              </a:spcBef>
            </a:pPr>
            <a:r>
              <a:rPr dirty="0" sz="950" spc="5">
                <a:latin typeface="Times New Roman"/>
                <a:cs typeface="Times New Roman"/>
              </a:rPr>
              <a:t>i</a:t>
            </a:r>
            <a:r>
              <a:rPr dirty="0" sz="950" spc="5">
                <a:latin typeface="Times New Roman"/>
                <a:cs typeface="Times New Roman"/>
              </a:rPr>
              <a:t>  </a:t>
            </a:r>
            <a:r>
              <a:rPr dirty="0" sz="950" spc="-10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Li</a:t>
            </a:r>
            <a:r>
              <a:rPr dirty="0" sz="950" spc="6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Ls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62" name="object 562"/>
          <p:cNvSpPr txBox="1"/>
          <p:nvPr/>
        </p:nvSpPr>
        <p:spPr>
          <a:xfrm>
            <a:off x="2700845" y="5181333"/>
            <a:ext cx="1287780" cy="183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316865" algn="l"/>
              </a:tabLst>
            </a:pPr>
            <a:r>
              <a:rPr dirty="0" baseline="2415" sz="1725" spc="7">
                <a:latin typeface="Times New Roman"/>
                <a:cs typeface="Times New Roman"/>
              </a:rPr>
              <a:t>i)</a:t>
            </a:r>
            <a:r>
              <a:rPr dirty="0" baseline="2415" sz="1725" spc="7">
                <a:latin typeface="Times New Roman"/>
                <a:cs typeface="Times New Roman"/>
              </a:rPr>
              <a:t>	</a:t>
            </a:r>
            <a:r>
              <a:rPr dirty="0" sz="950" spc="10">
                <a:latin typeface="Times New Roman"/>
                <a:cs typeface="Times New Roman"/>
              </a:rPr>
              <a:t>3</a:t>
            </a:r>
            <a:r>
              <a:rPr dirty="0" sz="950" spc="1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3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10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4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6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7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7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63" name="object 563"/>
          <p:cNvSpPr txBox="1"/>
          <p:nvPr/>
        </p:nvSpPr>
        <p:spPr>
          <a:xfrm>
            <a:off x="2700845" y="5996660"/>
            <a:ext cx="14986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k)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64" name="object 564"/>
          <p:cNvSpPr txBox="1"/>
          <p:nvPr/>
        </p:nvSpPr>
        <p:spPr>
          <a:xfrm>
            <a:off x="2700845" y="6320631"/>
            <a:ext cx="1287780" cy="686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09600">
              <a:lnSpc>
                <a:spcPct val="100000"/>
              </a:lnSpc>
              <a:tabLst>
                <a:tab pos="908050" algn="l"/>
              </a:tabLst>
            </a:pPr>
            <a:r>
              <a:rPr dirty="0" sz="950" spc="10">
                <a:latin typeface="Times New Roman"/>
                <a:cs typeface="Times New Roman"/>
              </a:rPr>
              <a:t>Ei</a:t>
            </a:r>
            <a:r>
              <a:rPr dirty="0" sz="950" spc="10">
                <a:latin typeface="Times New Roman"/>
                <a:cs typeface="Times New Roman"/>
              </a:rPr>
              <a:t>	</a:t>
            </a:r>
            <a:r>
              <a:rPr dirty="0" sz="950" spc="10">
                <a:latin typeface="Times New Roman"/>
                <a:cs typeface="Times New Roman"/>
              </a:rPr>
              <a:t>Es</a:t>
            </a:r>
            <a:endParaRPr sz="950">
              <a:latin typeface="Times New Roman"/>
              <a:cs typeface="Times New Roman"/>
            </a:endParaRPr>
          </a:p>
          <a:p>
            <a:pPr marL="497840">
              <a:lnSpc>
                <a:spcPct val="100000"/>
              </a:lnSpc>
              <a:spcBef>
                <a:spcPts val="620"/>
              </a:spcBef>
              <a:tabLst>
                <a:tab pos="1094740" algn="l"/>
              </a:tabLst>
            </a:pPr>
            <a:r>
              <a:rPr dirty="0" sz="950" spc="5">
                <a:latin typeface="Times New Roman"/>
                <a:cs typeface="Times New Roman"/>
              </a:rPr>
              <a:t>i</a:t>
            </a:r>
            <a:r>
              <a:rPr dirty="0" sz="950" spc="5">
                <a:latin typeface="Times New Roman"/>
                <a:cs typeface="Times New Roman"/>
              </a:rPr>
              <a:t>  </a:t>
            </a:r>
            <a:r>
              <a:rPr dirty="0" sz="950" spc="-10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Ls</a:t>
            </a:r>
            <a:r>
              <a:rPr dirty="0" sz="950" spc="-4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Li</a:t>
            </a:r>
            <a:r>
              <a:rPr dirty="0" sz="950">
                <a:latin typeface="Times New Roman"/>
                <a:cs typeface="Times New Roman"/>
              </a:rPr>
              <a:t>	</a:t>
            </a:r>
            <a:r>
              <a:rPr dirty="0" sz="950" spc="5">
                <a:latin typeface="Times New Roman"/>
                <a:cs typeface="Times New Roman"/>
              </a:rPr>
              <a:t>j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"/>
              </a:spcBef>
            </a:pP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16865" algn="l"/>
              </a:tabLst>
            </a:pPr>
            <a:r>
              <a:rPr dirty="0" baseline="2415" sz="1725" spc="15">
                <a:latin typeface="Times New Roman"/>
                <a:cs typeface="Times New Roman"/>
              </a:rPr>
              <a:t>m)</a:t>
            </a:r>
            <a:r>
              <a:rPr dirty="0" baseline="2415" sz="1725" spc="15">
                <a:latin typeface="Times New Roman"/>
                <a:cs typeface="Times New Roman"/>
              </a:rPr>
              <a:t>	</a:t>
            </a:r>
            <a:r>
              <a:rPr dirty="0" sz="950" spc="10">
                <a:latin typeface="Times New Roman"/>
                <a:cs typeface="Times New Roman"/>
              </a:rPr>
              <a:t>3</a:t>
            </a:r>
            <a:r>
              <a:rPr dirty="0" sz="950" spc="1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3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10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4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6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6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3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10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4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7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65" name="object 565"/>
          <p:cNvSpPr txBox="1"/>
          <p:nvPr/>
        </p:nvSpPr>
        <p:spPr>
          <a:xfrm>
            <a:off x="5462790" y="6320631"/>
            <a:ext cx="1287780" cy="686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09600">
              <a:lnSpc>
                <a:spcPct val="100000"/>
              </a:lnSpc>
              <a:tabLst>
                <a:tab pos="908050" algn="l"/>
              </a:tabLst>
            </a:pPr>
            <a:r>
              <a:rPr dirty="0" sz="950" spc="10">
                <a:latin typeface="Times New Roman"/>
                <a:cs typeface="Times New Roman"/>
              </a:rPr>
              <a:t>Ei</a:t>
            </a:r>
            <a:r>
              <a:rPr dirty="0" sz="950" spc="10">
                <a:latin typeface="Times New Roman"/>
                <a:cs typeface="Times New Roman"/>
              </a:rPr>
              <a:t>	</a:t>
            </a:r>
            <a:r>
              <a:rPr dirty="0" sz="950" spc="10">
                <a:latin typeface="Times New Roman"/>
                <a:cs typeface="Times New Roman"/>
              </a:rPr>
              <a:t>Es</a:t>
            </a:r>
            <a:endParaRPr sz="950">
              <a:latin typeface="Times New Roman"/>
              <a:cs typeface="Times New Roman"/>
            </a:endParaRPr>
          </a:p>
          <a:p>
            <a:pPr marL="497840">
              <a:lnSpc>
                <a:spcPct val="100000"/>
              </a:lnSpc>
              <a:spcBef>
                <a:spcPts val="620"/>
              </a:spcBef>
              <a:tabLst>
                <a:tab pos="1094740" algn="l"/>
              </a:tabLst>
            </a:pPr>
            <a:r>
              <a:rPr dirty="0" sz="950" spc="5">
                <a:latin typeface="Times New Roman"/>
                <a:cs typeface="Times New Roman"/>
              </a:rPr>
              <a:t>i</a:t>
            </a:r>
            <a:r>
              <a:rPr dirty="0" sz="950" spc="5">
                <a:latin typeface="Times New Roman"/>
                <a:cs typeface="Times New Roman"/>
              </a:rPr>
              <a:t>  </a:t>
            </a:r>
            <a:r>
              <a:rPr dirty="0" sz="950" spc="-10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Ls</a:t>
            </a:r>
            <a:r>
              <a:rPr dirty="0" sz="950" spc="-4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Li</a:t>
            </a:r>
            <a:r>
              <a:rPr dirty="0" sz="950">
                <a:latin typeface="Times New Roman"/>
                <a:cs typeface="Times New Roman"/>
              </a:rPr>
              <a:t>	</a:t>
            </a:r>
            <a:r>
              <a:rPr dirty="0" sz="950" spc="5">
                <a:latin typeface="Times New Roman"/>
                <a:cs typeface="Times New Roman"/>
              </a:rPr>
              <a:t>j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"/>
              </a:spcBef>
            </a:pP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16865" algn="l"/>
              </a:tabLst>
            </a:pPr>
            <a:r>
              <a:rPr dirty="0" baseline="2415" sz="1725" spc="15">
                <a:latin typeface="Times New Roman"/>
                <a:cs typeface="Times New Roman"/>
              </a:rPr>
              <a:t>n)</a:t>
            </a:r>
            <a:r>
              <a:rPr dirty="0" baseline="2415" sz="1725" spc="15">
                <a:latin typeface="Times New Roman"/>
                <a:cs typeface="Times New Roman"/>
              </a:rPr>
              <a:t>	</a:t>
            </a:r>
            <a:r>
              <a:rPr dirty="0" sz="950" spc="10">
                <a:latin typeface="Times New Roman"/>
                <a:cs typeface="Times New Roman"/>
              </a:rPr>
              <a:t>3</a:t>
            </a:r>
            <a:r>
              <a:rPr dirty="0" sz="950" spc="1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4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5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6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3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10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4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7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66" name="object 566"/>
          <p:cNvSpPr txBox="1"/>
          <p:nvPr/>
        </p:nvSpPr>
        <p:spPr>
          <a:xfrm>
            <a:off x="5462790" y="5996660"/>
            <a:ext cx="116839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5">
                <a:latin typeface="Times New Roman"/>
                <a:cs typeface="Times New Roman"/>
              </a:rPr>
              <a:t>l)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67" name="object 567"/>
          <p:cNvSpPr txBox="1"/>
          <p:nvPr/>
        </p:nvSpPr>
        <p:spPr>
          <a:xfrm>
            <a:off x="5462790" y="5181333"/>
            <a:ext cx="1287780" cy="183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316865" algn="l"/>
              </a:tabLst>
            </a:pPr>
            <a:r>
              <a:rPr dirty="0" baseline="2415" sz="1725" spc="7">
                <a:latin typeface="Times New Roman"/>
                <a:cs typeface="Times New Roman"/>
              </a:rPr>
              <a:t>j)</a:t>
            </a:r>
            <a:r>
              <a:rPr dirty="0" baseline="2415" sz="1725" spc="7">
                <a:latin typeface="Times New Roman"/>
                <a:cs typeface="Times New Roman"/>
              </a:rPr>
              <a:t>	</a:t>
            </a:r>
            <a:r>
              <a:rPr dirty="0" sz="950" spc="10">
                <a:latin typeface="Times New Roman"/>
                <a:cs typeface="Times New Roman"/>
              </a:rPr>
              <a:t>3</a:t>
            </a:r>
            <a:r>
              <a:rPr dirty="0" sz="950" spc="1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3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10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4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6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7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7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68" name="object 568"/>
          <p:cNvSpPr txBox="1"/>
          <p:nvPr/>
        </p:nvSpPr>
        <p:spPr>
          <a:xfrm>
            <a:off x="5462790" y="4360214"/>
            <a:ext cx="1287780" cy="183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316865" algn="l"/>
              </a:tabLst>
            </a:pPr>
            <a:r>
              <a:rPr dirty="0" baseline="2415" sz="1725" spc="15">
                <a:latin typeface="Times New Roman"/>
                <a:cs typeface="Times New Roman"/>
              </a:rPr>
              <a:t>h)</a:t>
            </a:r>
            <a:r>
              <a:rPr dirty="0" baseline="2415" sz="1725" spc="15">
                <a:latin typeface="Times New Roman"/>
                <a:cs typeface="Times New Roman"/>
              </a:rPr>
              <a:t>	</a:t>
            </a:r>
            <a:r>
              <a:rPr dirty="0" sz="950" spc="10">
                <a:latin typeface="Times New Roman"/>
                <a:cs typeface="Times New Roman"/>
              </a:rPr>
              <a:t>3</a:t>
            </a:r>
            <a:r>
              <a:rPr dirty="0" sz="950" spc="1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3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3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10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4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6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7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7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69" name="object 569"/>
          <p:cNvSpPr txBox="1"/>
          <p:nvPr/>
        </p:nvSpPr>
        <p:spPr>
          <a:xfrm>
            <a:off x="5462790" y="3533305"/>
            <a:ext cx="125095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5">
                <a:latin typeface="Times New Roman"/>
                <a:cs typeface="Times New Roman"/>
              </a:rPr>
              <a:t>f)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70" name="object 570"/>
          <p:cNvSpPr txBox="1"/>
          <p:nvPr/>
        </p:nvSpPr>
        <p:spPr>
          <a:xfrm>
            <a:off x="5462790" y="1896859"/>
            <a:ext cx="1344295" cy="2118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316865" algn="l"/>
              </a:tabLst>
            </a:pPr>
            <a:r>
              <a:rPr dirty="0" baseline="2415" sz="1725" spc="15">
                <a:latin typeface="Times New Roman"/>
                <a:cs typeface="Times New Roman"/>
              </a:rPr>
              <a:t>b)</a:t>
            </a:r>
            <a:r>
              <a:rPr dirty="0" baseline="2415" sz="1725" spc="15">
                <a:latin typeface="Times New Roman"/>
                <a:cs typeface="Times New Roman"/>
              </a:rPr>
              <a:t>	</a:t>
            </a:r>
            <a:r>
              <a:rPr dirty="0" sz="950" spc="10">
                <a:latin typeface="Times New Roman"/>
                <a:cs typeface="Times New Roman"/>
              </a:rPr>
              <a:t>5</a:t>
            </a:r>
            <a:r>
              <a:rPr dirty="0" sz="950" spc="1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3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3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10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4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6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7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4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950">
              <a:latin typeface="Times New Roman"/>
              <a:cs typeface="Times New Roman"/>
            </a:endParaRPr>
          </a:p>
          <a:p>
            <a:pPr marL="311150">
              <a:lnSpc>
                <a:spcPct val="100000"/>
              </a:lnSpc>
              <a:tabLst>
                <a:tab pos="1206500" algn="l"/>
              </a:tabLst>
            </a:pPr>
            <a:r>
              <a:rPr dirty="0" sz="950" spc="10">
                <a:latin typeface="Times New Roman"/>
                <a:cs typeface="Times New Roman"/>
              </a:rPr>
              <a:t>Ei</a:t>
            </a:r>
            <a:r>
              <a:rPr dirty="0" sz="950" spc="10">
                <a:latin typeface="Times New Roman"/>
                <a:cs typeface="Times New Roman"/>
              </a:rPr>
              <a:t>	</a:t>
            </a:r>
            <a:r>
              <a:rPr dirty="0" sz="950" spc="10">
                <a:latin typeface="Times New Roman"/>
                <a:cs typeface="Times New Roman"/>
              </a:rPr>
              <a:t>Es</a:t>
            </a:r>
            <a:endParaRPr sz="950">
              <a:latin typeface="Times New Roman"/>
              <a:cs typeface="Times New Roman"/>
            </a:endParaRPr>
          </a:p>
          <a:p>
            <a:pPr algn="ctr" marL="149225">
              <a:lnSpc>
                <a:spcPct val="100000"/>
              </a:lnSpc>
              <a:spcBef>
                <a:spcPts val="620"/>
              </a:spcBef>
              <a:tabLst>
                <a:tab pos="596900" algn="l"/>
              </a:tabLst>
            </a:pPr>
            <a:r>
              <a:rPr dirty="0" sz="950" spc="10">
                <a:latin typeface="Times New Roman"/>
                <a:cs typeface="Times New Roman"/>
              </a:rPr>
              <a:t>Li</a:t>
            </a:r>
            <a:r>
              <a:rPr dirty="0" sz="950" spc="10">
                <a:latin typeface="Times New Roman"/>
                <a:cs typeface="Times New Roman"/>
              </a:rPr>
              <a:t>	</a:t>
            </a:r>
            <a:r>
              <a:rPr dirty="0" sz="950" spc="10">
                <a:latin typeface="Times New Roman"/>
                <a:cs typeface="Times New Roman"/>
              </a:rPr>
              <a:t>Ls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"/>
              </a:spcBef>
            </a:pP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16865" algn="l"/>
              </a:tabLst>
            </a:pPr>
            <a:r>
              <a:rPr dirty="0" baseline="2415" sz="1725" spc="15">
                <a:latin typeface="Times New Roman"/>
                <a:cs typeface="Times New Roman"/>
              </a:rPr>
              <a:t>d)</a:t>
            </a:r>
            <a:r>
              <a:rPr dirty="0" baseline="2415" sz="1725" spc="15">
                <a:latin typeface="Times New Roman"/>
                <a:cs typeface="Times New Roman"/>
              </a:rPr>
              <a:t>	</a:t>
            </a:r>
            <a:r>
              <a:rPr dirty="0" sz="950" spc="10">
                <a:latin typeface="Times New Roman"/>
                <a:cs typeface="Times New Roman"/>
              </a:rPr>
              <a:t>5</a:t>
            </a:r>
            <a:r>
              <a:rPr dirty="0" sz="950" spc="1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3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3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10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4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6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7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4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950">
              <a:latin typeface="Times New Roman"/>
              <a:cs typeface="Times New Roman"/>
            </a:endParaRPr>
          </a:p>
          <a:p>
            <a:pPr marL="311150">
              <a:lnSpc>
                <a:spcPct val="100000"/>
              </a:lnSpc>
              <a:tabLst>
                <a:tab pos="1206500" algn="l"/>
              </a:tabLst>
            </a:pPr>
            <a:r>
              <a:rPr dirty="0" sz="950" spc="10">
                <a:latin typeface="Times New Roman"/>
                <a:cs typeface="Times New Roman"/>
              </a:rPr>
              <a:t>Ei</a:t>
            </a:r>
            <a:r>
              <a:rPr dirty="0" sz="950" spc="10">
                <a:latin typeface="Times New Roman"/>
                <a:cs typeface="Times New Roman"/>
              </a:rPr>
              <a:t>	</a:t>
            </a:r>
            <a:r>
              <a:rPr dirty="0" sz="950" spc="10">
                <a:latin typeface="Times New Roman"/>
                <a:cs typeface="Times New Roman"/>
              </a:rPr>
              <a:t>Es</a:t>
            </a:r>
            <a:endParaRPr sz="950">
              <a:latin typeface="Times New Roman"/>
              <a:cs typeface="Times New Roman"/>
            </a:endParaRPr>
          </a:p>
          <a:p>
            <a:pPr algn="ctr" marL="298450">
              <a:lnSpc>
                <a:spcPct val="100000"/>
              </a:lnSpc>
              <a:spcBef>
                <a:spcPts val="620"/>
              </a:spcBef>
              <a:tabLst>
                <a:tab pos="596900" algn="l"/>
              </a:tabLst>
            </a:pPr>
            <a:r>
              <a:rPr dirty="0" sz="950" spc="10">
                <a:latin typeface="Times New Roman"/>
                <a:cs typeface="Times New Roman"/>
              </a:rPr>
              <a:t>Li</a:t>
            </a:r>
            <a:r>
              <a:rPr dirty="0" sz="950" spc="10">
                <a:latin typeface="Times New Roman"/>
                <a:cs typeface="Times New Roman"/>
              </a:rPr>
              <a:t>	</a:t>
            </a:r>
            <a:r>
              <a:rPr dirty="0" sz="950" spc="10">
                <a:latin typeface="Times New Roman"/>
                <a:cs typeface="Times New Roman"/>
              </a:rPr>
              <a:t>Ls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050">
              <a:latin typeface="Times New Roman"/>
              <a:cs typeface="Times New Roman"/>
            </a:endParaRPr>
          </a:p>
          <a:p>
            <a:pPr algn="ctr" marL="24765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5</a:t>
            </a:r>
            <a:r>
              <a:rPr dirty="0" sz="950" spc="1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3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3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10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950" spc="-4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6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1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7</a:t>
            </a:r>
            <a:r>
              <a:rPr dirty="0" sz="950">
                <a:latin typeface="Times New Roman"/>
                <a:cs typeface="Times New Roman"/>
              </a:rPr>
              <a:t>  </a:t>
            </a:r>
            <a:r>
              <a:rPr dirty="0" sz="950" spc="-3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7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Times New Roman"/>
              <a:cs typeface="Times New Roman"/>
            </a:endParaRPr>
          </a:p>
          <a:p>
            <a:pPr marL="311150">
              <a:lnSpc>
                <a:spcPct val="100000"/>
              </a:lnSpc>
              <a:tabLst>
                <a:tab pos="1057275" algn="l"/>
              </a:tabLst>
            </a:pPr>
            <a:r>
              <a:rPr dirty="0" sz="950" spc="10">
                <a:latin typeface="Times New Roman"/>
                <a:cs typeface="Times New Roman"/>
              </a:rPr>
              <a:t>Ei</a:t>
            </a:r>
            <a:r>
              <a:rPr dirty="0" sz="950" spc="10">
                <a:latin typeface="Times New Roman"/>
                <a:cs typeface="Times New Roman"/>
              </a:rPr>
              <a:t>	</a:t>
            </a:r>
            <a:r>
              <a:rPr dirty="0" sz="950" spc="10">
                <a:latin typeface="Times New Roman"/>
                <a:cs typeface="Times New Roman"/>
              </a:rPr>
              <a:t>Es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71" name="object 571"/>
          <p:cNvSpPr txBox="1"/>
          <p:nvPr/>
        </p:nvSpPr>
        <p:spPr>
          <a:xfrm>
            <a:off x="7478255" y="1692528"/>
            <a:ext cx="573405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Linf</a:t>
            </a:r>
            <a:r>
              <a:rPr dirty="0" sz="950" spc="10">
                <a:latin typeface="Times New Roman"/>
                <a:cs typeface="Times New Roman"/>
              </a:rPr>
              <a:t>  </a:t>
            </a:r>
            <a:r>
              <a:rPr dirty="0" sz="950" spc="-50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Times New Roman"/>
                <a:cs typeface="Times New Roman"/>
              </a:rPr>
              <a:t>Lsup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72" name="object 572"/>
          <p:cNvSpPr txBox="1"/>
          <p:nvPr/>
        </p:nvSpPr>
        <p:spPr>
          <a:xfrm>
            <a:off x="7030377" y="1692528"/>
            <a:ext cx="233045" cy="158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50" spc="10">
                <a:latin typeface="Times New Roman"/>
                <a:cs typeface="Times New Roman"/>
              </a:rPr>
              <a:t>área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73" name="object 573"/>
          <p:cNvSpPr/>
          <p:nvPr/>
        </p:nvSpPr>
        <p:spPr>
          <a:xfrm>
            <a:off x="2639199" y="1570037"/>
            <a:ext cx="5481955" cy="0"/>
          </a:xfrm>
          <a:custGeom>
            <a:avLst/>
            <a:gdLst/>
            <a:ahLst/>
            <a:cxnLst/>
            <a:rect l="l" t="t" r="r" b="b"/>
            <a:pathLst>
              <a:path w="5481955" h="0">
                <a:moveTo>
                  <a:pt x="0" y="0"/>
                </a:moveTo>
                <a:lnTo>
                  <a:pt x="5481599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4" name="object 574"/>
          <p:cNvSpPr/>
          <p:nvPr/>
        </p:nvSpPr>
        <p:spPr>
          <a:xfrm>
            <a:off x="2643593" y="1569986"/>
            <a:ext cx="0" cy="5762625"/>
          </a:xfrm>
          <a:custGeom>
            <a:avLst/>
            <a:gdLst/>
            <a:ahLst/>
            <a:cxnLst/>
            <a:rect l="l" t="t" r="r" b="b"/>
            <a:pathLst>
              <a:path w="0" h="5762625">
                <a:moveTo>
                  <a:pt x="0" y="57625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5" name="object 575"/>
          <p:cNvSpPr/>
          <p:nvPr/>
        </p:nvSpPr>
        <p:spPr>
          <a:xfrm>
            <a:off x="8116392" y="1569986"/>
            <a:ext cx="0" cy="5762625"/>
          </a:xfrm>
          <a:custGeom>
            <a:avLst/>
            <a:gdLst/>
            <a:ahLst/>
            <a:cxnLst/>
            <a:rect l="l" t="t" r="r" b="b"/>
            <a:pathLst>
              <a:path w="0" h="5762625">
                <a:moveTo>
                  <a:pt x="0" y="57625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6" name="object 576"/>
          <p:cNvSpPr/>
          <p:nvPr/>
        </p:nvSpPr>
        <p:spPr>
          <a:xfrm>
            <a:off x="2639199" y="7332478"/>
            <a:ext cx="5481955" cy="0"/>
          </a:xfrm>
          <a:custGeom>
            <a:avLst/>
            <a:gdLst/>
            <a:ahLst/>
            <a:cxnLst/>
            <a:rect l="l" t="t" r="r" b="b"/>
            <a:pathLst>
              <a:path w="5481955" h="0">
                <a:moveTo>
                  <a:pt x="0" y="0"/>
                </a:moveTo>
                <a:lnTo>
                  <a:pt x="5481599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240" name="object 240"/>
          <p:cNvGraphicFramePr>
            <a:graphicFrameLocks noGrp="1"/>
          </p:cNvGraphicFramePr>
          <p:nvPr/>
        </p:nvGraphicFramePr>
        <p:xfrm>
          <a:off x="4166051" y="1922025"/>
          <a:ext cx="457834" cy="155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291"/>
                <a:gridCol w="149294"/>
                <a:gridCol w="149298"/>
              </a:tblGrid>
              <a:tr h="149294">
                <a:tc>
                  <a:txBody>
                    <a:bodyPr/>
                    <a:lstStyle/>
                    <a:p>
                      <a:pPr/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48" name="object 248"/>
          <p:cNvGraphicFramePr>
            <a:graphicFrameLocks noGrp="1"/>
          </p:cNvGraphicFramePr>
          <p:nvPr/>
        </p:nvGraphicFramePr>
        <p:xfrm>
          <a:off x="4166051" y="6848732"/>
          <a:ext cx="457834" cy="155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291"/>
                <a:gridCol w="149294"/>
                <a:gridCol w="149298"/>
              </a:tblGrid>
              <a:tr h="149294">
                <a:tc>
                  <a:txBody>
                    <a:bodyPr/>
                    <a:lstStyle/>
                    <a:p>
                      <a:pPr marL="40005">
                        <a:lnSpc>
                          <a:spcPts val="1095"/>
                        </a:lnSpc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ts val="1095"/>
                        </a:lnSpc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53" name="object 253"/>
          <p:cNvGraphicFramePr>
            <a:graphicFrameLocks noGrp="1"/>
          </p:cNvGraphicFramePr>
          <p:nvPr/>
        </p:nvGraphicFramePr>
        <p:xfrm>
          <a:off x="4166051" y="6027618"/>
          <a:ext cx="457834" cy="155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291"/>
                <a:gridCol w="149294"/>
                <a:gridCol w="149298"/>
              </a:tblGrid>
              <a:tr h="149294">
                <a:tc>
                  <a:txBody>
                    <a:bodyPr/>
                    <a:lstStyle/>
                    <a:p>
                      <a:pPr marL="40005">
                        <a:lnSpc>
                          <a:spcPts val="1095"/>
                        </a:lnSpc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ts val="1095"/>
                        </a:lnSpc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60" name="object 260"/>
          <p:cNvGraphicFramePr>
            <a:graphicFrameLocks noGrp="1"/>
          </p:cNvGraphicFramePr>
          <p:nvPr/>
        </p:nvGraphicFramePr>
        <p:xfrm>
          <a:off x="4166051" y="5206499"/>
          <a:ext cx="457834" cy="155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291"/>
                <a:gridCol w="149294"/>
                <a:gridCol w="149298"/>
              </a:tblGrid>
              <a:tr h="149294">
                <a:tc>
                  <a:txBody>
                    <a:bodyPr/>
                    <a:lstStyle/>
                    <a:p>
                      <a:pPr marL="40005">
                        <a:lnSpc>
                          <a:spcPts val="1095"/>
                        </a:lnSpc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ts val="1095"/>
                        </a:lnSpc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67" name="object 267"/>
          <p:cNvGraphicFramePr>
            <a:graphicFrameLocks noGrp="1"/>
          </p:cNvGraphicFramePr>
          <p:nvPr/>
        </p:nvGraphicFramePr>
        <p:xfrm>
          <a:off x="4166051" y="4385381"/>
          <a:ext cx="457834" cy="155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291"/>
                <a:gridCol w="149294"/>
                <a:gridCol w="149298"/>
              </a:tblGrid>
              <a:tr h="149294">
                <a:tc>
                  <a:txBody>
                    <a:bodyPr/>
                    <a:lstStyle/>
                    <a:p>
                      <a:pPr marL="40005">
                        <a:lnSpc>
                          <a:spcPts val="1095"/>
                        </a:lnSpc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ts val="1095"/>
                        </a:lnSpc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73" name="object 273"/>
          <p:cNvGraphicFramePr>
            <a:graphicFrameLocks noGrp="1"/>
          </p:cNvGraphicFramePr>
          <p:nvPr/>
        </p:nvGraphicFramePr>
        <p:xfrm>
          <a:off x="4166051" y="3564262"/>
          <a:ext cx="457834" cy="155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291"/>
                <a:gridCol w="149294"/>
                <a:gridCol w="149298"/>
              </a:tblGrid>
              <a:tr h="149294">
                <a:tc>
                  <a:txBody>
                    <a:bodyPr/>
                    <a:lstStyle/>
                    <a:p>
                      <a:pPr marL="40005">
                        <a:lnSpc>
                          <a:spcPts val="1095"/>
                        </a:lnSpc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ts val="1095"/>
                        </a:lnSpc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74" name="object 274"/>
          <p:cNvGraphicFramePr>
            <a:graphicFrameLocks noGrp="1"/>
          </p:cNvGraphicFramePr>
          <p:nvPr/>
        </p:nvGraphicFramePr>
        <p:xfrm>
          <a:off x="4166051" y="2743143"/>
          <a:ext cx="457834" cy="155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291"/>
                <a:gridCol w="149294"/>
                <a:gridCol w="149298"/>
              </a:tblGrid>
              <a:tr h="149294">
                <a:tc>
                  <a:txBody>
                    <a:bodyPr/>
                    <a:lstStyle/>
                    <a:p>
                      <a:pPr marL="40005">
                        <a:lnSpc>
                          <a:spcPts val="1095"/>
                        </a:lnSpc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ts val="1095"/>
                        </a:lnSpc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15" name="object 515"/>
          <p:cNvGraphicFramePr>
            <a:graphicFrameLocks noGrp="1"/>
          </p:cNvGraphicFramePr>
          <p:nvPr/>
        </p:nvGraphicFramePr>
        <p:xfrm>
          <a:off x="6927997" y="6848732"/>
          <a:ext cx="457834" cy="155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291"/>
                <a:gridCol w="149294"/>
                <a:gridCol w="149298"/>
              </a:tblGrid>
              <a:tr h="149294">
                <a:tc>
                  <a:txBody>
                    <a:bodyPr/>
                    <a:lstStyle/>
                    <a:p>
                      <a:pPr/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16" name="object 516"/>
          <p:cNvGraphicFramePr>
            <a:graphicFrameLocks noGrp="1"/>
          </p:cNvGraphicFramePr>
          <p:nvPr/>
        </p:nvGraphicFramePr>
        <p:xfrm>
          <a:off x="6927997" y="6027618"/>
          <a:ext cx="457834" cy="155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291"/>
                <a:gridCol w="149294"/>
                <a:gridCol w="149298"/>
              </a:tblGrid>
              <a:tr h="149294">
                <a:tc>
                  <a:txBody>
                    <a:bodyPr/>
                    <a:lstStyle/>
                    <a:p>
                      <a:pPr marL="40005">
                        <a:lnSpc>
                          <a:spcPts val="1095"/>
                        </a:lnSpc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ts val="1095"/>
                        </a:lnSpc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ts val="1095"/>
                        </a:lnSpc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6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17" name="object 517"/>
          <p:cNvGraphicFramePr>
            <a:graphicFrameLocks noGrp="1"/>
          </p:cNvGraphicFramePr>
          <p:nvPr/>
        </p:nvGraphicFramePr>
        <p:xfrm>
          <a:off x="6927997" y="5206499"/>
          <a:ext cx="457834" cy="155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291"/>
                <a:gridCol w="149294"/>
                <a:gridCol w="149298"/>
              </a:tblGrid>
              <a:tr h="149294">
                <a:tc>
                  <a:txBody>
                    <a:bodyPr/>
                    <a:lstStyle/>
                    <a:p>
                      <a:pPr marL="40005">
                        <a:lnSpc>
                          <a:spcPts val="1095"/>
                        </a:lnSpc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ts val="1095"/>
                        </a:lnSpc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18" name="object 518"/>
          <p:cNvGraphicFramePr>
            <a:graphicFrameLocks noGrp="1"/>
          </p:cNvGraphicFramePr>
          <p:nvPr/>
        </p:nvGraphicFramePr>
        <p:xfrm>
          <a:off x="6927997" y="4385381"/>
          <a:ext cx="457834" cy="155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291"/>
                <a:gridCol w="149294"/>
                <a:gridCol w="149298"/>
              </a:tblGrid>
              <a:tr h="149294">
                <a:tc>
                  <a:txBody>
                    <a:bodyPr/>
                    <a:lstStyle/>
                    <a:p>
                      <a:pPr marL="40005">
                        <a:lnSpc>
                          <a:spcPts val="1095"/>
                        </a:lnSpc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ts val="1095"/>
                        </a:lnSpc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35" name="object 535"/>
          <p:cNvGraphicFramePr>
            <a:graphicFrameLocks noGrp="1"/>
          </p:cNvGraphicFramePr>
          <p:nvPr/>
        </p:nvGraphicFramePr>
        <p:xfrm>
          <a:off x="6927997" y="3564262"/>
          <a:ext cx="457834" cy="155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291"/>
                <a:gridCol w="149294"/>
                <a:gridCol w="149298"/>
              </a:tblGrid>
              <a:tr h="149294">
                <a:tc>
                  <a:txBody>
                    <a:bodyPr/>
                    <a:lstStyle/>
                    <a:p>
                      <a:pPr marL="40005">
                        <a:lnSpc>
                          <a:spcPts val="1095"/>
                        </a:lnSpc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ts val="1095"/>
                        </a:lnSpc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ts val="1095"/>
                        </a:lnSpc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41" name="object 541"/>
          <p:cNvGraphicFramePr>
            <a:graphicFrameLocks noGrp="1"/>
          </p:cNvGraphicFramePr>
          <p:nvPr/>
        </p:nvGraphicFramePr>
        <p:xfrm>
          <a:off x="6927997" y="2743143"/>
          <a:ext cx="457834" cy="155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291"/>
                <a:gridCol w="149294"/>
                <a:gridCol w="149298"/>
              </a:tblGrid>
              <a:tr h="149294">
                <a:tc>
                  <a:txBody>
                    <a:bodyPr/>
                    <a:lstStyle/>
                    <a:p>
                      <a:pPr marL="40005">
                        <a:lnSpc>
                          <a:spcPts val="1095"/>
                        </a:lnSpc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ts val="1095"/>
                        </a:lnSpc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ts val="1095"/>
                        </a:lnSpc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7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42" name="object 542"/>
          <p:cNvGraphicFramePr>
            <a:graphicFrameLocks noGrp="1"/>
          </p:cNvGraphicFramePr>
          <p:nvPr/>
        </p:nvGraphicFramePr>
        <p:xfrm>
          <a:off x="6927997" y="1922025"/>
          <a:ext cx="457834" cy="155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291"/>
                <a:gridCol w="149294"/>
                <a:gridCol w="149298"/>
              </a:tblGrid>
              <a:tr h="149294">
                <a:tc>
                  <a:txBody>
                    <a:bodyPr/>
                    <a:lstStyle/>
                    <a:p>
                      <a:pPr marL="40005">
                        <a:lnSpc>
                          <a:spcPts val="1095"/>
                        </a:lnSpc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220">
                      <a:solidFill>
                        <a:srgbClr val="000000"/>
                      </a:solidFill>
                      <a:prstDash val="solid"/>
                    </a:lnL>
                    <a:lnR w="6220">
                      <a:solidFill>
                        <a:srgbClr val="000000"/>
                      </a:solidFill>
                      <a:prstDash val="solid"/>
                    </a:lnR>
                    <a:lnT w="6220">
                      <a:solidFill>
                        <a:srgbClr val="000000"/>
                      </a:solidFill>
                      <a:prstDash val="solid"/>
                    </a:lnT>
                    <a:lnB w="622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14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8747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554" y="852614"/>
            <a:ext cx="6269355" cy="5626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5875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Exter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50" spc="-30" b="1">
                <a:latin typeface="Arial"/>
                <a:cs typeface="Arial"/>
              </a:rPr>
              <a:t>voi</a:t>
            </a:r>
            <a:r>
              <a:rPr dirty="0" sz="1550" b="1">
                <a:latin typeface="Arial"/>
                <a:cs typeface="Arial"/>
              </a:rPr>
              <a:t>d </a:t>
            </a:r>
            <a:r>
              <a:rPr dirty="0" sz="1550" spc="-120" b="1">
                <a:latin typeface="Arial"/>
                <a:cs typeface="Arial"/>
              </a:rPr>
              <a:t> </a:t>
            </a:r>
            <a:r>
              <a:rPr dirty="0" sz="1550" spc="15">
                <a:latin typeface="Arial"/>
                <a:cs typeface="Arial"/>
              </a:rPr>
              <a:t>QuicksortExtern</a:t>
            </a:r>
            <a:r>
              <a:rPr dirty="0" sz="1550" spc="140">
                <a:latin typeface="Arial"/>
                <a:cs typeface="Arial"/>
              </a:rPr>
              <a:t>o</a:t>
            </a:r>
            <a:r>
              <a:rPr dirty="0" sz="1550" spc="120">
                <a:latin typeface="Arial"/>
                <a:cs typeface="Arial"/>
              </a:rPr>
              <a:t>(</a:t>
            </a:r>
            <a:r>
              <a:rPr dirty="0" sz="1550">
                <a:latin typeface="Arial"/>
                <a:cs typeface="Arial"/>
              </a:rPr>
              <a:t>FI</a:t>
            </a:r>
            <a:r>
              <a:rPr dirty="0" sz="1550" spc="-5">
                <a:latin typeface="Arial"/>
                <a:cs typeface="Arial"/>
              </a:rPr>
              <a:t>L</a:t>
            </a:r>
            <a:r>
              <a:rPr dirty="0" sz="1550">
                <a:latin typeface="Arial"/>
                <a:cs typeface="Arial"/>
              </a:rPr>
              <a:t>E</a:t>
            </a:r>
            <a:r>
              <a:rPr dirty="0" sz="1550" spc="125">
                <a:latin typeface="Arial"/>
                <a:cs typeface="Arial"/>
              </a:rPr>
              <a:t> </a:t>
            </a:r>
            <a:r>
              <a:rPr dirty="0" sz="1550" spc="-375">
                <a:latin typeface="Lucida Sans Unicode"/>
                <a:cs typeface="Lucida Sans Unicode"/>
              </a:rPr>
              <a:t>∗</a:t>
            </a:r>
            <a:r>
              <a:rPr dirty="0" sz="1550" spc="-355">
                <a:latin typeface="Lucida Sans Unicode"/>
                <a:cs typeface="Lucida Sans Unicode"/>
              </a:rPr>
              <a:t>∗</a:t>
            </a:r>
            <a:r>
              <a:rPr dirty="0" sz="1550" spc="25">
                <a:latin typeface="Arial"/>
                <a:cs typeface="Arial"/>
              </a:rPr>
              <a:t>ArqL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-16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FI</a:t>
            </a:r>
            <a:r>
              <a:rPr dirty="0" sz="1550" spc="-5">
                <a:latin typeface="Arial"/>
                <a:cs typeface="Arial"/>
              </a:rPr>
              <a:t>L</a:t>
            </a:r>
            <a:r>
              <a:rPr dirty="0" sz="1550">
                <a:latin typeface="Arial"/>
                <a:cs typeface="Arial"/>
              </a:rPr>
              <a:t>E</a:t>
            </a:r>
            <a:r>
              <a:rPr dirty="0" sz="1550" spc="125">
                <a:latin typeface="Arial"/>
                <a:cs typeface="Arial"/>
              </a:rPr>
              <a:t> </a:t>
            </a:r>
            <a:r>
              <a:rPr dirty="0" sz="1550" spc="-375">
                <a:latin typeface="Lucida Sans Unicode"/>
                <a:cs typeface="Lucida Sans Unicode"/>
              </a:rPr>
              <a:t>∗∗</a:t>
            </a:r>
            <a:r>
              <a:rPr dirty="0" sz="1550">
                <a:latin typeface="Arial"/>
                <a:cs typeface="Arial"/>
              </a:rPr>
              <a:t>ArqEi</a:t>
            </a:r>
            <a:r>
              <a:rPr dirty="0" sz="1550" spc="-21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FI</a:t>
            </a:r>
            <a:r>
              <a:rPr dirty="0" sz="1550" spc="-5">
                <a:latin typeface="Arial"/>
                <a:cs typeface="Arial"/>
              </a:rPr>
              <a:t>L</a:t>
            </a:r>
            <a:r>
              <a:rPr dirty="0" sz="1550">
                <a:latin typeface="Arial"/>
                <a:cs typeface="Arial"/>
              </a:rPr>
              <a:t>E</a:t>
            </a:r>
            <a:r>
              <a:rPr dirty="0" sz="1550" spc="125">
                <a:latin typeface="Arial"/>
                <a:cs typeface="Arial"/>
              </a:rPr>
              <a:t> </a:t>
            </a:r>
            <a:r>
              <a:rPr dirty="0" sz="1550" spc="-375">
                <a:latin typeface="Lucida Sans Unicode"/>
                <a:cs typeface="Lucida Sans Unicode"/>
              </a:rPr>
              <a:t>∗</a:t>
            </a:r>
            <a:r>
              <a:rPr dirty="0" sz="1550" spc="-445">
                <a:latin typeface="Lucida Sans Unicode"/>
                <a:cs typeface="Lucida Sans Unicode"/>
              </a:rPr>
              <a:t>∗</a:t>
            </a:r>
            <a:r>
              <a:rPr dirty="0" sz="1550" spc="-70">
                <a:latin typeface="Arial"/>
                <a:cs typeface="Arial"/>
              </a:rPr>
              <a:t>ArqLE</a:t>
            </a:r>
            <a:r>
              <a:rPr dirty="0" sz="1550" spc="30">
                <a:latin typeface="Arial"/>
                <a:cs typeface="Arial"/>
              </a:rPr>
              <a:t>s</a:t>
            </a:r>
            <a:r>
              <a:rPr dirty="0" sz="1550">
                <a:latin typeface="Arial"/>
                <a:cs typeface="Arial"/>
              </a:rPr>
              <a:t>,</a:t>
            </a:r>
            <a:endParaRPr sz="1550">
              <a:latin typeface="Arial"/>
              <a:cs typeface="Arial"/>
            </a:endParaRPr>
          </a:p>
          <a:p>
            <a:pPr algn="ctr" marR="349250">
              <a:lnSpc>
                <a:spcPct val="100000"/>
              </a:lnSpc>
              <a:spcBef>
                <a:spcPts val="425"/>
              </a:spcBef>
            </a:pPr>
            <a:r>
              <a:rPr dirty="0" sz="1550" spc="95" b="1">
                <a:latin typeface="Arial"/>
                <a:cs typeface="Arial"/>
              </a:rPr>
              <a:t>in</a:t>
            </a:r>
            <a:r>
              <a:rPr dirty="0" sz="1550" b="1">
                <a:latin typeface="Arial"/>
                <a:cs typeface="Arial"/>
              </a:rPr>
              <a:t>t </a:t>
            </a:r>
            <a:r>
              <a:rPr dirty="0" sz="1550" spc="-90" b="1">
                <a:latin typeface="Arial"/>
                <a:cs typeface="Arial"/>
              </a:rPr>
              <a:t> </a:t>
            </a:r>
            <a:r>
              <a:rPr dirty="0" sz="1550" spc="-80">
                <a:latin typeface="Arial"/>
                <a:cs typeface="Arial"/>
              </a:rPr>
              <a:t>Es</a:t>
            </a:r>
            <a:r>
              <a:rPr dirty="0" sz="1550" spc="60">
                <a:latin typeface="Arial"/>
                <a:cs typeface="Arial"/>
              </a:rPr>
              <a:t>q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100">
                <a:latin typeface="Arial"/>
                <a:cs typeface="Arial"/>
              </a:rPr>
              <a:t> </a:t>
            </a:r>
            <a:r>
              <a:rPr dirty="0" sz="1550" spc="95" b="1">
                <a:latin typeface="Arial"/>
                <a:cs typeface="Arial"/>
              </a:rPr>
              <a:t>in</a:t>
            </a:r>
            <a:r>
              <a:rPr dirty="0" sz="1550" b="1">
                <a:latin typeface="Arial"/>
                <a:cs typeface="Arial"/>
              </a:rPr>
              <a:t>t </a:t>
            </a:r>
            <a:r>
              <a:rPr dirty="0" sz="1550" spc="65" b="1">
                <a:latin typeface="Arial"/>
                <a:cs typeface="Arial"/>
              </a:rPr>
              <a:t> </a:t>
            </a:r>
            <a:r>
              <a:rPr dirty="0" sz="1550" spc="70">
                <a:latin typeface="Arial"/>
                <a:cs typeface="Arial"/>
              </a:rPr>
              <a:t>Di</a:t>
            </a:r>
            <a:r>
              <a:rPr dirty="0" sz="1550">
                <a:latin typeface="Arial"/>
                <a:cs typeface="Arial"/>
              </a:rPr>
              <a:t>r</a:t>
            </a:r>
            <a:r>
              <a:rPr dirty="0" sz="1550" spc="-23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)</a:t>
            </a:r>
            <a:endParaRPr sz="1550">
              <a:latin typeface="Arial"/>
              <a:cs typeface="Arial"/>
            </a:endParaRPr>
          </a:p>
          <a:p>
            <a:pPr marL="40640">
              <a:lnSpc>
                <a:spcPct val="100000"/>
              </a:lnSpc>
              <a:spcBef>
                <a:spcPts val="430"/>
              </a:spcBef>
              <a:tabLst>
                <a:tab pos="909955" algn="l"/>
              </a:tabLst>
            </a:pPr>
            <a:r>
              <a:rPr dirty="0" sz="1550">
                <a:latin typeface="Arial"/>
                <a:cs typeface="Arial"/>
              </a:rPr>
              <a:t>{ </a:t>
            </a:r>
            <a:r>
              <a:rPr dirty="0" sz="1550" spc="40">
                <a:latin typeface="Arial"/>
                <a:cs typeface="Arial"/>
              </a:rPr>
              <a:t> </a:t>
            </a:r>
            <a:r>
              <a:rPr dirty="0" sz="1550" spc="95" b="1">
                <a:latin typeface="Arial"/>
                <a:cs typeface="Arial"/>
              </a:rPr>
              <a:t>in</a:t>
            </a:r>
            <a:r>
              <a:rPr dirty="0" sz="1550" b="1">
                <a:latin typeface="Arial"/>
                <a:cs typeface="Arial"/>
              </a:rPr>
              <a:t>t </a:t>
            </a:r>
            <a:r>
              <a:rPr dirty="0" sz="1550" spc="130" b="1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	j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205740">
              <a:lnSpc>
                <a:spcPct val="100000"/>
              </a:lnSpc>
              <a:spcBef>
                <a:spcPts val="425"/>
              </a:spcBef>
              <a:tabLst>
                <a:tab pos="1860550" algn="l"/>
              </a:tabLst>
            </a:pPr>
            <a:r>
              <a:rPr dirty="0" sz="1550" spc="-25">
                <a:latin typeface="Arial"/>
                <a:cs typeface="Arial"/>
              </a:rPr>
              <a:t>TipoAre</a:t>
            </a:r>
            <a:r>
              <a:rPr dirty="0" sz="1550">
                <a:latin typeface="Arial"/>
                <a:cs typeface="Arial"/>
              </a:rPr>
              <a:t>a </a:t>
            </a:r>
            <a:r>
              <a:rPr dirty="0" sz="1550" spc="-175">
                <a:latin typeface="Arial"/>
                <a:cs typeface="Arial"/>
              </a:rPr>
              <a:t> </a:t>
            </a:r>
            <a:r>
              <a:rPr dirty="0" sz="1550" spc="-50">
                <a:latin typeface="Arial"/>
                <a:cs typeface="Arial"/>
              </a:rPr>
              <a:t>Are</a:t>
            </a:r>
            <a:r>
              <a:rPr dirty="0" sz="1550" spc="170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;	</a:t>
            </a:r>
            <a:r>
              <a:rPr dirty="0" sz="1550" spc="95" i="1">
                <a:latin typeface="Arial"/>
                <a:cs typeface="Arial"/>
              </a:rPr>
              <a:t>/</a:t>
            </a:r>
            <a:r>
              <a:rPr dirty="0" sz="1550" spc="-440">
                <a:latin typeface="Lucida Sans Unicode"/>
                <a:cs typeface="Lucida Sans Unicode"/>
              </a:rPr>
              <a:t>∗</a:t>
            </a:r>
            <a:r>
              <a:rPr dirty="0" sz="1550">
                <a:latin typeface="Lucida Sans Unicode"/>
                <a:cs typeface="Lucida Sans Unicode"/>
              </a:rPr>
              <a:t> </a:t>
            </a:r>
            <a:r>
              <a:rPr dirty="0" sz="1550" spc="-170">
                <a:latin typeface="Lucida Sans Unicode"/>
                <a:cs typeface="Lucida Sans Unicode"/>
              </a:rPr>
              <a:t> </a:t>
            </a:r>
            <a:r>
              <a:rPr dirty="0" sz="1550" spc="-50" i="1">
                <a:latin typeface="Arial"/>
                <a:cs typeface="Arial"/>
              </a:rPr>
              <a:t>Are</a:t>
            </a:r>
            <a:r>
              <a:rPr dirty="0" sz="1550" i="1">
                <a:latin typeface="Arial"/>
                <a:cs typeface="Arial"/>
              </a:rPr>
              <a:t>a</a:t>
            </a:r>
            <a:r>
              <a:rPr dirty="0" sz="1550" spc="210" i="1">
                <a:latin typeface="Arial"/>
                <a:cs typeface="Arial"/>
              </a:rPr>
              <a:t> </a:t>
            </a:r>
            <a:r>
              <a:rPr dirty="0" sz="1550" spc="-70" i="1">
                <a:latin typeface="Arial"/>
                <a:cs typeface="Arial"/>
              </a:rPr>
              <a:t>d</a:t>
            </a:r>
            <a:r>
              <a:rPr dirty="0" sz="1550" i="1">
                <a:latin typeface="Arial"/>
                <a:cs typeface="Arial"/>
              </a:rPr>
              <a:t>e</a:t>
            </a:r>
            <a:r>
              <a:rPr dirty="0" sz="1550" spc="165" i="1">
                <a:latin typeface="Arial"/>
                <a:cs typeface="Arial"/>
              </a:rPr>
              <a:t> </a:t>
            </a:r>
            <a:r>
              <a:rPr dirty="0" sz="1550" spc="-95" i="1">
                <a:latin typeface="Arial"/>
                <a:cs typeface="Arial"/>
              </a:rPr>
              <a:t>armazenament</a:t>
            </a:r>
            <a:r>
              <a:rPr dirty="0" sz="1550" i="1">
                <a:latin typeface="Arial"/>
                <a:cs typeface="Arial"/>
              </a:rPr>
              <a:t>o </a:t>
            </a:r>
            <a:r>
              <a:rPr dirty="0" sz="1550" spc="-125" i="1">
                <a:latin typeface="Arial"/>
                <a:cs typeface="Arial"/>
              </a:rPr>
              <a:t> </a:t>
            </a:r>
            <a:r>
              <a:rPr dirty="0" sz="1550" spc="70" i="1">
                <a:latin typeface="Arial"/>
                <a:cs typeface="Arial"/>
              </a:rPr>
              <a:t>intern</a:t>
            </a:r>
            <a:r>
              <a:rPr dirty="0" sz="1550" i="1">
                <a:latin typeface="Arial"/>
                <a:cs typeface="Arial"/>
              </a:rPr>
              <a:t>a</a:t>
            </a:r>
            <a:r>
              <a:rPr dirty="0" sz="1550" spc="-265" i="1">
                <a:latin typeface="Arial"/>
                <a:cs typeface="Arial"/>
              </a:rPr>
              <a:t> </a:t>
            </a:r>
            <a:r>
              <a:rPr dirty="0" sz="1550" spc="-345">
                <a:latin typeface="Lucida Sans Unicode"/>
                <a:cs typeface="Lucida Sans Unicode"/>
              </a:rPr>
              <a:t>∗</a:t>
            </a:r>
            <a:r>
              <a:rPr dirty="0" sz="1550" i="1">
                <a:latin typeface="Arial"/>
                <a:cs typeface="Arial"/>
              </a:rPr>
              <a:t>/</a:t>
            </a:r>
            <a:endParaRPr sz="1550">
              <a:latin typeface="Arial"/>
              <a:cs typeface="Arial"/>
            </a:endParaRPr>
          </a:p>
          <a:p>
            <a:pPr marL="200660" marR="3565525" indent="32384">
              <a:lnSpc>
                <a:spcPct val="123000"/>
              </a:lnSpc>
              <a:tabLst>
                <a:tab pos="504825" algn="l"/>
              </a:tabLst>
            </a:pPr>
            <a:r>
              <a:rPr dirty="0" sz="1550" b="1">
                <a:latin typeface="Arial"/>
                <a:cs typeface="Arial"/>
              </a:rPr>
              <a:t>i</a:t>
            </a:r>
            <a:r>
              <a:rPr dirty="0" sz="1550" spc="-24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f	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170">
                <a:latin typeface="Arial"/>
                <a:cs typeface="Arial"/>
              </a:rPr>
              <a:t> </a:t>
            </a:r>
            <a:r>
              <a:rPr dirty="0" sz="1550" spc="70">
                <a:latin typeface="Arial"/>
                <a:cs typeface="Arial"/>
              </a:rPr>
              <a:t>Di</a:t>
            </a:r>
            <a:r>
              <a:rPr dirty="0" sz="1550">
                <a:latin typeface="Arial"/>
                <a:cs typeface="Arial"/>
              </a:rPr>
              <a:t>r</a:t>
            </a:r>
            <a:r>
              <a:rPr dirty="0" sz="1550" spc="180">
                <a:latin typeface="Arial"/>
                <a:cs typeface="Arial"/>
              </a:rPr>
              <a:t> </a:t>
            </a:r>
            <a:r>
              <a:rPr dirty="0" sz="1550" spc="5">
                <a:latin typeface="Lucida Sans Unicode"/>
                <a:cs typeface="Lucida Sans Unicode"/>
              </a:rPr>
              <a:t>−</a:t>
            </a:r>
            <a:r>
              <a:rPr dirty="0" sz="1550" spc="-90">
                <a:latin typeface="Lucida Sans Unicode"/>
                <a:cs typeface="Lucida Sans Unicode"/>
              </a:rPr>
              <a:t> </a:t>
            </a:r>
            <a:r>
              <a:rPr dirty="0" sz="1550" spc="-100">
                <a:latin typeface="Arial"/>
                <a:cs typeface="Arial"/>
              </a:rPr>
              <a:t>Es</a:t>
            </a:r>
            <a:r>
              <a:rPr dirty="0" sz="1550">
                <a:latin typeface="Arial"/>
                <a:cs typeface="Arial"/>
              </a:rPr>
              <a:t>q </a:t>
            </a:r>
            <a:r>
              <a:rPr dirty="0" sz="1550" spc="-16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&lt; </a:t>
            </a:r>
            <a:r>
              <a:rPr dirty="0" sz="1550" spc="-190">
                <a:latin typeface="Arial"/>
                <a:cs typeface="Arial"/>
              </a:rPr>
              <a:t> </a:t>
            </a:r>
            <a:r>
              <a:rPr dirty="0" sz="1550" spc="120">
                <a:latin typeface="Arial"/>
                <a:cs typeface="Arial"/>
              </a:rPr>
              <a:t>1</a:t>
            </a:r>
            <a:r>
              <a:rPr dirty="0" sz="1550">
                <a:latin typeface="Arial"/>
                <a:cs typeface="Arial"/>
              </a:rPr>
              <a:t>) </a:t>
            </a:r>
            <a:r>
              <a:rPr dirty="0" sz="1550" spc="-175">
                <a:latin typeface="Arial"/>
                <a:cs typeface="Arial"/>
              </a:rPr>
              <a:t> </a:t>
            </a:r>
            <a:r>
              <a:rPr dirty="0" sz="1550" spc="10" b="1">
                <a:latin typeface="Arial"/>
                <a:cs typeface="Arial"/>
              </a:rPr>
              <a:t>retur</a:t>
            </a:r>
            <a:r>
              <a:rPr dirty="0" sz="1550" b="1">
                <a:latin typeface="Arial"/>
                <a:cs typeface="Arial"/>
              </a:rPr>
              <a:t>n</a:t>
            </a:r>
            <a:r>
              <a:rPr dirty="0" sz="1550" spc="-260" b="1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 </a:t>
            </a:r>
            <a:r>
              <a:rPr dirty="0" sz="1550" spc="-70">
                <a:latin typeface="Arial"/>
                <a:cs typeface="Arial"/>
              </a:rPr>
              <a:t>FAVazi</a:t>
            </a:r>
            <a:r>
              <a:rPr dirty="0" sz="1550" spc="-80">
                <a:latin typeface="Arial"/>
                <a:cs typeface="Arial"/>
              </a:rPr>
              <a:t>a</a:t>
            </a:r>
            <a:r>
              <a:rPr dirty="0" sz="1550" spc="-15">
                <a:latin typeface="Arial"/>
                <a:cs typeface="Arial"/>
              </a:rPr>
              <a:t>(</a:t>
            </a:r>
            <a:r>
              <a:rPr dirty="0" sz="1550" spc="-60">
                <a:latin typeface="Arial"/>
                <a:cs typeface="Arial"/>
              </a:rPr>
              <a:t>&amp;</a:t>
            </a:r>
            <a:r>
              <a:rPr dirty="0" sz="1550" spc="-50">
                <a:latin typeface="Arial"/>
                <a:cs typeface="Arial"/>
              </a:rPr>
              <a:t>Are</a:t>
            </a:r>
            <a:r>
              <a:rPr dirty="0" sz="1550" spc="140">
                <a:latin typeface="Arial"/>
                <a:cs typeface="Arial"/>
              </a:rPr>
              <a:t>a</a:t>
            </a:r>
            <a:r>
              <a:rPr dirty="0" sz="1550" spc="190">
                <a:latin typeface="Arial"/>
                <a:cs typeface="Arial"/>
              </a:rPr>
              <a:t>)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  <a:spcBef>
                <a:spcPts val="430"/>
              </a:spcBef>
            </a:pPr>
            <a:r>
              <a:rPr dirty="0" sz="1550" spc="40">
                <a:latin typeface="Arial"/>
                <a:cs typeface="Arial"/>
              </a:rPr>
              <a:t>Partica</a:t>
            </a:r>
            <a:r>
              <a:rPr dirty="0" sz="1550" spc="165">
                <a:latin typeface="Arial"/>
                <a:cs typeface="Arial"/>
              </a:rPr>
              <a:t>o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285">
                <a:latin typeface="Arial"/>
                <a:cs typeface="Arial"/>
              </a:rPr>
              <a:t> </a:t>
            </a:r>
            <a:r>
              <a:rPr dirty="0" sz="1550" spc="25">
                <a:latin typeface="Arial"/>
                <a:cs typeface="Arial"/>
              </a:rPr>
              <a:t>ArqL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-16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ArqEi</a:t>
            </a:r>
            <a:r>
              <a:rPr dirty="0" sz="1550" spc="-21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 spc="-70">
                <a:latin typeface="Arial"/>
                <a:cs typeface="Arial"/>
              </a:rPr>
              <a:t>ArqLE</a:t>
            </a:r>
            <a:r>
              <a:rPr dirty="0" sz="1550" spc="85">
                <a:latin typeface="Arial"/>
                <a:cs typeface="Arial"/>
              </a:rPr>
              <a:t>s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-35">
                <a:latin typeface="Arial"/>
                <a:cs typeface="Arial"/>
              </a:rPr>
              <a:t> </a:t>
            </a:r>
            <a:r>
              <a:rPr dirty="0" sz="1550" spc="-40">
                <a:latin typeface="Arial"/>
                <a:cs typeface="Arial"/>
              </a:rPr>
              <a:t>Are</a:t>
            </a:r>
            <a:r>
              <a:rPr dirty="0" sz="1550" spc="140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-80">
                <a:latin typeface="Arial"/>
                <a:cs typeface="Arial"/>
              </a:rPr>
              <a:t>Es</a:t>
            </a:r>
            <a:r>
              <a:rPr dirty="0" sz="1550" spc="60">
                <a:latin typeface="Arial"/>
                <a:cs typeface="Arial"/>
              </a:rPr>
              <a:t>q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65">
                <a:latin typeface="Arial"/>
                <a:cs typeface="Arial"/>
              </a:rPr>
              <a:t> </a:t>
            </a:r>
            <a:r>
              <a:rPr dirty="0" sz="1550" spc="55">
                <a:latin typeface="Arial"/>
                <a:cs typeface="Arial"/>
              </a:rPr>
              <a:t>Di</a:t>
            </a:r>
            <a:r>
              <a:rPr dirty="0" sz="1550">
                <a:latin typeface="Arial"/>
                <a:cs typeface="Arial"/>
              </a:rPr>
              <a:t>r</a:t>
            </a:r>
            <a:r>
              <a:rPr dirty="0" sz="1550" spc="-22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</a:t>
            </a:r>
            <a:r>
              <a:rPr dirty="0" sz="1550" spc="19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&amp;</a:t>
            </a:r>
            <a:r>
              <a:rPr dirty="0" sz="1550" spc="-20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</a:t>
            </a:r>
            <a:r>
              <a:rPr dirty="0" sz="1550" spc="19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&amp;</a:t>
            </a:r>
            <a:r>
              <a:rPr dirty="0" sz="1550" spc="-13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j</a:t>
            </a:r>
            <a:r>
              <a:rPr dirty="0" sz="1550" spc="-3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)</a:t>
            </a:r>
            <a:r>
              <a:rPr dirty="0" sz="1550" spc="-2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233045">
              <a:lnSpc>
                <a:spcPct val="100000"/>
              </a:lnSpc>
              <a:spcBef>
                <a:spcPts val="425"/>
              </a:spcBef>
              <a:tabLst>
                <a:tab pos="504825" algn="l"/>
              </a:tabLst>
            </a:pPr>
            <a:r>
              <a:rPr dirty="0" sz="1550" b="1">
                <a:latin typeface="Arial"/>
                <a:cs typeface="Arial"/>
              </a:rPr>
              <a:t>i</a:t>
            </a:r>
            <a:r>
              <a:rPr dirty="0" sz="1550" spc="-24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f	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3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 </a:t>
            </a:r>
            <a:r>
              <a:rPr dirty="0" sz="1550" spc="-120">
                <a:latin typeface="Arial"/>
                <a:cs typeface="Arial"/>
              </a:rPr>
              <a:t> </a:t>
            </a:r>
            <a:r>
              <a:rPr dirty="0" sz="1550" spc="5">
                <a:latin typeface="Lucida Sans Unicode"/>
                <a:cs typeface="Lucida Sans Unicode"/>
              </a:rPr>
              <a:t>−</a:t>
            </a:r>
            <a:r>
              <a:rPr dirty="0" sz="1550" spc="-90">
                <a:latin typeface="Lucida Sans Unicode"/>
                <a:cs typeface="Lucida Sans Unicode"/>
              </a:rPr>
              <a:t> </a:t>
            </a:r>
            <a:r>
              <a:rPr dirty="0" sz="1550" spc="-100">
                <a:latin typeface="Arial"/>
                <a:cs typeface="Arial"/>
              </a:rPr>
              <a:t>Es</a:t>
            </a:r>
            <a:r>
              <a:rPr dirty="0" sz="1550">
                <a:latin typeface="Arial"/>
                <a:cs typeface="Arial"/>
              </a:rPr>
              <a:t>q</a:t>
            </a:r>
            <a:r>
              <a:rPr dirty="0" sz="1550" spc="204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&lt; </a:t>
            </a:r>
            <a:r>
              <a:rPr dirty="0" sz="1550" spc="-155">
                <a:latin typeface="Arial"/>
                <a:cs typeface="Arial"/>
              </a:rPr>
              <a:t> </a:t>
            </a:r>
            <a:r>
              <a:rPr dirty="0" sz="1550" spc="70">
                <a:latin typeface="Arial"/>
                <a:cs typeface="Arial"/>
              </a:rPr>
              <a:t>Di</a:t>
            </a:r>
            <a:r>
              <a:rPr dirty="0" sz="1550">
                <a:latin typeface="Arial"/>
                <a:cs typeface="Arial"/>
              </a:rPr>
              <a:t>r</a:t>
            </a:r>
            <a:r>
              <a:rPr dirty="0" sz="1550" spc="180">
                <a:latin typeface="Arial"/>
                <a:cs typeface="Arial"/>
              </a:rPr>
              <a:t> </a:t>
            </a:r>
            <a:r>
              <a:rPr dirty="0" sz="1550" spc="5">
                <a:latin typeface="Lucida Sans Unicode"/>
                <a:cs typeface="Lucida Sans Unicode"/>
              </a:rPr>
              <a:t>−</a:t>
            </a:r>
            <a:r>
              <a:rPr dirty="0" sz="1550" spc="215">
                <a:latin typeface="Lucida Sans Unicode"/>
                <a:cs typeface="Lucida Sans Unicode"/>
              </a:rPr>
              <a:t> </a:t>
            </a:r>
            <a:r>
              <a:rPr dirty="0" sz="1550">
                <a:latin typeface="Arial"/>
                <a:cs typeface="Arial"/>
              </a:rPr>
              <a:t>j</a:t>
            </a:r>
            <a:r>
              <a:rPr dirty="0" sz="1550" spc="-10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)</a:t>
            </a:r>
            <a:endParaRPr sz="1550">
              <a:latin typeface="Arial"/>
              <a:cs typeface="Arial"/>
            </a:endParaRPr>
          </a:p>
          <a:p>
            <a:pPr marL="403860" marR="1351280" indent="-170815">
              <a:lnSpc>
                <a:spcPct val="123100"/>
              </a:lnSpc>
              <a:tabLst>
                <a:tab pos="4179570" algn="l"/>
                <a:tab pos="4670425" algn="l"/>
              </a:tabLst>
            </a:pPr>
            <a:r>
              <a:rPr dirty="0" sz="1550">
                <a:latin typeface="Arial"/>
                <a:cs typeface="Arial"/>
              </a:rPr>
              <a:t>{ </a:t>
            </a:r>
            <a:r>
              <a:rPr dirty="0" sz="1550" spc="45">
                <a:latin typeface="Arial"/>
                <a:cs typeface="Arial"/>
              </a:rPr>
              <a:t> </a:t>
            </a:r>
            <a:r>
              <a:rPr dirty="0" sz="1550" spc="95" i="1">
                <a:latin typeface="Arial"/>
                <a:cs typeface="Arial"/>
              </a:rPr>
              <a:t>/</a:t>
            </a:r>
            <a:r>
              <a:rPr dirty="0" sz="1550" spc="-440">
                <a:latin typeface="Lucida Sans Unicode"/>
                <a:cs typeface="Lucida Sans Unicode"/>
              </a:rPr>
              <a:t>∗</a:t>
            </a:r>
            <a:r>
              <a:rPr dirty="0" sz="1550">
                <a:latin typeface="Lucida Sans Unicode"/>
                <a:cs typeface="Lucida Sans Unicode"/>
              </a:rPr>
              <a:t> </a:t>
            </a:r>
            <a:r>
              <a:rPr dirty="0" sz="1550" spc="-165">
                <a:latin typeface="Lucida Sans Unicode"/>
                <a:cs typeface="Lucida Sans Unicode"/>
              </a:rPr>
              <a:t> </a:t>
            </a:r>
            <a:r>
              <a:rPr dirty="0" sz="1550" spc="-40" i="1">
                <a:latin typeface="Arial"/>
                <a:cs typeface="Arial"/>
              </a:rPr>
              <a:t>orden</a:t>
            </a:r>
            <a:r>
              <a:rPr dirty="0" sz="1550" i="1">
                <a:latin typeface="Arial"/>
                <a:cs typeface="Arial"/>
              </a:rPr>
              <a:t>e </a:t>
            </a:r>
            <a:r>
              <a:rPr dirty="0" sz="1550" spc="-90" i="1">
                <a:latin typeface="Arial"/>
                <a:cs typeface="Arial"/>
              </a:rPr>
              <a:t> </a:t>
            </a:r>
            <a:r>
              <a:rPr dirty="0" sz="1550" spc="50" i="1">
                <a:latin typeface="Arial"/>
                <a:cs typeface="Arial"/>
              </a:rPr>
              <a:t>primeir</a:t>
            </a:r>
            <a:r>
              <a:rPr dirty="0" sz="1550" i="1">
                <a:latin typeface="Arial"/>
                <a:cs typeface="Arial"/>
              </a:rPr>
              <a:t>o </a:t>
            </a:r>
            <a:r>
              <a:rPr dirty="0" sz="1550" spc="-10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o </a:t>
            </a:r>
            <a:r>
              <a:rPr dirty="0" sz="1550" spc="-15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subarquivo </a:t>
            </a:r>
            <a:r>
              <a:rPr dirty="0" sz="1550" spc="-200" i="1">
                <a:latin typeface="Arial"/>
                <a:cs typeface="Arial"/>
              </a:rPr>
              <a:t> </a:t>
            </a:r>
            <a:r>
              <a:rPr dirty="0" sz="1550" spc="-100" i="1">
                <a:latin typeface="Arial"/>
                <a:cs typeface="Arial"/>
              </a:rPr>
              <a:t>meno</a:t>
            </a:r>
            <a:r>
              <a:rPr dirty="0" sz="1550" i="1">
                <a:latin typeface="Arial"/>
                <a:cs typeface="Arial"/>
              </a:rPr>
              <a:t>r </a:t>
            </a:r>
            <a:r>
              <a:rPr dirty="0" sz="1550" spc="-110" i="1">
                <a:latin typeface="Arial"/>
                <a:cs typeface="Arial"/>
              </a:rPr>
              <a:t> </a:t>
            </a:r>
            <a:r>
              <a:rPr dirty="0" sz="1550" spc="-345">
                <a:latin typeface="Lucida Sans Unicode"/>
                <a:cs typeface="Lucida Sans Unicode"/>
              </a:rPr>
              <a:t>∗</a:t>
            </a:r>
            <a:r>
              <a:rPr dirty="0" sz="1550" i="1">
                <a:latin typeface="Arial"/>
                <a:cs typeface="Arial"/>
              </a:rPr>
              <a:t>/ </a:t>
            </a:r>
            <a:r>
              <a:rPr dirty="0" sz="1550" spc="15">
                <a:latin typeface="Arial"/>
                <a:cs typeface="Arial"/>
              </a:rPr>
              <a:t>QuicksortExtern</a:t>
            </a:r>
            <a:r>
              <a:rPr dirty="0" sz="1550" spc="140">
                <a:latin typeface="Arial"/>
                <a:cs typeface="Arial"/>
              </a:rPr>
              <a:t>o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285">
                <a:latin typeface="Arial"/>
                <a:cs typeface="Arial"/>
              </a:rPr>
              <a:t> </a:t>
            </a:r>
            <a:r>
              <a:rPr dirty="0" sz="1550" spc="25">
                <a:latin typeface="Arial"/>
                <a:cs typeface="Arial"/>
              </a:rPr>
              <a:t>ArqL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-16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ArqEi</a:t>
            </a:r>
            <a:r>
              <a:rPr dirty="0" sz="1550" spc="-21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 spc="-70">
                <a:latin typeface="Arial"/>
                <a:cs typeface="Arial"/>
              </a:rPr>
              <a:t>ArqLE</a:t>
            </a:r>
            <a:r>
              <a:rPr dirty="0" sz="1550" spc="85">
                <a:latin typeface="Arial"/>
                <a:cs typeface="Arial"/>
              </a:rPr>
              <a:t>s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-80">
                <a:latin typeface="Arial"/>
                <a:cs typeface="Arial"/>
              </a:rPr>
              <a:t>Es</a:t>
            </a:r>
            <a:r>
              <a:rPr dirty="0" sz="1550" spc="60">
                <a:latin typeface="Arial"/>
                <a:cs typeface="Arial"/>
              </a:rPr>
              <a:t>q</a:t>
            </a:r>
            <a:r>
              <a:rPr dirty="0" sz="1550">
                <a:latin typeface="Arial"/>
                <a:cs typeface="Arial"/>
              </a:rPr>
              <a:t>,	i</a:t>
            </a:r>
            <a:r>
              <a:rPr dirty="0" sz="1550" spc="-3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)</a:t>
            </a:r>
            <a:r>
              <a:rPr dirty="0" sz="1550" spc="-2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r>
              <a:rPr dirty="0" sz="1550">
                <a:latin typeface="Arial"/>
                <a:cs typeface="Arial"/>
              </a:rPr>
              <a:t> </a:t>
            </a:r>
            <a:r>
              <a:rPr dirty="0" sz="1550" spc="15">
                <a:latin typeface="Arial"/>
                <a:cs typeface="Arial"/>
              </a:rPr>
              <a:t>QuicksortExtern</a:t>
            </a:r>
            <a:r>
              <a:rPr dirty="0" sz="1550" spc="140">
                <a:latin typeface="Arial"/>
                <a:cs typeface="Arial"/>
              </a:rPr>
              <a:t>o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285">
                <a:latin typeface="Arial"/>
                <a:cs typeface="Arial"/>
              </a:rPr>
              <a:t> </a:t>
            </a:r>
            <a:r>
              <a:rPr dirty="0" sz="1550" spc="25">
                <a:latin typeface="Arial"/>
                <a:cs typeface="Arial"/>
              </a:rPr>
              <a:t>ArqL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-16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ArqEi</a:t>
            </a:r>
            <a:r>
              <a:rPr dirty="0" sz="1550" spc="-21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 spc="-70">
                <a:latin typeface="Arial"/>
                <a:cs typeface="Arial"/>
              </a:rPr>
              <a:t>ArqLE</a:t>
            </a:r>
            <a:r>
              <a:rPr dirty="0" sz="1550" spc="85">
                <a:latin typeface="Arial"/>
                <a:cs typeface="Arial"/>
              </a:rPr>
              <a:t>s</a:t>
            </a:r>
            <a:r>
              <a:rPr dirty="0" sz="1550">
                <a:latin typeface="Arial"/>
                <a:cs typeface="Arial"/>
              </a:rPr>
              <a:t>,	j</a:t>
            </a:r>
            <a:r>
              <a:rPr dirty="0" sz="1550" spc="6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80">
                <a:latin typeface="Arial"/>
                <a:cs typeface="Arial"/>
              </a:rPr>
              <a:t> </a:t>
            </a:r>
            <a:r>
              <a:rPr dirty="0" sz="1550" spc="70">
                <a:latin typeface="Arial"/>
                <a:cs typeface="Arial"/>
              </a:rPr>
              <a:t>Di</a:t>
            </a:r>
            <a:r>
              <a:rPr dirty="0" sz="1550">
                <a:latin typeface="Arial"/>
                <a:cs typeface="Arial"/>
              </a:rPr>
              <a:t>r</a:t>
            </a:r>
            <a:r>
              <a:rPr dirty="0" sz="1550" spc="-16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)</a:t>
            </a:r>
            <a:r>
              <a:rPr dirty="0" sz="1550" spc="-2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224154">
              <a:lnSpc>
                <a:spcPct val="100000"/>
              </a:lnSpc>
              <a:spcBef>
                <a:spcPts val="425"/>
              </a:spcBef>
            </a:pPr>
            <a:r>
              <a:rPr dirty="0" sz="1550">
                <a:latin typeface="Arial"/>
                <a:cs typeface="Arial"/>
              </a:rPr>
              <a:t>}</a:t>
            </a:r>
            <a:endParaRPr sz="1550">
              <a:latin typeface="Arial"/>
              <a:cs typeface="Arial"/>
            </a:endParaRPr>
          </a:p>
          <a:p>
            <a:pPr marL="209550">
              <a:lnSpc>
                <a:spcPct val="100000"/>
              </a:lnSpc>
              <a:spcBef>
                <a:spcPts val="430"/>
              </a:spcBef>
            </a:pPr>
            <a:r>
              <a:rPr dirty="0" sz="1550" b="1">
                <a:latin typeface="Arial"/>
                <a:cs typeface="Arial"/>
              </a:rPr>
              <a:t>else</a:t>
            </a:r>
            <a:endParaRPr sz="1550">
              <a:latin typeface="Arial"/>
              <a:cs typeface="Arial"/>
            </a:endParaRPr>
          </a:p>
          <a:p>
            <a:pPr marL="403860" marR="1351280" indent="-170815">
              <a:lnSpc>
                <a:spcPct val="123100"/>
              </a:lnSpc>
              <a:tabLst>
                <a:tab pos="4179570" algn="l"/>
                <a:tab pos="4670425" algn="l"/>
              </a:tabLst>
            </a:pPr>
            <a:r>
              <a:rPr dirty="0" sz="1550">
                <a:latin typeface="Arial"/>
                <a:cs typeface="Arial"/>
              </a:rPr>
              <a:t>{ </a:t>
            </a:r>
            <a:r>
              <a:rPr dirty="0" sz="1550" spc="-40">
                <a:latin typeface="Arial"/>
                <a:cs typeface="Arial"/>
              </a:rPr>
              <a:t> </a:t>
            </a:r>
            <a:r>
              <a:rPr dirty="0" sz="1550" spc="15">
                <a:latin typeface="Arial"/>
                <a:cs typeface="Arial"/>
              </a:rPr>
              <a:t>QuicksortExtern</a:t>
            </a:r>
            <a:r>
              <a:rPr dirty="0" sz="1550" spc="140">
                <a:latin typeface="Arial"/>
                <a:cs typeface="Arial"/>
              </a:rPr>
              <a:t>o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285">
                <a:latin typeface="Arial"/>
                <a:cs typeface="Arial"/>
              </a:rPr>
              <a:t> </a:t>
            </a:r>
            <a:r>
              <a:rPr dirty="0" sz="1550" spc="25">
                <a:latin typeface="Arial"/>
                <a:cs typeface="Arial"/>
              </a:rPr>
              <a:t>ArqL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-16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ArqEi</a:t>
            </a:r>
            <a:r>
              <a:rPr dirty="0" sz="1550" spc="-21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 spc="-70">
                <a:latin typeface="Arial"/>
                <a:cs typeface="Arial"/>
              </a:rPr>
              <a:t>ArqLE</a:t>
            </a:r>
            <a:r>
              <a:rPr dirty="0" sz="1550" spc="85">
                <a:latin typeface="Arial"/>
                <a:cs typeface="Arial"/>
              </a:rPr>
              <a:t>s</a:t>
            </a:r>
            <a:r>
              <a:rPr dirty="0" sz="1550">
                <a:latin typeface="Arial"/>
                <a:cs typeface="Arial"/>
              </a:rPr>
              <a:t>,	j</a:t>
            </a:r>
            <a:r>
              <a:rPr dirty="0" sz="1550" spc="6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80">
                <a:latin typeface="Arial"/>
                <a:cs typeface="Arial"/>
              </a:rPr>
              <a:t> </a:t>
            </a:r>
            <a:r>
              <a:rPr dirty="0" sz="1550" spc="70">
                <a:latin typeface="Arial"/>
                <a:cs typeface="Arial"/>
              </a:rPr>
              <a:t>Di</a:t>
            </a:r>
            <a:r>
              <a:rPr dirty="0" sz="1550">
                <a:latin typeface="Arial"/>
                <a:cs typeface="Arial"/>
              </a:rPr>
              <a:t>r</a:t>
            </a:r>
            <a:r>
              <a:rPr dirty="0" sz="1550" spc="-16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)</a:t>
            </a:r>
            <a:r>
              <a:rPr dirty="0" sz="1550" spc="-2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r>
              <a:rPr dirty="0" sz="1550">
                <a:latin typeface="Arial"/>
                <a:cs typeface="Arial"/>
              </a:rPr>
              <a:t> </a:t>
            </a:r>
            <a:r>
              <a:rPr dirty="0" sz="1550" spc="15">
                <a:latin typeface="Arial"/>
                <a:cs typeface="Arial"/>
              </a:rPr>
              <a:t>QuicksortExtern</a:t>
            </a:r>
            <a:r>
              <a:rPr dirty="0" sz="1550" spc="140">
                <a:latin typeface="Arial"/>
                <a:cs typeface="Arial"/>
              </a:rPr>
              <a:t>o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285">
                <a:latin typeface="Arial"/>
                <a:cs typeface="Arial"/>
              </a:rPr>
              <a:t> </a:t>
            </a:r>
            <a:r>
              <a:rPr dirty="0" sz="1550" spc="25">
                <a:latin typeface="Arial"/>
                <a:cs typeface="Arial"/>
              </a:rPr>
              <a:t>ArqL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-16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ArqEi</a:t>
            </a:r>
            <a:r>
              <a:rPr dirty="0" sz="1550" spc="-21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 spc="-70">
                <a:latin typeface="Arial"/>
                <a:cs typeface="Arial"/>
              </a:rPr>
              <a:t>ArqLE</a:t>
            </a:r>
            <a:r>
              <a:rPr dirty="0" sz="1550" spc="85">
                <a:latin typeface="Arial"/>
                <a:cs typeface="Arial"/>
              </a:rPr>
              <a:t>s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-80">
                <a:latin typeface="Arial"/>
                <a:cs typeface="Arial"/>
              </a:rPr>
              <a:t>Es</a:t>
            </a:r>
            <a:r>
              <a:rPr dirty="0" sz="1550" spc="60">
                <a:latin typeface="Arial"/>
                <a:cs typeface="Arial"/>
              </a:rPr>
              <a:t>q</a:t>
            </a:r>
            <a:r>
              <a:rPr dirty="0" sz="1550">
                <a:latin typeface="Arial"/>
                <a:cs typeface="Arial"/>
              </a:rPr>
              <a:t>,	i</a:t>
            </a:r>
            <a:r>
              <a:rPr dirty="0" sz="1550" spc="-3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)</a:t>
            </a:r>
            <a:r>
              <a:rPr dirty="0" sz="1550" spc="-2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224154">
              <a:lnSpc>
                <a:spcPct val="100000"/>
              </a:lnSpc>
              <a:spcBef>
                <a:spcPts val="425"/>
              </a:spcBef>
            </a:pPr>
            <a:r>
              <a:rPr dirty="0" sz="1550">
                <a:latin typeface="Arial"/>
                <a:cs typeface="Arial"/>
              </a:rPr>
              <a:t>}</a:t>
            </a:r>
            <a:endParaRPr sz="1550">
              <a:latin typeface="Arial"/>
              <a:cs typeface="Arial"/>
            </a:endParaRPr>
          </a:p>
          <a:p>
            <a:pPr marL="31750">
              <a:lnSpc>
                <a:spcPct val="100000"/>
              </a:lnSpc>
              <a:spcBef>
                <a:spcPts val="430"/>
              </a:spcBef>
            </a:pPr>
            <a:r>
              <a:rPr dirty="0" sz="1550">
                <a:latin typeface="Arial"/>
                <a:cs typeface="Arial"/>
              </a:rPr>
              <a:t>}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14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681926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Exter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no:</a:t>
            </a:r>
            <a:r>
              <a:rPr dirty="0" sz="2450" spc="17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5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8011" y="1609420"/>
            <a:ext cx="6041390" cy="4067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-20" b="1">
                <a:latin typeface="Arial"/>
                <a:cs typeface="Arial"/>
              </a:rPr>
              <a:t>voi</a:t>
            </a:r>
            <a:r>
              <a:rPr dirty="0" sz="1350" spc="15" b="1">
                <a:latin typeface="Arial"/>
                <a:cs typeface="Arial"/>
              </a:rPr>
              <a:t>d</a:t>
            </a:r>
            <a:r>
              <a:rPr dirty="0" sz="1350" spc="170" b="1">
                <a:latin typeface="Arial"/>
                <a:cs typeface="Arial"/>
              </a:rPr>
              <a:t> </a:t>
            </a:r>
            <a:r>
              <a:rPr dirty="0" sz="1350" spc="-90">
                <a:latin typeface="Arial"/>
                <a:cs typeface="Arial"/>
              </a:rPr>
              <a:t>LeSu</a:t>
            </a:r>
            <a:r>
              <a:rPr dirty="0" sz="1350" spc="15">
                <a:latin typeface="Arial"/>
                <a:cs typeface="Arial"/>
              </a:rPr>
              <a:t>p</a:t>
            </a:r>
            <a:r>
              <a:rPr dirty="0" sz="1350" spc="110">
                <a:latin typeface="Arial"/>
                <a:cs typeface="Arial"/>
              </a:rPr>
              <a:t>(</a:t>
            </a:r>
            <a:r>
              <a:rPr dirty="0" sz="1350" spc="15">
                <a:latin typeface="Arial"/>
                <a:cs typeface="Arial"/>
              </a:rPr>
              <a:t>F</a:t>
            </a:r>
            <a:r>
              <a:rPr dirty="0" sz="1350">
                <a:latin typeface="Arial"/>
                <a:cs typeface="Arial"/>
              </a:rPr>
              <a:t>I</a:t>
            </a:r>
            <a:r>
              <a:rPr dirty="0" sz="1350" spc="15">
                <a:latin typeface="Arial"/>
                <a:cs typeface="Arial"/>
              </a:rPr>
              <a:t>LE</a:t>
            </a:r>
            <a:r>
              <a:rPr dirty="0" sz="1350" spc="95">
                <a:latin typeface="Arial"/>
                <a:cs typeface="Arial"/>
              </a:rPr>
              <a:t> </a:t>
            </a:r>
            <a:r>
              <a:rPr dirty="0" sz="1350" spc="-300">
                <a:latin typeface="Lucida Sans Unicode"/>
                <a:cs typeface="Lucida Sans Unicode"/>
              </a:rPr>
              <a:t>∗</a:t>
            </a:r>
            <a:r>
              <a:rPr dirty="0" sz="1350" spc="-360">
                <a:latin typeface="Lucida Sans Unicode"/>
                <a:cs typeface="Lucida Sans Unicode"/>
              </a:rPr>
              <a:t>∗</a:t>
            </a:r>
            <a:r>
              <a:rPr dirty="0" sz="1350" spc="-45">
                <a:latin typeface="Arial"/>
                <a:cs typeface="Arial"/>
              </a:rPr>
              <a:t>ArqLE</a:t>
            </a:r>
            <a:r>
              <a:rPr dirty="0" sz="1350" spc="35">
                <a:latin typeface="Arial"/>
                <a:cs typeface="Arial"/>
              </a:rPr>
              <a:t>s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TipoRegistr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180">
                <a:latin typeface="Arial"/>
                <a:cs typeface="Arial"/>
              </a:rPr>
              <a:t> </a:t>
            </a:r>
            <a:r>
              <a:rPr dirty="0" sz="1350" spc="-220">
                <a:latin typeface="Lucida Sans Unicode"/>
                <a:cs typeface="Lucida Sans Unicode"/>
              </a:rPr>
              <a:t>∗</a:t>
            </a:r>
            <a:r>
              <a:rPr dirty="0" sz="1350" spc="50">
                <a:latin typeface="Arial"/>
                <a:cs typeface="Arial"/>
              </a:rPr>
              <a:t>UltLid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-13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-145">
                <a:latin typeface="Arial"/>
                <a:cs typeface="Arial"/>
              </a:rPr>
              <a:t> </a:t>
            </a:r>
            <a:r>
              <a:rPr dirty="0" sz="1350" spc="95" b="1">
                <a:latin typeface="Arial"/>
                <a:cs typeface="Arial"/>
              </a:rPr>
              <a:t>in</a:t>
            </a:r>
            <a:r>
              <a:rPr dirty="0" sz="1350" spc="5" b="1">
                <a:latin typeface="Arial"/>
                <a:cs typeface="Arial"/>
              </a:rPr>
              <a:t>t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130" b="1">
                <a:latin typeface="Arial"/>
                <a:cs typeface="Arial"/>
              </a:rPr>
              <a:t> </a:t>
            </a:r>
            <a:r>
              <a:rPr dirty="0" sz="1350" spc="-295">
                <a:latin typeface="Lucida Sans Unicode"/>
                <a:cs typeface="Lucida Sans Unicode"/>
              </a:rPr>
              <a:t>∗</a:t>
            </a:r>
            <a:r>
              <a:rPr dirty="0" sz="1350" spc="-15">
                <a:latin typeface="Arial"/>
                <a:cs typeface="Arial"/>
              </a:rPr>
              <a:t>L</a:t>
            </a:r>
            <a:r>
              <a:rPr dirty="0" sz="1350" spc="100">
                <a:latin typeface="Arial"/>
                <a:cs typeface="Arial"/>
              </a:rPr>
              <a:t>s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-5" b="1">
                <a:latin typeface="Arial"/>
                <a:cs typeface="Arial"/>
              </a:rPr>
              <a:t>shor</a:t>
            </a:r>
            <a:r>
              <a:rPr dirty="0" sz="1350" spc="5" b="1">
                <a:latin typeface="Arial"/>
                <a:cs typeface="Arial"/>
              </a:rPr>
              <a:t>t</a:t>
            </a:r>
            <a:r>
              <a:rPr dirty="0" sz="1350" spc="150" b="1">
                <a:latin typeface="Arial"/>
                <a:cs typeface="Arial"/>
              </a:rPr>
              <a:t> </a:t>
            </a:r>
            <a:r>
              <a:rPr dirty="0" sz="1350" spc="-350">
                <a:latin typeface="Lucida Sans Unicode"/>
                <a:cs typeface="Lucida Sans Unicode"/>
              </a:rPr>
              <a:t>∗</a:t>
            </a:r>
            <a:r>
              <a:rPr dirty="0" sz="1350" spc="-65">
                <a:latin typeface="Arial"/>
                <a:cs typeface="Arial"/>
              </a:rPr>
              <a:t>OndeLe</a:t>
            </a:r>
            <a:r>
              <a:rPr dirty="0" sz="1350" spc="30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192405" marR="607695" indent="-155575">
              <a:lnSpc>
                <a:spcPct val="133700"/>
              </a:lnSpc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 </a:t>
            </a:r>
            <a:r>
              <a:rPr dirty="0" sz="1350" spc="20">
                <a:latin typeface="Arial"/>
                <a:cs typeface="Arial"/>
              </a:rPr>
              <a:t>fsee</a:t>
            </a:r>
            <a:r>
              <a:rPr dirty="0" sz="1350" spc="75">
                <a:latin typeface="Arial"/>
                <a:cs typeface="Arial"/>
              </a:rPr>
              <a:t>k</a:t>
            </a:r>
            <a:r>
              <a:rPr dirty="0" sz="1350" spc="55">
                <a:latin typeface="Arial"/>
                <a:cs typeface="Arial"/>
              </a:rPr>
              <a:t>(</a:t>
            </a:r>
            <a:r>
              <a:rPr dirty="0" sz="1350" spc="-350">
                <a:latin typeface="Lucida Sans Unicode"/>
                <a:cs typeface="Lucida Sans Unicode"/>
              </a:rPr>
              <a:t>∗</a:t>
            </a:r>
            <a:r>
              <a:rPr dirty="0" sz="1350" spc="-45">
                <a:latin typeface="Arial"/>
                <a:cs typeface="Arial"/>
              </a:rPr>
              <a:t>ArqLE</a:t>
            </a:r>
            <a:r>
              <a:rPr dirty="0" sz="1350" spc="40">
                <a:latin typeface="Arial"/>
                <a:cs typeface="Arial"/>
              </a:rPr>
              <a:t>s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7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29">
                <a:latin typeface="Arial"/>
                <a:cs typeface="Arial"/>
              </a:rPr>
              <a:t> </a:t>
            </a:r>
            <a:r>
              <a:rPr dirty="0" sz="1350" spc="-235">
                <a:latin typeface="Lucida Sans Unicode"/>
                <a:cs typeface="Lucida Sans Unicode"/>
              </a:rPr>
              <a:t>∗</a:t>
            </a:r>
            <a:r>
              <a:rPr dirty="0" sz="1350" spc="-20">
                <a:latin typeface="Arial"/>
                <a:cs typeface="Arial"/>
              </a:rPr>
              <a:t>L</a:t>
            </a:r>
            <a:r>
              <a:rPr dirty="0" sz="1350" spc="10">
                <a:latin typeface="Arial"/>
                <a:cs typeface="Arial"/>
              </a:rPr>
              <a:t>s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75">
                <a:latin typeface="Arial"/>
                <a:cs typeface="Arial"/>
              </a:rPr>
              <a:t> </a:t>
            </a:r>
            <a:r>
              <a:rPr dirty="0" sz="1350" spc="60">
                <a:latin typeface="Lucida Sans Unicode"/>
                <a:cs typeface="Lucida Sans Unicode"/>
              </a:rPr>
              <a:t>−</a:t>
            </a:r>
            <a:r>
              <a:rPr dirty="0" sz="1350" spc="110">
                <a:latin typeface="Lucida Sans Unicode"/>
                <a:cs typeface="Lucida Sans Unicode"/>
              </a:rPr>
              <a:t> </a:t>
            </a:r>
            <a:r>
              <a:rPr dirty="0" sz="1350" spc="90">
                <a:latin typeface="Arial"/>
                <a:cs typeface="Arial"/>
              </a:rPr>
              <a:t>1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160">
                <a:latin typeface="Arial"/>
                <a:cs typeface="Arial"/>
              </a:rPr>
              <a:t> </a:t>
            </a:r>
            <a:r>
              <a:rPr dirty="0" sz="1350" spc="-345">
                <a:latin typeface="Lucida Sans Unicode"/>
                <a:cs typeface="Lucida Sans Unicode"/>
              </a:rPr>
              <a:t>∗</a:t>
            </a:r>
            <a:r>
              <a:rPr dirty="0" sz="1350" spc="130">
                <a:latin typeface="Lucida Sans Unicode"/>
                <a:cs typeface="Lucida Sans Unicode"/>
              </a:rPr>
              <a:t> </a:t>
            </a:r>
            <a:r>
              <a:rPr dirty="0" sz="1350" spc="25" b="1">
                <a:latin typeface="Arial"/>
                <a:cs typeface="Arial"/>
              </a:rPr>
              <a:t>sizeo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spc="-25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50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TipoRegistr</a:t>
            </a:r>
            <a:r>
              <a:rPr dirty="0" sz="1350" spc="155">
                <a:latin typeface="Arial"/>
                <a:cs typeface="Arial"/>
              </a:rPr>
              <a:t>o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2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-25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SEE</a:t>
            </a:r>
            <a:r>
              <a:rPr dirty="0" sz="1350" spc="-30">
                <a:latin typeface="Arial"/>
                <a:cs typeface="Arial"/>
              </a:rPr>
              <a:t>K</a:t>
            </a:r>
            <a:r>
              <a:rPr dirty="0" sz="1350" spc="-35">
                <a:latin typeface="Arial"/>
                <a:cs typeface="Arial"/>
              </a:rPr>
              <a:t>_</a:t>
            </a:r>
            <a:r>
              <a:rPr dirty="0" sz="1350" spc="15">
                <a:latin typeface="Arial"/>
                <a:cs typeface="Arial"/>
              </a:rPr>
              <a:t>SET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40">
                <a:latin typeface="Arial"/>
                <a:cs typeface="Arial"/>
              </a:rPr>
              <a:t>f</a:t>
            </a:r>
            <a:r>
              <a:rPr dirty="0" sz="1350" spc="45">
                <a:latin typeface="Arial"/>
                <a:cs typeface="Arial"/>
              </a:rPr>
              <a:t>r</a:t>
            </a:r>
            <a:r>
              <a:rPr dirty="0" sz="1350" spc="50">
                <a:latin typeface="Arial"/>
                <a:cs typeface="Arial"/>
              </a:rPr>
              <a:t>ea</a:t>
            </a:r>
            <a:r>
              <a:rPr dirty="0" sz="1350" spc="155">
                <a:latin typeface="Arial"/>
                <a:cs typeface="Arial"/>
              </a:rPr>
              <a:t>d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20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UltLid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-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40">
                <a:latin typeface="Arial"/>
                <a:cs typeface="Arial"/>
              </a:rPr>
              <a:t> </a:t>
            </a:r>
            <a:r>
              <a:rPr dirty="0" sz="1350" spc="25" b="1">
                <a:latin typeface="Arial"/>
                <a:cs typeface="Arial"/>
              </a:rPr>
              <a:t>sizeo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spc="-25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50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TipoRegistr</a:t>
            </a:r>
            <a:r>
              <a:rPr dirty="0" sz="1350" spc="155">
                <a:latin typeface="Arial"/>
                <a:cs typeface="Arial"/>
              </a:rPr>
              <a:t>o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2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1</a:t>
            </a:r>
            <a:r>
              <a:rPr dirty="0" sz="1350" spc="-1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20">
                <a:latin typeface="Arial"/>
                <a:cs typeface="Arial"/>
              </a:rPr>
              <a:t> </a:t>
            </a:r>
            <a:r>
              <a:rPr dirty="0" sz="1350" spc="-290">
                <a:latin typeface="Lucida Sans Unicode"/>
                <a:cs typeface="Lucida Sans Unicode"/>
              </a:rPr>
              <a:t>∗</a:t>
            </a:r>
            <a:r>
              <a:rPr dirty="0" sz="1350" spc="-55">
                <a:latin typeface="Arial"/>
                <a:cs typeface="Arial"/>
              </a:rPr>
              <a:t>ArqLE</a:t>
            </a:r>
            <a:r>
              <a:rPr dirty="0" sz="1350" spc="110">
                <a:latin typeface="Arial"/>
                <a:cs typeface="Arial"/>
              </a:rPr>
              <a:t>s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193675">
              <a:lnSpc>
                <a:spcPct val="100000"/>
              </a:lnSpc>
              <a:spcBef>
                <a:spcPts val="545"/>
              </a:spcBef>
            </a:pPr>
            <a:r>
              <a:rPr dirty="0" sz="1350" spc="55">
                <a:latin typeface="Arial"/>
                <a:cs typeface="Arial"/>
              </a:rPr>
              <a:t>(</a:t>
            </a:r>
            <a:r>
              <a:rPr dirty="0" sz="1350" spc="-330">
                <a:latin typeface="Lucida Sans Unicode"/>
                <a:cs typeface="Lucida Sans Unicode"/>
              </a:rPr>
              <a:t>∗</a:t>
            </a:r>
            <a:r>
              <a:rPr dirty="0" sz="1350" spc="-20">
                <a:latin typeface="Arial"/>
                <a:cs typeface="Arial"/>
              </a:rPr>
              <a:t>L</a:t>
            </a:r>
            <a:r>
              <a:rPr dirty="0" sz="1350" spc="-45">
                <a:latin typeface="Arial"/>
                <a:cs typeface="Arial"/>
              </a:rPr>
              <a:t>s</a:t>
            </a:r>
            <a:r>
              <a:rPr dirty="0" sz="1350" spc="-30">
                <a:latin typeface="Arial"/>
                <a:cs typeface="Arial"/>
              </a:rPr>
              <a:t>)</a:t>
            </a:r>
            <a:r>
              <a:rPr dirty="0" sz="1350" spc="25">
                <a:latin typeface="Lucida Sans Unicode"/>
                <a:cs typeface="Lucida Sans Unicode"/>
              </a:rPr>
              <a:t>−</a:t>
            </a:r>
            <a:r>
              <a:rPr dirty="0" sz="1350" spc="40">
                <a:latin typeface="Lucida Sans Unicode"/>
                <a:cs typeface="Lucida Sans Unicode"/>
              </a:rPr>
              <a:t>−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 </a:t>
            </a:r>
            <a:r>
              <a:rPr dirty="0" sz="1350" spc="-130">
                <a:latin typeface="Arial"/>
                <a:cs typeface="Arial"/>
              </a:rPr>
              <a:t> </a:t>
            </a:r>
            <a:r>
              <a:rPr dirty="0" sz="1350" spc="-455">
                <a:latin typeface="Lucida Sans Unicode"/>
                <a:cs typeface="Lucida Sans Unicode"/>
              </a:rPr>
              <a:t>∗</a:t>
            </a:r>
            <a:r>
              <a:rPr dirty="0" sz="1350" spc="-65">
                <a:latin typeface="Arial"/>
                <a:cs typeface="Arial"/>
              </a:rPr>
              <a:t>OndeLe</a:t>
            </a:r>
            <a:r>
              <a:rPr dirty="0" sz="1350" spc="5">
                <a:latin typeface="Arial"/>
                <a:cs typeface="Arial"/>
              </a:rPr>
              <a:t>r</a:t>
            </a:r>
            <a:r>
              <a:rPr dirty="0" sz="1350" spc="15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45">
                <a:latin typeface="Arial"/>
                <a:cs typeface="Arial"/>
              </a:rPr>
              <a:t> </a:t>
            </a:r>
            <a:r>
              <a:rPr dirty="0" sz="1350" spc="-95">
                <a:latin typeface="Arial"/>
                <a:cs typeface="Arial"/>
              </a:rPr>
              <a:t>F</a:t>
            </a:r>
            <a:r>
              <a:rPr dirty="0" sz="1350" spc="15">
                <a:latin typeface="Arial"/>
                <a:cs typeface="Arial"/>
              </a:rPr>
              <a:t>ALSE</a:t>
            </a:r>
            <a:r>
              <a:rPr dirty="0" sz="1350" spc="-229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29209">
              <a:lnSpc>
                <a:spcPct val="100000"/>
              </a:lnSpc>
              <a:spcBef>
                <a:spcPts val="545"/>
              </a:spcBef>
            </a:pP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350" spc="-20" b="1">
                <a:latin typeface="Arial"/>
                <a:cs typeface="Arial"/>
              </a:rPr>
              <a:t>voi</a:t>
            </a:r>
            <a:r>
              <a:rPr dirty="0" sz="1350" spc="15" b="1">
                <a:latin typeface="Arial"/>
                <a:cs typeface="Arial"/>
              </a:rPr>
              <a:t>d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55" b="1">
                <a:latin typeface="Arial"/>
                <a:cs typeface="Arial"/>
              </a:rPr>
              <a:t> </a:t>
            </a:r>
            <a:r>
              <a:rPr dirty="0" sz="1350" spc="60">
                <a:latin typeface="Arial"/>
                <a:cs typeface="Arial"/>
              </a:rPr>
              <a:t>LeIn</a:t>
            </a:r>
            <a:r>
              <a:rPr dirty="0" sz="1350" spc="160">
                <a:latin typeface="Arial"/>
                <a:cs typeface="Arial"/>
              </a:rPr>
              <a:t>f</a:t>
            </a:r>
            <a:r>
              <a:rPr dirty="0" sz="1350" spc="110">
                <a:latin typeface="Arial"/>
                <a:cs typeface="Arial"/>
              </a:rPr>
              <a:t>(</a:t>
            </a:r>
            <a:r>
              <a:rPr dirty="0" sz="1350" spc="15">
                <a:latin typeface="Arial"/>
                <a:cs typeface="Arial"/>
              </a:rPr>
              <a:t>F</a:t>
            </a:r>
            <a:r>
              <a:rPr dirty="0" sz="1350">
                <a:latin typeface="Arial"/>
                <a:cs typeface="Arial"/>
              </a:rPr>
              <a:t>I</a:t>
            </a:r>
            <a:r>
              <a:rPr dirty="0" sz="1350" spc="15">
                <a:latin typeface="Arial"/>
                <a:cs typeface="Arial"/>
              </a:rPr>
              <a:t>LE</a:t>
            </a:r>
            <a:r>
              <a:rPr dirty="0" sz="1350" spc="95">
                <a:latin typeface="Arial"/>
                <a:cs typeface="Arial"/>
              </a:rPr>
              <a:t> </a:t>
            </a:r>
            <a:r>
              <a:rPr dirty="0" sz="1350" spc="-300">
                <a:latin typeface="Lucida Sans Unicode"/>
                <a:cs typeface="Lucida Sans Unicode"/>
              </a:rPr>
              <a:t>∗</a:t>
            </a:r>
            <a:r>
              <a:rPr dirty="0" sz="1350" spc="-280">
                <a:latin typeface="Lucida Sans Unicode"/>
                <a:cs typeface="Lucida Sans Unicode"/>
              </a:rPr>
              <a:t>∗</a:t>
            </a:r>
            <a:r>
              <a:rPr dirty="0" sz="1350" spc="25">
                <a:latin typeface="Arial"/>
                <a:cs typeface="Arial"/>
              </a:rPr>
              <a:t>ArqL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TipoRegistr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185">
                <a:latin typeface="Arial"/>
                <a:cs typeface="Arial"/>
              </a:rPr>
              <a:t> </a:t>
            </a:r>
            <a:r>
              <a:rPr dirty="0" sz="1350" spc="-220">
                <a:latin typeface="Lucida Sans Unicode"/>
                <a:cs typeface="Lucida Sans Unicode"/>
              </a:rPr>
              <a:t>∗</a:t>
            </a:r>
            <a:r>
              <a:rPr dirty="0" sz="1350" spc="50">
                <a:latin typeface="Arial"/>
                <a:cs typeface="Arial"/>
              </a:rPr>
              <a:t>UltLid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-13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-145">
                <a:latin typeface="Arial"/>
                <a:cs typeface="Arial"/>
              </a:rPr>
              <a:t> </a:t>
            </a:r>
            <a:r>
              <a:rPr dirty="0" sz="1350" spc="95" b="1">
                <a:latin typeface="Arial"/>
                <a:cs typeface="Arial"/>
              </a:rPr>
              <a:t>in</a:t>
            </a:r>
            <a:r>
              <a:rPr dirty="0" sz="1350" spc="5" b="1">
                <a:latin typeface="Arial"/>
                <a:cs typeface="Arial"/>
              </a:rPr>
              <a:t>t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130" b="1">
                <a:latin typeface="Arial"/>
                <a:cs typeface="Arial"/>
              </a:rPr>
              <a:t> </a:t>
            </a:r>
            <a:r>
              <a:rPr dirty="0" sz="1350" spc="-200">
                <a:latin typeface="Lucida Sans Unicode"/>
                <a:cs typeface="Lucida Sans Unicode"/>
              </a:rPr>
              <a:t>∗</a:t>
            </a:r>
            <a:r>
              <a:rPr dirty="0" sz="1350" spc="75">
                <a:latin typeface="Arial"/>
                <a:cs typeface="Arial"/>
              </a:rPr>
              <a:t>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-9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-5" b="1">
                <a:latin typeface="Arial"/>
                <a:cs typeface="Arial"/>
              </a:rPr>
              <a:t>shor</a:t>
            </a:r>
            <a:r>
              <a:rPr dirty="0" sz="1350" spc="5" b="1">
                <a:latin typeface="Arial"/>
                <a:cs typeface="Arial"/>
              </a:rPr>
              <a:t>t</a:t>
            </a:r>
            <a:r>
              <a:rPr dirty="0" sz="1350" spc="150" b="1">
                <a:latin typeface="Arial"/>
                <a:cs typeface="Arial"/>
              </a:rPr>
              <a:t> </a:t>
            </a:r>
            <a:r>
              <a:rPr dirty="0" sz="1350" spc="-350">
                <a:latin typeface="Lucida Sans Unicode"/>
                <a:cs typeface="Lucida Sans Unicode"/>
              </a:rPr>
              <a:t>∗</a:t>
            </a:r>
            <a:r>
              <a:rPr dirty="0" sz="1350" spc="-65">
                <a:latin typeface="Arial"/>
                <a:cs typeface="Arial"/>
              </a:rPr>
              <a:t>OndeLe</a:t>
            </a:r>
            <a:r>
              <a:rPr dirty="0" sz="1350" spc="30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193675" marR="1753235" indent="-156845">
              <a:lnSpc>
                <a:spcPct val="133700"/>
              </a:lnSpc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40">
                <a:latin typeface="Arial"/>
                <a:cs typeface="Arial"/>
              </a:rPr>
              <a:t>f</a:t>
            </a:r>
            <a:r>
              <a:rPr dirty="0" sz="1350" spc="45">
                <a:latin typeface="Arial"/>
                <a:cs typeface="Arial"/>
              </a:rPr>
              <a:t>r</a:t>
            </a:r>
            <a:r>
              <a:rPr dirty="0" sz="1350" spc="50">
                <a:latin typeface="Arial"/>
                <a:cs typeface="Arial"/>
              </a:rPr>
              <a:t>ea</a:t>
            </a:r>
            <a:r>
              <a:rPr dirty="0" sz="1350" spc="155">
                <a:latin typeface="Arial"/>
                <a:cs typeface="Arial"/>
              </a:rPr>
              <a:t>d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20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UltLid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-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40">
                <a:latin typeface="Arial"/>
                <a:cs typeface="Arial"/>
              </a:rPr>
              <a:t> </a:t>
            </a:r>
            <a:r>
              <a:rPr dirty="0" sz="1350" spc="25" b="1">
                <a:latin typeface="Arial"/>
                <a:cs typeface="Arial"/>
              </a:rPr>
              <a:t>sizeo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spc="-25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50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TipoRegistr</a:t>
            </a:r>
            <a:r>
              <a:rPr dirty="0" sz="1350" spc="155">
                <a:latin typeface="Arial"/>
                <a:cs typeface="Arial"/>
              </a:rPr>
              <a:t>o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2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1</a:t>
            </a:r>
            <a:r>
              <a:rPr dirty="0" sz="1350" spc="-1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20">
                <a:latin typeface="Arial"/>
                <a:cs typeface="Arial"/>
              </a:rPr>
              <a:t> </a:t>
            </a:r>
            <a:r>
              <a:rPr dirty="0" sz="1350" spc="-195">
                <a:latin typeface="Lucida Sans Unicode"/>
                <a:cs typeface="Lucida Sans Unicode"/>
              </a:rPr>
              <a:t>∗</a:t>
            </a:r>
            <a:r>
              <a:rPr dirty="0" sz="1350" spc="35">
                <a:latin typeface="Arial"/>
                <a:cs typeface="Arial"/>
              </a:rPr>
              <a:t>ArqL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55">
                <a:latin typeface="Arial"/>
                <a:cs typeface="Arial"/>
              </a:rPr>
              <a:t>(</a:t>
            </a:r>
            <a:r>
              <a:rPr dirty="0" sz="1350" spc="-200">
                <a:latin typeface="Lucida Sans Unicode"/>
                <a:cs typeface="Lucida Sans Unicode"/>
              </a:rPr>
              <a:t>∗</a:t>
            </a:r>
            <a:r>
              <a:rPr dirty="0" sz="1350" spc="100">
                <a:latin typeface="Arial"/>
                <a:cs typeface="Arial"/>
              </a:rPr>
              <a:t>L</a:t>
            </a:r>
            <a:r>
              <a:rPr dirty="0" sz="1350" spc="165">
                <a:latin typeface="Arial"/>
                <a:cs typeface="Arial"/>
              </a:rPr>
              <a:t>i</a:t>
            </a:r>
            <a:r>
              <a:rPr dirty="0" sz="1350" spc="75">
                <a:latin typeface="Arial"/>
                <a:cs typeface="Arial"/>
              </a:rPr>
              <a:t>)++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140">
                <a:latin typeface="Arial"/>
                <a:cs typeface="Arial"/>
              </a:rPr>
              <a:t> </a:t>
            </a:r>
            <a:r>
              <a:rPr dirty="0" sz="1350" spc="-355">
                <a:latin typeface="Lucida Sans Unicode"/>
                <a:cs typeface="Lucida Sans Unicode"/>
              </a:rPr>
              <a:t>∗</a:t>
            </a:r>
            <a:r>
              <a:rPr dirty="0" sz="1350" spc="-65">
                <a:latin typeface="Arial"/>
                <a:cs typeface="Arial"/>
              </a:rPr>
              <a:t>OndeLe</a:t>
            </a:r>
            <a:r>
              <a:rPr dirty="0" sz="1350" spc="5">
                <a:latin typeface="Arial"/>
                <a:cs typeface="Arial"/>
              </a:rPr>
              <a:t>r</a:t>
            </a:r>
            <a:r>
              <a:rPr dirty="0" sz="1350" spc="15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4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T</a:t>
            </a:r>
            <a:r>
              <a:rPr dirty="0" sz="1350" spc="-40">
                <a:latin typeface="Arial"/>
                <a:cs typeface="Arial"/>
              </a:rPr>
              <a:t>R</a:t>
            </a:r>
            <a:r>
              <a:rPr dirty="0" sz="1350" spc="15">
                <a:latin typeface="Arial"/>
                <a:cs typeface="Arial"/>
              </a:rPr>
              <a:t>U</a:t>
            </a:r>
            <a:r>
              <a:rPr dirty="0" sz="1350" spc="155">
                <a:latin typeface="Arial"/>
                <a:cs typeface="Arial"/>
              </a:rPr>
              <a:t>E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29209">
              <a:lnSpc>
                <a:spcPct val="100000"/>
              </a:lnSpc>
              <a:spcBef>
                <a:spcPts val="545"/>
              </a:spcBef>
            </a:pP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350" spc="-20" b="1">
                <a:latin typeface="Arial"/>
                <a:cs typeface="Arial"/>
              </a:rPr>
              <a:t>voi</a:t>
            </a:r>
            <a:r>
              <a:rPr dirty="0" sz="1350" spc="15" b="1">
                <a:latin typeface="Arial"/>
                <a:cs typeface="Arial"/>
              </a:rPr>
              <a:t>d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50" b="1">
                <a:latin typeface="Arial"/>
                <a:cs typeface="Arial"/>
              </a:rPr>
              <a:t> </a:t>
            </a:r>
            <a:r>
              <a:rPr dirty="0" sz="1350" spc="65">
                <a:latin typeface="Arial"/>
                <a:cs typeface="Arial"/>
              </a:rPr>
              <a:t>InserirAre</a:t>
            </a:r>
            <a:r>
              <a:rPr dirty="0" sz="1350" spc="175">
                <a:latin typeface="Arial"/>
                <a:cs typeface="Arial"/>
              </a:rPr>
              <a:t>a</a:t>
            </a:r>
            <a:r>
              <a:rPr dirty="0" sz="1350" spc="90">
                <a:latin typeface="Arial"/>
                <a:cs typeface="Arial"/>
              </a:rPr>
              <a:t>(</a:t>
            </a:r>
            <a:r>
              <a:rPr dirty="0" sz="1350" spc="-15">
                <a:latin typeface="Arial"/>
                <a:cs typeface="Arial"/>
              </a:rPr>
              <a:t>TipoAre</a:t>
            </a:r>
            <a:r>
              <a:rPr dirty="0" sz="1350" spc="15">
                <a:latin typeface="Arial"/>
                <a:cs typeface="Arial"/>
              </a:rPr>
              <a:t>a</a:t>
            </a:r>
            <a:r>
              <a:rPr dirty="0" sz="1350" spc="140">
                <a:latin typeface="Arial"/>
                <a:cs typeface="Arial"/>
              </a:rPr>
              <a:t> </a:t>
            </a:r>
            <a:r>
              <a:rPr dirty="0" sz="1350" spc="-305">
                <a:latin typeface="Lucida Sans Unicode"/>
                <a:cs typeface="Lucida Sans Unicode"/>
              </a:rPr>
              <a:t>∗</a:t>
            </a:r>
            <a:r>
              <a:rPr dirty="0" sz="1350" spc="-25">
                <a:latin typeface="Arial"/>
                <a:cs typeface="Arial"/>
              </a:rPr>
              <a:t>Are</a:t>
            </a:r>
            <a:r>
              <a:rPr dirty="0" sz="1350" spc="140">
                <a:latin typeface="Arial"/>
                <a:cs typeface="Arial"/>
              </a:rPr>
              <a:t>a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40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TipoRegistr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185">
                <a:latin typeface="Arial"/>
                <a:cs typeface="Arial"/>
              </a:rPr>
              <a:t> </a:t>
            </a:r>
            <a:r>
              <a:rPr dirty="0" sz="1350" spc="-220">
                <a:latin typeface="Lucida Sans Unicode"/>
                <a:cs typeface="Lucida Sans Unicode"/>
              </a:rPr>
              <a:t>∗</a:t>
            </a:r>
            <a:r>
              <a:rPr dirty="0" sz="1350" spc="50">
                <a:latin typeface="Arial"/>
                <a:cs typeface="Arial"/>
              </a:rPr>
              <a:t>UltLid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-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105">
                <a:latin typeface="Arial"/>
                <a:cs typeface="Arial"/>
              </a:rPr>
              <a:t> </a:t>
            </a:r>
            <a:r>
              <a:rPr dirty="0" sz="1350" spc="95" b="1">
                <a:latin typeface="Arial"/>
                <a:cs typeface="Arial"/>
              </a:rPr>
              <a:t>in</a:t>
            </a:r>
            <a:r>
              <a:rPr dirty="0" sz="1350" spc="5" b="1">
                <a:latin typeface="Arial"/>
                <a:cs typeface="Arial"/>
              </a:rPr>
              <a:t>t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130" b="1">
                <a:latin typeface="Arial"/>
                <a:cs typeface="Arial"/>
              </a:rPr>
              <a:t> </a:t>
            </a:r>
            <a:r>
              <a:rPr dirty="0" sz="1350" spc="-270">
                <a:latin typeface="Lucida Sans Unicode"/>
                <a:cs typeface="Lucida Sans Unicode"/>
              </a:rPr>
              <a:t>∗</a:t>
            </a:r>
            <a:r>
              <a:rPr dirty="0" sz="1350" spc="15">
                <a:latin typeface="Arial"/>
                <a:cs typeface="Arial"/>
              </a:rPr>
              <a:t>NR</a:t>
            </a:r>
            <a:r>
              <a:rPr dirty="0" sz="1350" spc="15">
                <a:latin typeface="Arial"/>
                <a:cs typeface="Arial"/>
              </a:rPr>
              <a:t>Are</a:t>
            </a:r>
            <a:r>
              <a:rPr dirty="0" sz="1350" spc="125">
                <a:latin typeface="Arial"/>
                <a:cs typeface="Arial"/>
              </a:rPr>
              <a:t>a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545"/>
              </a:spcBef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45">
                <a:latin typeface="Arial"/>
                <a:cs typeface="Arial"/>
              </a:rPr>
              <a:t> </a:t>
            </a:r>
            <a:r>
              <a:rPr dirty="0" sz="1350" spc="80" i="1">
                <a:latin typeface="Arial"/>
                <a:cs typeface="Arial"/>
              </a:rPr>
              <a:t>/</a:t>
            </a:r>
            <a:r>
              <a:rPr dirty="0" sz="1350" spc="-235">
                <a:latin typeface="Lucida Sans Unicode"/>
                <a:cs typeface="Lucida Sans Unicode"/>
              </a:rPr>
              <a:t>∗</a:t>
            </a:r>
            <a:r>
              <a:rPr dirty="0" sz="1350" spc="40" i="1">
                <a:latin typeface="Arial"/>
                <a:cs typeface="Arial"/>
              </a:rPr>
              <a:t>Inser</a:t>
            </a:r>
            <a:r>
              <a:rPr dirty="0" sz="1350" spc="15" i="1">
                <a:latin typeface="Arial"/>
                <a:cs typeface="Arial"/>
              </a:rPr>
              <a:t>e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10" i="1">
                <a:latin typeface="Arial"/>
                <a:cs typeface="Arial"/>
              </a:rPr>
              <a:t> </a:t>
            </a:r>
            <a:r>
              <a:rPr dirty="0" sz="1350" spc="65" i="1">
                <a:latin typeface="Arial"/>
                <a:cs typeface="Arial"/>
              </a:rPr>
              <a:t>Ul</a:t>
            </a:r>
            <a:r>
              <a:rPr dirty="0" sz="1350" spc="55" i="1">
                <a:latin typeface="Arial"/>
                <a:cs typeface="Arial"/>
              </a:rPr>
              <a:t>t</a:t>
            </a:r>
            <a:r>
              <a:rPr dirty="0" sz="1350" spc="65" i="1">
                <a:latin typeface="Arial"/>
                <a:cs typeface="Arial"/>
              </a:rPr>
              <a:t>Lid</a:t>
            </a:r>
            <a:r>
              <a:rPr dirty="0" sz="1350" spc="15" i="1">
                <a:latin typeface="Arial"/>
                <a:cs typeface="Arial"/>
              </a:rPr>
              <a:t>o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85" i="1">
                <a:latin typeface="Arial"/>
                <a:cs typeface="Arial"/>
              </a:rPr>
              <a:t> </a:t>
            </a:r>
            <a:r>
              <a:rPr dirty="0" sz="1350" spc="-50" i="1">
                <a:latin typeface="Arial"/>
                <a:cs typeface="Arial"/>
              </a:rPr>
              <a:t>d</a:t>
            </a:r>
            <a:r>
              <a:rPr dirty="0" sz="1350" spc="15" i="1">
                <a:latin typeface="Arial"/>
                <a:cs typeface="Arial"/>
              </a:rPr>
              <a:t>e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165" i="1">
                <a:latin typeface="Arial"/>
                <a:cs typeface="Arial"/>
              </a:rPr>
              <a:t> </a:t>
            </a:r>
            <a:r>
              <a:rPr dirty="0" sz="1350" spc="-15" i="1">
                <a:latin typeface="Arial"/>
                <a:cs typeface="Arial"/>
              </a:rPr>
              <a:t>form</a:t>
            </a:r>
            <a:r>
              <a:rPr dirty="0" sz="1350" spc="15" i="1">
                <a:latin typeface="Arial"/>
                <a:cs typeface="Arial"/>
              </a:rPr>
              <a:t>a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150" i="1">
                <a:latin typeface="Arial"/>
                <a:cs typeface="Arial"/>
              </a:rPr>
              <a:t> </a:t>
            </a:r>
            <a:r>
              <a:rPr dirty="0" sz="1350" spc="-40" i="1">
                <a:latin typeface="Arial"/>
                <a:cs typeface="Arial"/>
              </a:rPr>
              <a:t>ordenad</a:t>
            </a:r>
            <a:r>
              <a:rPr dirty="0" sz="1350" spc="15" i="1">
                <a:latin typeface="Arial"/>
                <a:cs typeface="Arial"/>
              </a:rPr>
              <a:t>a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185" i="1">
                <a:latin typeface="Arial"/>
                <a:cs typeface="Arial"/>
              </a:rPr>
              <a:t> </a:t>
            </a:r>
            <a:r>
              <a:rPr dirty="0" sz="1350" spc="-50" i="1">
                <a:latin typeface="Arial"/>
                <a:cs typeface="Arial"/>
              </a:rPr>
              <a:t>n</a:t>
            </a:r>
            <a:r>
              <a:rPr dirty="0" sz="1350" spc="15" i="1">
                <a:latin typeface="Arial"/>
                <a:cs typeface="Arial"/>
              </a:rPr>
              <a:t>a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180" i="1">
                <a:latin typeface="Arial"/>
                <a:cs typeface="Arial"/>
              </a:rPr>
              <a:t> </a:t>
            </a:r>
            <a:r>
              <a:rPr dirty="0" sz="1350" spc="-35" i="1">
                <a:latin typeface="Arial"/>
                <a:cs typeface="Arial"/>
              </a:rPr>
              <a:t>Are</a:t>
            </a:r>
            <a:r>
              <a:rPr dirty="0" sz="1350" spc="50" i="1">
                <a:latin typeface="Arial"/>
                <a:cs typeface="Arial"/>
              </a:rPr>
              <a:t>a</a:t>
            </a:r>
            <a:r>
              <a:rPr dirty="0" sz="1350" spc="-270">
                <a:latin typeface="Lucida Sans Unicode"/>
                <a:cs typeface="Lucida Sans Unicode"/>
              </a:rPr>
              <a:t>∗</a:t>
            </a:r>
            <a:r>
              <a:rPr dirty="0" sz="1350" spc="5" i="1">
                <a:latin typeface="Arial"/>
                <a:cs typeface="Arial"/>
              </a:rPr>
              <a:t>/</a:t>
            </a:r>
            <a:endParaRPr sz="13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45"/>
              </a:spcBef>
              <a:tabLst>
                <a:tab pos="2478405" algn="l"/>
              </a:tabLst>
            </a:pPr>
            <a:r>
              <a:rPr dirty="0" sz="1350" spc="25">
                <a:latin typeface="Arial"/>
                <a:cs typeface="Arial"/>
              </a:rPr>
              <a:t>InsereIte</a:t>
            </a:r>
            <a:r>
              <a:rPr dirty="0" sz="1350" spc="95">
                <a:latin typeface="Arial"/>
                <a:cs typeface="Arial"/>
              </a:rPr>
              <a:t>m</a:t>
            </a:r>
            <a:r>
              <a:rPr dirty="0" sz="1350" spc="55">
                <a:latin typeface="Arial"/>
                <a:cs typeface="Arial"/>
              </a:rPr>
              <a:t>(</a:t>
            </a:r>
            <a:r>
              <a:rPr dirty="0" sz="1350" spc="-245">
                <a:latin typeface="Lucida Sans Unicode"/>
                <a:cs typeface="Lucida Sans Unicode"/>
              </a:rPr>
              <a:t>∗</a:t>
            </a:r>
            <a:r>
              <a:rPr dirty="0" sz="1350" spc="50">
                <a:latin typeface="Arial"/>
                <a:cs typeface="Arial"/>
              </a:rPr>
              <a:t>UltLid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-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25">
                <a:latin typeface="Arial"/>
                <a:cs typeface="Arial"/>
              </a:rPr>
              <a:t> </a:t>
            </a:r>
            <a:r>
              <a:rPr dirty="0" sz="1350" spc="-35">
                <a:latin typeface="Arial"/>
                <a:cs typeface="Arial"/>
              </a:rPr>
              <a:t>Are</a:t>
            </a:r>
            <a:r>
              <a:rPr dirty="0" sz="1350" spc="170">
                <a:latin typeface="Arial"/>
                <a:cs typeface="Arial"/>
              </a:rPr>
              <a:t>a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	</a:t>
            </a:r>
            <a:r>
              <a:rPr dirty="0" sz="1350" spc="-375">
                <a:latin typeface="Lucida Sans Unicode"/>
                <a:cs typeface="Lucida Sans Unicode"/>
              </a:rPr>
              <a:t>∗</a:t>
            </a:r>
            <a:r>
              <a:rPr dirty="0" sz="1350" spc="15">
                <a:latin typeface="Arial"/>
                <a:cs typeface="Arial"/>
              </a:rPr>
              <a:t>NR</a:t>
            </a:r>
            <a:r>
              <a:rPr dirty="0" sz="1350" spc="15">
                <a:latin typeface="Arial"/>
                <a:cs typeface="Arial"/>
              </a:rPr>
              <a:t>Are</a:t>
            </a:r>
            <a:r>
              <a:rPr dirty="0" sz="1350" spc="15">
                <a:latin typeface="Arial"/>
                <a:cs typeface="Arial"/>
              </a:rPr>
              <a:t>a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3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40">
                <a:latin typeface="Arial"/>
                <a:cs typeface="Arial"/>
              </a:rPr>
              <a:t> </a:t>
            </a:r>
            <a:r>
              <a:rPr dirty="0" sz="1350" spc="-80">
                <a:latin typeface="Arial"/>
                <a:cs typeface="Arial"/>
              </a:rPr>
              <a:t>ObterNumCelOcupada</a:t>
            </a:r>
            <a:r>
              <a:rPr dirty="0" sz="1350" spc="20">
                <a:latin typeface="Arial"/>
                <a:cs typeface="Arial"/>
              </a:rPr>
              <a:t>s</a:t>
            </a:r>
            <a:r>
              <a:rPr dirty="0" sz="1350" spc="70">
                <a:latin typeface="Arial"/>
                <a:cs typeface="Arial"/>
              </a:rPr>
              <a:t>(</a:t>
            </a:r>
            <a:r>
              <a:rPr dirty="0" sz="1350" spc="-35">
                <a:latin typeface="Arial"/>
                <a:cs typeface="Arial"/>
              </a:rPr>
              <a:t>Are</a:t>
            </a:r>
            <a:r>
              <a:rPr dirty="0" sz="1350" spc="140">
                <a:latin typeface="Arial"/>
                <a:cs typeface="Arial"/>
              </a:rPr>
              <a:t>a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29209">
              <a:lnSpc>
                <a:spcPct val="100000"/>
              </a:lnSpc>
              <a:spcBef>
                <a:spcPts val="545"/>
              </a:spcBef>
            </a:pP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14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681926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Exter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no:</a:t>
            </a:r>
            <a:r>
              <a:rPr dirty="0" sz="2450" spc="17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5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8011" y="1609420"/>
            <a:ext cx="5772150" cy="35172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-20" b="1">
                <a:latin typeface="Arial"/>
                <a:cs typeface="Arial"/>
              </a:rPr>
              <a:t>voi</a:t>
            </a:r>
            <a:r>
              <a:rPr dirty="0" sz="1350" spc="15" b="1">
                <a:latin typeface="Arial"/>
                <a:cs typeface="Arial"/>
              </a:rPr>
              <a:t>d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180" b="1">
                <a:latin typeface="Arial"/>
                <a:cs typeface="Arial"/>
              </a:rPr>
              <a:t> </a:t>
            </a:r>
            <a:r>
              <a:rPr dirty="0" sz="1350" spc="-65">
                <a:latin typeface="Arial"/>
                <a:cs typeface="Arial"/>
              </a:rPr>
              <a:t>EscreveMa</a:t>
            </a:r>
            <a:r>
              <a:rPr dirty="0" sz="1350" spc="45">
                <a:latin typeface="Arial"/>
                <a:cs typeface="Arial"/>
              </a:rPr>
              <a:t>x</a:t>
            </a:r>
            <a:r>
              <a:rPr dirty="0" sz="1350" spc="110">
                <a:latin typeface="Arial"/>
                <a:cs typeface="Arial"/>
              </a:rPr>
              <a:t>(</a:t>
            </a:r>
            <a:r>
              <a:rPr dirty="0" sz="1350" spc="15">
                <a:latin typeface="Arial"/>
                <a:cs typeface="Arial"/>
              </a:rPr>
              <a:t>F</a:t>
            </a:r>
            <a:r>
              <a:rPr dirty="0" sz="1350">
                <a:latin typeface="Arial"/>
                <a:cs typeface="Arial"/>
              </a:rPr>
              <a:t>I</a:t>
            </a:r>
            <a:r>
              <a:rPr dirty="0" sz="1350" spc="15">
                <a:latin typeface="Arial"/>
                <a:cs typeface="Arial"/>
              </a:rPr>
              <a:t>LE</a:t>
            </a:r>
            <a:r>
              <a:rPr dirty="0" sz="1350" spc="95">
                <a:latin typeface="Arial"/>
                <a:cs typeface="Arial"/>
              </a:rPr>
              <a:t> </a:t>
            </a:r>
            <a:r>
              <a:rPr dirty="0" sz="1350" spc="-300">
                <a:latin typeface="Lucida Sans Unicode"/>
                <a:cs typeface="Lucida Sans Unicode"/>
              </a:rPr>
              <a:t>∗</a:t>
            </a:r>
            <a:r>
              <a:rPr dirty="0" sz="1350" spc="-360">
                <a:latin typeface="Lucida Sans Unicode"/>
                <a:cs typeface="Lucida Sans Unicode"/>
              </a:rPr>
              <a:t>∗</a:t>
            </a:r>
            <a:r>
              <a:rPr dirty="0" sz="1350" spc="-45">
                <a:latin typeface="Arial"/>
                <a:cs typeface="Arial"/>
              </a:rPr>
              <a:t>ArqLE</a:t>
            </a:r>
            <a:r>
              <a:rPr dirty="0" sz="1350" spc="85">
                <a:latin typeface="Arial"/>
                <a:cs typeface="Arial"/>
              </a:rPr>
              <a:t>s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40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TipoRegistr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65">
                <a:latin typeface="Arial"/>
                <a:cs typeface="Arial"/>
              </a:rPr>
              <a:t> </a:t>
            </a:r>
            <a:r>
              <a:rPr dirty="0" sz="1350" spc="-5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105">
                <a:latin typeface="Arial"/>
                <a:cs typeface="Arial"/>
              </a:rPr>
              <a:t> </a:t>
            </a:r>
            <a:r>
              <a:rPr dirty="0" sz="1350" spc="95" b="1">
                <a:latin typeface="Arial"/>
                <a:cs typeface="Arial"/>
              </a:rPr>
              <a:t>in</a:t>
            </a:r>
            <a:r>
              <a:rPr dirty="0" sz="1350" spc="5" b="1">
                <a:latin typeface="Arial"/>
                <a:cs typeface="Arial"/>
              </a:rPr>
              <a:t>t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130" b="1">
                <a:latin typeface="Arial"/>
                <a:cs typeface="Arial"/>
              </a:rPr>
              <a:t> </a:t>
            </a:r>
            <a:r>
              <a:rPr dirty="0" sz="1350" spc="-355">
                <a:latin typeface="Lucida Sans Unicode"/>
                <a:cs typeface="Lucida Sans Unicode"/>
              </a:rPr>
              <a:t>∗</a:t>
            </a:r>
            <a:r>
              <a:rPr dirty="0" sz="1350" spc="-75">
                <a:latin typeface="Arial"/>
                <a:cs typeface="Arial"/>
              </a:rPr>
              <a:t>E</a:t>
            </a:r>
            <a:r>
              <a:rPr dirty="0" sz="1350" spc="25">
                <a:latin typeface="Arial"/>
                <a:cs typeface="Arial"/>
              </a:rPr>
              <a:t>s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200660" marR="338455" indent="-163830">
              <a:lnSpc>
                <a:spcPct val="133700"/>
              </a:lnSpc>
              <a:tabLst>
                <a:tab pos="4222115" algn="l"/>
              </a:tabLst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 </a:t>
            </a:r>
            <a:r>
              <a:rPr dirty="0" sz="1350" spc="20">
                <a:latin typeface="Arial"/>
                <a:cs typeface="Arial"/>
              </a:rPr>
              <a:t>fsee</a:t>
            </a:r>
            <a:r>
              <a:rPr dirty="0" sz="1350" spc="75">
                <a:latin typeface="Arial"/>
                <a:cs typeface="Arial"/>
              </a:rPr>
              <a:t>k</a:t>
            </a:r>
            <a:r>
              <a:rPr dirty="0" sz="1350" spc="55">
                <a:latin typeface="Arial"/>
                <a:cs typeface="Arial"/>
              </a:rPr>
              <a:t>(</a:t>
            </a:r>
            <a:r>
              <a:rPr dirty="0" sz="1350" spc="-350">
                <a:latin typeface="Lucida Sans Unicode"/>
                <a:cs typeface="Lucida Sans Unicode"/>
              </a:rPr>
              <a:t>∗</a:t>
            </a:r>
            <a:r>
              <a:rPr dirty="0" sz="1350" spc="-45">
                <a:latin typeface="Arial"/>
                <a:cs typeface="Arial"/>
              </a:rPr>
              <a:t>ArqLE</a:t>
            </a:r>
            <a:r>
              <a:rPr dirty="0" sz="1350" spc="40">
                <a:latin typeface="Arial"/>
                <a:cs typeface="Arial"/>
              </a:rPr>
              <a:t>s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7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29">
                <a:latin typeface="Arial"/>
                <a:cs typeface="Arial"/>
              </a:rPr>
              <a:t> </a:t>
            </a:r>
            <a:r>
              <a:rPr dirty="0" sz="1350" spc="-285">
                <a:latin typeface="Lucida Sans Unicode"/>
                <a:cs typeface="Lucida Sans Unicode"/>
              </a:rPr>
              <a:t>∗</a:t>
            </a:r>
            <a:r>
              <a:rPr dirty="0" sz="1350" spc="-75">
                <a:latin typeface="Arial"/>
                <a:cs typeface="Arial"/>
              </a:rPr>
              <a:t>E</a:t>
            </a:r>
            <a:r>
              <a:rPr dirty="0" sz="1350" spc="10">
                <a:latin typeface="Arial"/>
                <a:cs typeface="Arial"/>
              </a:rPr>
              <a:t>s</a:t>
            </a:r>
            <a:r>
              <a:rPr dirty="0" sz="1350" spc="150">
                <a:latin typeface="Arial"/>
                <a:cs typeface="Arial"/>
              </a:rPr>
              <a:t> </a:t>
            </a:r>
            <a:r>
              <a:rPr dirty="0" sz="1350" spc="60">
                <a:latin typeface="Lucida Sans Unicode"/>
                <a:cs typeface="Lucida Sans Unicode"/>
              </a:rPr>
              <a:t>−</a:t>
            </a:r>
            <a:r>
              <a:rPr dirty="0" sz="1350" spc="110">
                <a:latin typeface="Lucida Sans Unicode"/>
                <a:cs typeface="Lucida Sans Unicode"/>
              </a:rPr>
              <a:t> </a:t>
            </a:r>
            <a:r>
              <a:rPr dirty="0" sz="1350" spc="90">
                <a:latin typeface="Arial"/>
                <a:cs typeface="Arial"/>
              </a:rPr>
              <a:t>1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160">
                <a:latin typeface="Arial"/>
                <a:cs typeface="Arial"/>
              </a:rPr>
              <a:t> </a:t>
            </a:r>
            <a:r>
              <a:rPr dirty="0" sz="1350" spc="-345">
                <a:latin typeface="Lucida Sans Unicode"/>
                <a:cs typeface="Lucida Sans Unicode"/>
              </a:rPr>
              <a:t>∗</a:t>
            </a:r>
            <a:r>
              <a:rPr dirty="0" sz="1350" spc="130">
                <a:latin typeface="Lucida Sans Unicode"/>
                <a:cs typeface="Lucida Sans Unicode"/>
              </a:rPr>
              <a:t> </a:t>
            </a:r>
            <a:r>
              <a:rPr dirty="0" sz="1350" spc="25" b="1">
                <a:latin typeface="Arial"/>
                <a:cs typeface="Arial"/>
              </a:rPr>
              <a:t>sizeo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spc="-25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50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TipoRegistr</a:t>
            </a:r>
            <a:r>
              <a:rPr dirty="0" sz="1350" spc="155">
                <a:latin typeface="Arial"/>
                <a:cs typeface="Arial"/>
              </a:rPr>
              <a:t>o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2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-25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SEE</a:t>
            </a:r>
            <a:r>
              <a:rPr dirty="0" sz="1350" spc="-30">
                <a:latin typeface="Arial"/>
                <a:cs typeface="Arial"/>
              </a:rPr>
              <a:t>K</a:t>
            </a:r>
            <a:r>
              <a:rPr dirty="0" sz="1350" spc="-35">
                <a:latin typeface="Arial"/>
                <a:cs typeface="Arial"/>
              </a:rPr>
              <a:t>_</a:t>
            </a:r>
            <a:r>
              <a:rPr dirty="0" sz="1350" spc="15">
                <a:latin typeface="Arial"/>
                <a:cs typeface="Arial"/>
              </a:rPr>
              <a:t>SET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114">
                <a:latin typeface="Arial"/>
                <a:cs typeface="Arial"/>
              </a:rPr>
              <a:t>fwrit</a:t>
            </a:r>
            <a:r>
              <a:rPr dirty="0" sz="1350" spc="114">
                <a:latin typeface="Arial"/>
                <a:cs typeface="Arial"/>
              </a:rPr>
              <a:t>e</a:t>
            </a:r>
            <a:r>
              <a:rPr dirty="0" sz="1350" spc="-5">
                <a:latin typeface="Arial"/>
                <a:cs typeface="Arial"/>
              </a:rPr>
              <a:t>(</a:t>
            </a:r>
            <a:r>
              <a:rPr dirty="0" sz="1350" spc="-105">
                <a:latin typeface="Arial"/>
                <a:cs typeface="Arial"/>
              </a:rPr>
              <a:t>&amp;</a:t>
            </a:r>
            <a:r>
              <a:rPr dirty="0" sz="1350" spc="-5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40">
                <a:latin typeface="Arial"/>
                <a:cs typeface="Arial"/>
              </a:rPr>
              <a:t> </a:t>
            </a:r>
            <a:r>
              <a:rPr dirty="0" sz="1350" spc="25" b="1">
                <a:latin typeface="Arial"/>
                <a:cs typeface="Arial"/>
              </a:rPr>
              <a:t>sizeo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spc="-25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TipoRegistr</a:t>
            </a:r>
            <a:r>
              <a:rPr dirty="0" sz="1350" spc="150">
                <a:latin typeface="Arial"/>
                <a:cs typeface="Arial"/>
              </a:rPr>
              <a:t>o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2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1</a:t>
            </a:r>
            <a:r>
              <a:rPr dirty="0" sz="1350" spc="-1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20">
                <a:latin typeface="Arial"/>
                <a:cs typeface="Arial"/>
              </a:rPr>
              <a:t> </a:t>
            </a:r>
            <a:r>
              <a:rPr dirty="0" sz="1350" spc="-290">
                <a:latin typeface="Lucida Sans Unicode"/>
                <a:cs typeface="Lucida Sans Unicode"/>
              </a:rPr>
              <a:t>∗</a:t>
            </a:r>
            <a:r>
              <a:rPr dirty="0" sz="1350" spc="-55">
                <a:latin typeface="Arial"/>
                <a:cs typeface="Arial"/>
              </a:rPr>
              <a:t>ArqLE</a:t>
            </a:r>
            <a:r>
              <a:rPr dirty="0" sz="1350" spc="140">
                <a:latin typeface="Arial"/>
                <a:cs typeface="Arial"/>
              </a:rPr>
              <a:t>s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	</a:t>
            </a:r>
            <a:r>
              <a:rPr dirty="0" sz="1350" spc="55">
                <a:latin typeface="Arial"/>
                <a:cs typeface="Arial"/>
              </a:rPr>
              <a:t>(</a:t>
            </a:r>
            <a:r>
              <a:rPr dirty="0" sz="1350" spc="-380">
                <a:latin typeface="Lucida Sans Unicode"/>
                <a:cs typeface="Lucida Sans Unicode"/>
              </a:rPr>
              <a:t>∗</a:t>
            </a:r>
            <a:r>
              <a:rPr dirty="0" sz="1350" spc="-75">
                <a:latin typeface="Arial"/>
                <a:cs typeface="Arial"/>
              </a:rPr>
              <a:t>E</a:t>
            </a:r>
            <a:r>
              <a:rPr dirty="0" sz="1350" spc="-140">
                <a:latin typeface="Arial"/>
                <a:cs typeface="Arial"/>
              </a:rPr>
              <a:t>s</a:t>
            </a:r>
            <a:r>
              <a:rPr dirty="0" sz="1350" spc="-114">
                <a:latin typeface="Arial"/>
                <a:cs typeface="Arial"/>
              </a:rPr>
              <a:t>)</a:t>
            </a:r>
            <a:r>
              <a:rPr dirty="0" sz="1350" spc="-60">
                <a:latin typeface="Lucida Sans Unicode"/>
                <a:cs typeface="Lucida Sans Unicode"/>
              </a:rPr>
              <a:t>−</a:t>
            </a:r>
            <a:r>
              <a:rPr dirty="0" sz="1350">
                <a:latin typeface="Lucida Sans Unicode"/>
                <a:cs typeface="Lucida Sans Unicode"/>
              </a:rPr>
              <a:t>−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29209">
              <a:lnSpc>
                <a:spcPct val="100000"/>
              </a:lnSpc>
              <a:spcBef>
                <a:spcPts val="545"/>
              </a:spcBef>
            </a:pP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  <a:tabLst>
                <a:tab pos="2701925" algn="l"/>
              </a:tabLst>
            </a:pPr>
            <a:r>
              <a:rPr dirty="0" sz="1350" spc="-20" b="1">
                <a:latin typeface="Arial"/>
                <a:cs typeface="Arial"/>
              </a:rPr>
              <a:t>voi</a:t>
            </a:r>
            <a:r>
              <a:rPr dirty="0" sz="1350" spc="15" b="1">
                <a:latin typeface="Arial"/>
                <a:cs typeface="Arial"/>
              </a:rPr>
              <a:t>d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145" b="1">
                <a:latin typeface="Arial"/>
                <a:cs typeface="Arial"/>
              </a:rPr>
              <a:t> </a:t>
            </a:r>
            <a:r>
              <a:rPr dirty="0" sz="1350" spc="-35">
                <a:latin typeface="Arial"/>
                <a:cs typeface="Arial"/>
              </a:rPr>
              <a:t>EscreveMi</a:t>
            </a:r>
            <a:r>
              <a:rPr dirty="0" sz="1350" spc="75">
                <a:latin typeface="Arial"/>
                <a:cs typeface="Arial"/>
              </a:rPr>
              <a:t>n</a:t>
            </a:r>
            <a:r>
              <a:rPr dirty="0" sz="1350" spc="110">
                <a:latin typeface="Arial"/>
                <a:cs typeface="Arial"/>
              </a:rPr>
              <a:t>(</a:t>
            </a:r>
            <a:r>
              <a:rPr dirty="0" sz="1350" spc="15">
                <a:latin typeface="Arial"/>
                <a:cs typeface="Arial"/>
              </a:rPr>
              <a:t>F</a:t>
            </a:r>
            <a:r>
              <a:rPr dirty="0" sz="1350">
                <a:latin typeface="Arial"/>
                <a:cs typeface="Arial"/>
              </a:rPr>
              <a:t>I</a:t>
            </a:r>
            <a:r>
              <a:rPr dirty="0" sz="1350" spc="15">
                <a:latin typeface="Arial"/>
                <a:cs typeface="Arial"/>
              </a:rPr>
              <a:t>LE</a:t>
            </a:r>
            <a:r>
              <a:rPr dirty="0" sz="1350" spc="95">
                <a:latin typeface="Arial"/>
                <a:cs typeface="Arial"/>
              </a:rPr>
              <a:t> </a:t>
            </a:r>
            <a:r>
              <a:rPr dirty="0" sz="1350" spc="-300">
                <a:latin typeface="Lucida Sans Unicode"/>
                <a:cs typeface="Lucida Sans Unicode"/>
              </a:rPr>
              <a:t>∗∗</a:t>
            </a:r>
            <a:r>
              <a:rPr dirty="0" sz="1350" spc="10">
                <a:latin typeface="Arial"/>
                <a:cs typeface="Arial"/>
              </a:rPr>
              <a:t>ArqEi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	</a:t>
            </a:r>
            <a:r>
              <a:rPr dirty="0" sz="1350" spc="25">
                <a:latin typeface="Arial"/>
                <a:cs typeface="Arial"/>
              </a:rPr>
              <a:t>TipoRegistr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65">
                <a:latin typeface="Arial"/>
                <a:cs typeface="Arial"/>
              </a:rPr>
              <a:t> </a:t>
            </a:r>
            <a:r>
              <a:rPr dirty="0" sz="1350" spc="-5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105">
                <a:latin typeface="Arial"/>
                <a:cs typeface="Arial"/>
              </a:rPr>
              <a:t> </a:t>
            </a:r>
            <a:r>
              <a:rPr dirty="0" sz="1350" spc="95" b="1">
                <a:latin typeface="Arial"/>
                <a:cs typeface="Arial"/>
              </a:rPr>
              <a:t>in</a:t>
            </a:r>
            <a:r>
              <a:rPr dirty="0" sz="1350" spc="5" b="1">
                <a:latin typeface="Arial"/>
                <a:cs typeface="Arial"/>
              </a:rPr>
              <a:t>t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130" b="1">
                <a:latin typeface="Arial"/>
                <a:cs typeface="Arial"/>
              </a:rPr>
              <a:t> </a:t>
            </a:r>
            <a:r>
              <a:rPr dirty="0" sz="1350" spc="-225">
                <a:latin typeface="Lucida Sans Unicode"/>
                <a:cs typeface="Lucida Sans Unicode"/>
              </a:rPr>
              <a:t>∗</a:t>
            </a:r>
            <a:r>
              <a:rPr dirty="0" sz="1350" spc="50">
                <a:latin typeface="Arial"/>
                <a:cs typeface="Arial"/>
              </a:rPr>
              <a:t>E</a:t>
            </a:r>
            <a:r>
              <a:rPr dirty="0" sz="1350" spc="150">
                <a:latin typeface="Arial"/>
                <a:cs typeface="Arial"/>
              </a:rPr>
              <a:t>i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545"/>
              </a:spcBef>
              <a:tabLst>
                <a:tab pos="4136390" algn="l"/>
              </a:tabLst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 </a:t>
            </a:r>
            <a:r>
              <a:rPr dirty="0" sz="1350" spc="114">
                <a:latin typeface="Arial"/>
                <a:cs typeface="Arial"/>
              </a:rPr>
              <a:t>fwrit</a:t>
            </a:r>
            <a:r>
              <a:rPr dirty="0" sz="1350" spc="114">
                <a:latin typeface="Arial"/>
                <a:cs typeface="Arial"/>
              </a:rPr>
              <a:t>e</a:t>
            </a:r>
            <a:r>
              <a:rPr dirty="0" sz="1350" spc="-5">
                <a:latin typeface="Arial"/>
                <a:cs typeface="Arial"/>
              </a:rPr>
              <a:t>(</a:t>
            </a:r>
            <a:r>
              <a:rPr dirty="0" sz="1350" spc="-105">
                <a:latin typeface="Arial"/>
                <a:cs typeface="Arial"/>
              </a:rPr>
              <a:t>&amp;</a:t>
            </a:r>
            <a:r>
              <a:rPr dirty="0" sz="1350" spc="-5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40">
                <a:latin typeface="Arial"/>
                <a:cs typeface="Arial"/>
              </a:rPr>
              <a:t> </a:t>
            </a:r>
            <a:r>
              <a:rPr dirty="0" sz="1350" spc="25" b="1">
                <a:latin typeface="Arial"/>
                <a:cs typeface="Arial"/>
              </a:rPr>
              <a:t>sizeo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spc="-25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TipoRegistr</a:t>
            </a:r>
            <a:r>
              <a:rPr dirty="0" sz="1350" spc="150">
                <a:latin typeface="Arial"/>
                <a:cs typeface="Arial"/>
              </a:rPr>
              <a:t>o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2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1</a:t>
            </a:r>
            <a:r>
              <a:rPr dirty="0" sz="1350" spc="-1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20">
                <a:latin typeface="Arial"/>
                <a:cs typeface="Arial"/>
              </a:rPr>
              <a:t> </a:t>
            </a:r>
            <a:r>
              <a:rPr dirty="0" sz="1350" spc="-225">
                <a:latin typeface="Lucida Sans Unicode"/>
                <a:cs typeface="Lucida Sans Unicode"/>
              </a:rPr>
              <a:t>∗</a:t>
            </a:r>
            <a:r>
              <a:rPr dirty="0" sz="1350" spc="10">
                <a:latin typeface="Arial"/>
                <a:cs typeface="Arial"/>
              </a:rPr>
              <a:t>ArqEi</a:t>
            </a:r>
            <a:r>
              <a:rPr dirty="0" sz="1350" spc="-17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	</a:t>
            </a:r>
            <a:r>
              <a:rPr dirty="0" sz="1350" spc="55">
                <a:latin typeface="Arial"/>
                <a:cs typeface="Arial"/>
              </a:rPr>
              <a:t>(</a:t>
            </a:r>
            <a:r>
              <a:rPr dirty="0" sz="1350" spc="-254">
                <a:latin typeface="Lucida Sans Unicode"/>
                <a:cs typeface="Lucida Sans Unicode"/>
              </a:rPr>
              <a:t>∗</a:t>
            </a:r>
            <a:r>
              <a:rPr dirty="0" sz="1350" spc="50">
                <a:latin typeface="Arial"/>
                <a:cs typeface="Arial"/>
              </a:rPr>
              <a:t>E</a:t>
            </a:r>
            <a:r>
              <a:rPr dirty="0" sz="1350" spc="150">
                <a:latin typeface="Arial"/>
                <a:cs typeface="Arial"/>
              </a:rPr>
              <a:t>i</a:t>
            </a:r>
            <a:r>
              <a:rPr dirty="0" sz="1350" spc="114">
                <a:latin typeface="Arial"/>
                <a:cs typeface="Arial"/>
              </a:rPr>
              <a:t>)++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5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"/>
              </a:spcBef>
            </a:pPr>
            <a:endParaRPr sz="2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760980" algn="l"/>
              </a:tabLst>
            </a:pPr>
            <a:r>
              <a:rPr dirty="0" sz="1350" spc="-20" b="1">
                <a:latin typeface="Arial"/>
                <a:cs typeface="Arial"/>
              </a:rPr>
              <a:t>voi</a:t>
            </a:r>
            <a:r>
              <a:rPr dirty="0" sz="1350" spc="15" b="1">
                <a:latin typeface="Arial"/>
                <a:cs typeface="Arial"/>
              </a:rPr>
              <a:t>d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125" b="1">
                <a:latin typeface="Arial"/>
                <a:cs typeface="Arial"/>
              </a:rPr>
              <a:t> </a:t>
            </a:r>
            <a:r>
              <a:rPr dirty="0" sz="1350" spc="-5">
                <a:latin typeface="Arial"/>
                <a:cs typeface="Arial"/>
              </a:rPr>
              <a:t>Re</a:t>
            </a:r>
            <a:r>
              <a:rPr dirty="0" sz="1350" spc="-20">
                <a:latin typeface="Arial"/>
                <a:cs typeface="Arial"/>
              </a:rPr>
              <a:t>t</a:t>
            </a:r>
            <a:r>
              <a:rPr dirty="0" sz="1350" spc="-10">
                <a:latin typeface="Arial"/>
                <a:cs typeface="Arial"/>
              </a:rPr>
              <a:t>iraMa</a:t>
            </a:r>
            <a:r>
              <a:rPr dirty="0" sz="1350" spc="90">
                <a:latin typeface="Arial"/>
                <a:cs typeface="Arial"/>
              </a:rPr>
              <a:t>x</a:t>
            </a:r>
            <a:r>
              <a:rPr dirty="0" sz="1350" spc="90">
                <a:latin typeface="Arial"/>
                <a:cs typeface="Arial"/>
              </a:rPr>
              <a:t>(</a:t>
            </a:r>
            <a:r>
              <a:rPr dirty="0" sz="1350" spc="-15">
                <a:latin typeface="Arial"/>
                <a:cs typeface="Arial"/>
              </a:rPr>
              <a:t>TipoAre</a:t>
            </a:r>
            <a:r>
              <a:rPr dirty="0" sz="1350" spc="15">
                <a:latin typeface="Arial"/>
                <a:cs typeface="Arial"/>
              </a:rPr>
              <a:t>a</a:t>
            </a:r>
            <a:r>
              <a:rPr dirty="0" sz="1350" spc="135">
                <a:latin typeface="Arial"/>
                <a:cs typeface="Arial"/>
              </a:rPr>
              <a:t> </a:t>
            </a:r>
            <a:r>
              <a:rPr dirty="0" sz="1350" spc="-305">
                <a:latin typeface="Lucida Sans Unicode"/>
                <a:cs typeface="Lucida Sans Unicode"/>
              </a:rPr>
              <a:t>∗</a:t>
            </a:r>
            <a:r>
              <a:rPr dirty="0" sz="1350" spc="-25">
                <a:latin typeface="Arial"/>
                <a:cs typeface="Arial"/>
              </a:rPr>
              <a:t>Are</a:t>
            </a:r>
            <a:r>
              <a:rPr dirty="0" sz="1350" spc="140">
                <a:latin typeface="Arial"/>
                <a:cs typeface="Arial"/>
              </a:rPr>
              <a:t>a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	</a:t>
            </a:r>
            <a:r>
              <a:rPr dirty="0" sz="1350" spc="25">
                <a:latin typeface="Arial"/>
                <a:cs typeface="Arial"/>
              </a:rPr>
              <a:t>TipoRegistr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185">
                <a:latin typeface="Arial"/>
                <a:cs typeface="Arial"/>
              </a:rPr>
              <a:t> </a:t>
            </a:r>
            <a:r>
              <a:rPr dirty="0" sz="1350" spc="-375">
                <a:latin typeface="Lucida Sans Unicode"/>
                <a:cs typeface="Lucida Sans Unicode"/>
              </a:rPr>
              <a:t>∗</a:t>
            </a:r>
            <a:r>
              <a:rPr dirty="0" sz="1350" spc="-5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105">
                <a:latin typeface="Arial"/>
                <a:cs typeface="Arial"/>
              </a:rPr>
              <a:t> </a:t>
            </a:r>
            <a:r>
              <a:rPr dirty="0" sz="1350" spc="95" b="1">
                <a:latin typeface="Arial"/>
                <a:cs typeface="Arial"/>
              </a:rPr>
              <a:t>in</a:t>
            </a:r>
            <a:r>
              <a:rPr dirty="0" sz="1350" spc="5" b="1">
                <a:latin typeface="Arial"/>
                <a:cs typeface="Arial"/>
              </a:rPr>
              <a:t>t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130" b="1">
                <a:latin typeface="Arial"/>
                <a:cs typeface="Arial"/>
              </a:rPr>
              <a:t> </a:t>
            </a:r>
            <a:r>
              <a:rPr dirty="0" sz="1350" spc="-270">
                <a:latin typeface="Lucida Sans Unicode"/>
                <a:cs typeface="Lucida Sans Unicode"/>
              </a:rPr>
              <a:t>∗</a:t>
            </a:r>
            <a:r>
              <a:rPr dirty="0" sz="1350" spc="15">
                <a:latin typeface="Arial"/>
                <a:cs typeface="Arial"/>
              </a:rPr>
              <a:t>NR</a:t>
            </a:r>
            <a:r>
              <a:rPr dirty="0" sz="1350" spc="15">
                <a:latin typeface="Arial"/>
                <a:cs typeface="Arial"/>
              </a:rPr>
              <a:t>Are</a:t>
            </a:r>
            <a:r>
              <a:rPr dirty="0" sz="1350" spc="125">
                <a:latin typeface="Arial"/>
                <a:cs typeface="Arial"/>
              </a:rPr>
              <a:t>a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545"/>
              </a:spcBef>
              <a:tabLst>
                <a:tab pos="2240280" algn="l"/>
              </a:tabLst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10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RetiraUltim</a:t>
            </a:r>
            <a:r>
              <a:rPr dirty="0" sz="1350" spc="150">
                <a:latin typeface="Arial"/>
                <a:cs typeface="Arial"/>
              </a:rPr>
              <a:t>o</a:t>
            </a:r>
            <a:r>
              <a:rPr dirty="0" sz="1350" spc="75">
                <a:latin typeface="Arial"/>
                <a:cs typeface="Arial"/>
              </a:rPr>
              <a:t>(</a:t>
            </a:r>
            <a:r>
              <a:rPr dirty="0" sz="1350" spc="-25">
                <a:latin typeface="Arial"/>
                <a:cs typeface="Arial"/>
              </a:rPr>
              <a:t>Are</a:t>
            </a:r>
            <a:r>
              <a:rPr dirty="0" sz="1350" spc="140">
                <a:latin typeface="Arial"/>
                <a:cs typeface="Arial"/>
              </a:rPr>
              <a:t>a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40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	</a:t>
            </a:r>
            <a:r>
              <a:rPr dirty="0" sz="1350" spc="-375">
                <a:latin typeface="Lucida Sans Unicode"/>
                <a:cs typeface="Lucida Sans Unicode"/>
              </a:rPr>
              <a:t>∗</a:t>
            </a:r>
            <a:r>
              <a:rPr dirty="0" sz="1350" spc="15">
                <a:latin typeface="Arial"/>
                <a:cs typeface="Arial"/>
              </a:rPr>
              <a:t>NR</a:t>
            </a:r>
            <a:r>
              <a:rPr dirty="0" sz="1350" spc="15">
                <a:latin typeface="Arial"/>
                <a:cs typeface="Arial"/>
              </a:rPr>
              <a:t>Are</a:t>
            </a:r>
            <a:r>
              <a:rPr dirty="0" sz="1350" spc="15">
                <a:latin typeface="Arial"/>
                <a:cs typeface="Arial"/>
              </a:rPr>
              <a:t>a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3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40">
                <a:latin typeface="Arial"/>
                <a:cs typeface="Arial"/>
              </a:rPr>
              <a:t> </a:t>
            </a:r>
            <a:r>
              <a:rPr dirty="0" sz="1350" spc="-80">
                <a:latin typeface="Arial"/>
                <a:cs typeface="Arial"/>
              </a:rPr>
              <a:t>ObterNumCelOcupada</a:t>
            </a:r>
            <a:r>
              <a:rPr dirty="0" sz="1350" spc="20">
                <a:latin typeface="Arial"/>
                <a:cs typeface="Arial"/>
              </a:rPr>
              <a:t>s</a:t>
            </a:r>
            <a:r>
              <a:rPr dirty="0" sz="1350" spc="70">
                <a:latin typeface="Arial"/>
                <a:cs typeface="Arial"/>
              </a:rPr>
              <a:t>(</a:t>
            </a:r>
            <a:r>
              <a:rPr dirty="0" sz="1350" spc="-35">
                <a:latin typeface="Arial"/>
                <a:cs typeface="Arial"/>
              </a:rPr>
              <a:t>Are</a:t>
            </a:r>
            <a:r>
              <a:rPr dirty="0" sz="1350" spc="175">
                <a:latin typeface="Arial"/>
                <a:cs typeface="Arial"/>
              </a:rPr>
              <a:t>a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7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"/>
              </a:spcBef>
            </a:pPr>
            <a:endParaRPr sz="2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50" spc="-20" b="1">
                <a:latin typeface="Arial"/>
                <a:cs typeface="Arial"/>
              </a:rPr>
              <a:t>voi</a:t>
            </a:r>
            <a:r>
              <a:rPr dirty="0" sz="1350" spc="15" b="1">
                <a:latin typeface="Arial"/>
                <a:cs typeface="Arial"/>
              </a:rPr>
              <a:t>d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85" b="1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RetiraMi</a:t>
            </a:r>
            <a:r>
              <a:rPr dirty="0" sz="1350" spc="140">
                <a:latin typeface="Arial"/>
                <a:cs typeface="Arial"/>
              </a:rPr>
              <a:t>n</a:t>
            </a:r>
            <a:r>
              <a:rPr dirty="0" sz="1350" spc="90">
                <a:latin typeface="Arial"/>
                <a:cs typeface="Arial"/>
              </a:rPr>
              <a:t>(</a:t>
            </a:r>
            <a:r>
              <a:rPr dirty="0" sz="1350" spc="-15">
                <a:latin typeface="Arial"/>
                <a:cs typeface="Arial"/>
              </a:rPr>
              <a:t>TipoAre</a:t>
            </a:r>
            <a:r>
              <a:rPr dirty="0" sz="1350" spc="15">
                <a:latin typeface="Arial"/>
                <a:cs typeface="Arial"/>
              </a:rPr>
              <a:t>a</a:t>
            </a:r>
            <a:r>
              <a:rPr dirty="0" sz="1350" spc="135">
                <a:latin typeface="Arial"/>
                <a:cs typeface="Arial"/>
              </a:rPr>
              <a:t> </a:t>
            </a:r>
            <a:r>
              <a:rPr dirty="0" sz="1350" spc="-305">
                <a:latin typeface="Lucida Sans Unicode"/>
                <a:cs typeface="Lucida Sans Unicode"/>
              </a:rPr>
              <a:t>∗</a:t>
            </a:r>
            <a:r>
              <a:rPr dirty="0" sz="1350" spc="-25">
                <a:latin typeface="Arial"/>
                <a:cs typeface="Arial"/>
              </a:rPr>
              <a:t>Are</a:t>
            </a:r>
            <a:r>
              <a:rPr dirty="0" sz="1350" spc="140">
                <a:latin typeface="Arial"/>
                <a:cs typeface="Arial"/>
              </a:rPr>
              <a:t>a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40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TipoRegistr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185">
                <a:latin typeface="Arial"/>
                <a:cs typeface="Arial"/>
              </a:rPr>
              <a:t> </a:t>
            </a:r>
            <a:r>
              <a:rPr dirty="0" sz="1350" spc="-375">
                <a:latin typeface="Lucida Sans Unicode"/>
                <a:cs typeface="Lucida Sans Unicode"/>
              </a:rPr>
              <a:t>∗</a:t>
            </a:r>
            <a:r>
              <a:rPr dirty="0" sz="1350" spc="-5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105">
                <a:latin typeface="Arial"/>
                <a:cs typeface="Arial"/>
              </a:rPr>
              <a:t> </a:t>
            </a:r>
            <a:r>
              <a:rPr dirty="0" sz="1350" spc="95" b="1">
                <a:latin typeface="Arial"/>
                <a:cs typeface="Arial"/>
              </a:rPr>
              <a:t>in</a:t>
            </a:r>
            <a:r>
              <a:rPr dirty="0" sz="1350" spc="5" b="1">
                <a:latin typeface="Arial"/>
                <a:cs typeface="Arial"/>
              </a:rPr>
              <a:t>t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125" b="1">
                <a:latin typeface="Arial"/>
                <a:cs typeface="Arial"/>
              </a:rPr>
              <a:t> </a:t>
            </a:r>
            <a:r>
              <a:rPr dirty="0" sz="1350" spc="-270">
                <a:latin typeface="Lucida Sans Unicode"/>
                <a:cs typeface="Lucida Sans Unicode"/>
              </a:rPr>
              <a:t>∗</a:t>
            </a:r>
            <a:r>
              <a:rPr dirty="0" sz="1350" spc="15">
                <a:latin typeface="Arial"/>
                <a:cs typeface="Arial"/>
              </a:rPr>
              <a:t>NR</a:t>
            </a:r>
            <a:r>
              <a:rPr dirty="0" sz="1350" spc="15">
                <a:latin typeface="Arial"/>
                <a:cs typeface="Arial"/>
              </a:rPr>
              <a:t>Are</a:t>
            </a:r>
            <a:r>
              <a:rPr dirty="0" sz="1350" spc="125">
                <a:latin typeface="Arial"/>
                <a:cs typeface="Arial"/>
              </a:rPr>
              <a:t>a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545"/>
              </a:spcBef>
              <a:tabLst>
                <a:tab pos="2411730" algn="l"/>
              </a:tabLst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10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RetiraPrimeir</a:t>
            </a:r>
            <a:r>
              <a:rPr dirty="0" sz="1350" spc="155">
                <a:latin typeface="Arial"/>
                <a:cs typeface="Arial"/>
              </a:rPr>
              <a:t>o</a:t>
            </a:r>
            <a:r>
              <a:rPr dirty="0" sz="1350" spc="75">
                <a:latin typeface="Arial"/>
                <a:cs typeface="Arial"/>
              </a:rPr>
              <a:t>(</a:t>
            </a:r>
            <a:r>
              <a:rPr dirty="0" sz="1350" spc="-25">
                <a:latin typeface="Arial"/>
                <a:cs typeface="Arial"/>
              </a:rPr>
              <a:t>Are</a:t>
            </a:r>
            <a:r>
              <a:rPr dirty="0" sz="1350" spc="130">
                <a:latin typeface="Arial"/>
                <a:cs typeface="Arial"/>
              </a:rPr>
              <a:t>a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40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	</a:t>
            </a:r>
            <a:r>
              <a:rPr dirty="0" sz="1350" spc="-375">
                <a:latin typeface="Lucida Sans Unicode"/>
                <a:cs typeface="Lucida Sans Unicode"/>
              </a:rPr>
              <a:t>∗</a:t>
            </a:r>
            <a:r>
              <a:rPr dirty="0" sz="1350" spc="15">
                <a:latin typeface="Arial"/>
                <a:cs typeface="Arial"/>
              </a:rPr>
              <a:t>NR</a:t>
            </a:r>
            <a:r>
              <a:rPr dirty="0" sz="1350" spc="15">
                <a:latin typeface="Arial"/>
                <a:cs typeface="Arial"/>
              </a:rPr>
              <a:t>Are</a:t>
            </a:r>
            <a:r>
              <a:rPr dirty="0" sz="1350" spc="15">
                <a:latin typeface="Arial"/>
                <a:cs typeface="Arial"/>
              </a:rPr>
              <a:t>a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3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40">
                <a:latin typeface="Arial"/>
                <a:cs typeface="Arial"/>
              </a:rPr>
              <a:t> </a:t>
            </a:r>
            <a:r>
              <a:rPr dirty="0" sz="1350" spc="-80">
                <a:latin typeface="Arial"/>
                <a:cs typeface="Arial"/>
              </a:rPr>
              <a:t>ObterNumCelOcupada</a:t>
            </a:r>
            <a:r>
              <a:rPr dirty="0" sz="1350" spc="20">
                <a:latin typeface="Arial"/>
                <a:cs typeface="Arial"/>
              </a:rPr>
              <a:t>s</a:t>
            </a:r>
            <a:r>
              <a:rPr dirty="0" sz="1350" spc="70">
                <a:latin typeface="Arial"/>
                <a:cs typeface="Arial"/>
              </a:rPr>
              <a:t>(</a:t>
            </a:r>
            <a:r>
              <a:rPr dirty="0" sz="1350" spc="-35">
                <a:latin typeface="Arial"/>
                <a:cs typeface="Arial"/>
              </a:rPr>
              <a:t>Are</a:t>
            </a:r>
            <a:r>
              <a:rPr dirty="0" sz="1350" spc="175">
                <a:latin typeface="Arial"/>
                <a:cs typeface="Arial"/>
              </a:rPr>
              <a:t>a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7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14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638746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Exter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no:</a:t>
            </a:r>
            <a:r>
              <a:rPr dirty="0" sz="2450" spc="17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8011" y="1518985"/>
            <a:ext cx="5328920" cy="13328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12850" marR="5080" indent="-1200785">
              <a:lnSpc>
                <a:spcPct val="128400"/>
              </a:lnSpc>
            </a:pPr>
            <a:r>
              <a:rPr dirty="0" sz="1350" spc="-20" b="1">
                <a:latin typeface="Arial"/>
                <a:cs typeface="Arial"/>
              </a:rPr>
              <a:t>voi</a:t>
            </a:r>
            <a:r>
              <a:rPr dirty="0" sz="1350" spc="15" b="1">
                <a:latin typeface="Arial"/>
                <a:cs typeface="Arial"/>
              </a:rPr>
              <a:t>d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65" b="1">
                <a:latin typeface="Arial"/>
                <a:cs typeface="Arial"/>
              </a:rPr>
              <a:t> </a:t>
            </a:r>
            <a:r>
              <a:rPr dirty="0" sz="1350" spc="45">
                <a:latin typeface="Arial"/>
                <a:cs typeface="Arial"/>
              </a:rPr>
              <a:t>Partica</a:t>
            </a:r>
            <a:r>
              <a:rPr dirty="0" sz="1350" spc="155">
                <a:latin typeface="Arial"/>
                <a:cs typeface="Arial"/>
              </a:rPr>
              <a:t>o</a:t>
            </a:r>
            <a:r>
              <a:rPr dirty="0" sz="1350" spc="110">
                <a:latin typeface="Arial"/>
                <a:cs typeface="Arial"/>
              </a:rPr>
              <a:t>(</a:t>
            </a:r>
            <a:r>
              <a:rPr dirty="0" sz="1350" spc="15">
                <a:latin typeface="Arial"/>
                <a:cs typeface="Arial"/>
              </a:rPr>
              <a:t>F</a:t>
            </a:r>
            <a:r>
              <a:rPr dirty="0" sz="1350">
                <a:latin typeface="Arial"/>
                <a:cs typeface="Arial"/>
              </a:rPr>
              <a:t>I</a:t>
            </a:r>
            <a:r>
              <a:rPr dirty="0" sz="1350" spc="15">
                <a:latin typeface="Arial"/>
                <a:cs typeface="Arial"/>
              </a:rPr>
              <a:t>LE</a:t>
            </a:r>
            <a:r>
              <a:rPr dirty="0" sz="1350" spc="95">
                <a:latin typeface="Arial"/>
                <a:cs typeface="Arial"/>
              </a:rPr>
              <a:t> </a:t>
            </a:r>
            <a:r>
              <a:rPr dirty="0" sz="1350" spc="-300">
                <a:latin typeface="Lucida Sans Unicode"/>
                <a:cs typeface="Lucida Sans Unicode"/>
              </a:rPr>
              <a:t>∗</a:t>
            </a:r>
            <a:r>
              <a:rPr dirty="0" sz="1350" spc="-280">
                <a:latin typeface="Lucida Sans Unicode"/>
                <a:cs typeface="Lucida Sans Unicode"/>
              </a:rPr>
              <a:t>∗</a:t>
            </a:r>
            <a:r>
              <a:rPr dirty="0" sz="1350" spc="25">
                <a:latin typeface="Arial"/>
                <a:cs typeface="Arial"/>
              </a:rPr>
              <a:t>ArqL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-13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2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F</a:t>
            </a:r>
            <a:r>
              <a:rPr dirty="0" sz="1350">
                <a:latin typeface="Arial"/>
                <a:cs typeface="Arial"/>
              </a:rPr>
              <a:t>I</a:t>
            </a:r>
            <a:r>
              <a:rPr dirty="0" sz="1350" spc="15">
                <a:latin typeface="Arial"/>
                <a:cs typeface="Arial"/>
              </a:rPr>
              <a:t>LE</a:t>
            </a:r>
            <a:r>
              <a:rPr dirty="0" sz="1350" spc="95">
                <a:latin typeface="Arial"/>
                <a:cs typeface="Arial"/>
              </a:rPr>
              <a:t> </a:t>
            </a:r>
            <a:r>
              <a:rPr dirty="0" sz="1350" spc="-300">
                <a:latin typeface="Lucida Sans Unicode"/>
                <a:cs typeface="Lucida Sans Unicode"/>
              </a:rPr>
              <a:t>∗∗</a:t>
            </a:r>
            <a:r>
              <a:rPr dirty="0" sz="1350" spc="10">
                <a:latin typeface="Arial"/>
                <a:cs typeface="Arial"/>
              </a:rPr>
              <a:t>ArqEi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2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F</a:t>
            </a:r>
            <a:r>
              <a:rPr dirty="0" sz="1350">
                <a:latin typeface="Arial"/>
                <a:cs typeface="Arial"/>
              </a:rPr>
              <a:t>I</a:t>
            </a:r>
            <a:r>
              <a:rPr dirty="0" sz="1350" spc="15">
                <a:latin typeface="Arial"/>
                <a:cs typeface="Arial"/>
              </a:rPr>
              <a:t>LE</a:t>
            </a:r>
            <a:r>
              <a:rPr dirty="0" sz="1350" spc="95">
                <a:latin typeface="Arial"/>
                <a:cs typeface="Arial"/>
              </a:rPr>
              <a:t> </a:t>
            </a:r>
            <a:r>
              <a:rPr dirty="0" sz="1350" spc="-300">
                <a:latin typeface="Lucida Sans Unicode"/>
                <a:cs typeface="Lucida Sans Unicode"/>
              </a:rPr>
              <a:t>∗</a:t>
            </a:r>
            <a:r>
              <a:rPr dirty="0" sz="1350" spc="-360">
                <a:latin typeface="Lucida Sans Unicode"/>
                <a:cs typeface="Lucida Sans Unicode"/>
              </a:rPr>
              <a:t>∗</a:t>
            </a:r>
            <a:r>
              <a:rPr dirty="0" sz="1350" spc="-45">
                <a:latin typeface="Arial"/>
                <a:cs typeface="Arial"/>
              </a:rPr>
              <a:t>ArqLE</a:t>
            </a:r>
            <a:r>
              <a:rPr dirty="0" sz="1350" spc="35">
                <a:latin typeface="Arial"/>
                <a:cs typeface="Arial"/>
              </a:rPr>
              <a:t>s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15">
                <a:latin typeface="Arial"/>
                <a:cs typeface="Arial"/>
              </a:rPr>
              <a:t>TipoAre</a:t>
            </a:r>
            <a:r>
              <a:rPr dirty="0" sz="1350" spc="15">
                <a:latin typeface="Arial"/>
                <a:cs typeface="Arial"/>
              </a:rPr>
              <a:t>a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35">
                <a:latin typeface="Arial"/>
                <a:cs typeface="Arial"/>
              </a:rPr>
              <a:t> </a:t>
            </a:r>
            <a:r>
              <a:rPr dirty="0" sz="1350" spc="-25">
                <a:latin typeface="Arial"/>
                <a:cs typeface="Arial"/>
              </a:rPr>
              <a:t>Are</a:t>
            </a:r>
            <a:r>
              <a:rPr dirty="0" sz="1350" spc="130">
                <a:latin typeface="Arial"/>
                <a:cs typeface="Arial"/>
              </a:rPr>
              <a:t>a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105">
                <a:latin typeface="Arial"/>
                <a:cs typeface="Arial"/>
              </a:rPr>
              <a:t> </a:t>
            </a:r>
            <a:r>
              <a:rPr dirty="0" sz="1350" spc="95" b="1">
                <a:latin typeface="Arial"/>
                <a:cs typeface="Arial"/>
              </a:rPr>
              <a:t>in</a:t>
            </a:r>
            <a:r>
              <a:rPr dirty="0" sz="1350" spc="5" b="1">
                <a:latin typeface="Arial"/>
                <a:cs typeface="Arial"/>
              </a:rPr>
              <a:t>t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60" b="1">
                <a:latin typeface="Arial"/>
                <a:cs typeface="Arial"/>
              </a:rPr>
              <a:t> </a:t>
            </a:r>
            <a:r>
              <a:rPr dirty="0" sz="1350" spc="-55">
                <a:latin typeface="Arial"/>
                <a:cs typeface="Arial"/>
              </a:rPr>
              <a:t>Es</a:t>
            </a:r>
            <a:r>
              <a:rPr dirty="0" sz="1350" spc="65">
                <a:latin typeface="Arial"/>
                <a:cs typeface="Arial"/>
              </a:rPr>
              <a:t>q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105">
                <a:latin typeface="Arial"/>
                <a:cs typeface="Arial"/>
              </a:rPr>
              <a:t> </a:t>
            </a:r>
            <a:r>
              <a:rPr dirty="0" sz="1350" spc="95" b="1">
                <a:latin typeface="Arial"/>
                <a:cs typeface="Arial"/>
              </a:rPr>
              <a:t>in</a:t>
            </a:r>
            <a:r>
              <a:rPr dirty="0" sz="1350" spc="5" b="1">
                <a:latin typeface="Arial"/>
                <a:cs typeface="Arial"/>
              </a:rPr>
              <a:t>t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60" b="1">
                <a:latin typeface="Arial"/>
                <a:cs typeface="Arial"/>
              </a:rPr>
              <a:t> </a:t>
            </a:r>
            <a:r>
              <a:rPr dirty="0" sz="1350" spc="60">
                <a:latin typeface="Arial"/>
                <a:cs typeface="Arial"/>
              </a:rPr>
              <a:t>Di</a:t>
            </a:r>
            <a:r>
              <a:rPr dirty="0" sz="1350" spc="5">
                <a:latin typeface="Arial"/>
                <a:cs typeface="Arial"/>
              </a:rPr>
              <a:t>r</a:t>
            </a:r>
            <a:r>
              <a:rPr dirty="0" sz="1350" spc="-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105">
                <a:latin typeface="Arial"/>
                <a:cs typeface="Arial"/>
              </a:rPr>
              <a:t> </a:t>
            </a:r>
            <a:r>
              <a:rPr dirty="0" sz="1350" spc="95" b="1">
                <a:latin typeface="Arial"/>
                <a:cs typeface="Arial"/>
              </a:rPr>
              <a:t>in</a:t>
            </a:r>
            <a:r>
              <a:rPr dirty="0" sz="1350" spc="5" b="1">
                <a:latin typeface="Arial"/>
                <a:cs typeface="Arial"/>
              </a:rPr>
              <a:t>t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130" b="1">
                <a:latin typeface="Arial"/>
                <a:cs typeface="Arial"/>
              </a:rPr>
              <a:t> </a:t>
            </a:r>
            <a:r>
              <a:rPr dirty="0" sz="1350" spc="-345">
                <a:latin typeface="Lucida Sans Unicode"/>
                <a:cs typeface="Lucida Sans Unicode"/>
              </a:rPr>
              <a:t>∗</a:t>
            </a:r>
            <a:r>
              <a:rPr dirty="0" sz="1350" spc="-225">
                <a:latin typeface="Lucida Sans Unicode"/>
                <a:cs typeface="Lucida Sans Unicode"/>
              </a:rPr>
              <a:t> 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6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105">
                <a:latin typeface="Arial"/>
                <a:cs typeface="Arial"/>
              </a:rPr>
              <a:t> </a:t>
            </a:r>
            <a:r>
              <a:rPr dirty="0" sz="1350" spc="95" b="1">
                <a:latin typeface="Arial"/>
                <a:cs typeface="Arial"/>
              </a:rPr>
              <a:t>in</a:t>
            </a:r>
            <a:r>
              <a:rPr dirty="0" sz="1350" spc="5" b="1">
                <a:latin typeface="Arial"/>
                <a:cs typeface="Arial"/>
              </a:rPr>
              <a:t>t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130" b="1">
                <a:latin typeface="Arial"/>
                <a:cs typeface="Arial"/>
              </a:rPr>
              <a:t> </a:t>
            </a:r>
            <a:r>
              <a:rPr dirty="0" sz="1350" spc="-345">
                <a:latin typeface="Lucida Sans Unicode"/>
                <a:cs typeface="Lucida Sans Unicode"/>
              </a:rPr>
              <a:t>∗</a:t>
            </a:r>
            <a:r>
              <a:rPr dirty="0" sz="1350" spc="-165">
                <a:latin typeface="Lucida Sans Unicode"/>
                <a:cs typeface="Lucida Sans Unicode"/>
              </a:rPr>
              <a:t> </a:t>
            </a:r>
            <a:r>
              <a:rPr dirty="0" sz="1350" spc="5">
                <a:latin typeface="Arial"/>
                <a:cs typeface="Arial"/>
              </a:rPr>
              <a:t>j</a:t>
            </a:r>
            <a:r>
              <a:rPr dirty="0" sz="1350" spc="-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459"/>
              </a:spcBef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55">
                <a:latin typeface="Arial"/>
                <a:cs typeface="Arial"/>
              </a:rPr>
              <a:t> </a:t>
            </a:r>
            <a:r>
              <a:rPr dirty="0" sz="1350" spc="95" b="1">
                <a:latin typeface="Arial"/>
                <a:cs typeface="Arial"/>
              </a:rPr>
              <a:t>in</a:t>
            </a:r>
            <a:r>
              <a:rPr dirty="0" sz="1350" spc="5" b="1">
                <a:latin typeface="Arial"/>
                <a:cs typeface="Arial"/>
              </a:rPr>
              <a:t>t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25" b="1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L</a:t>
            </a:r>
            <a:r>
              <a:rPr dirty="0" sz="1350" spc="10">
                <a:latin typeface="Arial"/>
                <a:cs typeface="Arial"/>
              </a:rPr>
              <a:t>s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90">
                <a:latin typeface="Arial"/>
                <a:cs typeface="Arial"/>
              </a:rPr>
              <a:t> </a:t>
            </a:r>
            <a:r>
              <a:rPr dirty="0" sz="1350" spc="60">
                <a:latin typeface="Arial"/>
                <a:cs typeface="Arial"/>
              </a:rPr>
              <a:t>Di</a:t>
            </a:r>
            <a:r>
              <a:rPr dirty="0" sz="1350" spc="5">
                <a:latin typeface="Arial"/>
                <a:cs typeface="Arial"/>
              </a:rPr>
              <a:t>r</a:t>
            </a:r>
            <a:r>
              <a:rPr dirty="0" sz="1350" spc="-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65">
                <a:latin typeface="Arial"/>
                <a:cs typeface="Arial"/>
              </a:rPr>
              <a:t> </a:t>
            </a:r>
            <a:r>
              <a:rPr dirty="0" sz="1350" spc="-75">
                <a:latin typeface="Arial"/>
                <a:cs typeface="Arial"/>
              </a:rPr>
              <a:t>E</a:t>
            </a:r>
            <a:r>
              <a:rPr dirty="0" sz="1350" spc="10">
                <a:latin typeface="Arial"/>
                <a:cs typeface="Arial"/>
              </a:rPr>
              <a:t>s</a:t>
            </a:r>
            <a:r>
              <a:rPr dirty="0" sz="1350" spc="14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90">
                <a:latin typeface="Arial"/>
                <a:cs typeface="Arial"/>
              </a:rPr>
              <a:t> </a:t>
            </a:r>
            <a:r>
              <a:rPr dirty="0" sz="1350" spc="60">
                <a:latin typeface="Arial"/>
                <a:cs typeface="Arial"/>
              </a:rPr>
              <a:t>Di</a:t>
            </a:r>
            <a:r>
              <a:rPr dirty="0" sz="1350" spc="5">
                <a:latin typeface="Arial"/>
                <a:cs typeface="Arial"/>
              </a:rPr>
              <a:t>r</a:t>
            </a:r>
            <a:r>
              <a:rPr dirty="0" sz="1350" spc="-7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110">
                <a:latin typeface="Arial"/>
                <a:cs typeface="Arial"/>
              </a:rPr>
              <a:t> </a:t>
            </a:r>
            <a:r>
              <a:rPr dirty="0" sz="1350" spc="100">
                <a:latin typeface="Arial"/>
                <a:cs typeface="Arial"/>
              </a:rPr>
              <a:t>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5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65">
                <a:latin typeface="Arial"/>
                <a:cs typeface="Arial"/>
              </a:rPr>
              <a:t> </a:t>
            </a:r>
            <a:r>
              <a:rPr dirty="0" sz="1350" spc="-55">
                <a:latin typeface="Arial"/>
                <a:cs typeface="Arial"/>
              </a:rPr>
              <a:t>Es</a:t>
            </a:r>
            <a:r>
              <a:rPr dirty="0" sz="1350" spc="65">
                <a:latin typeface="Arial"/>
                <a:cs typeface="Arial"/>
              </a:rPr>
              <a:t>q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60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E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0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65">
                <a:latin typeface="Arial"/>
                <a:cs typeface="Arial"/>
              </a:rPr>
              <a:t> </a:t>
            </a:r>
            <a:r>
              <a:rPr dirty="0" sz="1350" spc="-55">
                <a:latin typeface="Arial"/>
                <a:cs typeface="Arial"/>
              </a:rPr>
              <a:t>Es</a:t>
            </a:r>
            <a:r>
              <a:rPr dirty="0" sz="1350" spc="20">
                <a:latin typeface="Arial"/>
                <a:cs typeface="Arial"/>
              </a:rPr>
              <a:t>q</a:t>
            </a:r>
            <a:r>
              <a:rPr dirty="0" sz="1350" spc="5">
                <a:latin typeface="Arial"/>
                <a:cs typeface="Arial"/>
              </a:rPr>
              <a:t>,</a:t>
            </a:r>
            <a:endParaRPr sz="1350">
              <a:latin typeface="Arial"/>
              <a:cs typeface="Arial"/>
            </a:endParaRPr>
          </a:p>
          <a:p>
            <a:pPr marL="530225">
              <a:lnSpc>
                <a:spcPct val="100000"/>
              </a:lnSpc>
              <a:spcBef>
                <a:spcPts val="459"/>
              </a:spcBef>
            </a:pPr>
            <a:r>
              <a:rPr dirty="0" sz="1350" spc="15">
                <a:latin typeface="Arial"/>
                <a:cs typeface="Arial"/>
              </a:rPr>
              <a:t>NR</a:t>
            </a:r>
            <a:r>
              <a:rPr dirty="0" sz="1350" spc="15">
                <a:latin typeface="Arial"/>
                <a:cs typeface="Arial"/>
              </a:rPr>
              <a:t>Are</a:t>
            </a:r>
            <a:r>
              <a:rPr dirty="0" sz="1350" spc="15">
                <a:latin typeface="Arial"/>
                <a:cs typeface="Arial"/>
              </a:rPr>
              <a:t>a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2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3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0</a:t>
            </a:r>
            <a:r>
              <a:rPr dirty="0" sz="1350" spc="-14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100">
                <a:latin typeface="Arial"/>
                <a:cs typeface="Arial"/>
              </a:rPr>
              <a:t>Lin</a:t>
            </a:r>
            <a:r>
              <a:rPr dirty="0" sz="1350" spc="5">
                <a:latin typeface="Arial"/>
                <a:cs typeface="Arial"/>
              </a:rPr>
              <a:t>f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5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I</a:t>
            </a:r>
            <a:r>
              <a:rPr dirty="0" sz="1350" spc="15">
                <a:latin typeface="Arial"/>
                <a:cs typeface="Arial"/>
              </a:rPr>
              <a:t>N</a:t>
            </a:r>
            <a:r>
              <a:rPr dirty="0" sz="1350" spc="-30">
                <a:latin typeface="Arial"/>
                <a:cs typeface="Arial"/>
              </a:rPr>
              <a:t>T</a:t>
            </a:r>
            <a:r>
              <a:rPr dirty="0" sz="1350" spc="-35">
                <a:latin typeface="Arial"/>
                <a:cs typeface="Arial"/>
              </a:rPr>
              <a:t>_</a:t>
            </a:r>
            <a:r>
              <a:rPr dirty="0" sz="1350" spc="20">
                <a:latin typeface="Arial"/>
                <a:cs typeface="Arial"/>
              </a:rPr>
              <a:t>M</a:t>
            </a:r>
            <a:r>
              <a:rPr dirty="0" sz="1350">
                <a:latin typeface="Arial"/>
                <a:cs typeface="Arial"/>
              </a:rPr>
              <a:t>I</a:t>
            </a:r>
            <a:r>
              <a:rPr dirty="0" sz="1350" spc="15">
                <a:latin typeface="Arial"/>
                <a:cs typeface="Arial"/>
              </a:rPr>
              <a:t>N</a:t>
            </a:r>
            <a:r>
              <a:rPr dirty="0" sz="1350" spc="-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35">
                <a:latin typeface="Arial"/>
                <a:cs typeface="Arial"/>
              </a:rPr>
              <a:t> </a:t>
            </a:r>
            <a:r>
              <a:rPr dirty="0" sz="1350" spc="-50">
                <a:latin typeface="Arial"/>
                <a:cs typeface="Arial"/>
              </a:rPr>
              <a:t>Lsu</a:t>
            </a:r>
            <a:r>
              <a:rPr dirty="0" sz="1350" spc="15">
                <a:latin typeface="Arial"/>
                <a:cs typeface="Arial"/>
              </a:rPr>
              <a:t>p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I</a:t>
            </a:r>
            <a:r>
              <a:rPr dirty="0" sz="1350" spc="15">
                <a:latin typeface="Arial"/>
                <a:cs typeface="Arial"/>
              </a:rPr>
              <a:t>N</a:t>
            </a:r>
            <a:r>
              <a:rPr dirty="0" sz="1350" spc="-30">
                <a:latin typeface="Arial"/>
                <a:cs typeface="Arial"/>
              </a:rPr>
              <a:t>T</a:t>
            </a:r>
            <a:r>
              <a:rPr dirty="0" sz="1350" spc="-35">
                <a:latin typeface="Arial"/>
                <a:cs typeface="Arial"/>
              </a:rPr>
              <a:t>_</a:t>
            </a:r>
            <a:r>
              <a:rPr dirty="0" sz="1350" spc="20">
                <a:latin typeface="Arial"/>
                <a:cs typeface="Arial"/>
              </a:rPr>
              <a:t>MA</a:t>
            </a:r>
            <a:r>
              <a:rPr dirty="0" sz="1350" spc="155">
                <a:latin typeface="Arial"/>
                <a:cs typeface="Arial"/>
              </a:rPr>
              <a:t>X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185420">
              <a:lnSpc>
                <a:spcPct val="100000"/>
              </a:lnSpc>
              <a:spcBef>
                <a:spcPts val="459"/>
              </a:spcBef>
              <a:tabLst>
                <a:tab pos="2287270" algn="l"/>
              </a:tabLst>
            </a:pPr>
            <a:r>
              <a:rPr dirty="0" sz="1350" spc="-5" b="1">
                <a:latin typeface="Arial"/>
                <a:cs typeface="Arial"/>
              </a:rPr>
              <a:t>shor</a:t>
            </a:r>
            <a:r>
              <a:rPr dirty="0" sz="1350" spc="5" b="1">
                <a:latin typeface="Arial"/>
                <a:cs typeface="Arial"/>
              </a:rPr>
              <a:t>t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170" b="1">
                <a:latin typeface="Arial"/>
                <a:cs typeface="Arial"/>
              </a:rPr>
              <a:t> </a:t>
            </a:r>
            <a:r>
              <a:rPr dirty="0" sz="1350" spc="-65">
                <a:latin typeface="Arial"/>
                <a:cs typeface="Arial"/>
              </a:rPr>
              <a:t>OndeLe</a:t>
            </a:r>
            <a:r>
              <a:rPr dirty="0" sz="1350" spc="5">
                <a:latin typeface="Arial"/>
                <a:cs typeface="Arial"/>
              </a:rPr>
              <a:t>r</a:t>
            </a:r>
            <a:r>
              <a:rPr dirty="0" sz="1350" spc="15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4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T</a:t>
            </a:r>
            <a:r>
              <a:rPr dirty="0" sz="1350" spc="-40">
                <a:latin typeface="Arial"/>
                <a:cs typeface="Arial"/>
              </a:rPr>
              <a:t>R</a:t>
            </a:r>
            <a:r>
              <a:rPr dirty="0" sz="1350" spc="15">
                <a:latin typeface="Arial"/>
                <a:cs typeface="Arial"/>
              </a:rPr>
              <a:t>UE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	</a:t>
            </a:r>
            <a:r>
              <a:rPr dirty="0" sz="1350" spc="25">
                <a:latin typeface="Arial"/>
                <a:cs typeface="Arial"/>
              </a:rPr>
              <a:t>TipoRegistr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UltLid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-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40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9131" y="2840408"/>
            <a:ext cx="1217295" cy="804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7780" marR="5080">
              <a:lnSpc>
                <a:spcPct val="128400"/>
              </a:lnSpc>
            </a:pPr>
            <a:r>
              <a:rPr dirty="0" sz="1350" spc="20">
                <a:latin typeface="Arial"/>
                <a:cs typeface="Arial"/>
              </a:rPr>
              <a:t>fsee</a:t>
            </a:r>
            <a:r>
              <a:rPr dirty="0" sz="1350" spc="10">
                <a:latin typeface="Arial"/>
                <a:cs typeface="Arial"/>
              </a:rPr>
              <a:t>k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30">
                <a:latin typeface="Arial"/>
                <a:cs typeface="Arial"/>
              </a:rPr>
              <a:t> </a:t>
            </a:r>
            <a:r>
              <a:rPr dirty="0" sz="1350" spc="114">
                <a:latin typeface="Arial"/>
                <a:cs typeface="Arial"/>
              </a:rPr>
              <a:t>(</a:t>
            </a:r>
            <a:r>
              <a:rPr dirty="0" sz="1350" spc="-210">
                <a:latin typeface="Lucida Sans Unicode"/>
                <a:cs typeface="Lucida Sans Unicode"/>
              </a:rPr>
              <a:t>∗</a:t>
            </a:r>
            <a:r>
              <a:rPr dirty="0" sz="1350" spc="25">
                <a:latin typeface="Arial"/>
                <a:cs typeface="Arial"/>
              </a:rPr>
              <a:t>ArqL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-1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20">
                <a:latin typeface="Arial"/>
                <a:cs typeface="Arial"/>
              </a:rPr>
              <a:t>fsee</a:t>
            </a:r>
            <a:r>
              <a:rPr dirty="0" sz="1350" spc="10">
                <a:latin typeface="Arial"/>
                <a:cs typeface="Arial"/>
              </a:rPr>
              <a:t>k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30">
                <a:latin typeface="Arial"/>
                <a:cs typeface="Arial"/>
              </a:rPr>
              <a:t> </a:t>
            </a:r>
            <a:r>
              <a:rPr dirty="0" sz="1350" spc="114">
                <a:latin typeface="Arial"/>
                <a:cs typeface="Arial"/>
              </a:rPr>
              <a:t>(</a:t>
            </a:r>
            <a:r>
              <a:rPr dirty="0" sz="1350" spc="-235">
                <a:latin typeface="Lucida Sans Unicode"/>
                <a:cs typeface="Lucida Sans Unicode"/>
              </a:rPr>
              <a:t>∗</a:t>
            </a:r>
            <a:r>
              <a:rPr dirty="0" sz="1350" spc="10">
                <a:latin typeface="Arial"/>
                <a:cs typeface="Arial"/>
              </a:rPr>
              <a:t>ArqEi</a:t>
            </a:r>
            <a:r>
              <a:rPr dirty="0" sz="1350" spc="-17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350" spc="-190">
                <a:latin typeface="Lucida Sans Unicode"/>
                <a:cs typeface="Lucida Sans Unicode"/>
              </a:rPr>
              <a:t>∗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4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45">
                <a:latin typeface="Arial"/>
                <a:cs typeface="Arial"/>
              </a:rPr>
              <a:t> </a:t>
            </a:r>
            <a:r>
              <a:rPr dirty="0" sz="1350" spc="-75">
                <a:latin typeface="Arial"/>
                <a:cs typeface="Arial"/>
              </a:rPr>
              <a:t>Es</a:t>
            </a:r>
            <a:r>
              <a:rPr dirty="0" sz="1350" spc="15">
                <a:latin typeface="Arial"/>
                <a:cs typeface="Arial"/>
              </a:rPr>
              <a:t>q</a:t>
            </a:r>
            <a:r>
              <a:rPr dirty="0" sz="1350" spc="150">
                <a:latin typeface="Arial"/>
                <a:cs typeface="Arial"/>
              </a:rPr>
              <a:t> </a:t>
            </a:r>
            <a:r>
              <a:rPr dirty="0" sz="1350" spc="60">
                <a:latin typeface="Lucida Sans Unicode"/>
                <a:cs typeface="Lucida Sans Unicode"/>
              </a:rPr>
              <a:t>−</a:t>
            </a:r>
            <a:r>
              <a:rPr dirty="0" sz="1350" spc="105">
                <a:latin typeface="Lucida Sans Unicode"/>
                <a:cs typeface="Lucida Sans Unicode"/>
              </a:rPr>
              <a:t> </a:t>
            </a:r>
            <a:r>
              <a:rPr dirty="0" sz="1350" spc="90">
                <a:latin typeface="Arial"/>
                <a:cs typeface="Arial"/>
              </a:rPr>
              <a:t>1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64765" y="2840408"/>
            <a:ext cx="3896360" cy="804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8415" marR="5080">
              <a:lnSpc>
                <a:spcPct val="128400"/>
              </a:lnSpc>
            </a:pP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85">
                <a:latin typeface="Arial"/>
                <a:cs typeface="Arial"/>
              </a:rPr>
              <a:t> </a:t>
            </a:r>
            <a:r>
              <a:rPr dirty="0" sz="1350" spc="100">
                <a:latin typeface="Arial"/>
                <a:cs typeface="Arial"/>
              </a:rPr>
              <a:t>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14">
                <a:latin typeface="Arial"/>
                <a:cs typeface="Arial"/>
              </a:rPr>
              <a:t> </a:t>
            </a:r>
            <a:r>
              <a:rPr dirty="0" sz="1350" spc="60">
                <a:latin typeface="Lucida Sans Unicode"/>
                <a:cs typeface="Lucida Sans Unicode"/>
              </a:rPr>
              <a:t>−</a:t>
            </a:r>
            <a:r>
              <a:rPr dirty="0" sz="1350" spc="60">
                <a:latin typeface="Lucida Sans Unicode"/>
                <a:cs typeface="Lucida Sans Unicode"/>
              </a:rPr>
              <a:t> </a:t>
            </a:r>
            <a:r>
              <a:rPr dirty="0" sz="1350" spc="60">
                <a:latin typeface="Arial"/>
                <a:cs typeface="Arial"/>
              </a:rPr>
              <a:t>1)</a:t>
            </a:r>
            <a:r>
              <a:rPr dirty="0" sz="1350" spc="-345">
                <a:latin typeface="Lucida Sans Unicode"/>
                <a:cs typeface="Lucida Sans Unicode"/>
              </a:rPr>
              <a:t>∗</a:t>
            </a:r>
            <a:r>
              <a:rPr dirty="0" sz="1350" spc="80">
                <a:latin typeface="Lucida Sans Unicode"/>
                <a:cs typeface="Lucida Sans Unicode"/>
              </a:rPr>
              <a:t> </a:t>
            </a:r>
            <a:r>
              <a:rPr dirty="0" sz="1350" spc="25" b="1">
                <a:latin typeface="Arial"/>
                <a:cs typeface="Arial"/>
              </a:rPr>
              <a:t>sizeo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spc="-25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TipoRegistr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-19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6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5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SEE</a:t>
            </a:r>
            <a:r>
              <a:rPr dirty="0" sz="1350" spc="-30">
                <a:latin typeface="Arial"/>
                <a:cs typeface="Arial"/>
              </a:rPr>
              <a:t>K</a:t>
            </a:r>
            <a:r>
              <a:rPr dirty="0" sz="1350" spc="-35">
                <a:latin typeface="Arial"/>
                <a:cs typeface="Arial"/>
              </a:rPr>
              <a:t>_</a:t>
            </a:r>
            <a:r>
              <a:rPr dirty="0" sz="1350" spc="15">
                <a:latin typeface="Arial"/>
                <a:cs typeface="Arial"/>
              </a:rPr>
              <a:t>SET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5">
                <a:latin typeface="Arial"/>
                <a:cs typeface="Arial"/>
              </a:rPr>
              <a:t> (</a:t>
            </a:r>
            <a:r>
              <a:rPr dirty="0" sz="1350" spc="-135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E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70">
                <a:latin typeface="Arial"/>
                <a:cs typeface="Arial"/>
              </a:rPr>
              <a:t> </a:t>
            </a:r>
            <a:r>
              <a:rPr dirty="0" sz="1350" spc="60">
                <a:latin typeface="Lucida Sans Unicode"/>
                <a:cs typeface="Lucida Sans Unicode"/>
              </a:rPr>
              <a:t>−</a:t>
            </a:r>
            <a:r>
              <a:rPr dirty="0" sz="1350" spc="60">
                <a:latin typeface="Lucida Sans Unicode"/>
                <a:cs typeface="Lucida Sans Unicode"/>
              </a:rPr>
              <a:t> </a:t>
            </a:r>
            <a:r>
              <a:rPr dirty="0" sz="1350" spc="60">
                <a:latin typeface="Arial"/>
                <a:cs typeface="Arial"/>
              </a:rPr>
              <a:t>1)</a:t>
            </a:r>
            <a:r>
              <a:rPr dirty="0" sz="1350" spc="-345">
                <a:latin typeface="Lucida Sans Unicode"/>
                <a:cs typeface="Lucida Sans Unicode"/>
              </a:rPr>
              <a:t>∗</a:t>
            </a:r>
            <a:r>
              <a:rPr dirty="0" sz="1350" spc="80">
                <a:latin typeface="Lucida Sans Unicode"/>
                <a:cs typeface="Lucida Sans Unicode"/>
              </a:rPr>
              <a:t> </a:t>
            </a:r>
            <a:r>
              <a:rPr dirty="0" sz="1350" spc="25" b="1">
                <a:latin typeface="Arial"/>
                <a:cs typeface="Arial"/>
              </a:rPr>
              <a:t>sizeo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spc="-25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TipoRegistr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-19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6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5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SEE</a:t>
            </a:r>
            <a:r>
              <a:rPr dirty="0" sz="1350" spc="-30">
                <a:latin typeface="Arial"/>
                <a:cs typeface="Arial"/>
              </a:rPr>
              <a:t>K</a:t>
            </a:r>
            <a:r>
              <a:rPr dirty="0" sz="1350" spc="-35">
                <a:latin typeface="Arial"/>
                <a:cs typeface="Arial"/>
              </a:rPr>
              <a:t>_</a:t>
            </a:r>
            <a:r>
              <a:rPr dirty="0" sz="1350" spc="15">
                <a:latin typeface="Arial"/>
                <a:cs typeface="Arial"/>
              </a:rPr>
              <a:t>SET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350" spc="-190">
                <a:latin typeface="Lucida Sans Unicode"/>
                <a:cs typeface="Lucida Sans Unicode"/>
              </a:rPr>
              <a:t>∗</a:t>
            </a:r>
            <a:r>
              <a:rPr dirty="0" sz="1350" spc="5">
                <a:latin typeface="Arial"/>
                <a:cs typeface="Arial"/>
              </a:rPr>
              <a:t>j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4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75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Di</a:t>
            </a:r>
            <a:r>
              <a:rPr dirty="0" sz="1350" spc="5">
                <a:latin typeface="Arial"/>
                <a:cs typeface="Arial"/>
              </a:rPr>
              <a:t>r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8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+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50">
                <a:latin typeface="Arial"/>
                <a:cs typeface="Arial"/>
              </a:rPr>
              <a:t> </a:t>
            </a:r>
            <a:r>
              <a:rPr dirty="0" sz="1350" spc="120">
                <a:latin typeface="Arial"/>
                <a:cs typeface="Arial"/>
              </a:rPr>
              <a:t>1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81290" y="3691623"/>
            <a:ext cx="5662295" cy="33889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-5" b="1">
                <a:latin typeface="Arial"/>
                <a:cs typeface="Arial"/>
              </a:rPr>
              <a:t>whil</a:t>
            </a:r>
            <a:r>
              <a:rPr dirty="0" sz="1350" spc="15" b="1">
                <a:latin typeface="Arial"/>
                <a:cs typeface="Arial"/>
              </a:rPr>
              <a:t>e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45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L</a:t>
            </a:r>
            <a:r>
              <a:rPr dirty="0" sz="1350" spc="10">
                <a:latin typeface="Arial"/>
                <a:cs typeface="Arial"/>
              </a:rPr>
              <a:t>s</a:t>
            </a:r>
            <a:r>
              <a:rPr dirty="0" sz="1350" spc="135">
                <a:latin typeface="Arial"/>
                <a:cs typeface="Arial"/>
              </a:rPr>
              <a:t> </a:t>
            </a:r>
            <a:r>
              <a:rPr dirty="0" sz="1350" spc="65">
                <a:latin typeface="Arial"/>
                <a:cs typeface="Arial"/>
              </a:rPr>
              <a:t>&gt;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70">
                <a:latin typeface="Arial"/>
                <a:cs typeface="Arial"/>
              </a:rPr>
              <a:t> </a:t>
            </a:r>
            <a:r>
              <a:rPr dirty="0" sz="1350" spc="100">
                <a:latin typeface="Arial"/>
                <a:cs typeface="Arial"/>
              </a:rPr>
              <a:t>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-17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207010">
              <a:lnSpc>
                <a:spcPct val="100000"/>
              </a:lnSpc>
              <a:spcBef>
                <a:spcPts val="459"/>
              </a:spcBef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140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14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NR</a:t>
            </a:r>
            <a:r>
              <a:rPr dirty="0" sz="1350" spc="15">
                <a:latin typeface="Arial"/>
                <a:cs typeface="Arial"/>
              </a:rPr>
              <a:t>Are</a:t>
            </a:r>
            <a:r>
              <a:rPr dirty="0" sz="1350" spc="15">
                <a:latin typeface="Arial"/>
                <a:cs typeface="Arial"/>
              </a:rPr>
              <a:t>a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9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&lt;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90">
                <a:latin typeface="Arial"/>
                <a:cs typeface="Arial"/>
              </a:rPr>
              <a:t> </a:t>
            </a:r>
            <a:r>
              <a:rPr dirty="0" sz="1350" spc="-155">
                <a:latin typeface="Arial"/>
                <a:cs typeface="Arial"/>
              </a:rPr>
              <a:t>T</a:t>
            </a:r>
            <a:r>
              <a:rPr dirty="0" sz="1350" spc="15">
                <a:latin typeface="Arial"/>
                <a:cs typeface="Arial"/>
              </a:rPr>
              <a:t>AMAREA</a:t>
            </a:r>
            <a:r>
              <a:rPr dirty="0" sz="1350" spc="110">
                <a:latin typeface="Arial"/>
                <a:cs typeface="Arial"/>
              </a:rPr>
              <a:t> </a:t>
            </a:r>
            <a:r>
              <a:rPr dirty="0" sz="1350" spc="60">
                <a:latin typeface="Lucida Sans Unicode"/>
                <a:cs typeface="Lucida Sans Unicode"/>
              </a:rPr>
              <a:t>−</a:t>
            </a:r>
            <a:r>
              <a:rPr dirty="0" sz="1350" spc="25">
                <a:latin typeface="Lucida Sans Unicode"/>
                <a:cs typeface="Lucida Sans Unicode"/>
              </a:rPr>
              <a:t> </a:t>
            </a:r>
            <a:r>
              <a:rPr dirty="0" sz="1350" spc="50">
                <a:latin typeface="Arial"/>
                <a:cs typeface="Arial"/>
              </a:rPr>
              <a:t>1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378460">
              <a:lnSpc>
                <a:spcPct val="100000"/>
              </a:lnSpc>
              <a:spcBef>
                <a:spcPts val="459"/>
              </a:spcBef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135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140" b="1">
                <a:latin typeface="Arial"/>
                <a:cs typeface="Arial"/>
              </a:rPr>
              <a:t> </a:t>
            </a:r>
            <a:r>
              <a:rPr dirty="0" sz="1350" spc="90">
                <a:latin typeface="Arial"/>
                <a:cs typeface="Arial"/>
              </a:rPr>
              <a:t>(</a:t>
            </a:r>
            <a:r>
              <a:rPr dirty="0" sz="1350" spc="-65">
                <a:latin typeface="Arial"/>
                <a:cs typeface="Arial"/>
              </a:rPr>
              <a:t>OndeLe</a:t>
            </a:r>
            <a:r>
              <a:rPr dirty="0" sz="1350" spc="30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523240" marR="1461770" indent="-8255">
              <a:lnSpc>
                <a:spcPct val="128499"/>
              </a:lnSpc>
            </a:pPr>
            <a:r>
              <a:rPr dirty="0" sz="1350" spc="-90">
                <a:latin typeface="Arial"/>
                <a:cs typeface="Arial"/>
              </a:rPr>
              <a:t>LeSu</a:t>
            </a:r>
            <a:r>
              <a:rPr dirty="0" sz="1350" spc="15">
                <a:latin typeface="Arial"/>
                <a:cs typeface="Arial"/>
              </a:rPr>
              <a:t>p</a:t>
            </a:r>
            <a:r>
              <a:rPr dirty="0" sz="1350" spc="50">
                <a:latin typeface="Arial"/>
                <a:cs typeface="Arial"/>
              </a:rPr>
              <a:t>(</a:t>
            </a:r>
            <a:r>
              <a:rPr dirty="0" sz="1350" spc="-45">
                <a:latin typeface="Arial"/>
                <a:cs typeface="Arial"/>
              </a:rPr>
              <a:t>ArqLE</a:t>
            </a:r>
            <a:r>
              <a:rPr dirty="0" sz="1350" spc="-25">
                <a:latin typeface="Arial"/>
                <a:cs typeface="Arial"/>
              </a:rPr>
              <a:t>s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&amp;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UltLid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-19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70">
                <a:latin typeface="Arial"/>
                <a:cs typeface="Arial"/>
              </a:rPr>
              <a:t>&amp;</a:t>
            </a:r>
            <a:r>
              <a:rPr dirty="0" sz="1350" spc="-15">
                <a:latin typeface="Arial"/>
                <a:cs typeface="Arial"/>
              </a:rPr>
              <a:t>L</a:t>
            </a:r>
            <a:r>
              <a:rPr dirty="0" sz="1350" spc="40">
                <a:latin typeface="Arial"/>
                <a:cs typeface="Arial"/>
              </a:rPr>
              <a:t>s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20">
                <a:latin typeface="Arial"/>
                <a:cs typeface="Arial"/>
              </a:rPr>
              <a:t>&amp;</a:t>
            </a:r>
            <a:r>
              <a:rPr dirty="0" sz="1350" spc="-65">
                <a:latin typeface="Arial"/>
                <a:cs typeface="Arial"/>
              </a:rPr>
              <a:t>OndeLe</a:t>
            </a:r>
            <a:r>
              <a:rPr dirty="0" sz="1350" spc="90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10" b="1">
                <a:latin typeface="Arial"/>
                <a:cs typeface="Arial"/>
              </a:rPr>
              <a:t>else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20" b="1">
                <a:latin typeface="Arial"/>
                <a:cs typeface="Arial"/>
              </a:rPr>
              <a:t> </a:t>
            </a:r>
            <a:r>
              <a:rPr dirty="0" sz="1350" spc="60">
                <a:latin typeface="Arial"/>
                <a:cs typeface="Arial"/>
              </a:rPr>
              <a:t>LeIn</a:t>
            </a:r>
            <a:r>
              <a:rPr dirty="0" sz="1350" spc="160">
                <a:latin typeface="Arial"/>
                <a:cs typeface="Arial"/>
              </a:rPr>
              <a:t>f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ArqL</a:t>
            </a:r>
            <a:r>
              <a:rPr dirty="0" sz="1350" spc="135">
                <a:latin typeface="Arial"/>
                <a:cs typeface="Arial"/>
              </a:rPr>
              <a:t>i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&amp;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UltLid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-19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&amp;</a:t>
            </a:r>
            <a:r>
              <a:rPr dirty="0" sz="1350" spc="-225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-15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20">
                <a:latin typeface="Arial"/>
                <a:cs typeface="Arial"/>
              </a:rPr>
              <a:t>&amp;</a:t>
            </a:r>
            <a:r>
              <a:rPr dirty="0" sz="1350" spc="-65">
                <a:latin typeface="Arial"/>
                <a:cs typeface="Arial"/>
              </a:rPr>
              <a:t>OndeLe</a:t>
            </a:r>
            <a:r>
              <a:rPr dirty="0" sz="1350" spc="90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65">
                <a:latin typeface="Arial"/>
                <a:cs typeface="Arial"/>
              </a:rPr>
              <a:t>InserirAre</a:t>
            </a:r>
            <a:r>
              <a:rPr dirty="0" sz="1350" spc="50">
                <a:latin typeface="Arial"/>
                <a:cs typeface="Arial"/>
              </a:rPr>
              <a:t>a</a:t>
            </a:r>
            <a:r>
              <a:rPr dirty="0" sz="1350" spc="-5">
                <a:latin typeface="Arial"/>
                <a:cs typeface="Arial"/>
              </a:rPr>
              <a:t>(</a:t>
            </a:r>
            <a:r>
              <a:rPr dirty="0" sz="1350" spc="-30">
                <a:latin typeface="Arial"/>
                <a:cs typeface="Arial"/>
              </a:rPr>
              <a:t>&amp;</a:t>
            </a:r>
            <a:r>
              <a:rPr dirty="0" sz="1350" spc="-25">
                <a:latin typeface="Arial"/>
                <a:cs typeface="Arial"/>
              </a:rPr>
              <a:t>Are</a:t>
            </a:r>
            <a:r>
              <a:rPr dirty="0" sz="1350" spc="25">
                <a:latin typeface="Arial"/>
                <a:cs typeface="Arial"/>
              </a:rPr>
              <a:t>a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&amp;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UltLid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-19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00">
                <a:latin typeface="Arial"/>
                <a:cs typeface="Arial"/>
              </a:rPr>
              <a:t>&amp;</a:t>
            </a:r>
            <a:r>
              <a:rPr dirty="0" sz="1350" spc="15">
                <a:latin typeface="Arial"/>
                <a:cs typeface="Arial"/>
              </a:rPr>
              <a:t>NR</a:t>
            </a:r>
            <a:r>
              <a:rPr dirty="0" sz="1350" spc="15">
                <a:latin typeface="Arial"/>
                <a:cs typeface="Arial"/>
              </a:rPr>
              <a:t>Are</a:t>
            </a:r>
            <a:r>
              <a:rPr dirty="0" sz="1350" spc="15">
                <a:latin typeface="Arial"/>
                <a:cs typeface="Arial"/>
              </a:rPr>
              <a:t>a</a:t>
            </a:r>
            <a:r>
              <a:rPr dirty="0" sz="1350" spc="-20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30" b="1">
                <a:latin typeface="Arial"/>
                <a:cs typeface="Arial"/>
              </a:rPr>
              <a:t>continu</a:t>
            </a:r>
            <a:r>
              <a:rPr dirty="0" sz="1350" spc="120" b="1">
                <a:latin typeface="Arial"/>
                <a:cs typeface="Arial"/>
              </a:rPr>
              <a:t>e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370205">
              <a:lnSpc>
                <a:spcPct val="100000"/>
              </a:lnSpc>
              <a:spcBef>
                <a:spcPts val="459"/>
              </a:spcBef>
            </a:pP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  <a:p>
            <a:pPr marL="378460">
              <a:lnSpc>
                <a:spcPct val="100000"/>
              </a:lnSpc>
              <a:spcBef>
                <a:spcPts val="459"/>
              </a:spcBef>
            </a:pP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14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L</a:t>
            </a:r>
            <a:r>
              <a:rPr dirty="0" sz="1350" spc="10">
                <a:latin typeface="Arial"/>
                <a:cs typeface="Arial"/>
              </a:rPr>
              <a:t>s</a:t>
            </a:r>
            <a:r>
              <a:rPr dirty="0" sz="1350" spc="100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=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50">
                <a:latin typeface="Arial"/>
                <a:cs typeface="Arial"/>
              </a:rPr>
              <a:t> </a:t>
            </a:r>
            <a:r>
              <a:rPr dirty="0" sz="1350" spc="-75">
                <a:latin typeface="Arial"/>
                <a:cs typeface="Arial"/>
              </a:rPr>
              <a:t>E</a:t>
            </a:r>
            <a:r>
              <a:rPr dirty="0" sz="1350" spc="25">
                <a:latin typeface="Arial"/>
                <a:cs typeface="Arial"/>
              </a:rPr>
              <a:t>s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344170">
              <a:lnSpc>
                <a:spcPct val="100000"/>
              </a:lnSpc>
              <a:spcBef>
                <a:spcPts val="459"/>
              </a:spcBef>
            </a:pPr>
            <a:r>
              <a:rPr dirty="0" sz="1350" spc="-90">
                <a:latin typeface="Arial"/>
                <a:cs typeface="Arial"/>
              </a:rPr>
              <a:t>LeSu</a:t>
            </a:r>
            <a:r>
              <a:rPr dirty="0" sz="1350" spc="15">
                <a:latin typeface="Arial"/>
                <a:cs typeface="Arial"/>
              </a:rPr>
              <a:t>p</a:t>
            </a:r>
            <a:r>
              <a:rPr dirty="0" sz="1350" spc="50">
                <a:latin typeface="Arial"/>
                <a:cs typeface="Arial"/>
              </a:rPr>
              <a:t>(</a:t>
            </a:r>
            <a:r>
              <a:rPr dirty="0" sz="1350" spc="-45">
                <a:latin typeface="Arial"/>
                <a:cs typeface="Arial"/>
              </a:rPr>
              <a:t>ArqLE</a:t>
            </a:r>
            <a:r>
              <a:rPr dirty="0" sz="1350" spc="-25">
                <a:latin typeface="Arial"/>
                <a:cs typeface="Arial"/>
              </a:rPr>
              <a:t>s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&amp;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UltLid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-19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70">
                <a:latin typeface="Arial"/>
                <a:cs typeface="Arial"/>
              </a:rPr>
              <a:t>&amp;</a:t>
            </a:r>
            <a:r>
              <a:rPr dirty="0" sz="1350" spc="-15">
                <a:latin typeface="Arial"/>
                <a:cs typeface="Arial"/>
              </a:rPr>
              <a:t>L</a:t>
            </a:r>
            <a:r>
              <a:rPr dirty="0" sz="1350" spc="40">
                <a:latin typeface="Arial"/>
                <a:cs typeface="Arial"/>
              </a:rPr>
              <a:t>s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20">
                <a:latin typeface="Arial"/>
                <a:cs typeface="Arial"/>
              </a:rPr>
              <a:t>&amp;</a:t>
            </a:r>
            <a:r>
              <a:rPr dirty="0" sz="1350" spc="-65">
                <a:latin typeface="Arial"/>
                <a:cs typeface="Arial"/>
              </a:rPr>
              <a:t>OndeLe</a:t>
            </a:r>
            <a:r>
              <a:rPr dirty="0" sz="1350" spc="90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357505">
              <a:lnSpc>
                <a:spcPct val="100000"/>
              </a:lnSpc>
              <a:spcBef>
                <a:spcPts val="459"/>
              </a:spcBef>
            </a:pPr>
            <a:r>
              <a:rPr dirty="0" sz="1350" spc="10" b="1">
                <a:latin typeface="Arial"/>
                <a:cs typeface="Arial"/>
              </a:rPr>
              <a:t>else</a:t>
            </a:r>
            <a:r>
              <a:rPr dirty="0" sz="1350" spc="10" b="1">
                <a:latin typeface="Arial"/>
                <a:cs typeface="Arial"/>
              </a:rPr>
              <a:t> </a:t>
            </a:r>
            <a:r>
              <a:rPr dirty="0" sz="1350" spc="95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14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114">
                <a:latin typeface="Arial"/>
                <a:cs typeface="Arial"/>
              </a:rPr>
              <a:t> </a:t>
            </a:r>
            <a:r>
              <a:rPr dirty="0" sz="1350" spc="100">
                <a:latin typeface="Arial"/>
                <a:cs typeface="Arial"/>
              </a:rPr>
              <a:t>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50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=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E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-16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20">
                <a:latin typeface="Arial"/>
                <a:cs typeface="Arial"/>
              </a:rPr>
              <a:t> </a:t>
            </a:r>
            <a:r>
              <a:rPr dirty="0" sz="1350" spc="60">
                <a:latin typeface="Arial"/>
                <a:cs typeface="Arial"/>
              </a:rPr>
              <a:t>LeIn</a:t>
            </a:r>
            <a:r>
              <a:rPr dirty="0" sz="1350" spc="160">
                <a:latin typeface="Arial"/>
                <a:cs typeface="Arial"/>
              </a:rPr>
              <a:t>f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ArqL</a:t>
            </a:r>
            <a:r>
              <a:rPr dirty="0" sz="1350" spc="135">
                <a:latin typeface="Arial"/>
                <a:cs typeface="Arial"/>
              </a:rPr>
              <a:t>i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&amp;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UltLid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-19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&amp;</a:t>
            </a:r>
            <a:r>
              <a:rPr dirty="0" sz="1350" spc="-225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-15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20">
                <a:latin typeface="Arial"/>
                <a:cs typeface="Arial"/>
              </a:rPr>
              <a:t>&amp;</a:t>
            </a:r>
            <a:r>
              <a:rPr dirty="0" sz="1350" spc="-65">
                <a:latin typeface="Arial"/>
                <a:cs typeface="Arial"/>
              </a:rPr>
              <a:t>OndeLe</a:t>
            </a:r>
            <a:r>
              <a:rPr dirty="0" sz="1350" spc="90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785495">
              <a:lnSpc>
                <a:spcPct val="100000"/>
              </a:lnSpc>
              <a:spcBef>
                <a:spcPts val="459"/>
              </a:spcBef>
            </a:pPr>
            <a:r>
              <a:rPr dirty="0" sz="1350" spc="10" b="1">
                <a:latin typeface="Arial"/>
                <a:cs typeface="Arial"/>
              </a:rPr>
              <a:t>else</a:t>
            </a:r>
            <a:r>
              <a:rPr dirty="0" sz="1350" spc="10" b="1">
                <a:latin typeface="Arial"/>
                <a:cs typeface="Arial"/>
              </a:rPr>
              <a:t> </a:t>
            </a:r>
            <a:r>
              <a:rPr dirty="0" sz="1350" spc="95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140" b="1">
                <a:latin typeface="Arial"/>
                <a:cs typeface="Arial"/>
              </a:rPr>
              <a:t> </a:t>
            </a:r>
            <a:r>
              <a:rPr dirty="0" sz="1350" spc="95">
                <a:latin typeface="Arial"/>
                <a:cs typeface="Arial"/>
              </a:rPr>
              <a:t>(</a:t>
            </a:r>
            <a:r>
              <a:rPr dirty="0" sz="1350" spc="-65">
                <a:latin typeface="Arial"/>
                <a:cs typeface="Arial"/>
              </a:rPr>
              <a:t>OndeLe</a:t>
            </a:r>
            <a:r>
              <a:rPr dirty="0" sz="1350" spc="90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35">
                <a:latin typeface="Arial"/>
                <a:cs typeface="Arial"/>
              </a:rPr>
              <a:t> </a:t>
            </a:r>
            <a:r>
              <a:rPr dirty="0" sz="1350" spc="-90">
                <a:latin typeface="Arial"/>
                <a:cs typeface="Arial"/>
              </a:rPr>
              <a:t>LeSu</a:t>
            </a:r>
            <a:r>
              <a:rPr dirty="0" sz="1350" spc="15">
                <a:latin typeface="Arial"/>
                <a:cs typeface="Arial"/>
              </a:rPr>
              <a:t>p</a:t>
            </a:r>
            <a:r>
              <a:rPr dirty="0" sz="1350" spc="50">
                <a:latin typeface="Arial"/>
                <a:cs typeface="Arial"/>
              </a:rPr>
              <a:t>(</a:t>
            </a:r>
            <a:r>
              <a:rPr dirty="0" sz="1350" spc="-45">
                <a:latin typeface="Arial"/>
                <a:cs typeface="Arial"/>
              </a:rPr>
              <a:t>ArqLE</a:t>
            </a:r>
            <a:r>
              <a:rPr dirty="0" sz="1350" spc="-25">
                <a:latin typeface="Arial"/>
                <a:cs typeface="Arial"/>
              </a:rPr>
              <a:t>s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&amp;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UltLid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-19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70">
                <a:latin typeface="Arial"/>
                <a:cs typeface="Arial"/>
              </a:rPr>
              <a:t>&amp;</a:t>
            </a:r>
            <a:r>
              <a:rPr dirty="0" sz="1350" spc="-15">
                <a:latin typeface="Arial"/>
                <a:cs typeface="Arial"/>
              </a:rPr>
              <a:t>L</a:t>
            </a:r>
            <a:r>
              <a:rPr dirty="0" sz="1350" spc="40">
                <a:latin typeface="Arial"/>
                <a:cs typeface="Arial"/>
              </a:rPr>
              <a:t>s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20">
                <a:latin typeface="Arial"/>
                <a:cs typeface="Arial"/>
              </a:rPr>
              <a:t>&amp;</a:t>
            </a:r>
            <a:r>
              <a:rPr dirty="0" sz="1350" spc="-65">
                <a:latin typeface="Arial"/>
                <a:cs typeface="Arial"/>
              </a:rPr>
              <a:t>OndeLe</a:t>
            </a:r>
            <a:r>
              <a:rPr dirty="0" sz="1350" spc="90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1214120">
              <a:lnSpc>
                <a:spcPct val="100000"/>
              </a:lnSpc>
              <a:spcBef>
                <a:spcPts val="459"/>
              </a:spcBef>
            </a:pPr>
            <a:r>
              <a:rPr dirty="0" sz="1350" spc="10" b="1">
                <a:latin typeface="Arial"/>
                <a:cs typeface="Arial"/>
              </a:rPr>
              <a:t>else</a:t>
            </a:r>
            <a:r>
              <a:rPr dirty="0" sz="1350" spc="10" b="1">
                <a:latin typeface="Arial"/>
                <a:cs typeface="Arial"/>
              </a:rPr>
              <a:t> </a:t>
            </a:r>
            <a:r>
              <a:rPr dirty="0" sz="1350" spc="-20" b="1">
                <a:latin typeface="Arial"/>
                <a:cs typeface="Arial"/>
              </a:rPr>
              <a:t> </a:t>
            </a:r>
            <a:r>
              <a:rPr dirty="0" sz="1350" spc="60">
                <a:latin typeface="Arial"/>
                <a:cs typeface="Arial"/>
              </a:rPr>
              <a:t>LeIn</a:t>
            </a:r>
            <a:r>
              <a:rPr dirty="0" sz="1350" spc="160">
                <a:latin typeface="Arial"/>
                <a:cs typeface="Arial"/>
              </a:rPr>
              <a:t>f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ArqL</a:t>
            </a:r>
            <a:r>
              <a:rPr dirty="0" sz="1350" spc="135">
                <a:latin typeface="Arial"/>
                <a:cs typeface="Arial"/>
              </a:rPr>
              <a:t>i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&amp;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UltLid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-19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&amp;</a:t>
            </a:r>
            <a:r>
              <a:rPr dirty="0" sz="1350" spc="-225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-15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20">
                <a:latin typeface="Arial"/>
                <a:cs typeface="Arial"/>
              </a:rPr>
              <a:t>&amp;</a:t>
            </a:r>
            <a:r>
              <a:rPr dirty="0" sz="1350" spc="-65">
                <a:latin typeface="Arial"/>
                <a:cs typeface="Arial"/>
              </a:rPr>
              <a:t>OndeLe</a:t>
            </a:r>
            <a:r>
              <a:rPr dirty="0" sz="1350" spc="90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14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638746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Exter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no:</a:t>
            </a:r>
            <a:r>
              <a:rPr dirty="0" sz="2450" spc="17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25042" y="1577416"/>
            <a:ext cx="4792980" cy="57677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34670">
              <a:lnSpc>
                <a:spcPct val="100000"/>
              </a:lnSpc>
            </a:pP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14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155">
                <a:latin typeface="Arial"/>
                <a:cs typeface="Arial"/>
              </a:rPr>
              <a:t> </a:t>
            </a:r>
            <a:r>
              <a:rPr dirty="0" sz="1350" spc="65">
                <a:latin typeface="Arial"/>
                <a:cs typeface="Arial"/>
              </a:rPr>
              <a:t>Ul</a:t>
            </a:r>
            <a:r>
              <a:rPr dirty="0" sz="1350" spc="55">
                <a:latin typeface="Arial"/>
                <a:cs typeface="Arial"/>
              </a:rPr>
              <a:t>t</a:t>
            </a:r>
            <a:r>
              <a:rPr dirty="0" sz="1350" spc="65">
                <a:latin typeface="Arial"/>
                <a:cs typeface="Arial"/>
              </a:rPr>
              <a:t>Lid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45">
                <a:latin typeface="Arial"/>
                <a:cs typeface="Arial"/>
              </a:rPr>
              <a:t>.</a:t>
            </a:r>
            <a:r>
              <a:rPr dirty="0" sz="1350" spc="-90">
                <a:latin typeface="Arial"/>
                <a:cs typeface="Arial"/>
              </a:rPr>
              <a:t>Chav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&gt;</a:t>
            </a:r>
            <a:r>
              <a:rPr dirty="0" sz="1350" spc="130">
                <a:latin typeface="Arial"/>
                <a:cs typeface="Arial"/>
              </a:rPr>
              <a:t> </a:t>
            </a:r>
            <a:r>
              <a:rPr dirty="0" sz="1350" spc="-50">
                <a:latin typeface="Arial"/>
                <a:cs typeface="Arial"/>
              </a:rPr>
              <a:t>Lsu</a:t>
            </a:r>
            <a:r>
              <a:rPr dirty="0" sz="1350" spc="65">
                <a:latin typeface="Arial"/>
                <a:cs typeface="Arial"/>
              </a:rPr>
              <a:t>p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527050">
              <a:lnSpc>
                <a:spcPct val="100000"/>
              </a:lnSpc>
              <a:spcBef>
                <a:spcPts val="459"/>
              </a:spcBef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145">
                <a:latin typeface="Arial"/>
                <a:cs typeface="Arial"/>
              </a:rPr>
              <a:t> </a:t>
            </a:r>
            <a:r>
              <a:rPr dirty="0" sz="1350" spc="-345">
                <a:latin typeface="Lucida Sans Unicode"/>
                <a:cs typeface="Lucida Sans Unicode"/>
              </a:rPr>
              <a:t>∗</a:t>
            </a:r>
            <a:r>
              <a:rPr dirty="0" sz="1350" spc="-130">
                <a:latin typeface="Lucida Sans Unicode"/>
                <a:cs typeface="Lucida Sans Unicode"/>
              </a:rPr>
              <a:t> </a:t>
            </a:r>
            <a:r>
              <a:rPr dirty="0" sz="1350" spc="5">
                <a:latin typeface="Arial"/>
                <a:cs typeface="Arial"/>
              </a:rPr>
              <a:t>j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4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45">
                <a:latin typeface="Arial"/>
                <a:cs typeface="Arial"/>
              </a:rPr>
              <a:t> </a:t>
            </a:r>
            <a:r>
              <a:rPr dirty="0" sz="1350" spc="-75">
                <a:latin typeface="Arial"/>
                <a:cs typeface="Arial"/>
              </a:rPr>
              <a:t>E</a:t>
            </a:r>
            <a:r>
              <a:rPr dirty="0" sz="1350" spc="114">
                <a:latin typeface="Arial"/>
                <a:cs typeface="Arial"/>
              </a:rPr>
              <a:t>s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55">
                <a:latin typeface="Arial"/>
                <a:cs typeface="Arial"/>
              </a:rPr>
              <a:t> </a:t>
            </a:r>
            <a:r>
              <a:rPr dirty="0" sz="1350" spc="-65">
                <a:latin typeface="Arial"/>
                <a:cs typeface="Arial"/>
              </a:rPr>
              <a:t>EscreveMa</a:t>
            </a:r>
            <a:r>
              <a:rPr dirty="0" sz="1350" spc="45">
                <a:latin typeface="Arial"/>
                <a:cs typeface="Arial"/>
              </a:rPr>
              <a:t>x</a:t>
            </a:r>
            <a:r>
              <a:rPr dirty="0" sz="1350" spc="50">
                <a:latin typeface="Arial"/>
                <a:cs typeface="Arial"/>
              </a:rPr>
              <a:t>(</a:t>
            </a:r>
            <a:r>
              <a:rPr dirty="0" sz="1350" spc="-45">
                <a:latin typeface="Arial"/>
                <a:cs typeface="Arial"/>
              </a:rPr>
              <a:t>ArqLE</a:t>
            </a:r>
            <a:r>
              <a:rPr dirty="0" sz="1350" spc="85">
                <a:latin typeface="Arial"/>
                <a:cs typeface="Arial"/>
              </a:rPr>
              <a:t>s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70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UltLid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-19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0">
                <a:latin typeface="Arial"/>
                <a:cs typeface="Arial"/>
              </a:rPr>
              <a:t>&amp;</a:t>
            </a:r>
            <a:r>
              <a:rPr dirty="0" sz="1350" spc="-75">
                <a:latin typeface="Arial"/>
                <a:cs typeface="Arial"/>
              </a:rPr>
              <a:t>E</a:t>
            </a:r>
            <a:r>
              <a:rPr dirty="0" sz="1350" spc="90">
                <a:latin typeface="Arial"/>
                <a:cs typeface="Arial"/>
              </a:rPr>
              <a:t>s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679450">
              <a:lnSpc>
                <a:spcPct val="100000"/>
              </a:lnSpc>
              <a:spcBef>
                <a:spcPts val="459"/>
              </a:spcBef>
            </a:pPr>
            <a:r>
              <a:rPr dirty="0" sz="1350" spc="-30" b="1">
                <a:latin typeface="Arial"/>
                <a:cs typeface="Arial"/>
              </a:rPr>
              <a:t>continu</a:t>
            </a:r>
            <a:r>
              <a:rPr dirty="0" sz="1350" spc="120" b="1">
                <a:latin typeface="Arial"/>
                <a:cs typeface="Arial"/>
              </a:rPr>
              <a:t>e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526415">
              <a:lnSpc>
                <a:spcPct val="100000"/>
              </a:lnSpc>
              <a:spcBef>
                <a:spcPts val="459"/>
              </a:spcBef>
            </a:pP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  <a:p>
            <a:pPr marL="534670">
              <a:lnSpc>
                <a:spcPct val="100000"/>
              </a:lnSpc>
              <a:spcBef>
                <a:spcPts val="459"/>
              </a:spcBef>
            </a:pP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14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155">
                <a:latin typeface="Arial"/>
                <a:cs typeface="Arial"/>
              </a:rPr>
              <a:t> </a:t>
            </a:r>
            <a:r>
              <a:rPr dirty="0" sz="1350" spc="65">
                <a:latin typeface="Arial"/>
                <a:cs typeface="Arial"/>
              </a:rPr>
              <a:t>Ul</a:t>
            </a:r>
            <a:r>
              <a:rPr dirty="0" sz="1350" spc="55">
                <a:latin typeface="Arial"/>
                <a:cs typeface="Arial"/>
              </a:rPr>
              <a:t>t</a:t>
            </a:r>
            <a:r>
              <a:rPr dirty="0" sz="1350" spc="65">
                <a:latin typeface="Arial"/>
                <a:cs typeface="Arial"/>
              </a:rPr>
              <a:t>Lid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45">
                <a:latin typeface="Arial"/>
                <a:cs typeface="Arial"/>
              </a:rPr>
              <a:t>.</a:t>
            </a:r>
            <a:r>
              <a:rPr dirty="0" sz="1350" spc="-90">
                <a:latin typeface="Arial"/>
                <a:cs typeface="Arial"/>
              </a:rPr>
              <a:t>Chav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&lt;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90">
                <a:latin typeface="Arial"/>
                <a:cs typeface="Arial"/>
              </a:rPr>
              <a:t> </a:t>
            </a:r>
            <a:r>
              <a:rPr dirty="0" sz="1350" spc="100">
                <a:latin typeface="Arial"/>
                <a:cs typeface="Arial"/>
              </a:rPr>
              <a:t>Lin</a:t>
            </a:r>
            <a:r>
              <a:rPr dirty="0" sz="1350" spc="5">
                <a:latin typeface="Arial"/>
                <a:cs typeface="Arial"/>
              </a:rPr>
              <a:t>f</a:t>
            </a:r>
            <a:r>
              <a:rPr dirty="0" sz="1350" spc="-17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527050">
              <a:lnSpc>
                <a:spcPct val="100000"/>
              </a:lnSpc>
              <a:spcBef>
                <a:spcPts val="459"/>
              </a:spcBef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145">
                <a:latin typeface="Arial"/>
                <a:cs typeface="Arial"/>
              </a:rPr>
              <a:t> </a:t>
            </a:r>
            <a:r>
              <a:rPr dirty="0" sz="1350" spc="-345">
                <a:latin typeface="Lucida Sans Unicode"/>
                <a:cs typeface="Lucida Sans Unicode"/>
              </a:rPr>
              <a:t>∗</a:t>
            </a:r>
            <a:r>
              <a:rPr dirty="0" sz="1350" spc="-130">
                <a:latin typeface="Lucida Sans Unicode"/>
                <a:cs typeface="Lucida Sans Unicode"/>
              </a:rPr>
              <a:t> 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4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00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E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-14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 </a:t>
            </a:r>
            <a:r>
              <a:rPr dirty="0" sz="1350" spc="-35">
                <a:latin typeface="Arial"/>
                <a:cs typeface="Arial"/>
              </a:rPr>
              <a:t>EscreveMi</a:t>
            </a:r>
            <a:r>
              <a:rPr dirty="0" sz="1350" spc="75">
                <a:latin typeface="Arial"/>
                <a:cs typeface="Arial"/>
              </a:rPr>
              <a:t>n</a:t>
            </a:r>
            <a:r>
              <a:rPr dirty="0" sz="1350" spc="110">
                <a:latin typeface="Arial"/>
                <a:cs typeface="Arial"/>
              </a:rPr>
              <a:t>(</a:t>
            </a:r>
            <a:r>
              <a:rPr dirty="0" sz="1350" spc="10">
                <a:latin typeface="Arial"/>
                <a:cs typeface="Arial"/>
              </a:rPr>
              <a:t>ArqEi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70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UltLid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-19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&amp;</a:t>
            </a:r>
            <a:r>
              <a:rPr dirty="0" sz="1350" spc="-250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E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-16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679450">
              <a:lnSpc>
                <a:spcPct val="100000"/>
              </a:lnSpc>
              <a:spcBef>
                <a:spcPts val="459"/>
              </a:spcBef>
            </a:pPr>
            <a:r>
              <a:rPr dirty="0" sz="1350" spc="-30" b="1">
                <a:latin typeface="Arial"/>
                <a:cs typeface="Arial"/>
              </a:rPr>
              <a:t>continu</a:t>
            </a:r>
            <a:r>
              <a:rPr dirty="0" sz="1350" spc="120" b="1">
                <a:latin typeface="Arial"/>
                <a:cs typeface="Arial"/>
              </a:rPr>
              <a:t>e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526415">
              <a:lnSpc>
                <a:spcPct val="100000"/>
              </a:lnSpc>
              <a:spcBef>
                <a:spcPts val="459"/>
              </a:spcBef>
            </a:pP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  <a:p>
            <a:pPr marL="520065">
              <a:lnSpc>
                <a:spcPct val="100000"/>
              </a:lnSpc>
              <a:spcBef>
                <a:spcPts val="459"/>
              </a:spcBef>
            </a:pPr>
            <a:r>
              <a:rPr dirty="0" sz="1350" spc="65">
                <a:latin typeface="Arial"/>
                <a:cs typeface="Arial"/>
              </a:rPr>
              <a:t>InserirAre</a:t>
            </a:r>
            <a:r>
              <a:rPr dirty="0" sz="1350" spc="50">
                <a:latin typeface="Arial"/>
                <a:cs typeface="Arial"/>
              </a:rPr>
              <a:t>a</a:t>
            </a:r>
            <a:r>
              <a:rPr dirty="0" sz="1350" spc="-5">
                <a:latin typeface="Arial"/>
                <a:cs typeface="Arial"/>
              </a:rPr>
              <a:t>(</a:t>
            </a:r>
            <a:r>
              <a:rPr dirty="0" sz="1350" spc="-30">
                <a:latin typeface="Arial"/>
                <a:cs typeface="Arial"/>
              </a:rPr>
              <a:t>&amp;</a:t>
            </a:r>
            <a:r>
              <a:rPr dirty="0" sz="1350" spc="-25">
                <a:latin typeface="Arial"/>
                <a:cs typeface="Arial"/>
              </a:rPr>
              <a:t>Are</a:t>
            </a:r>
            <a:r>
              <a:rPr dirty="0" sz="1350" spc="25">
                <a:latin typeface="Arial"/>
                <a:cs typeface="Arial"/>
              </a:rPr>
              <a:t>a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&amp;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UltLid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-19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00">
                <a:latin typeface="Arial"/>
                <a:cs typeface="Arial"/>
              </a:rPr>
              <a:t>&amp;</a:t>
            </a:r>
            <a:r>
              <a:rPr dirty="0" sz="1350" spc="15">
                <a:latin typeface="Arial"/>
                <a:cs typeface="Arial"/>
              </a:rPr>
              <a:t>NR</a:t>
            </a:r>
            <a:r>
              <a:rPr dirty="0" sz="1350" spc="15">
                <a:latin typeface="Arial"/>
                <a:cs typeface="Arial"/>
              </a:rPr>
              <a:t>Are</a:t>
            </a:r>
            <a:r>
              <a:rPr dirty="0" sz="1350" spc="15">
                <a:latin typeface="Arial"/>
                <a:cs typeface="Arial"/>
              </a:rPr>
              <a:t>a</a:t>
            </a:r>
            <a:r>
              <a:rPr dirty="0" sz="1350" spc="-20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534670">
              <a:lnSpc>
                <a:spcPct val="100000"/>
              </a:lnSpc>
              <a:spcBef>
                <a:spcPts val="459"/>
              </a:spcBef>
            </a:pP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14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165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E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120">
                <a:latin typeface="Arial"/>
                <a:cs typeface="Arial"/>
              </a:rPr>
              <a:t> </a:t>
            </a:r>
            <a:r>
              <a:rPr dirty="0" sz="1350" spc="60">
                <a:latin typeface="Lucida Sans Unicode"/>
                <a:cs typeface="Lucida Sans Unicode"/>
              </a:rPr>
              <a:t>−</a:t>
            </a:r>
            <a:r>
              <a:rPr dirty="0" sz="1350" spc="-85">
                <a:latin typeface="Lucida Sans Unicode"/>
                <a:cs typeface="Lucida Sans Unicode"/>
              </a:rPr>
              <a:t> </a:t>
            </a:r>
            <a:r>
              <a:rPr dirty="0" sz="1350" spc="-75">
                <a:latin typeface="Arial"/>
                <a:cs typeface="Arial"/>
              </a:rPr>
              <a:t>Es</a:t>
            </a:r>
            <a:r>
              <a:rPr dirty="0" sz="1350" spc="15">
                <a:latin typeface="Arial"/>
                <a:cs typeface="Arial"/>
              </a:rPr>
              <a:t>q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&lt;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20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Di</a:t>
            </a:r>
            <a:r>
              <a:rPr dirty="0" sz="1350" spc="5">
                <a:latin typeface="Arial"/>
                <a:cs typeface="Arial"/>
              </a:rPr>
              <a:t>r</a:t>
            </a:r>
            <a:r>
              <a:rPr dirty="0" sz="1350" spc="145">
                <a:latin typeface="Arial"/>
                <a:cs typeface="Arial"/>
              </a:rPr>
              <a:t> </a:t>
            </a:r>
            <a:r>
              <a:rPr dirty="0" sz="1350" spc="60">
                <a:latin typeface="Lucida Sans Unicode"/>
                <a:cs typeface="Lucida Sans Unicode"/>
              </a:rPr>
              <a:t>−</a:t>
            </a:r>
            <a:r>
              <a:rPr dirty="0" sz="1350" spc="-80">
                <a:latin typeface="Lucida Sans Unicode"/>
                <a:cs typeface="Lucida Sans Unicode"/>
              </a:rPr>
              <a:t> </a:t>
            </a:r>
            <a:r>
              <a:rPr dirty="0" sz="1350" spc="-75">
                <a:latin typeface="Arial"/>
                <a:cs typeface="Arial"/>
              </a:rPr>
              <a:t>E</a:t>
            </a:r>
            <a:r>
              <a:rPr dirty="0" sz="1350" spc="25">
                <a:latin typeface="Arial"/>
                <a:cs typeface="Arial"/>
              </a:rPr>
              <a:t>s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679450" marR="518795" indent="-145415">
              <a:lnSpc>
                <a:spcPct val="128400"/>
              </a:lnSpc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15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RetiraMi</a:t>
            </a:r>
            <a:r>
              <a:rPr dirty="0" sz="1350" spc="20">
                <a:latin typeface="Arial"/>
                <a:cs typeface="Arial"/>
              </a:rPr>
              <a:t>n</a:t>
            </a:r>
            <a:r>
              <a:rPr dirty="0" sz="1350" spc="-5">
                <a:latin typeface="Arial"/>
                <a:cs typeface="Arial"/>
              </a:rPr>
              <a:t>(</a:t>
            </a:r>
            <a:r>
              <a:rPr dirty="0" sz="1350" spc="-30">
                <a:latin typeface="Arial"/>
                <a:cs typeface="Arial"/>
              </a:rPr>
              <a:t>&amp;</a:t>
            </a:r>
            <a:r>
              <a:rPr dirty="0" sz="1350" spc="-25">
                <a:latin typeface="Arial"/>
                <a:cs typeface="Arial"/>
              </a:rPr>
              <a:t>Are</a:t>
            </a:r>
            <a:r>
              <a:rPr dirty="0" sz="1350" spc="25">
                <a:latin typeface="Arial"/>
                <a:cs typeface="Arial"/>
              </a:rPr>
              <a:t>a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&amp;</a:t>
            </a:r>
            <a:r>
              <a:rPr dirty="0" sz="1350" spc="-114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00">
                <a:latin typeface="Arial"/>
                <a:cs typeface="Arial"/>
              </a:rPr>
              <a:t>&amp;</a:t>
            </a:r>
            <a:r>
              <a:rPr dirty="0" sz="1350" spc="15">
                <a:latin typeface="Arial"/>
                <a:cs typeface="Arial"/>
              </a:rPr>
              <a:t>NR</a:t>
            </a:r>
            <a:r>
              <a:rPr dirty="0" sz="1350" spc="15">
                <a:latin typeface="Arial"/>
                <a:cs typeface="Arial"/>
              </a:rPr>
              <a:t>Are</a:t>
            </a:r>
            <a:r>
              <a:rPr dirty="0" sz="1350" spc="15">
                <a:latin typeface="Arial"/>
                <a:cs typeface="Arial"/>
              </a:rPr>
              <a:t>a</a:t>
            </a:r>
            <a:r>
              <a:rPr dirty="0" sz="1350" spc="-20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35">
                <a:latin typeface="Arial"/>
                <a:cs typeface="Arial"/>
              </a:rPr>
              <a:t>EscreveMi</a:t>
            </a:r>
            <a:r>
              <a:rPr dirty="0" sz="1350" spc="75">
                <a:latin typeface="Arial"/>
                <a:cs typeface="Arial"/>
              </a:rPr>
              <a:t>n</a:t>
            </a:r>
            <a:r>
              <a:rPr dirty="0" sz="1350" spc="110">
                <a:latin typeface="Arial"/>
                <a:cs typeface="Arial"/>
              </a:rPr>
              <a:t>(</a:t>
            </a:r>
            <a:r>
              <a:rPr dirty="0" sz="1350" spc="10">
                <a:latin typeface="Arial"/>
                <a:cs typeface="Arial"/>
              </a:rPr>
              <a:t>ArqEi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85">
                <a:latin typeface="Arial"/>
                <a:cs typeface="Arial"/>
              </a:rPr>
              <a:t> </a:t>
            </a:r>
            <a:r>
              <a:rPr dirty="0" sz="1350" spc="-114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&amp;</a:t>
            </a:r>
            <a:r>
              <a:rPr dirty="0" sz="1350" spc="-250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E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-13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125">
                <a:latin typeface="Arial"/>
                <a:cs typeface="Arial"/>
              </a:rPr>
              <a:t> </a:t>
            </a:r>
            <a:r>
              <a:rPr dirty="0" sz="1350" spc="100">
                <a:latin typeface="Arial"/>
                <a:cs typeface="Arial"/>
              </a:rPr>
              <a:t>Lin</a:t>
            </a:r>
            <a:r>
              <a:rPr dirty="0" sz="1350" spc="5">
                <a:latin typeface="Arial"/>
                <a:cs typeface="Arial"/>
              </a:rPr>
              <a:t>f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5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7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R</a:t>
            </a:r>
            <a:r>
              <a:rPr dirty="0" sz="1350" spc="45">
                <a:latin typeface="Arial"/>
                <a:cs typeface="Arial"/>
              </a:rPr>
              <a:t>.</a:t>
            </a:r>
            <a:r>
              <a:rPr dirty="0" sz="1350" spc="-90">
                <a:latin typeface="Arial"/>
                <a:cs typeface="Arial"/>
              </a:rPr>
              <a:t>Chav</a:t>
            </a:r>
            <a:r>
              <a:rPr dirty="0" sz="1350" spc="50">
                <a:latin typeface="Arial"/>
                <a:cs typeface="Arial"/>
              </a:rPr>
              <a:t>e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526415">
              <a:lnSpc>
                <a:spcPct val="100000"/>
              </a:lnSpc>
              <a:spcBef>
                <a:spcPts val="459"/>
              </a:spcBef>
            </a:pP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  <a:p>
            <a:pPr marL="1103630" marR="5080" indent="-589915">
              <a:lnSpc>
                <a:spcPct val="128499"/>
              </a:lnSpc>
            </a:pPr>
            <a:r>
              <a:rPr dirty="0" sz="1350" spc="10" b="1">
                <a:latin typeface="Arial"/>
                <a:cs typeface="Arial"/>
              </a:rPr>
              <a:t>else</a:t>
            </a:r>
            <a:r>
              <a:rPr dirty="0" sz="1350" spc="10" b="1">
                <a:latin typeface="Arial"/>
                <a:cs typeface="Arial"/>
              </a:rPr>
              <a:t> </a:t>
            </a:r>
            <a:r>
              <a:rPr dirty="0" sz="1350" spc="35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10">
                <a:latin typeface="Arial"/>
                <a:cs typeface="Arial"/>
              </a:rPr>
              <a:t> </a:t>
            </a:r>
            <a:r>
              <a:rPr dirty="0" sz="1350" spc="-5">
                <a:latin typeface="Arial"/>
                <a:cs typeface="Arial"/>
              </a:rPr>
              <a:t>Re</a:t>
            </a:r>
            <a:r>
              <a:rPr dirty="0" sz="1350" spc="-20">
                <a:latin typeface="Arial"/>
                <a:cs typeface="Arial"/>
              </a:rPr>
              <a:t>t</a:t>
            </a:r>
            <a:r>
              <a:rPr dirty="0" sz="1350" spc="-10">
                <a:latin typeface="Arial"/>
                <a:cs typeface="Arial"/>
              </a:rPr>
              <a:t>iraMa</a:t>
            </a:r>
            <a:r>
              <a:rPr dirty="0" sz="1350" spc="-25">
                <a:latin typeface="Arial"/>
                <a:cs typeface="Arial"/>
              </a:rPr>
              <a:t>x</a:t>
            </a:r>
            <a:r>
              <a:rPr dirty="0" sz="1350" spc="-5">
                <a:latin typeface="Arial"/>
                <a:cs typeface="Arial"/>
              </a:rPr>
              <a:t>(</a:t>
            </a:r>
            <a:r>
              <a:rPr dirty="0" sz="1350" spc="-30">
                <a:latin typeface="Arial"/>
                <a:cs typeface="Arial"/>
              </a:rPr>
              <a:t>&amp;</a:t>
            </a:r>
            <a:r>
              <a:rPr dirty="0" sz="1350" spc="-25">
                <a:latin typeface="Arial"/>
                <a:cs typeface="Arial"/>
              </a:rPr>
              <a:t>Are</a:t>
            </a:r>
            <a:r>
              <a:rPr dirty="0" sz="1350" spc="25">
                <a:latin typeface="Arial"/>
                <a:cs typeface="Arial"/>
              </a:rPr>
              <a:t>a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&amp;</a:t>
            </a:r>
            <a:r>
              <a:rPr dirty="0" sz="1350" spc="-114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00">
                <a:latin typeface="Arial"/>
                <a:cs typeface="Arial"/>
              </a:rPr>
              <a:t>&amp;</a:t>
            </a:r>
            <a:r>
              <a:rPr dirty="0" sz="1350" spc="15">
                <a:latin typeface="Arial"/>
                <a:cs typeface="Arial"/>
              </a:rPr>
              <a:t>NR</a:t>
            </a:r>
            <a:r>
              <a:rPr dirty="0" sz="1350" spc="15">
                <a:latin typeface="Arial"/>
                <a:cs typeface="Arial"/>
              </a:rPr>
              <a:t>Are</a:t>
            </a:r>
            <a:r>
              <a:rPr dirty="0" sz="1350" spc="15">
                <a:latin typeface="Arial"/>
                <a:cs typeface="Arial"/>
              </a:rPr>
              <a:t>a</a:t>
            </a:r>
            <a:r>
              <a:rPr dirty="0" sz="1350" spc="-20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65">
                <a:latin typeface="Arial"/>
                <a:cs typeface="Arial"/>
              </a:rPr>
              <a:t>EscreveMa</a:t>
            </a:r>
            <a:r>
              <a:rPr dirty="0" sz="1350" spc="45">
                <a:latin typeface="Arial"/>
                <a:cs typeface="Arial"/>
              </a:rPr>
              <a:t>x</a:t>
            </a:r>
            <a:r>
              <a:rPr dirty="0" sz="1350" spc="50">
                <a:latin typeface="Arial"/>
                <a:cs typeface="Arial"/>
              </a:rPr>
              <a:t>(</a:t>
            </a:r>
            <a:r>
              <a:rPr dirty="0" sz="1350" spc="-45">
                <a:latin typeface="Arial"/>
                <a:cs typeface="Arial"/>
              </a:rPr>
              <a:t>ArqLE</a:t>
            </a:r>
            <a:r>
              <a:rPr dirty="0" sz="1350" spc="85">
                <a:latin typeface="Arial"/>
                <a:cs typeface="Arial"/>
              </a:rPr>
              <a:t>s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85">
                <a:latin typeface="Arial"/>
                <a:cs typeface="Arial"/>
              </a:rPr>
              <a:t> </a:t>
            </a:r>
            <a:r>
              <a:rPr dirty="0" sz="1350" spc="-114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0">
                <a:latin typeface="Arial"/>
                <a:cs typeface="Arial"/>
              </a:rPr>
              <a:t>&amp;</a:t>
            </a:r>
            <a:r>
              <a:rPr dirty="0" sz="1350" spc="-75">
                <a:latin typeface="Arial"/>
                <a:cs typeface="Arial"/>
              </a:rPr>
              <a:t>E</a:t>
            </a:r>
            <a:r>
              <a:rPr dirty="0" sz="1350" spc="120">
                <a:latin typeface="Arial"/>
                <a:cs typeface="Arial"/>
              </a:rPr>
              <a:t>s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25">
                <a:latin typeface="Arial"/>
                <a:cs typeface="Arial"/>
              </a:rPr>
              <a:t> </a:t>
            </a:r>
            <a:r>
              <a:rPr dirty="0" sz="1350" spc="-50">
                <a:latin typeface="Arial"/>
                <a:cs typeface="Arial"/>
              </a:rPr>
              <a:t>Lsu</a:t>
            </a:r>
            <a:r>
              <a:rPr dirty="0" sz="1350" spc="15">
                <a:latin typeface="Arial"/>
                <a:cs typeface="Arial"/>
              </a:rPr>
              <a:t>p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7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R</a:t>
            </a:r>
            <a:r>
              <a:rPr dirty="0" sz="1350" spc="45">
                <a:latin typeface="Arial"/>
                <a:cs typeface="Arial"/>
              </a:rPr>
              <a:t>.</a:t>
            </a:r>
            <a:r>
              <a:rPr dirty="0" sz="1350" spc="-90">
                <a:latin typeface="Arial"/>
                <a:cs typeface="Arial"/>
              </a:rPr>
              <a:t>Chav</a:t>
            </a:r>
            <a:r>
              <a:rPr dirty="0" sz="1350" spc="50">
                <a:latin typeface="Arial"/>
                <a:cs typeface="Arial"/>
              </a:rPr>
              <a:t>e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955040">
              <a:lnSpc>
                <a:spcPct val="100000"/>
              </a:lnSpc>
              <a:spcBef>
                <a:spcPts val="459"/>
              </a:spcBef>
            </a:pP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  <a:p>
            <a:pPr marL="354965">
              <a:lnSpc>
                <a:spcPct val="100000"/>
              </a:lnSpc>
              <a:spcBef>
                <a:spcPts val="459"/>
              </a:spcBef>
            </a:pP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  <a:p>
            <a:pPr marL="168910">
              <a:lnSpc>
                <a:spcPct val="100000"/>
              </a:lnSpc>
              <a:spcBef>
                <a:spcPts val="459"/>
              </a:spcBef>
            </a:pPr>
            <a:r>
              <a:rPr dirty="0" sz="1350" spc="-5" b="1">
                <a:latin typeface="Arial"/>
                <a:cs typeface="Arial"/>
              </a:rPr>
              <a:t>whil</a:t>
            </a:r>
            <a:r>
              <a:rPr dirty="0" sz="1350" spc="15" b="1">
                <a:latin typeface="Arial"/>
                <a:cs typeface="Arial"/>
              </a:rPr>
              <a:t>e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45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165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E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65">
                <a:latin typeface="Arial"/>
                <a:cs typeface="Arial"/>
              </a:rPr>
              <a:t> </a:t>
            </a:r>
            <a:r>
              <a:rPr dirty="0" sz="1350" spc="65">
                <a:latin typeface="Arial"/>
                <a:cs typeface="Arial"/>
              </a:rPr>
              <a:t>&lt;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30">
                <a:latin typeface="Arial"/>
                <a:cs typeface="Arial"/>
              </a:rPr>
              <a:t> </a:t>
            </a:r>
            <a:r>
              <a:rPr dirty="0" sz="1350" spc="-75">
                <a:latin typeface="Arial"/>
                <a:cs typeface="Arial"/>
              </a:rPr>
              <a:t>E</a:t>
            </a:r>
            <a:r>
              <a:rPr dirty="0" sz="1350" spc="25">
                <a:latin typeface="Arial"/>
                <a:cs typeface="Arial"/>
              </a:rPr>
              <a:t>s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508000" marR="1609725" indent="-145415">
              <a:lnSpc>
                <a:spcPct val="128400"/>
              </a:lnSpc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15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RetiraMi</a:t>
            </a:r>
            <a:r>
              <a:rPr dirty="0" sz="1350" spc="20">
                <a:latin typeface="Arial"/>
                <a:cs typeface="Arial"/>
              </a:rPr>
              <a:t>n</a:t>
            </a:r>
            <a:r>
              <a:rPr dirty="0" sz="1350" spc="-5">
                <a:latin typeface="Arial"/>
                <a:cs typeface="Arial"/>
              </a:rPr>
              <a:t>(</a:t>
            </a:r>
            <a:r>
              <a:rPr dirty="0" sz="1350" spc="-30">
                <a:latin typeface="Arial"/>
                <a:cs typeface="Arial"/>
              </a:rPr>
              <a:t>&amp;</a:t>
            </a:r>
            <a:r>
              <a:rPr dirty="0" sz="1350" spc="-25">
                <a:latin typeface="Arial"/>
                <a:cs typeface="Arial"/>
              </a:rPr>
              <a:t>Are</a:t>
            </a:r>
            <a:r>
              <a:rPr dirty="0" sz="1350" spc="25">
                <a:latin typeface="Arial"/>
                <a:cs typeface="Arial"/>
              </a:rPr>
              <a:t>a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&amp;</a:t>
            </a:r>
            <a:r>
              <a:rPr dirty="0" sz="1350" spc="-114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00">
                <a:latin typeface="Arial"/>
                <a:cs typeface="Arial"/>
              </a:rPr>
              <a:t>&amp;</a:t>
            </a:r>
            <a:r>
              <a:rPr dirty="0" sz="1350" spc="15">
                <a:latin typeface="Arial"/>
                <a:cs typeface="Arial"/>
              </a:rPr>
              <a:t>NR</a:t>
            </a:r>
            <a:r>
              <a:rPr dirty="0" sz="1350" spc="15">
                <a:latin typeface="Arial"/>
                <a:cs typeface="Arial"/>
              </a:rPr>
              <a:t>Are</a:t>
            </a:r>
            <a:r>
              <a:rPr dirty="0" sz="1350" spc="15">
                <a:latin typeface="Arial"/>
                <a:cs typeface="Arial"/>
              </a:rPr>
              <a:t>a</a:t>
            </a:r>
            <a:r>
              <a:rPr dirty="0" sz="1350" spc="-20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35">
                <a:latin typeface="Arial"/>
                <a:cs typeface="Arial"/>
              </a:rPr>
              <a:t>EscreveMi</a:t>
            </a:r>
            <a:r>
              <a:rPr dirty="0" sz="1350" spc="75">
                <a:latin typeface="Arial"/>
                <a:cs typeface="Arial"/>
              </a:rPr>
              <a:t>n</a:t>
            </a:r>
            <a:r>
              <a:rPr dirty="0" sz="1350" spc="110">
                <a:latin typeface="Arial"/>
                <a:cs typeface="Arial"/>
              </a:rPr>
              <a:t>(</a:t>
            </a:r>
            <a:r>
              <a:rPr dirty="0" sz="1350" spc="10">
                <a:latin typeface="Arial"/>
                <a:cs typeface="Arial"/>
              </a:rPr>
              <a:t>ArqEi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85">
                <a:latin typeface="Arial"/>
                <a:cs typeface="Arial"/>
              </a:rPr>
              <a:t> </a:t>
            </a:r>
            <a:r>
              <a:rPr dirty="0" sz="1350" spc="-114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&amp;</a:t>
            </a:r>
            <a:r>
              <a:rPr dirty="0" sz="1350" spc="-250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E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-16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354965">
              <a:lnSpc>
                <a:spcPct val="100000"/>
              </a:lnSpc>
              <a:spcBef>
                <a:spcPts val="459"/>
              </a:spcBef>
            </a:pP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14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5322570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Exter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no:</a:t>
            </a:r>
            <a:r>
              <a:rPr dirty="0" sz="2450" spc="17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8583" y="1452943"/>
            <a:ext cx="4989195" cy="1010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-15" b="1">
                <a:latin typeface="Arial"/>
                <a:cs typeface="Arial"/>
              </a:rPr>
              <a:t>typede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15" b="1">
                <a:latin typeface="Arial"/>
                <a:cs typeface="Arial"/>
              </a:rPr>
              <a:t> </a:t>
            </a:r>
            <a:r>
              <a:rPr dirty="0" sz="1350" spc="95" b="1">
                <a:latin typeface="Arial"/>
                <a:cs typeface="Arial"/>
              </a:rPr>
              <a:t>in</a:t>
            </a:r>
            <a:r>
              <a:rPr dirty="0" sz="1350" spc="5" b="1">
                <a:latin typeface="Arial"/>
                <a:cs typeface="Arial"/>
              </a:rPr>
              <a:t>t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10" b="1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TipoApontado</a:t>
            </a:r>
            <a:r>
              <a:rPr dirty="0" sz="1350" spc="130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  <a:spcBef>
                <a:spcPts val="459"/>
              </a:spcBef>
            </a:pPr>
            <a:r>
              <a:rPr dirty="0" sz="1350" spc="80" i="1">
                <a:latin typeface="Arial"/>
                <a:cs typeface="Arial"/>
              </a:rPr>
              <a:t>/</a:t>
            </a:r>
            <a:r>
              <a:rPr dirty="0" sz="1350" spc="-640">
                <a:latin typeface="Lucida Sans Unicode"/>
                <a:cs typeface="Lucida Sans Unicode"/>
              </a:rPr>
              <a:t>∗</a:t>
            </a:r>
            <a:r>
              <a:rPr dirty="0" sz="1350" spc="-310">
                <a:latin typeface="Lucida Sans Unicode"/>
                <a:cs typeface="Lucida Sans Unicode"/>
              </a:rPr>
              <a:t>−</a:t>
            </a:r>
            <a:r>
              <a:rPr dirty="0" sz="1350" spc="-114">
                <a:latin typeface="Lucida Sans Unicode"/>
                <a:cs typeface="Lucida Sans Unicode"/>
              </a:rPr>
              <a:t>−</a:t>
            </a:r>
            <a:r>
              <a:rPr dirty="0" sz="1350" spc="20" i="1">
                <a:latin typeface="Arial"/>
                <a:cs typeface="Arial"/>
              </a:rPr>
              <a:t>Entr</a:t>
            </a:r>
            <a:r>
              <a:rPr dirty="0" sz="1350" spc="15" i="1">
                <a:latin typeface="Arial"/>
                <a:cs typeface="Arial"/>
              </a:rPr>
              <a:t>a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45" i="1">
                <a:latin typeface="Arial"/>
                <a:cs typeface="Arial"/>
              </a:rPr>
              <a:t> </a:t>
            </a:r>
            <a:r>
              <a:rPr dirty="0" sz="1350" spc="25" i="1">
                <a:latin typeface="Arial"/>
                <a:cs typeface="Arial"/>
              </a:rPr>
              <a:t>aqu</a:t>
            </a:r>
            <a:r>
              <a:rPr dirty="0" sz="1350" spc="5" i="1">
                <a:latin typeface="Arial"/>
                <a:cs typeface="Arial"/>
              </a:rPr>
              <a:t>i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105" i="1">
                <a:latin typeface="Arial"/>
                <a:cs typeface="Arial"/>
              </a:rPr>
              <a:t> </a:t>
            </a:r>
            <a:r>
              <a:rPr dirty="0" sz="1350" spc="15" i="1">
                <a:latin typeface="Arial"/>
                <a:cs typeface="Arial"/>
              </a:rPr>
              <a:t>o</a:t>
            </a:r>
            <a:r>
              <a:rPr dirty="0" sz="1350" spc="180" i="1">
                <a:latin typeface="Arial"/>
                <a:cs typeface="Arial"/>
              </a:rPr>
              <a:t> </a:t>
            </a:r>
            <a:r>
              <a:rPr dirty="0" sz="1350" spc="-60" i="1">
                <a:latin typeface="Arial"/>
                <a:cs typeface="Arial"/>
              </a:rPr>
              <a:t>Program</a:t>
            </a:r>
            <a:r>
              <a:rPr dirty="0" sz="1350" spc="15" i="1">
                <a:latin typeface="Arial"/>
                <a:cs typeface="Arial"/>
              </a:rPr>
              <a:t>a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150" i="1">
                <a:latin typeface="Arial"/>
                <a:cs typeface="Arial"/>
              </a:rPr>
              <a:t> </a:t>
            </a:r>
            <a:r>
              <a:rPr dirty="0" sz="1350" spc="-30">
                <a:latin typeface="Arial"/>
                <a:cs typeface="Arial"/>
              </a:rPr>
              <a:t>C</a:t>
            </a:r>
            <a:r>
              <a:rPr dirty="0" sz="1350">
                <a:latin typeface="Arial"/>
                <a:cs typeface="Arial"/>
              </a:rPr>
              <a:t>.</a:t>
            </a:r>
            <a:r>
              <a:rPr dirty="0" sz="1350" spc="15">
                <a:latin typeface="Arial"/>
                <a:cs typeface="Arial"/>
              </a:rPr>
              <a:t>2</a:t>
            </a:r>
            <a:r>
              <a:rPr dirty="0" sz="1350" spc="75">
                <a:latin typeface="Arial"/>
                <a:cs typeface="Arial"/>
              </a:rPr>
              <a:t>3</a:t>
            </a:r>
            <a:r>
              <a:rPr dirty="0" sz="1350" spc="-155">
                <a:latin typeface="Lucida Sans Unicode"/>
                <a:cs typeface="Lucida Sans Unicode"/>
              </a:rPr>
              <a:t>−</a:t>
            </a:r>
            <a:r>
              <a:rPr dirty="0" sz="1350" spc="30">
                <a:latin typeface="Lucida Sans Unicode"/>
                <a:cs typeface="Lucida Sans Unicode"/>
              </a:rPr>
              <a:t>−</a:t>
            </a:r>
            <a:r>
              <a:rPr dirty="0" sz="1350" spc="-270">
                <a:latin typeface="Lucida Sans Unicode"/>
                <a:cs typeface="Lucida Sans Unicode"/>
              </a:rPr>
              <a:t>∗</a:t>
            </a:r>
            <a:r>
              <a:rPr dirty="0" sz="1350" spc="5" i="1">
                <a:latin typeface="Arial"/>
                <a:cs typeface="Arial"/>
              </a:rPr>
              <a:t>/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350" spc="-15" b="1">
                <a:latin typeface="Arial"/>
                <a:cs typeface="Arial"/>
              </a:rPr>
              <a:t>typede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95" b="1">
                <a:latin typeface="Arial"/>
                <a:cs typeface="Arial"/>
              </a:rPr>
              <a:t> </a:t>
            </a:r>
            <a:r>
              <a:rPr dirty="0" sz="1350" spc="10">
                <a:latin typeface="Arial"/>
                <a:cs typeface="Arial"/>
              </a:rPr>
              <a:t>TipoItem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50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TipoRegistr</a:t>
            </a:r>
            <a:r>
              <a:rPr dirty="0" sz="1350" spc="175">
                <a:latin typeface="Arial"/>
                <a:cs typeface="Arial"/>
              </a:rPr>
              <a:t>o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  <a:spcBef>
                <a:spcPts val="459"/>
              </a:spcBef>
            </a:pPr>
            <a:r>
              <a:rPr dirty="0" sz="1350" spc="80" i="1">
                <a:latin typeface="Arial"/>
                <a:cs typeface="Arial"/>
              </a:rPr>
              <a:t>/</a:t>
            </a:r>
            <a:r>
              <a:rPr dirty="0" sz="1350" spc="-290">
                <a:latin typeface="Lucida Sans Unicode"/>
                <a:cs typeface="Lucida Sans Unicode"/>
              </a:rPr>
              <a:t>∗</a:t>
            </a:r>
            <a:r>
              <a:rPr dirty="0" sz="1350" spc="-10" i="1">
                <a:latin typeface="Arial"/>
                <a:cs typeface="Arial"/>
              </a:rPr>
              <a:t>Declaraca</a:t>
            </a:r>
            <a:r>
              <a:rPr dirty="0" sz="1350" spc="15" i="1">
                <a:latin typeface="Arial"/>
                <a:cs typeface="Arial"/>
              </a:rPr>
              <a:t>o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145" i="1">
                <a:latin typeface="Arial"/>
                <a:cs typeface="Arial"/>
              </a:rPr>
              <a:t> </a:t>
            </a:r>
            <a:r>
              <a:rPr dirty="0" sz="1350" spc="-35" i="1">
                <a:latin typeface="Arial"/>
                <a:cs typeface="Arial"/>
              </a:rPr>
              <a:t>do</a:t>
            </a:r>
            <a:r>
              <a:rPr dirty="0" sz="1350" spc="10" i="1">
                <a:latin typeface="Arial"/>
                <a:cs typeface="Arial"/>
              </a:rPr>
              <a:t>s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50" i="1">
                <a:latin typeface="Arial"/>
                <a:cs typeface="Arial"/>
              </a:rPr>
              <a:t> </a:t>
            </a:r>
            <a:r>
              <a:rPr dirty="0" sz="1350" spc="85" i="1">
                <a:latin typeface="Arial"/>
                <a:cs typeface="Arial"/>
              </a:rPr>
              <a:t>tipo</a:t>
            </a:r>
            <a:r>
              <a:rPr dirty="0" sz="1350" spc="10" i="1">
                <a:latin typeface="Arial"/>
                <a:cs typeface="Arial"/>
              </a:rPr>
              <a:t>s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90" i="1">
                <a:latin typeface="Arial"/>
                <a:cs typeface="Arial"/>
              </a:rPr>
              <a:t> </a:t>
            </a:r>
            <a:r>
              <a:rPr dirty="0" sz="1350" spc="100" i="1">
                <a:latin typeface="Arial"/>
                <a:cs typeface="Arial"/>
              </a:rPr>
              <a:t>utilizado</a:t>
            </a:r>
            <a:r>
              <a:rPr dirty="0" sz="1350" spc="10" i="1">
                <a:latin typeface="Arial"/>
                <a:cs typeface="Arial"/>
              </a:rPr>
              <a:t>s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30" i="1">
                <a:latin typeface="Arial"/>
                <a:cs typeface="Arial"/>
              </a:rPr>
              <a:t> </a:t>
            </a:r>
            <a:r>
              <a:rPr dirty="0" sz="1350" spc="25" i="1">
                <a:latin typeface="Arial"/>
                <a:cs typeface="Arial"/>
              </a:rPr>
              <a:t>pel</a:t>
            </a:r>
            <a:r>
              <a:rPr dirty="0" sz="1350" spc="15" i="1">
                <a:latin typeface="Arial"/>
                <a:cs typeface="Arial"/>
              </a:rPr>
              <a:t>o</a:t>
            </a:r>
            <a:r>
              <a:rPr dirty="0" sz="1350" i="1">
                <a:latin typeface="Arial"/>
                <a:cs typeface="Arial"/>
              </a:rPr>
              <a:t>  </a:t>
            </a:r>
            <a:r>
              <a:rPr dirty="0" sz="1350" spc="65" i="1">
                <a:latin typeface="Arial"/>
                <a:cs typeface="Arial"/>
              </a:rPr>
              <a:t>quicksor</a:t>
            </a:r>
            <a:r>
              <a:rPr dirty="0" sz="1350" spc="5" i="1">
                <a:latin typeface="Arial"/>
                <a:cs typeface="Arial"/>
              </a:rPr>
              <a:t>t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10" i="1">
                <a:latin typeface="Arial"/>
                <a:cs typeface="Arial"/>
              </a:rPr>
              <a:t> </a:t>
            </a:r>
            <a:r>
              <a:rPr dirty="0" sz="1350" spc="25" i="1">
                <a:latin typeface="Arial"/>
                <a:cs typeface="Arial"/>
              </a:rPr>
              <a:t>extern</a:t>
            </a:r>
            <a:r>
              <a:rPr dirty="0" sz="1350" spc="100" i="1">
                <a:latin typeface="Arial"/>
                <a:cs typeface="Arial"/>
              </a:rPr>
              <a:t>o</a:t>
            </a:r>
            <a:r>
              <a:rPr dirty="0" sz="1350" spc="-270">
                <a:latin typeface="Lucida Sans Unicode"/>
                <a:cs typeface="Lucida Sans Unicode"/>
              </a:rPr>
              <a:t>∗</a:t>
            </a:r>
            <a:r>
              <a:rPr dirty="0" sz="1350" spc="5" i="1">
                <a:latin typeface="Arial"/>
                <a:cs typeface="Arial"/>
              </a:rPr>
              <a:t>/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19159" y="2510104"/>
            <a:ext cx="2233930" cy="7461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80" i="1">
                <a:latin typeface="Arial"/>
                <a:cs typeface="Arial"/>
              </a:rPr>
              <a:t>/</a:t>
            </a:r>
            <a:r>
              <a:rPr dirty="0" sz="1350" spc="-345">
                <a:latin typeface="Lucida Sans Unicode"/>
                <a:cs typeface="Lucida Sans Unicode"/>
              </a:rPr>
              <a:t>∗</a:t>
            </a:r>
            <a:r>
              <a:rPr dirty="0" sz="1350">
                <a:latin typeface="Lucida Sans Unicode"/>
                <a:cs typeface="Lucida Sans Unicode"/>
              </a:rPr>
              <a:t> </a:t>
            </a:r>
            <a:r>
              <a:rPr dirty="0" sz="1350" spc="-125">
                <a:latin typeface="Lucida Sans Unicode"/>
                <a:cs typeface="Lucida Sans Unicode"/>
              </a:rPr>
              <a:t> </a:t>
            </a:r>
            <a:r>
              <a:rPr dirty="0" sz="1350" spc="-15" i="1">
                <a:latin typeface="Arial"/>
                <a:cs typeface="Arial"/>
              </a:rPr>
              <a:t>Gerenci</a:t>
            </a:r>
            <a:r>
              <a:rPr dirty="0" sz="1350" spc="15" i="1">
                <a:latin typeface="Arial"/>
                <a:cs typeface="Arial"/>
              </a:rPr>
              <a:t>a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145" i="1">
                <a:latin typeface="Arial"/>
                <a:cs typeface="Arial"/>
              </a:rPr>
              <a:t> </a:t>
            </a:r>
            <a:r>
              <a:rPr dirty="0" sz="1350" spc="15" i="1">
                <a:latin typeface="Arial"/>
                <a:cs typeface="Arial"/>
              </a:rPr>
              <a:t>o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160" i="1">
                <a:latin typeface="Arial"/>
                <a:cs typeface="Arial"/>
              </a:rPr>
              <a:t> </a:t>
            </a:r>
            <a:r>
              <a:rPr dirty="0" sz="1350" spc="-20" i="1">
                <a:latin typeface="Arial"/>
                <a:cs typeface="Arial"/>
              </a:rPr>
              <a:t>L</a:t>
            </a:r>
            <a:r>
              <a:rPr dirty="0" sz="1350" spc="10" i="1">
                <a:latin typeface="Arial"/>
                <a:cs typeface="Arial"/>
              </a:rPr>
              <a:t>s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160" i="1">
                <a:latin typeface="Arial"/>
                <a:cs typeface="Arial"/>
              </a:rPr>
              <a:t> </a:t>
            </a:r>
            <a:r>
              <a:rPr dirty="0" sz="1350" spc="15" i="1">
                <a:latin typeface="Arial"/>
                <a:cs typeface="Arial"/>
              </a:rPr>
              <a:t>e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170" i="1">
                <a:latin typeface="Arial"/>
                <a:cs typeface="Arial"/>
              </a:rPr>
              <a:t> </a:t>
            </a:r>
            <a:r>
              <a:rPr dirty="0" sz="1350" spc="15" i="1">
                <a:latin typeface="Arial"/>
                <a:cs typeface="Arial"/>
              </a:rPr>
              <a:t>o</a:t>
            </a:r>
            <a:r>
              <a:rPr dirty="0" sz="1350" spc="165" i="1">
                <a:latin typeface="Arial"/>
                <a:cs typeface="Arial"/>
              </a:rPr>
              <a:t> </a:t>
            </a:r>
            <a:r>
              <a:rPr dirty="0" sz="1350" spc="-75" i="1">
                <a:latin typeface="Arial"/>
                <a:cs typeface="Arial"/>
              </a:rPr>
              <a:t>E</a:t>
            </a:r>
            <a:r>
              <a:rPr dirty="0" sz="1350" spc="10" i="1">
                <a:latin typeface="Arial"/>
                <a:cs typeface="Arial"/>
              </a:rPr>
              <a:t>s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85" i="1">
                <a:latin typeface="Arial"/>
                <a:cs typeface="Arial"/>
              </a:rPr>
              <a:t> </a:t>
            </a:r>
            <a:r>
              <a:rPr dirty="0" sz="1350" spc="-270">
                <a:latin typeface="Lucida Sans Unicode"/>
                <a:cs typeface="Lucida Sans Unicode"/>
              </a:rPr>
              <a:t>∗</a:t>
            </a:r>
            <a:r>
              <a:rPr dirty="0" sz="1350" spc="5" i="1">
                <a:latin typeface="Arial"/>
                <a:cs typeface="Arial"/>
              </a:rPr>
              <a:t>/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350" spc="80" i="1">
                <a:latin typeface="Arial"/>
                <a:cs typeface="Arial"/>
              </a:rPr>
              <a:t>/</a:t>
            </a:r>
            <a:r>
              <a:rPr dirty="0" sz="1350" spc="-345">
                <a:latin typeface="Lucida Sans Unicode"/>
                <a:cs typeface="Lucida Sans Unicode"/>
              </a:rPr>
              <a:t>∗</a:t>
            </a:r>
            <a:r>
              <a:rPr dirty="0" sz="1350">
                <a:latin typeface="Lucida Sans Unicode"/>
                <a:cs typeface="Lucida Sans Unicode"/>
              </a:rPr>
              <a:t> </a:t>
            </a:r>
            <a:r>
              <a:rPr dirty="0" sz="1350" spc="-125">
                <a:latin typeface="Lucida Sans Unicode"/>
                <a:cs typeface="Lucida Sans Unicode"/>
              </a:rPr>
              <a:t> </a:t>
            </a:r>
            <a:r>
              <a:rPr dirty="0" sz="1350" spc="-15" i="1">
                <a:latin typeface="Arial"/>
                <a:cs typeface="Arial"/>
              </a:rPr>
              <a:t>Gerenci</a:t>
            </a:r>
            <a:r>
              <a:rPr dirty="0" sz="1350" spc="15" i="1">
                <a:latin typeface="Arial"/>
                <a:cs typeface="Arial"/>
              </a:rPr>
              <a:t>a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145" i="1">
                <a:latin typeface="Arial"/>
                <a:cs typeface="Arial"/>
              </a:rPr>
              <a:t> </a:t>
            </a:r>
            <a:r>
              <a:rPr dirty="0" sz="1350" spc="15" i="1">
                <a:latin typeface="Arial"/>
                <a:cs typeface="Arial"/>
              </a:rPr>
              <a:t>o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30" i="1">
                <a:latin typeface="Arial"/>
                <a:cs typeface="Arial"/>
              </a:rPr>
              <a:t> </a:t>
            </a:r>
            <a:r>
              <a:rPr dirty="0" sz="1350" spc="100" i="1">
                <a:latin typeface="Arial"/>
                <a:cs typeface="Arial"/>
              </a:rPr>
              <a:t>L</a:t>
            </a:r>
            <a:r>
              <a:rPr dirty="0" sz="1350" spc="5" i="1">
                <a:latin typeface="Arial"/>
                <a:cs typeface="Arial"/>
              </a:rPr>
              <a:t>i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95" i="1">
                <a:latin typeface="Arial"/>
                <a:cs typeface="Arial"/>
              </a:rPr>
              <a:t> </a:t>
            </a:r>
            <a:r>
              <a:rPr dirty="0" sz="1350" spc="-270">
                <a:latin typeface="Lucida Sans Unicode"/>
                <a:cs typeface="Lucida Sans Unicode"/>
              </a:rPr>
              <a:t>∗</a:t>
            </a:r>
            <a:r>
              <a:rPr dirty="0" sz="1350" spc="5" i="1">
                <a:latin typeface="Arial"/>
                <a:cs typeface="Arial"/>
              </a:rPr>
              <a:t>/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350" spc="80" i="1">
                <a:latin typeface="Arial"/>
                <a:cs typeface="Arial"/>
              </a:rPr>
              <a:t>/</a:t>
            </a:r>
            <a:r>
              <a:rPr dirty="0" sz="1350" spc="-345">
                <a:latin typeface="Lucida Sans Unicode"/>
                <a:cs typeface="Lucida Sans Unicode"/>
              </a:rPr>
              <a:t>∗</a:t>
            </a:r>
            <a:r>
              <a:rPr dirty="0" sz="1350">
                <a:latin typeface="Lucida Sans Unicode"/>
                <a:cs typeface="Lucida Sans Unicode"/>
              </a:rPr>
              <a:t> </a:t>
            </a:r>
            <a:r>
              <a:rPr dirty="0" sz="1350" spc="-125">
                <a:latin typeface="Lucida Sans Unicode"/>
                <a:cs typeface="Lucida Sans Unicode"/>
              </a:rPr>
              <a:t> </a:t>
            </a:r>
            <a:r>
              <a:rPr dirty="0" sz="1350" spc="-15" i="1">
                <a:latin typeface="Arial"/>
                <a:cs typeface="Arial"/>
              </a:rPr>
              <a:t>Gerenci</a:t>
            </a:r>
            <a:r>
              <a:rPr dirty="0" sz="1350" spc="15" i="1">
                <a:latin typeface="Arial"/>
                <a:cs typeface="Arial"/>
              </a:rPr>
              <a:t>a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145" i="1">
                <a:latin typeface="Arial"/>
                <a:cs typeface="Arial"/>
              </a:rPr>
              <a:t> </a:t>
            </a:r>
            <a:r>
              <a:rPr dirty="0" sz="1350" spc="15" i="1">
                <a:latin typeface="Arial"/>
                <a:cs typeface="Arial"/>
              </a:rPr>
              <a:t>o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80" i="1">
                <a:latin typeface="Arial"/>
                <a:cs typeface="Arial"/>
              </a:rPr>
              <a:t> </a:t>
            </a:r>
            <a:r>
              <a:rPr dirty="0" sz="1350" spc="50" i="1">
                <a:latin typeface="Arial"/>
                <a:cs typeface="Arial"/>
              </a:rPr>
              <a:t>E</a:t>
            </a:r>
            <a:r>
              <a:rPr dirty="0" sz="1350" spc="5" i="1">
                <a:latin typeface="Arial"/>
                <a:cs typeface="Arial"/>
              </a:rPr>
              <a:t>i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45" i="1">
                <a:latin typeface="Arial"/>
                <a:cs typeface="Arial"/>
              </a:rPr>
              <a:t> </a:t>
            </a:r>
            <a:r>
              <a:rPr dirty="0" sz="1350" spc="-270">
                <a:latin typeface="Lucida Sans Unicode"/>
                <a:cs typeface="Lucida Sans Unicode"/>
              </a:rPr>
              <a:t>∗</a:t>
            </a:r>
            <a:r>
              <a:rPr dirty="0" sz="1350" spc="5" i="1">
                <a:latin typeface="Arial"/>
                <a:cs typeface="Arial"/>
              </a:rPr>
              <a:t>/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1326" y="2451468"/>
            <a:ext cx="1154430" cy="10693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-635">
              <a:lnSpc>
                <a:spcPct val="128499"/>
              </a:lnSpc>
            </a:pPr>
            <a:r>
              <a:rPr dirty="0" sz="1350" spc="15">
                <a:latin typeface="Arial"/>
                <a:cs typeface="Arial"/>
              </a:rPr>
              <a:t>F</a:t>
            </a:r>
            <a:r>
              <a:rPr dirty="0" sz="1350">
                <a:latin typeface="Arial"/>
                <a:cs typeface="Arial"/>
              </a:rPr>
              <a:t>I</a:t>
            </a:r>
            <a:r>
              <a:rPr dirty="0" sz="1350" spc="15">
                <a:latin typeface="Arial"/>
                <a:cs typeface="Arial"/>
              </a:rPr>
              <a:t>LE</a:t>
            </a:r>
            <a:r>
              <a:rPr dirty="0" sz="1350" spc="165">
                <a:latin typeface="Arial"/>
                <a:cs typeface="Arial"/>
              </a:rPr>
              <a:t> </a:t>
            </a:r>
            <a:r>
              <a:rPr dirty="0" sz="1350" spc="-335">
                <a:latin typeface="Lucida Sans Unicode"/>
                <a:cs typeface="Lucida Sans Unicode"/>
              </a:rPr>
              <a:t>∗</a:t>
            </a:r>
            <a:r>
              <a:rPr dirty="0" sz="1350" spc="-55">
                <a:latin typeface="Arial"/>
                <a:cs typeface="Arial"/>
              </a:rPr>
              <a:t>ArqLE</a:t>
            </a:r>
            <a:r>
              <a:rPr dirty="0" sz="1350" spc="135">
                <a:latin typeface="Arial"/>
                <a:cs typeface="Arial"/>
              </a:rPr>
              <a:t>s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10">
                <a:latin typeface="Arial"/>
                <a:cs typeface="Arial"/>
              </a:rPr>
              <a:t> F</a:t>
            </a:r>
            <a:r>
              <a:rPr dirty="0" sz="1350">
                <a:latin typeface="Arial"/>
                <a:cs typeface="Arial"/>
              </a:rPr>
              <a:t>I</a:t>
            </a:r>
            <a:r>
              <a:rPr dirty="0" sz="1350" spc="15">
                <a:latin typeface="Arial"/>
                <a:cs typeface="Arial"/>
              </a:rPr>
              <a:t>LE</a:t>
            </a:r>
            <a:r>
              <a:rPr dirty="0" sz="1350" spc="165">
                <a:latin typeface="Arial"/>
                <a:cs typeface="Arial"/>
              </a:rPr>
              <a:t> </a:t>
            </a:r>
            <a:r>
              <a:rPr dirty="0" sz="1350" spc="-245">
                <a:latin typeface="Lucida Sans Unicode"/>
                <a:cs typeface="Lucida Sans Unicode"/>
              </a:rPr>
              <a:t>∗</a:t>
            </a:r>
            <a:r>
              <a:rPr dirty="0" sz="1350" spc="35">
                <a:latin typeface="Arial"/>
                <a:cs typeface="Arial"/>
              </a:rPr>
              <a:t>ArqL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-16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10">
                <a:latin typeface="Arial"/>
                <a:cs typeface="Arial"/>
              </a:rPr>
              <a:t> F</a:t>
            </a:r>
            <a:r>
              <a:rPr dirty="0" sz="1350">
                <a:latin typeface="Arial"/>
                <a:cs typeface="Arial"/>
              </a:rPr>
              <a:t>I</a:t>
            </a:r>
            <a:r>
              <a:rPr dirty="0" sz="1350" spc="15">
                <a:latin typeface="Arial"/>
                <a:cs typeface="Arial"/>
              </a:rPr>
              <a:t>LE</a:t>
            </a:r>
            <a:r>
              <a:rPr dirty="0" sz="1350" spc="165">
                <a:latin typeface="Arial"/>
                <a:cs typeface="Arial"/>
              </a:rPr>
              <a:t> </a:t>
            </a:r>
            <a:r>
              <a:rPr dirty="0" sz="1350" spc="-270">
                <a:latin typeface="Lucida Sans Unicode"/>
                <a:cs typeface="Lucida Sans Unicode"/>
              </a:rPr>
              <a:t>∗</a:t>
            </a:r>
            <a:r>
              <a:rPr dirty="0" sz="1350" spc="10">
                <a:latin typeface="Arial"/>
                <a:cs typeface="Arial"/>
              </a:rPr>
              <a:t>ArqEi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10">
                <a:latin typeface="Arial"/>
                <a:cs typeface="Arial"/>
              </a:rPr>
              <a:t> TipoItem</a:t>
            </a:r>
            <a:r>
              <a:rPr dirty="0" sz="1350" spc="1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1283" y="3567264"/>
            <a:ext cx="5248910" cy="1010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80" i="1">
                <a:latin typeface="Arial"/>
                <a:cs typeface="Arial"/>
              </a:rPr>
              <a:t>/</a:t>
            </a:r>
            <a:r>
              <a:rPr dirty="0" sz="1350" spc="-640">
                <a:latin typeface="Lucida Sans Unicode"/>
                <a:cs typeface="Lucida Sans Unicode"/>
              </a:rPr>
              <a:t>∗</a:t>
            </a:r>
            <a:r>
              <a:rPr dirty="0" sz="1350" spc="-310">
                <a:latin typeface="Lucida Sans Unicode"/>
                <a:cs typeface="Lucida Sans Unicode"/>
              </a:rPr>
              <a:t>−</a:t>
            </a:r>
            <a:r>
              <a:rPr dirty="0" sz="1350" spc="-185">
                <a:latin typeface="Lucida Sans Unicode"/>
                <a:cs typeface="Lucida Sans Unicode"/>
              </a:rPr>
              <a:t>−</a:t>
            </a:r>
            <a:r>
              <a:rPr dirty="0" sz="1350" spc="-50" i="1">
                <a:latin typeface="Arial"/>
                <a:cs typeface="Arial"/>
              </a:rPr>
              <a:t>Entra</a:t>
            </a:r>
            <a:r>
              <a:rPr dirty="0" sz="1350" spc="20" i="1">
                <a:latin typeface="Arial"/>
                <a:cs typeface="Arial"/>
              </a:rPr>
              <a:t>m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114" i="1">
                <a:latin typeface="Arial"/>
                <a:cs typeface="Arial"/>
              </a:rPr>
              <a:t> </a:t>
            </a:r>
            <a:r>
              <a:rPr dirty="0" sz="1350" spc="25" i="1">
                <a:latin typeface="Arial"/>
                <a:cs typeface="Arial"/>
              </a:rPr>
              <a:t>aqu</a:t>
            </a:r>
            <a:r>
              <a:rPr dirty="0" sz="1350" spc="5" i="1">
                <a:latin typeface="Arial"/>
                <a:cs typeface="Arial"/>
              </a:rPr>
              <a:t>i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95" i="1">
                <a:latin typeface="Arial"/>
                <a:cs typeface="Arial"/>
              </a:rPr>
              <a:t> </a:t>
            </a:r>
            <a:r>
              <a:rPr dirty="0" sz="1350" spc="-20" i="1">
                <a:latin typeface="Arial"/>
                <a:cs typeface="Arial"/>
              </a:rPr>
              <a:t>o</a:t>
            </a:r>
            <a:r>
              <a:rPr dirty="0" sz="1350" spc="10" i="1">
                <a:latin typeface="Arial"/>
                <a:cs typeface="Arial"/>
              </a:rPr>
              <a:t>s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180" i="1">
                <a:latin typeface="Arial"/>
                <a:cs typeface="Arial"/>
              </a:rPr>
              <a:t> </a:t>
            </a:r>
            <a:r>
              <a:rPr dirty="0" sz="1350" spc="-55" i="1">
                <a:latin typeface="Arial"/>
                <a:cs typeface="Arial"/>
              </a:rPr>
              <a:t>Programa</a:t>
            </a:r>
            <a:r>
              <a:rPr dirty="0" sz="1350" spc="10" i="1">
                <a:latin typeface="Arial"/>
                <a:cs typeface="Arial"/>
              </a:rPr>
              <a:t>s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150" i="1">
                <a:latin typeface="Arial"/>
                <a:cs typeface="Arial"/>
              </a:rPr>
              <a:t> </a:t>
            </a:r>
            <a:r>
              <a:rPr dirty="0" sz="1350" spc="-35">
                <a:latin typeface="Arial"/>
                <a:cs typeface="Arial"/>
              </a:rPr>
              <a:t>J</a:t>
            </a:r>
            <a:r>
              <a:rPr dirty="0" sz="1350">
                <a:latin typeface="Arial"/>
                <a:cs typeface="Arial"/>
              </a:rPr>
              <a:t>.</a:t>
            </a:r>
            <a:r>
              <a:rPr dirty="0" sz="1350" spc="10">
                <a:latin typeface="Arial"/>
                <a:cs typeface="Arial"/>
              </a:rPr>
              <a:t>4,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85">
                <a:latin typeface="Arial"/>
                <a:cs typeface="Arial"/>
              </a:rPr>
              <a:t>D</a:t>
            </a:r>
            <a:r>
              <a:rPr dirty="0" sz="1350">
                <a:latin typeface="Arial"/>
                <a:cs typeface="Arial"/>
              </a:rPr>
              <a:t>.</a:t>
            </a:r>
            <a:r>
              <a:rPr dirty="0" sz="1350" spc="10">
                <a:latin typeface="Arial"/>
                <a:cs typeface="Arial"/>
              </a:rPr>
              <a:t>26,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85">
                <a:latin typeface="Arial"/>
                <a:cs typeface="Arial"/>
              </a:rPr>
              <a:t>D</a:t>
            </a:r>
            <a:r>
              <a:rPr dirty="0" sz="1350">
                <a:latin typeface="Arial"/>
                <a:cs typeface="Arial"/>
              </a:rPr>
              <a:t>.</a:t>
            </a:r>
            <a:r>
              <a:rPr dirty="0" sz="1350" spc="15">
                <a:latin typeface="Arial"/>
                <a:cs typeface="Arial"/>
              </a:rPr>
              <a:t>27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85">
                <a:latin typeface="Arial"/>
                <a:cs typeface="Arial"/>
              </a:rPr>
              <a:t>D</a:t>
            </a:r>
            <a:r>
              <a:rPr dirty="0" sz="1350">
                <a:latin typeface="Arial"/>
                <a:cs typeface="Arial"/>
              </a:rPr>
              <a:t>.</a:t>
            </a:r>
            <a:r>
              <a:rPr dirty="0" sz="1350" spc="15">
                <a:latin typeface="Arial"/>
                <a:cs typeface="Arial"/>
              </a:rPr>
              <a:t>2</a:t>
            </a:r>
            <a:r>
              <a:rPr dirty="0" sz="1350" spc="75">
                <a:latin typeface="Arial"/>
                <a:cs typeface="Arial"/>
              </a:rPr>
              <a:t>8</a:t>
            </a:r>
            <a:r>
              <a:rPr dirty="0" sz="1350" spc="-155">
                <a:latin typeface="Lucida Sans Unicode"/>
                <a:cs typeface="Lucida Sans Unicode"/>
              </a:rPr>
              <a:t>−</a:t>
            </a:r>
            <a:r>
              <a:rPr dirty="0" sz="1350" spc="30">
                <a:latin typeface="Lucida Sans Unicode"/>
                <a:cs typeface="Lucida Sans Unicode"/>
              </a:rPr>
              <a:t>−</a:t>
            </a:r>
            <a:r>
              <a:rPr dirty="0" sz="1350" spc="-270">
                <a:latin typeface="Lucida Sans Unicode"/>
                <a:cs typeface="Lucida Sans Unicode"/>
              </a:rPr>
              <a:t>∗</a:t>
            </a:r>
            <a:r>
              <a:rPr dirty="0" sz="1350" spc="5" i="1">
                <a:latin typeface="Arial"/>
                <a:cs typeface="Arial"/>
              </a:rPr>
              <a:t>/</a:t>
            </a:r>
            <a:endParaRPr sz="135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459"/>
              </a:spcBef>
            </a:pPr>
            <a:r>
              <a:rPr dirty="0" sz="1350" spc="95" b="1">
                <a:latin typeface="Arial"/>
                <a:cs typeface="Arial"/>
              </a:rPr>
              <a:t>in</a:t>
            </a:r>
            <a:r>
              <a:rPr dirty="0" sz="1350" spc="5" b="1">
                <a:latin typeface="Arial"/>
                <a:cs typeface="Arial"/>
              </a:rPr>
              <a:t>t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50" b="1">
                <a:latin typeface="Arial"/>
                <a:cs typeface="Arial"/>
              </a:rPr>
              <a:t> </a:t>
            </a:r>
            <a:r>
              <a:rPr dirty="0" sz="1350" spc="-50">
                <a:latin typeface="Arial"/>
                <a:cs typeface="Arial"/>
              </a:rPr>
              <a:t>mai</a:t>
            </a:r>
            <a:r>
              <a:rPr dirty="0" sz="1350" spc="55">
                <a:latin typeface="Arial"/>
                <a:cs typeface="Arial"/>
              </a:rPr>
              <a:t>n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95" b="1">
                <a:latin typeface="Arial"/>
                <a:cs typeface="Arial"/>
              </a:rPr>
              <a:t>in</a:t>
            </a:r>
            <a:r>
              <a:rPr dirty="0" sz="1350" spc="5" b="1">
                <a:latin typeface="Arial"/>
                <a:cs typeface="Arial"/>
              </a:rPr>
              <a:t>t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10" b="1">
                <a:latin typeface="Arial"/>
                <a:cs typeface="Arial"/>
              </a:rPr>
              <a:t> </a:t>
            </a:r>
            <a:r>
              <a:rPr dirty="0" sz="1350" spc="10">
                <a:latin typeface="Arial"/>
                <a:cs typeface="Arial"/>
              </a:rPr>
              <a:t>argc</a:t>
            </a:r>
            <a:r>
              <a:rPr dirty="0" sz="1350" spc="-17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25">
                <a:latin typeface="Arial"/>
                <a:cs typeface="Arial"/>
              </a:rPr>
              <a:t> </a:t>
            </a:r>
            <a:r>
              <a:rPr dirty="0" sz="1350" spc="-30" b="1">
                <a:latin typeface="Arial"/>
                <a:cs typeface="Arial"/>
              </a:rPr>
              <a:t>cha</a:t>
            </a:r>
            <a:r>
              <a:rPr dirty="0" sz="1350" spc="10" b="1">
                <a:latin typeface="Arial"/>
                <a:cs typeface="Arial"/>
              </a:rPr>
              <a:t>r</a:t>
            </a:r>
            <a:r>
              <a:rPr dirty="0" sz="1350" spc="120" b="1">
                <a:latin typeface="Arial"/>
                <a:cs typeface="Arial"/>
              </a:rPr>
              <a:t> </a:t>
            </a:r>
            <a:r>
              <a:rPr dirty="0" sz="1350" spc="-265">
                <a:latin typeface="Lucida Sans Unicode"/>
                <a:cs typeface="Lucida Sans Unicode"/>
              </a:rPr>
              <a:t>∗</a:t>
            </a:r>
            <a:r>
              <a:rPr dirty="0" sz="1350" spc="10">
                <a:latin typeface="Arial"/>
                <a:cs typeface="Arial"/>
              </a:rPr>
              <a:t>argv</a:t>
            </a:r>
            <a:r>
              <a:rPr dirty="0" sz="1350" spc="-17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[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]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24130">
              <a:lnSpc>
                <a:spcPct val="100000"/>
              </a:lnSpc>
              <a:spcBef>
                <a:spcPts val="459"/>
              </a:spcBef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5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ArqL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2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55">
                <a:latin typeface="Arial"/>
                <a:cs typeface="Arial"/>
              </a:rPr>
              <a:t> </a:t>
            </a:r>
            <a:r>
              <a:rPr dirty="0" sz="1350" spc="-5">
                <a:latin typeface="Arial"/>
                <a:cs typeface="Arial"/>
              </a:rPr>
              <a:t>fope</a:t>
            </a:r>
            <a:r>
              <a:rPr dirty="0" sz="1350" spc="15">
                <a:latin typeface="Arial"/>
                <a:cs typeface="Arial"/>
              </a:rPr>
              <a:t>n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114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"</a:t>
            </a:r>
            <a:r>
              <a:rPr dirty="0" sz="1350" spc="-220">
                <a:latin typeface="Arial"/>
                <a:cs typeface="Arial"/>
              </a:rPr>
              <a:t> </a:t>
            </a:r>
            <a:r>
              <a:rPr dirty="0" sz="1350" spc="65">
                <a:latin typeface="Arial"/>
                <a:cs typeface="Arial"/>
              </a:rPr>
              <a:t>t</a:t>
            </a:r>
            <a:r>
              <a:rPr dirty="0" sz="1350" spc="75">
                <a:latin typeface="Arial"/>
                <a:cs typeface="Arial"/>
              </a:rPr>
              <a:t>e</a:t>
            </a:r>
            <a:r>
              <a:rPr dirty="0" sz="1350" spc="70">
                <a:latin typeface="Arial"/>
                <a:cs typeface="Arial"/>
              </a:rPr>
              <a:t>st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-16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.</a:t>
            </a:r>
            <a:r>
              <a:rPr dirty="0" sz="1350" spc="-204">
                <a:latin typeface="Arial"/>
                <a:cs typeface="Arial"/>
              </a:rPr>
              <a:t> </a:t>
            </a:r>
            <a:r>
              <a:rPr dirty="0" sz="1350" spc="40">
                <a:latin typeface="Arial"/>
                <a:cs typeface="Arial"/>
              </a:rPr>
              <a:t>da</a:t>
            </a:r>
            <a:r>
              <a:rPr dirty="0" sz="1350" spc="120">
                <a:latin typeface="Arial"/>
                <a:cs typeface="Arial"/>
              </a:rPr>
              <a:t>t</a:t>
            </a:r>
            <a:r>
              <a:rPr dirty="0" sz="1350" spc="5">
                <a:latin typeface="Arial"/>
                <a:cs typeface="Arial"/>
              </a:rPr>
              <a:t>"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 </a:t>
            </a:r>
            <a:r>
              <a:rPr dirty="0" sz="1350" spc="-40">
                <a:latin typeface="Arial"/>
                <a:cs typeface="Arial"/>
              </a:rPr>
              <a:t>"</a:t>
            </a:r>
            <a:r>
              <a:rPr dirty="0" sz="1350" spc="-125">
                <a:latin typeface="Arial"/>
                <a:cs typeface="Arial"/>
              </a:rPr>
              <a:t>w</a:t>
            </a:r>
            <a:r>
              <a:rPr dirty="0" sz="1350" spc="-30">
                <a:latin typeface="Arial"/>
                <a:cs typeface="Arial"/>
              </a:rPr>
              <a:t>b</a:t>
            </a:r>
            <a:r>
              <a:rPr dirty="0" sz="1350" spc="5">
                <a:latin typeface="Arial"/>
                <a:cs typeface="Arial"/>
              </a:rPr>
              <a:t>"</a:t>
            </a:r>
            <a:r>
              <a:rPr dirty="0" sz="1350" spc="-114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195580">
              <a:lnSpc>
                <a:spcPct val="100000"/>
              </a:lnSpc>
              <a:spcBef>
                <a:spcPts val="459"/>
              </a:spcBef>
            </a:pP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spc="-10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ArqL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160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=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3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NUL</a:t>
            </a:r>
            <a:r>
              <a:rPr dirty="0" sz="1350" spc="150">
                <a:latin typeface="Arial"/>
                <a:cs typeface="Arial"/>
              </a:rPr>
              <a:t>L)</a:t>
            </a: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-95">
                <a:latin typeface="Arial"/>
                <a:cs typeface="Arial"/>
              </a:rPr>
              <a:t> </a:t>
            </a:r>
            <a:r>
              <a:rPr dirty="0" sz="1350" spc="150">
                <a:latin typeface="Arial"/>
                <a:cs typeface="Arial"/>
              </a:rPr>
              <a:t>print</a:t>
            </a:r>
            <a:r>
              <a:rPr dirty="0" sz="1350" spc="5">
                <a:latin typeface="Arial"/>
                <a:cs typeface="Arial"/>
              </a:rPr>
              <a:t>f</a:t>
            </a:r>
            <a:r>
              <a:rPr dirty="0" sz="1350" spc="-1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175">
                <a:latin typeface="Arial"/>
                <a:cs typeface="Arial"/>
              </a:rPr>
              <a:t> </a:t>
            </a:r>
            <a:r>
              <a:rPr dirty="0" sz="1350" spc="100">
                <a:latin typeface="Arial"/>
                <a:cs typeface="Arial"/>
              </a:rPr>
              <a:t>"</a:t>
            </a:r>
            <a:r>
              <a:rPr dirty="0" sz="1350" spc="15">
                <a:latin typeface="Arial"/>
                <a:cs typeface="Arial"/>
              </a:rPr>
              <a:t>Arquiv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40">
                <a:latin typeface="Arial"/>
                <a:cs typeface="Arial"/>
              </a:rPr>
              <a:t> </a:t>
            </a:r>
            <a:r>
              <a:rPr dirty="0" sz="1350" spc="-55">
                <a:latin typeface="Arial"/>
                <a:cs typeface="Arial"/>
              </a:rPr>
              <a:t>na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155">
                <a:latin typeface="Arial"/>
                <a:cs typeface="Arial"/>
              </a:rPr>
              <a:t> </a:t>
            </a:r>
            <a:r>
              <a:rPr dirty="0" sz="1350" spc="-60">
                <a:latin typeface="Arial"/>
                <a:cs typeface="Arial"/>
              </a:rPr>
              <a:t>pod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25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se</a:t>
            </a:r>
            <a:r>
              <a:rPr dirty="0" sz="1350" spc="5">
                <a:latin typeface="Arial"/>
                <a:cs typeface="Arial"/>
              </a:rPr>
              <a:t>r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30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abert</a:t>
            </a:r>
            <a:r>
              <a:rPr dirty="0" sz="1350" spc="175">
                <a:latin typeface="Arial"/>
                <a:cs typeface="Arial"/>
              </a:rPr>
              <a:t>o</a:t>
            </a:r>
            <a:r>
              <a:rPr dirty="0" sz="1350" spc="105">
                <a:latin typeface="Arial"/>
                <a:cs typeface="Arial"/>
              </a:rPr>
              <a:t>\</a:t>
            </a:r>
            <a:r>
              <a:rPr dirty="0" sz="1350" spc="55">
                <a:latin typeface="Arial"/>
                <a:cs typeface="Arial"/>
              </a:rPr>
              <a:t>n</a:t>
            </a:r>
            <a:r>
              <a:rPr dirty="0" sz="1350" spc="5">
                <a:latin typeface="Arial"/>
                <a:cs typeface="Arial"/>
              </a:rPr>
              <a:t>"</a:t>
            </a:r>
            <a:r>
              <a:rPr dirty="0" sz="1350" spc="-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57814" y="4360164"/>
            <a:ext cx="765175" cy="217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20">
                <a:latin typeface="Arial"/>
                <a:cs typeface="Arial"/>
              </a:rPr>
              <a:t>exi</a:t>
            </a:r>
            <a:r>
              <a:rPr dirty="0" sz="1350" spc="5">
                <a:latin typeface="Arial"/>
                <a:cs typeface="Arial"/>
              </a:rPr>
              <a:t>t</a:t>
            </a:r>
            <a:r>
              <a:rPr dirty="0" sz="1350" spc="-12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3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1</a:t>
            </a:r>
            <a:r>
              <a:rPr dirty="0" sz="1350" spc="-23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3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-23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62443" y="4565995"/>
            <a:ext cx="1076960" cy="5403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28400"/>
              </a:lnSpc>
            </a:pPr>
            <a:r>
              <a:rPr dirty="0" sz="1350">
                <a:latin typeface="Arial"/>
                <a:cs typeface="Arial"/>
              </a:rPr>
              <a:t>R</a:t>
            </a:r>
            <a:r>
              <a:rPr dirty="0" sz="1350" spc="45">
                <a:latin typeface="Arial"/>
                <a:cs typeface="Arial"/>
              </a:rPr>
              <a:t>.</a:t>
            </a:r>
            <a:r>
              <a:rPr dirty="0" sz="1350" spc="-90">
                <a:latin typeface="Arial"/>
                <a:cs typeface="Arial"/>
              </a:rPr>
              <a:t>Chav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0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5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R</a:t>
            </a:r>
            <a:r>
              <a:rPr dirty="0" sz="1350" spc="45">
                <a:latin typeface="Arial"/>
                <a:cs typeface="Arial"/>
              </a:rPr>
              <a:t>.</a:t>
            </a:r>
            <a:r>
              <a:rPr dirty="0" sz="1350" spc="-90">
                <a:latin typeface="Arial"/>
                <a:cs typeface="Arial"/>
              </a:rPr>
              <a:t>Chav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0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3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96433" y="4565995"/>
            <a:ext cx="856615" cy="5403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28400"/>
              </a:lnSpc>
            </a:pPr>
            <a:r>
              <a:rPr dirty="0" sz="1350" spc="114">
                <a:latin typeface="Arial"/>
                <a:cs typeface="Arial"/>
              </a:rPr>
              <a:t>fwrit</a:t>
            </a:r>
            <a:r>
              <a:rPr dirty="0" sz="1350" spc="114">
                <a:latin typeface="Arial"/>
                <a:cs typeface="Arial"/>
              </a:rPr>
              <a:t>e</a:t>
            </a:r>
            <a:r>
              <a:rPr dirty="0" sz="1350" spc="-5">
                <a:latin typeface="Arial"/>
                <a:cs typeface="Arial"/>
              </a:rPr>
              <a:t>(</a:t>
            </a:r>
            <a:r>
              <a:rPr dirty="0" sz="1350" spc="-105">
                <a:latin typeface="Arial"/>
                <a:cs typeface="Arial"/>
              </a:rPr>
              <a:t>&amp;</a:t>
            </a:r>
            <a:r>
              <a:rPr dirty="0" sz="1350" spc="-5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114">
                <a:latin typeface="Arial"/>
                <a:cs typeface="Arial"/>
              </a:rPr>
              <a:t>fwrit</a:t>
            </a:r>
            <a:r>
              <a:rPr dirty="0" sz="1350" spc="114">
                <a:latin typeface="Arial"/>
                <a:cs typeface="Arial"/>
              </a:rPr>
              <a:t>e</a:t>
            </a:r>
            <a:r>
              <a:rPr dirty="0" sz="1350" spc="-5">
                <a:latin typeface="Arial"/>
                <a:cs typeface="Arial"/>
              </a:rPr>
              <a:t>(</a:t>
            </a:r>
            <a:r>
              <a:rPr dirty="0" sz="1350" spc="-105">
                <a:latin typeface="Arial"/>
                <a:cs typeface="Arial"/>
              </a:rPr>
              <a:t>&amp;</a:t>
            </a:r>
            <a:r>
              <a:rPr dirty="0" sz="1350" spc="-5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,</a:t>
            </a:r>
            <a:endParaRPr sz="13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62443" y="5152949"/>
            <a:ext cx="2090420" cy="217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>
                <a:latin typeface="Arial"/>
                <a:cs typeface="Arial"/>
              </a:rPr>
              <a:t>R</a:t>
            </a:r>
            <a:r>
              <a:rPr dirty="0" sz="1350" spc="45">
                <a:latin typeface="Arial"/>
                <a:cs typeface="Arial"/>
              </a:rPr>
              <a:t>.</a:t>
            </a:r>
            <a:r>
              <a:rPr dirty="0" sz="1350" spc="-90">
                <a:latin typeface="Arial"/>
                <a:cs typeface="Arial"/>
              </a:rPr>
              <a:t>Chav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114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55">
                <a:latin typeface="Arial"/>
                <a:cs typeface="Arial"/>
              </a:rPr>
              <a:t> </a:t>
            </a:r>
            <a:r>
              <a:rPr dirty="0" sz="1350" spc="120">
                <a:latin typeface="Arial"/>
                <a:cs typeface="Arial"/>
              </a:rPr>
              <a:t>10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50">
                <a:latin typeface="Arial"/>
                <a:cs typeface="Arial"/>
              </a:rPr>
              <a:t> </a:t>
            </a:r>
            <a:r>
              <a:rPr dirty="0" sz="1350" spc="114">
                <a:latin typeface="Arial"/>
                <a:cs typeface="Arial"/>
              </a:rPr>
              <a:t>fwrit</a:t>
            </a:r>
            <a:r>
              <a:rPr dirty="0" sz="1350" spc="114">
                <a:latin typeface="Arial"/>
                <a:cs typeface="Arial"/>
              </a:rPr>
              <a:t>e</a:t>
            </a:r>
            <a:r>
              <a:rPr dirty="0" sz="1350" spc="-5">
                <a:latin typeface="Arial"/>
                <a:cs typeface="Arial"/>
              </a:rPr>
              <a:t>(</a:t>
            </a:r>
            <a:r>
              <a:rPr dirty="0" sz="1350" spc="-105">
                <a:latin typeface="Arial"/>
                <a:cs typeface="Arial"/>
              </a:rPr>
              <a:t>&amp;</a:t>
            </a:r>
            <a:r>
              <a:rPr dirty="0" sz="1350" spc="-5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,</a:t>
            </a:r>
            <a:endParaRPr sz="13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96433" y="5358574"/>
            <a:ext cx="856615" cy="10693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ct val="128499"/>
              </a:lnSpc>
            </a:pPr>
            <a:r>
              <a:rPr dirty="0" sz="1350" spc="114">
                <a:latin typeface="Arial"/>
                <a:cs typeface="Arial"/>
              </a:rPr>
              <a:t>fwrit</a:t>
            </a:r>
            <a:r>
              <a:rPr dirty="0" sz="1350" spc="114">
                <a:latin typeface="Arial"/>
                <a:cs typeface="Arial"/>
              </a:rPr>
              <a:t>e</a:t>
            </a:r>
            <a:r>
              <a:rPr dirty="0" sz="1350" spc="-5">
                <a:latin typeface="Arial"/>
                <a:cs typeface="Arial"/>
              </a:rPr>
              <a:t>(</a:t>
            </a:r>
            <a:r>
              <a:rPr dirty="0" sz="1350" spc="-105">
                <a:latin typeface="Arial"/>
                <a:cs typeface="Arial"/>
              </a:rPr>
              <a:t>&amp;</a:t>
            </a:r>
            <a:r>
              <a:rPr dirty="0" sz="1350" spc="-5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114">
                <a:latin typeface="Arial"/>
                <a:cs typeface="Arial"/>
              </a:rPr>
              <a:t>fwrit</a:t>
            </a:r>
            <a:r>
              <a:rPr dirty="0" sz="1350" spc="114">
                <a:latin typeface="Arial"/>
                <a:cs typeface="Arial"/>
              </a:rPr>
              <a:t>e</a:t>
            </a:r>
            <a:r>
              <a:rPr dirty="0" sz="1350" spc="-5">
                <a:latin typeface="Arial"/>
                <a:cs typeface="Arial"/>
              </a:rPr>
              <a:t>(</a:t>
            </a:r>
            <a:r>
              <a:rPr dirty="0" sz="1350" spc="-105">
                <a:latin typeface="Arial"/>
                <a:cs typeface="Arial"/>
              </a:rPr>
              <a:t>&amp;</a:t>
            </a:r>
            <a:r>
              <a:rPr dirty="0" sz="1350" spc="-5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114">
                <a:latin typeface="Arial"/>
                <a:cs typeface="Arial"/>
              </a:rPr>
              <a:t>fwrit</a:t>
            </a:r>
            <a:r>
              <a:rPr dirty="0" sz="1350" spc="114">
                <a:latin typeface="Arial"/>
                <a:cs typeface="Arial"/>
              </a:rPr>
              <a:t>e</a:t>
            </a:r>
            <a:r>
              <a:rPr dirty="0" sz="1350" spc="-5">
                <a:latin typeface="Arial"/>
                <a:cs typeface="Arial"/>
              </a:rPr>
              <a:t>(</a:t>
            </a:r>
            <a:r>
              <a:rPr dirty="0" sz="1350" spc="-105">
                <a:latin typeface="Arial"/>
                <a:cs typeface="Arial"/>
              </a:rPr>
              <a:t>&amp;</a:t>
            </a:r>
            <a:r>
              <a:rPr dirty="0" sz="1350" spc="-5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114">
                <a:latin typeface="Arial"/>
                <a:cs typeface="Arial"/>
              </a:rPr>
              <a:t>fwrit</a:t>
            </a:r>
            <a:r>
              <a:rPr dirty="0" sz="1350" spc="114">
                <a:latin typeface="Arial"/>
                <a:cs typeface="Arial"/>
              </a:rPr>
              <a:t>e</a:t>
            </a:r>
            <a:r>
              <a:rPr dirty="0" sz="1350" spc="-5">
                <a:latin typeface="Arial"/>
                <a:cs typeface="Arial"/>
              </a:rPr>
              <a:t>(</a:t>
            </a:r>
            <a:r>
              <a:rPr dirty="0" sz="1350" spc="-105">
                <a:latin typeface="Arial"/>
                <a:cs typeface="Arial"/>
              </a:rPr>
              <a:t>&amp;</a:t>
            </a:r>
            <a:r>
              <a:rPr dirty="0" sz="1350" spc="-5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,</a:t>
            </a:r>
            <a:endParaRPr sz="13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28085" y="4565789"/>
            <a:ext cx="2744470" cy="1861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ct val="128499"/>
              </a:lnSpc>
            </a:pPr>
            <a:r>
              <a:rPr dirty="0" sz="1350" spc="25" b="1">
                <a:latin typeface="Arial"/>
                <a:cs typeface="Arial"/>
              </a:rPr>
              <a:t>sizeo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spc="-25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TipoRegistr</a:t>
            </a:r>
            <a:r>
              <a:rPr dirty="0" sz="1350" spc="175">
                <a:latin typeface="Arial"/>
                <a:cs typeface="Arial"/>
              </a:rPr>
              <a:t>o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9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8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1</a:t>
            </a:r>
            <a:r>
              <a:rPr dirty="0" sz="1350" spc="-9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55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ArqL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25" b="1">
                <a:latin typeface="Arial"/>
                <a:cs typeface="Arial"/>
              </a:rPr>
              <a:t>sizeo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spc="-25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TipoRegistr</a:t>
            </a:r>
            <a:r>
              <a:rPr dirty="0" sz="1350" spc="175">
                <a:latin typeface="Arial"/>
                <a:cs typeface="Arial"/>
              </a:rPr>
              <a:t>o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9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8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1</a:t>
            </a:r>
            <a:r>
              <a:rPr dirty="0" sz="1350" spc="-9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55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ArqL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25" b="1">
                <a:latin typeface="Arial"/>
                <a:cs typeface="Arial"/>
              </a:rPr>
              <a:t>sizeo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spc="-25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TipoRegistr</a:t>
            </a:r>
            <a:r>
              <a:rPr dirty="0" sz="1350" spc="175">
                <a:latin typeface="Arial"/>
                <a:cs typeface="Arial"/>
              </a:rPr>
              <a:t>o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9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8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1</a:t>
            </a:r>
            <a:r>
              <a:rPr dirty="0" sz="1350" spc="-9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55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ArqL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25" b="1">
                <a:latin typeface="Arial"/>
                <a:cs typeface="Arial"/>
              </a:rPr>
              <a:t>sizeo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spc="-25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TipoRegistr</a:t>
            </a:r>
            <a:r>
              <a:rPr dirty="0" sz="1350" spc="175">
                <a:latin typeface="Arial"/>
                <a:cs typeface="Arial"/>
              </a:rPr>
              <a:t>o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9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8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1</a:t>
            </a:r>
            <a:r>
              <a:rPr dirty="0" sz="1350" spc="-9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55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ArqL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25" b="1">
                <a:latin typeface="Arial"/>
                <a:cs typeface="Arial"/>
              </a:rPr>
              <a:t>sizeo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spc="-25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TipoRegistr</a:t>
            </a:r>
            <a:r>
              <a:rPr dirty="0" sz="1350" spc="175">
                <a:latin typeface="Arial"/>
                <a:cs typeface="Arial"/>
              </a:rPr>
              <a:t>o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9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8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1</a:t>
            </a:r>
            <a:r>
              <a:rPr dirty="0" sz="1350" spc="-9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55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ArqL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25" b="1">
                <a:latin typeface="Arial"/>
                <a:cs typeface="Arial"/>
              </a:rPr>
              <a:t>sizeo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spc="-25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TipoRegistr</a:t>
            </a:r>
            <a:r>
              <a:rPr dirty="0" sz="1350" spc="175">
                <a:latin typeface="Arial"/>
                <a:cs typeface="Arial"/>
              </a:rPr>
              <a:t>o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9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8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1</a:t>
            </a:r>
            <a:r>
              <a:rPr dirty="0" sz="1350" spc="-9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55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ArqL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25" b="1">
                <a:latin typeface="Arial"/>
                <a:cs typeface="Arial"/>
              </a:rPr>
              <a:t>sizeo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spc="-25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TipoRegistr</a:t>
            </a:r>
            <a:r>
              <a:rPr dirty="0" sz="1350" spc="175">
                <a:latin typeface="Arial"/>
                <a:cs typeface="Arial"/>
              </a:rPr>
              <a:t>o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9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8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1</a:t>
            </a:r>
            <a:r>
              <a:rPr dirty="0" sz="1350" spc="-9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55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ArqL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62443" y="5358574"/>
            <a:ext cx="1224280" cy="1333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28499"/>
              </a:lnSpc>
            </a:pPr>
            <a:r>
              <a:rPr dirty="0" sz="1350">
                <a:latin typeface="Arial"/>
                <a:cs typeface="Arial"/>
              </a:rPr>
              <a:t>R</a:t>
            </a:r>
            <a:r>
              <a:rPr dirty="0" sz="1350" spc="45">
                <a:latin typeface="Arial"/>
                <a:cs typeface="Arial"/>
              </a:rPr>
              <a:t>.</a:t>
            </a:r>
            <a:r>
              <a:rPr dirty="0" sz="1350" spc="-90">
                <a:latin typeface="Arial"/>
                <a:cs typeface="Arial"/>
              </a:rPr>
              <a:t>Chav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0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6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R</a:t>
            </a:r>
            <a:r>
              <a:rPr dirty="0" sz="1350" spc="45">
                <a:latin typeface="Arial"/>
                <a:cs typeface="Arial"/>
              </a:rPr>
              <a:t>.</a:t>
            </a:r>
            <a:r>
              <a:rPr dirty="0" sz="1350" spc="-90">
                <a:latin typeface="Arial"/>
                <a:cs typeface="Arial"/>
              </a:rPr>
              <a:t>Chav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0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1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R</a:t>
            </a:r>
            <a:r>
              <a:rPr dirty="0" sz="1350" spc="45">
                <a:latin typeface="Arial"/>
                <a:cs typeface="Arial"/>
              </a:rPr>
              <a:t>.</a:t>
            </a:r>
            <a:r>
              <a:rPr dirty="0" sz="1350" spc="-90">
                <a:latin typeface="Arial"/>
                <a:cs typeface="Arial"/>
              </a:rPr>
              <a:t>Chav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0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7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R</a:t>
            </a:r>
            <a:r>
              <a:rPr dirty="0" sz="1350" spc="45">
                <a:latin typeface="Arial"/>
                <a:cs typeface="Arial"/>
              </a:rPr>
              <a:t>.</a:t>
            </a:r>
            <a:r>
              <a:rPr dirty="0" sz="1350" spc="-90">
                <a:latin typeface="Arial"/>
                <a:cs typeface="Arial"/>
              </a:rPr>
              <a:t>Chav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0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4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70">
                <a:latin typeface="Arial"/>
                <a:cs typeface="Arial"/>
              </a:rPr>
              <a:t>fc</a:t>
            </a:r>
            <a:r>
              <a:rPr dirty="0" sz="1350" spc="75">
                <a:latin typeface="Arial"/>
                <a:cs typeface="Arial"/>
              </a:rPr>
              <a:t>lo</a:t>
            </a:r>
            <a:r>
              <a:rPr dirty="0" sz="1350" spc="70">
                <a:latin typeface="Arial"/>
                <a:cs typeface="Arial"/>
              </a:rPr>
              <a:t>s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-204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ArqL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14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5322570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Exter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no:</a:t>
            </a:r>
            <a:r>
              <a:rPr dirty="0" sz="2450" spc="17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443528" y="1760067"/>
            <a:ext cx="765175" cy="217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20">
                <a:latin typeface="Arial"/>
                <a:cs typeface="Arial"/>
              </a:rPr>
              <a:t>exi</a:t>
            </a:r>
            <a:r>
              <a:rPr dirty="0" sz="1350" spc="5">
                <a:latin typeface="Arial"/>
                <a:cs typeface="Arial"/>
              </a:rPr>
              <a:t>t</a:t>
            </a:r>
            <a:r>
              <a:rPr dirty="0" sz="1350" spc="-12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3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1</a:t>
            </a:r>
            <a:r>
              <a:rPr dirty="0" sz="1350" spc="-23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3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-23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43528" y="2309964"/>
            <a:ext cx="765175" cy="217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20">
                <a:latin typeface="Arial"/>
                <a:cs typeface="Arial"/>
              </a:rPr>
              <a:t>exi</a:t>
            </a:r>
            <a:r>
              <a:rPr dirty="0" sz="1350" spc="5">
                <a:latin typeface="Arial"/>
                <a:cs typeface="Arial"/>
              </a:rPr>
              <a:t>t</a:t>
            </a:r>
            <a:r>
              <a:rPr dirty="0" sz="1350" spc="-12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3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1</a:t>
            </a:r>
            <a:r>
              <a:rPr dirty="0" sz="1350" spc="-23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3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-23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74318" y="1485061"/>
            <a:ext cx="5181600" cy="1317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130">
              <a:lnSpc>
                <a:spcPct val="100000"/>
              </a:lnSpc>
            </a:pPr>
            <a:r>
              <a:rPr dirty="0" sz="1350" spc="35">
                <a:latin typeface="Arial"/>
                <a:cs typeface="Arial"/>
              </a:rPr>
              <a:t>ArqL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2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55">
                <a:latin typeface="Arial"/>
                <a:cs typeface="Arial"/>
              </a:rPr>
              <a:t> </a:t>
            </a:r>
            <a:r>
              <a:rPr dirty="0" sz="1350" spc="-5">
                <a:latin typeface="Arial"/>
                <a:cs typeface="Arial"/>
              </a:rPr>
              <a:t>fope</a:t>
            </a:r>
            <a:r>
              <a:rPr dirty="0" sz="1350" spc="15">
                <a:latin typeface="Arial"/>
                <a:cs typeface="Arial"/>
              </a:rPr>
              <a:t>n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114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"</a:t>
            </a:r>
            <a:r>
              <a:rPr dirty="0" sz="1350" spc="-220">
                <a:latin typeface="Arial"/>
                <a:cs typeface="Arial"/>
              </a:rPr>
              <a:t> </a:t>
            </a:r>
            <a:r>
              <a:rPr dirty="0" sz="1350" spc="65">
                <a:latin typeface="Arial"/>
                <a:cs typeface="Arial"/>
              </a:rPr>
              <a:t>t</a:t>
            </a:r>
            <a:r>
              <a:rPr dirty="0" sz="1350" spc="75">
                <a:latin typeface="Arial"/>
                <a:cs typeface="Arial"/>
              </a:rPr>
              <a:t>e</a:t>
            </a:r>
            <a:r>
              <a:rPr dirty="0" sz="1350" spc="70">
                <a:latin typeface="Arial"/>
                <a:cs typeface="Arial"/>
              </a:rPr>
              <a:t>st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-16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.</a:t>
            </a:r>
            <a:r>
              <a:rPr dirty="0" sz="1350" spc="-204">
                <a:latin typeface="Arial"/>
                <a:cs typeface="Arial"/>
              </a:rPr>
              <a:t> </a:t>
            </a:r>
            <a:r>
              <a:rPr dirty="0" sz="1350" spc="40">
                <a:latin typeface="Arial"/>
                <a:cs typeface="Arial"/>
              </a:rPr>
              <a:t>da</a:t>
            </a:r>
            <a:r>
              <a:rPr dirty="0" sz="1350" spc="120">
                <a:latin typeface="Arial"/>
                <a:cs typeface="Arial"/>
              </a:rPr>
              <a:t>t</a:t>
            </a:r>
            <a:r>
              <a:rPr dirty="0" sz="1350" spc="5">
                <a:latin typeface="Arial"/>
                <a:cs typeface="Arial"/>
              </a:rPr>
              <a:t>"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"</a:t>
            </a:r>
            <a:r>
              <a:rPr dirty="0" sz="1350" spc="-175">
                <a:latin typeface="Arial"/>
                <a:cs typeface="Arial"/>
              </a:rPr>
              <a:t> </a:t>
            </a:r>
            <a:r>
              <a:rPr dirty="0" sz="1350" spc="45">
                <a:latin typeface="Arial"/>
                <a:cs typeface="Arial"/>
              </a:rPr>
              <a:t>r</a:t>
            </a:r>
            <a:r>
              <a:rPr dirty="0" sz="1350" spc="-100">
                <a:latin typeface="Arial"/>
                <a:cs typeface="Arial"/>
              </a:rPr>
              <a:t>+</a:t>
            </a:r>
            <a:r>
              <a:rPr dirty="0" sz="1350" spc="55">
                <a:latin typeface="Arial"/>
                <a:cs typeface="Arial"/>
              </a:rPr>
              <a:t>b</a:t>
            </a:r>
            <a:r>
              <a:rPr dirty="0" sz="1350" spc="5">
                <a:latin typeface="Arial"/>
                <a:cs typeface="Arial"/>
              </a:rPr>
              <a:t>"</a:t>
            </a:r>
            <a:r>
              <a:rPr dirty="0" sz="1350" spc="-114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20955" marR="5080" indent="20955">
              <a:lnSpc>
                <a:spcPct val="133700"/>
              </a:lnSpc>
            </a:pP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14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ArqL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160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=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3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NUL</a:t>
            </a:r>
            <a:r>
              <a:rPr dirty="0" sz="1350" spc="150">
                <a:latin typeface="Arial"/>
                <a:cs typeface="Arial"/>
              </a:rPr>
              <a:t>L)</a:t>
            </a: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-95">
                <a:latin typeface="Arial"/>
                <a:cs typeface="Arial"/>
              </a:rPr>
              <a:t> </a:t>
            </a:r>
            <a:r>
              <a:rPr dirty="0" sz="1350" spc="150">
                <a:latin typeface="Arial"/>
                <a:cs typeface="Arial"/>
              </a:rPr>
              <a:t>print</a:t>
            </a:r>
            <a:r>
              <a:rPr dirty="0" sz="1350" spc="5">
                <a:latin typeface="Arial"/>
                <a:cs typeface="Arial"/>
              </a:rPr>
              <a:t>f</a:t>
            </a:r>
            <a:r>
              <a:rPr dirty="0" sz="1350" spc="-1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175">
                <a:latin typeface="Arial"/>
                <a:cs typeface="Arial"/>
              </a:rPr>
              <a:t> </a:t>
            </a:r>
            <a:r>
              <a:rPr dirty="0" sz="1350" spc="100">
                <a:latin typeface="Arial"/>
                <a:cs typeface="Arial"/>
              </a:rPr>
              <a:t>"</a:t>
            </a:r>
            <a:r>
              <a:rPr dirty="0" sz="1350" spc="15">
                <a:latin typeface="Arial"/>
                <a:cs typeface="Arial"/>
              </a:rPr>
              <a:t>Arquiv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40">
                <a:latin typeface="Arial"/>
                <a:cs typeface="Arial"/>
              </a:rPr>
              <a:t> </a:t>
            </a:r>
            <a:r>
              <a:rPr dirty="0" sz="1350" spc="-55">
                <a:latin typeface="Arial"/>
                <a:cs typeface="Arial"/>
              </a:rPr>
              <a:t>na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155">
                <a:latin typeface="Arial"/>
                <a:cs typeface="Arial"/>
              </a:rPr>
              <a:t> </a:t>
            </a:r>
            <a:r>
              <a:rPr dirty="0" sz="1350" spc="-60">
                <a:latin typeface="Arial"/>
                <a:cs typeface="Arial"/>
              </a:rPr>
              <a:t>pod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25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se</a:t>
            </a:r>
            <a:r>
              <a:rPr dirty="0" sz="1350" spc="5">
                <a:latin typeface="Arial"/>
                <a:cs typeface="Arial"/>
              </a:rPr>
              <a:t>r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30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abert</a:t>
            </a:r>
            <a:r>
              <a:rPr dirty="0" sz="1350" spc="175">
                <a:latin typeface="Arial"/>
                <a:cs typeface="Arial"/>
              </a:rPr>
              <a:t>o</a:t>
            </a:r>
            <a:r>
              <a:rPr dirty="0" sz="1350" spc="105">
                <a:latin typeface="Arial"/>
                <a:cs typeface="Arial"/>
              </a:rPr>
              <a:t>\</a:t>
            </a:r>
            <a:r>
              <a:rPr dirty="0" sz="1350" spc="55">
                <a:latin typeface="Arial"/>
                <a:cs typeface="Arial"/>
              </a:rPr>
              <a:t>n</a:t>
            </a:r>
            <a:r>
              <a:rPr dirty="0" sz="1350" spc="5">
                <a:latin typeface="Arial"/>
                <a:cs typeface="Arial"/>
              </a:rPr>
              <a:t>"</a:t>
            </a:r>
            <a:r>
              <a:rPr dirty="0" sz="1350" spc="-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10">
                <a:latin typeface="Arial"/>
                <a:cs typeface="Arial"/>
              </a:rPr>
              <a:t> ArqEi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4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55">
                <a:latin typeface="Arial"/>
                <a:cs typeface="Arial"/>
              </a:rPr>
              <a:t> </a:t>
            </a:r>
            <a:r>
              <a:rPr dirty="0" sz="1350" spc="-5">
                <a:latin typeface="Arial"/>
                <a:cs typeface="Arial"/>
              </a:rPr>
              <a:t>fope</a:t>
            </a:r>
            <a:r>
              <a:rPr dirty="0" sz="1350" spc="15">
                <a:latin typeface="Arial"/>
                <a:cs typeface="Arial"/>
              </a:rPr>
              <a:t>n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114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"</a:t>
            </a:r>
            <a:r>
              <a:rPr dirty="0" sz="1350" spc="-220">
                <a:latin typeface="Arial"/>
                <a:cs typeface="Arial"/>
              </a:rPr>
              <a:t> </a:t>
            </a:r>
            <a:r>
              <a:rPr dirty="0" sz="1350" spc="65">
                <a:latin typeface="Arial"/>
                <a:cs typeface="Arial"/>
              </a:rPr>
              <a:t>t</a:t>
            </a:r>
            <a:r>
              <a:rPr dirty="0" sz="1350" spc="75">
                <a:latin typeface="Arial"/>
                <a:cs typeface="Arial"/>
              </a:rPr>
              <a:t>e</a:t>
            </a:r>
            <a:r>
              <a:rPr dirty="0" sz="1350" spc="70">
                <a:latin typeface="Arial"/>
                <a:cs typeface="Arial"/>
              </a:rPr>
              <a:t>st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-16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.</a:t>
            </a:r>
            <a:r>
              <a:rPr dirty="0" sz="1350" spc="-204">
                <a:latin typeface="Arial"/>
                <a:cs typeface="Arial"/>
              </a:rPr>
              <a:t> </a:t>
            </a:r>
            <a:r>
              <a:rPr dirty="0" sz="1350" spc="40">
                <a:latin typeface="Arial"/>
                <a:cs typeface="Arial"/>
              </a:rPr>
              <a:t>da</a:t>
            </a:r>
            <a:r>
              <a:rPr dirty="0" sz="1350" spc="120">
                <a:latin typeface="Arial"/>
                <a:cs typeface="Arial"/>
              </a:rPr>
              <a:t>t</a:t>
            </a:r>
            <a:r>
              <a:rPr dirty="0" sz="1350" spc="5">
                <a:latin typeface="Arial"/>
                <a:cs typeface="Arial"/>
              </a:rPr>
              <a:t>"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"</a:t>
            </a:r>
            <a:r>
              <a:rPr dirty="0" sz="1350" spc="-175">
                <a:latin typeface="Arial"/>
                <a:cs typeface="Arial"/>
              </a:rPr>
              <a:t> </a:t>
            </a:r>
            <a:r>
              <a:rPr dirty="0" sz="1350" spc="45">
                <a:latin typeface="Arial"/>
                <a:cs typeface="Arial"/>
              </a:rPr>
              <a:t>r</a:t>
            </a:r>
            <a:r>
              <a:rPr dirty="0" sz="1350" spc="-100">
                <a:latin typeface="Arial"/>
                <a:cs typeface="Arial"/>
              </a:rPr>
              <a:t>+</a:t>
            </a:r>
            <a:r>
              <a:rPr dirty="0" sz="1350" spc="55">
                <a:latin typeface="Arial"/>
                <a:cs typeface="Arial"/>
              </a:rPr>
              <a:t>b</a:t>
            </a:r>
            <a:r>
              <a:rPr dirty="0" sz="1350" spc="5">
                <a:latin typeface="Arial"/>
                <a:cs typeface="Arial"/>
              </a:rPr>
              <a:t>"</a:t>
            </a:r>
            <a:r>
              <a:rPr dirty="0" sz="1350" spc="-114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12700" marR="5080" indent="29845">
              <a:lnSpc>
                <a:spcPts val="2170"/>
              </a:lnSpc>
              <a:spcBef>
                <a:spcPts val="155"/>
              </a:spcBef>
            </a:pP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14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04">
                <a:latin typeface="Arial"/>
                <a:cs typeface="Arial"/>
              </a:rPr>
              <a:t> </a:t>
            </a:r>
            <a:r>
              <a:rPr dirty="0" sz="1350" spc="10">
                <a:latin typeface="Arial"/>
                <a:cs typeface="Arial"/>
              </a:rPr>
              <a:t>ArqEi</a:t>
            </a:r>
            <a:r>
              <a:rPr dirty="0" sz="1350" spc="135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=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3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NUL</a:t>
            </a:r>
            <a:r>
              <a:rPr dirty="0" sz="1350" spc="150">
                <a:latin typeface="Arial"/>
                <a:cs typeface="Arial"/>
              </a:rPr>
              <a:t>L)</a:t>
            </a: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-95">
                <a:latin typeface="Arial"/>
                <a:cs typeface="Arial"/>
              </a:rPr>
              <a:t> </a:t>
            </a:r>
            <a:r>
              <a:rPr dirty="0" sz="1350" spc="150">
                <a:latin typeface="Arial"/>
                <a:cs typeface="Arial"/>
              </a:rPr>
              <a:t>print</a:t>
            </a:r>
            <a:r>
              <a:rPr dirty="0" sz="1350" spc="5">
                <a:latin typeface="Arial"/>
                <a:cs typeface="Arial"/>
              </a:rPr>
              <a:t>f</a:t>
            </a:r>
            <a:r>
              <a:rPr dirty="0" sz="1350" spc="-1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175">
                <a:latin typeface="Arial"/>
                <a:cs typeface="Arial"/>
              </a:rPr>
              <a:t> </a:t>
            </a:r>
            <a:r>
              <a:rPr dirty="0" sz="1350" spc="100">
                <a:latin typeface="Arial"/>
                <a:cs typeface="Arial"/>
              </a:rPr>
              <a:t>"</a:t>
            </a:r>
            <a:r>
              <a:rPr dirty="0" sz="1350" spc="15">
                <a:latin typeface="Arial"/>
                <a:cs typeface="Arial"/>
              </a:rPr>
              <a:t>Arquiv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40">
                <a:latin typeface="Arial"/>
                <a:cs typeface="Arial"/>
              </a:rPr>
              <a:t> </a:t>
            </a:r>
            <a:r>
              <a:rPr dirty="0" sz="1350" spc="-55">
                <a:latin typeface="Arial"/>
                <a:cs typeface="Arial"/>
              </a:rPr>
              <a:t>na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155">
                <a:latin typeface="Arial"/>
                <a:cs typeface="Arial"/>
              </a:rPr>
              <a:t> </a:t>
            </a:r>
            <a:r>
              <a:rPr dirty="0" sz="1350" spc="-60">
                <a:latin typeface="Arial"/>
                <a:cs typeface="Arial"/>
              </a:rPr>
              <a:t>pod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25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se</a:t>
            </a:r>
            <a:r>
              <a:rPr dirty="0" sz="1350" spc="5">
                <a:latin typeface="Arial"/>
                <a:cs typeface="Arial"/>
              </a:rPr>
              <a:t>r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30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abert</a:t>
            </a:r>
            <a:r>
              <a:rPr dirty="0" sz="1350" spc="175">
                <a:latin typeface="Arial"/>
                <a:cs typeface="Arial"/>
              </a:rPr>
              <a:t>o</a:t>
            </a:r>
            <a:r>
              <a:rPr dirty="0" sz="1350" spc="105">
                <a:latin typeface="Arial"/>
                <a:cs typeface="Arial"/>
              </a:rPr>
              <a:t>\</a:t>
            </a:r>
            <a:r>
              <a:rPr dirty="0" sz="1350" spc="55">
                <a:latin typeface="Arial"/>
                <a:cs typeface="Arial"/>
              </a:rPr>
              <a:t>n</a:t>
            </a:r>
            <a:r>
              <a:rPr dirty="0" sz="1350" spc="5">
                <a:latin typeface="Arial"/>
                <a:cs typeface="Arial"/>
              </a:rPr>
              <a:t>"</a:t>
            </a:r>
            <a:r>
              <a:rPr dirty="0" sz="1350" spc="-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55">
                <a:latin typeface="Arial"/>
                <a:cs typeface="Arial"/>
              </a:rPr>
              <a:t>ArqLE</a:t>
            </a:r>
            <a:r>
              <a:rPr dirty="0" sz="1350" spc="10">
                <a:latin typeface="Arial"/>
                <a:cs typeface="Arial"/>
              </a:rPr>
              <a:t>s</a:t>
            </a:r>
            <a:r>
              <a:rPr dirty="0" sz="1350" spc="16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55">
                <a:latin typeface="Arial"/>
                <a:cs typeface="Arial"/>
              </a:rPr>
              <a:t> </a:t>
            </a:r>
            <a:r>
              <a:rPr dirty="0" sz="1350" spc="-5">
                <a:latin typeface="Arial"/>
                <a:cs typeface="Arial"/>
              </a:rPr>
              <a:t>fope</a:t>
            </a:r>
            <a:r>
              <a:rPr dirty="0" sz="1350" spc="15">
                <a:latin typeface="Arial"/>
                <a:cs typeface="Arial"/>
              </a:rPr>
              <a:t>n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114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"</a:t>
            </a:r>
            <a:r>
              <a:rPr dirty="0" sz="1350" spc="-220">
                <a:latin typeface="Arial"/>
                <a:cs typeface="Arial"/>
              </a:rPr>
              <a:t> </a:t>
            </a:r>
            <a:r>
              <a:rPr dirty="0" sz="1350" spc="65">
                <a:latin typeface="Arial"/>
                <a:cs typeface="Arial"/>
              </a:rPr>
              <a:t>t</a:t>
            </a:r>
            <a:r>
              <a:rPr dirty="0" sz="1350" spc="75">
                <a:latin typeface="Arial"/>
                <a:cs typeface="Arial"/>
              </a:rPr>
              <a:t>e</a:t>
            </a:r>
            <a:r>
              <a:rPr dirty="0" sz="1350" spc="70">
                <a:latin typeface="Arial"/>
                <a:cs typeface="Arial"/>
              </a:rPr>
              <a:t>st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-16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.</a:t>
            </a:r>
            <a:r>
              <a:rPr dirty="0" sz="1350" spc="-204">
                <a:latin typeface="Arial"/>
                <a:cs typeface="Arial"/>
              </a:rPr>
              <a:t> </a:t>
            </a:r>
            <a:r>
              <a:rPr dirty="0" sz="1350" spc="40">
                <a:latin typeface="Arial"/>
                <a:cs typeface="Arial"/>
              </a:rPr>
              <a:t>da</a:t>
            </a:r>
            <a:r>
              <a:rPr dirty="0" sz="1350" spc="120">
                <a:latin typeface="Arial"/>
                <a:cs typeface="Arial"/>
              </a:rPr>
              <a:t>t</a:t>
            </a:r>
            <a:r>
              <a:rPr dirty="0" sz="1350" spc="5">
                <a:latin typeface="Arial"/>
                <a:cs typeface="Arial"/>
              </a:rPr>
              <a:t>"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"</a:t>
            </a:r>
            <a:r>
              <a:rPr dirty="0" sz="1350" spc="-175">
                <a:latin typeface="Arial"/>
                <a:cs typeface="Arial"/>
              </a:rPr>
              <a:t> </a:t>
            </a:r>
            <a:r>
              <a:rPr dirty="0" sz="1350" spc="45">
                <a:latin typeface="Arial"/>
                <a:cs typeface="Arial"/>
              </a:rPr>
              <a:t>r</a:t>
            </a:r>
            <a:r>
              <a:rPr dirty="0" sz="1350" spc="-100">
                <a:latin typeface="Arial"/>
                <a:cs typeface="Arial"/>
              </a:rPr>
              <a:t>+</a:t>
            </a:r>
            <a:r>
              <a:rPr dirty="0" sz="1350" spc="55">
                <a:latin typeface="Arial"/>
                <a:cs typeface="Arial"/>
              </a:rPr>
              <a:t>b</a:t>
            </a:r>
            <a:r>
              <a:rPr dirty="0" sz="1350" spc="5">
                <a:latin typeface="Arial"/>
                <a:cs typeface="Arial"/>
              </a:rPr>
              <a:t>"</a:t>
            </a:r>
            <a:r>
              <a:rPr dirty="0" sz="1350" spc="-114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5055" y="2790642"/>
            <a:ext cx="7445375" cy="16617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72085" marR="1095375" indent="19685">
              <a:lnSpc>
                <a:spcPct val="133700"/>
              </a:lnSpc>
            </a:pP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140" b="1">
                <a:latin typeface="Arial"/>
                <a:cs typeface="Arial"/>
              </a:rPr>
              <a:t> </a:t>
            </a:r>
            <a:r>
              <a:rPr dirty="0" sz="1350" spc="105">
                <a:latin typeface="Arial"/>
                <a:cs typeface="Arial"/>
              </a:rPr>
              <a:t>(</a:t>
            </a:r>
            <a:r>
              <a:rPr dirty="0" sz="1350" spc="-55">
                <a:latin typeface="Arial"/>
                <a:cs typeface="Arial"/>
              </a:rPr>
              <a:t>ArqLE</a:t>
            </a:r>
            <a:r>
              <a:rPr dirty="0" sz="1350" spc="10">
                <a:latin typeface="Arial"/>
                <a:cs typeface="Arial"/>
              </a:rPr>
              <a:t>s</a:t>
            </a:r>
            <a:r>
              <a:rPr dirty="0" sz="1350" spc="65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=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3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NULL</a:t>
            </a:r>
            <a:r>
              <a:rPr dirty="0" sz="1350" spc="-19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-55">
                <a:latin typeface="Arial"/>
                <a:cs typeface="Arial"/>
              </a:rPr>
              <a:t> </a:t>
            </a:r>
            <a:r>
              <a:rPr dirty="0" sz="1350" spc="150">
                <a:latin typeface="Arial"/>
                <a:cs typeface="Arial"/>
              </a:rPr>
              <a:t>print</a:t>
            </a:r>
            <a:r>
              <a:rPr dirty="0" sz="1350" spc="5">
                <a:latin typeface="Arial"/>
                <a:cs typeface="Arial"/>
              </a:rPr>
              <a:t>f</a:t>
            </a:r>
            <a:r>
              <a:rPr dirty="0" sz="1350" spc="-1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175">
                <a:latin typeface="Arial"/>
                <a:cs typeface="Arial"/>
              </a:rPr>
              <a:t> </a:t>
            </a:r>
            <a:r>
              <a:rPr dirty="0" sz="1350" spc="100">
                <a:latin typeface="Arial"/>
                <a:cs typeface="Arial"/>
              </a:rPr>
              <a:t>"</a:t>
            </a:r>
            <a:r>
              <a:rPr dirty="0" sz="1350" spc="15">
                <a:latin typeface="Arial"/>
                <a:cs typeface="Arial"/>
              </a:rPr>
              <a:t>Arquiv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45">
                <a:latin typeface="Arial"/>
                <a:cs typeface="Arial"/>
              </a:rPr>
              <a:t> </a:t>
            </a:r>
            <a:r>
              <a:rPr dirty="0" sz="1350" spc="-55">
                <a:latin typeface="Arial"/>
                <a:cs typeface="Arial"/>
              </a:rPr>
              <a:t>na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155">
                <a:latin typeface="Arial"/>
                <a:cs typeface="Arial"/>
              </a:rPr>
              <a:t> </a:t>
            </a:r>
            <a:r>
              <a:rPr dirty="0" sz="1350" spc="-60">
                <a:latin typeface="Arial"/>
                <a:cs typeface="Arial"/>
              </a:rPr>
              <a:t>pod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25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se</a:t>
            </a:r>
            <a:r>
              <a:rPr dirty="0" sz="1350" spc="5">
                <a:latin typeface="Arial"/>
                <a:cs typeface="Arial"/>
              </a:rPr>
              <a:t>r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30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abert</a:t>
            </a:r>
            <a:r>
              <a:rPr dirty="0" sz="1350" spc="175">
                <a:latin typeface="Arial"/>
                <a:cs typeface="Arial"/>
              </a:rPr>
              <a:t>o</a:t>
            </a:r>
            <a:r>
              <a:rPr dirty="0" sz="1350" spc="105">
                <a:latin typeface="Arial"/>
                <a:cs typeface="Arial"/>
              </a:rPr>
              <a:t>\</a:t>
            </a:r>
            <a:r>
              <a:rPr dirty="0" sz="1350" spc="55">
                <a:latin typeface="Arial"/>
                <a:cs typeface="Arial"/>
              </a:rPr>
              <a:t>n</a:t>
            </a:r>
            <a:r>
              <a:rPr dirty="0" sz="1350" spc="5">
                <a:latin typeface="Arial"/>
                <a:cs typeface="Arial"/>
              </a:rPr>
              <a:t>"</a:t>
            </a:r>
            <a:r>
              <a:rPr dirty="0" sz="1350" spc="-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140">
                <a:latin typeface="Arial"/>
                <a:cs typeface="Arial"/>
              </a:rPr>
              <a:t> </a:t>
            </a:r>
            <a:r>
              <a:rPr dirty="0" sz="1350" spc="120">
                <a:latin typeface="Arial"/>
                <a:cs typeface="Arial"/>
              </a:rPr>
              <a:t>exi</a:t>
            </a:r>
            <a:r>
              <a:rPr dirty="0" sz="1350" spc="5">
                <a:latin typeface="Arial"/>
                <a:cs typeface="Arial"/>
              </a:rPr>
              <a:t>t</a:t>
            </a:r>
            <a:r>
              <a:rPr dirty="0" sz="1350" spc="-12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3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1</a:t>
            </a:r>
            <a:r>
              <a:rPr dirty="0" sz="1350" spc="-23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3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-23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}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20">
                <a:latin typeface="Arial"/>
                <a:cs typeface="Arial"/>
              </a:rPr>
              <a:t>QuicksortExtern</a:t>
            </a:r>
            <a:r>
              <a:rPr dirty="0" sz="1350" spc="20">
                <a:latin typeface="Arial"/>
                <a:cs typeface="Arial"/>
              </a:rPr>
              <a:t>o</a:t>
            </a:r>
            <a:r>
              <a:rPr dirty="0" sz="1350" spc="-5">
                <a:latin typeface="Arial"/>
                <a:cs typeface="Arial"/>
              </a:rPr>
              <a:t>(</a:t>
            </a:r>
            <a:r>
              <a:rPr dirty="0" sz="1350" spc="25">
                <a:latin typeface="Arial"/>
                <a:cs typeface="Arial"/>
              </a:rPr>
              <a:t>&amp;</a:t>
            </a:r>
            <a:r>
              <a:rPr dirty="0" sz="1350" spc="25">
                <a:latin typeface="Arial"/>
                <a:cs typeface="Arial"/>
              </a:rPr>
              <a:t>ArqL</a:t>
            </a:r>
            <a:r>
              <a:rPr dirty="0" sz="1350" spc="135">
                <a:latin typeface="Arial"/>
                <a:cs typeface="Arial"/>
              </a:rPr>
              <a:t>i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100">
                <a:latin typeface="Arial"/>
                <a:cs typeface="Arial"/>
              </a:rPr>
              <a:t>&amp;</a:t>
            </a:r>
            <a:r>
              <a:rPr dirty="0" sz="1350" spc="15">
                <a:latin typeface="Arial"/>
                <a:cs typeface="Arial"/>
              </a:rPr>
              <a:t>ArqE</a:t>
            </a:r>
            <a:r>
              <a:rPr dirty="0" sz="1350" spc="90">
                <a:latin typeface="Arial"/>
                <a:cs typeface="Arial"/>
              </a:rPr>
              <a:t>i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40">
                <a:latin typeface="Arial"/>
                <a:cs typeface="Arial"/>
              </a:rPr>
              <a:t>&amp;</a:t>
            </a:r>
            <a:r>
              <a:rPr dirty="0" sz="1350" spc="-45">
                <a:latin typeface="Arial"/>
                <a:cs typeface="Arial"/>
              </a:rPr>
              <a:t>ArqLE</a:t>
            </a:r>
            <a:r>
              <a:rPr dirty="0" sz="1350" spc="40">
                <a:latin typeface="Arial"/>
                <a:cs typeface="Arial"/>
              </a:rPr>
              <a:t>s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7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1</a:t>
            </a:r>
            <a:r>
              <a:rPr dirty="0" sz="1350" spc="-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7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7</a:t>
            </a:r>
            <a:r>
              <a:rPr dirty="0" sz="1350" spc="-229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29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183515">
              <a:lnSpc>
                <a:spcPct val="100000"/>
              </a:lnSpc>
              <a:spcBef>
                <a:spcPts val="545"/>
              </a:spcBef>
            </a:pPr>
            <a:r>
              <a:rPr dirty="0" sz="1350" spc="114">
                <a:latin typeface="Arial"/>
                <a:cs typeface="Arial"/>
              </a:rPr>
              <a:t>fflus</a:t>
            </a:r>
            <a:r>
              <a:rPr dirty="0" sz="1350" spc="15">
                <a:latin typeface="Arial"/>
                <a:cs typeface="Arial"/>
              </a:rPr>
              <a:t>h</a:t>
            </a:r>
            <a:r>
              <a:rPr dirty="0" sz="1350" spc="-16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ArqL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-15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95">
                <a:latin typeface="Arial"/>
                <a:cs typeface="Arial"/>
              </a:rPr>
              <a:t> </a:t>
            </a:r>
            <a:r>
              <a:rPr dirty="0" sz="1350" spc="70">
                <a:latin typeface="Arial"/>
                <a:cs typeface="Arial"/>
              </a:rPr>
              <a:t>fc</a:t>
            </a:r>
            <a:r>
              <a:rPr dirty="0" sz="1350" spc="75">
                <a:latin typeface="Arial"/>
                <a:cs typeface="Arial"/>
              </a:rPr>
              <a:t>lo</a:t>
            </a:r>
            <a:r>
              <a:rPr dirty="0" sz="1350" spc="70">
                <a:latin typeface="Arial"/>
                <a:cs typeface="Arial"/>
              </a:rPr>
              <a:t>s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-204">
                <a:latin typeface="Arial"/>
                <a:cs typeface="Arial"/>
              </a:rPr>
              <a:t> </a:t>
            </a:r>
            <a:r>
              <a:rPr dirty="0" sz="1350" spc="110">
                <a:latin typeface="Arial"/>
                <a:cs typeface="Arial"/>
              </a:rPr>
              <a:t>(</a:t>
            </a:r>
            <a:r>
              <a:rPr dirty="0" sz="1350" spc="10">
                <a:latin typeface="Arial"/>
                <a:cs typeface="Arial"/>
              </a:rPr>
              <a:t>ArqEi</a:t>
            </a:r>
            <a:r>
              <a:rPr dirty="0" sz="1350" spc="-17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95">
                <a:latin typeface="Arial"/>
                <a:cs typeface="Arial"/>
              </a:rPr>
              <a:t> </a:t>
            </a:r>
            <a:r>
              <a:rPr dirty="0" sz="1350" spc="70">
                <a:latin typeface="Arial"/>
                <a:cs typeface="Arial"/>
              </a:rPr>
              <a:t>fc</a:t>
            </a:r>
            <a:r>
              <a:rPr dirty="0" sz="1350" spc="75">
                <a:latin typeface="Arial"/>
                <a:cs typeface="Arial"/>
              </a:rPr>
              <a:t>lo</a:t>
            </a:r>
            <a:r>
              <a:rPr dirty="0" sz="1350" spc="70">
                <a:latin typeface="Arial"/>
                <a:cs typeface="Arial"/>
              </a:rPr>
              <a:t>s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-204">
                <a:latin typeface="Arial"/>
                <a:cs typeface="Arial"/>
              </a:rPr>
              <a:t> </a:t>
            </a:r>
            <a:r>
              <a:rPr dirty="0" sz="1350" spc="45">
                <a:latin typeface="Arial"/>
                <a:cs typeface="Arial"/>
              </a:rPr>
              <a:t>(</a:t>
            </a:r>
            <a:r>
              <a:rPr dirty="0" sz="1350" spc="-55">
                <a:latin typeface="Arial"/>
                <a:cs typeface="Arial"/>
              </a:rPr>
              <a:t>ArqLE</a:t>
            </a:r>
            <a:r>
              <a:rPr dirty="0" sz="1350" spc="140">
                <a:latin typeface="Arial"/>
                <a:cs typeface="Arial"/>
              </a:rPr>
              <a:t>s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45">
                <a:latin typeface="Arial"/>
                <a:cs typeface="Arial"/>
              </a:rPr>
              <a:t> </a:t>
            </a:r>
            <a:r>
              <a:rPr dirty="0" sz="1350" spc="20">
                <a:latin typeface="Arial"/>
                <a:cs typeface="Arial"/>
              </a:rPr>
              <a:t>fsee</a:t>
            </a:r>
            <a:r>
              <a:rPr dirty="0" sz="1350" spc="125">
                <a:latin typeface="Arial"/>
                <a:cs typeface="Arial"/>
              </a:rPr>
              <a:t>k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ArqL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-20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-25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0</a:t>
            </a:r>
            <a:r>
              <a:rPr dirty="0" sz="1350" spc="-114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1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SEE</a:t>
            </a:r>
            <a:r>
              <a:rPr dirty="0" sz="1350" spc="-30">
                <a:latin typeface="Arial"/>
                <a:cs typeface="Arial"/>
              </a:rPr>
              <a:t>K</a:t>
            </a:r>
            <a:r>
              <a:rPr dirty="0" sz="1350" spc="-35">
                <a:latin typeface="Arial"/>
                <a:cs typeface="Arial"/>
              </a:rPr>
              <a:t>_</a:t>
            </a:r>
            <a:r>
              <a:rPr dirty="0" sz="1350" spc="15">
                <a:latin typeface="Arial"/>
                <a:cs typeface="Arial"/>
              </a:rPr>
              <a:t>SET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178435" marR="5080" indent="-10160">
              <a:lnSpc>
                <a:spcPct val="133600"/>
              </a:lnSpc>
            </a:pPr>
            <a:r>
              <a:rPr dirty="0" sz="1350" spc="-5" b="1">
                <a:latin typeface="Arial"/>
                <a:cs typeface="Arial"/>
              </a:rPr>
              <a:t>whil</a:t>
            </a:r>
            <a:r>
              <a:rPr dirty="0" sz="1350" spc="105" b="1">
                <a:latin typeface="Arial"/>
                <a:cs typeface="Arial"/>
              </a:rPr>
              <a:t>e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29">
                <a:latin typeface="Arial"/>
                <a:cs typeface="Arial"/>
              </a:rPr>
              <a:t> </a:t>
            </a:r>
            <a:r>
              <a:rPr dirty="0" sz="1350" spc="40">
                <a:latin typeface="Arial"/>
                <a:cs typeface="Arial"/>
              </a:rPr>
              <a:t>f</a:t>
            </a:r>
            <a:r>
              <a:rPr dirty="0" sz="1350" spc="45">
                <a:latin typeface="Arial"/>
                <a:cs typeface="Arial"/>
              </a:rPr>
              <a:t>r</a:t>
            </a:r>
            <a:r>
              <a:rPr dirty="0" sz="1350" spc="50">
                <a:latin typeface="Arial"/>
                <a:cs typeface="Arial"/>
              </a:rPr>
              <a:t>ea</a:t>
            </a:r>
            <a:r>
              <a:rPr dirty="0" sz="1350" spc="40">
                <a:latin typeface="Arial"/>
                <a:cs typeface="Arial"/>
              </a:rPr>
              <a:t>d</a:t>
            </a:r>
            <a:r>
              <a:rPr dirty="0" sz="1350" spc="-5">
                <a:latin typeface="Arial"/>
                <a:cs typeface="Arial"/>
              </a:rPr>
              <a:t>(</a:t>
            </a:r>
            <a:r>
              <a:rPr dirty="0" sz="1350" spc="-105">
                <a:latin typeface="Arial"/>
                <a:cs typeface="Arial"/>
              </a:rPr>
              <a:t>&amp;</a:t>
            </a:r>
            <a:r>
              <a:rPr dirty="0" sz="1350" spc="-5">
                <a:latin typeface="Arial"/>
                <a:cs typeface="Arial"/>
              </a:rPr>
              <a:t>R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40">
                <a:latin typeface="Arial"/>
                <a:cs typeface="Arial"/>
              </a:rPr>
              <a:t> </a:t>
            </a:r>
            <a:r>
              <a:rPr dirty="0" sz="1350" spc="25" b="1">
                <a:latin typeface="Arial"/>
                <a:cs typeface="Arial"/>
              </a:rPr>
              <a:t>sizeo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spc="-25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50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TipoRegistr</a:t>
            </a:r>
            <a:r>
              <a:rPr dirty="0" sz="1350" spc="175">
                <a:latin typeface="Arial"/>
                <a:cs typeface="Arial"/>
              </a:rPr>
              <a:t>o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9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8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1</a:t>
            </a:r>
            <a:r>
              <a:rPr dirty="0" sz="1350" spc="-9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55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ArqL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-15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7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4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180">
                <a:latin typeface="Arial"/>
                <a:cs typeface="Arial"/>
              </a:rPr>
              <a:t> </a:t>
            </a:r>
            <a:r>
              <a:rPr dirty="0" sz="1350" spc="150">
                <a:latin typeface="Arial"/>
                <a:cs typeface="Arial"/>
              </a:rPr>
              <a:t>print</a:t>
            </a:r>
            <a:r>
              <a:rPr dirty="0" sz="1350" spc="5">
                <a:latin typeface="Arial"/>
                <a:cs typeface="Arial"/>
              </a:rPr>
              <a:t>f</a:t>
            </a:r>
            <a:r>
              <a:rPr dirty="0" sz="1350" spc="-1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17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"</a:t>
            </a:r>
            <a:r>
              <a:rPr dirty="0" sz="1350" spc="-254">
                <a:latin typeface="Arial"/>
                <a:cs typeface="Arial"/>
              </a:rPr>
              <a:t> </a:t>
            </a:r>
            <a:r>
              <a:rPr dirty="0" sz="1350" spc="40">
                <a:latin typeface="Arial"/>
                <a:cs typeface="Arial"/>
              </a:rPr>
              <a:t>Registr</a:t>
            </a:r>
            <a:r>
              <a:rPr dirty="0" sz="1350" spc="-185">
                <a:latin typeface="Arial"/>
                <a:cs typeface="Arial"/>
              </a:rPr>
              <a:t>o</a:t>
            </a:r>
            <a:r>
              <a:rPr dirty="0" sz="1350" spc="-215">
                <a:latin typeface="Arial"/>
                <a:cs typeface="Arial"/>
              </a:rPr>
              <a:t>=</a:t>
            </a:r>
            <a:r>
              <a:rPr dirty="0" sz="1350" spc="-254">
                <a:latin typeface="Arial"/>
                <a:cs typeface="Arial"/>
              </a:rPr>
              <a:t>%</a:t>
            </a:r>
            <a:r>
              <a:rPr dirty="0" sz="1350" spc="110">
                <a:latin typeface="Arial"/>
                <a:cs typeface="Arial"/>
              </a:rPr>
              <a:t>d\</a:t>
            </a:r>
            <a:r>
              <a:rPr dirty="0" sz="1350" spc="55">
                <a:latin typeface="Arial"/>
                <a:cs typeface="Arial"/>
              </a:rPr>
              <a:t>n</a:t>
            </a:r>
            <a:r>
              <a:rPr dirty="0" sz="1350" spc="5">
                <a:latin typeface="Arial"/>
                <a:cs typeface="Arial"/>
              </a:rPr>
              <a:t>"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R</a:t>
            </a:r>
            <a:r>
              <a:rPr dirty="0" sz="1350" spc="45">
                <a:latin typeface="Arial"/>
                <a:cs typeface="Arial"/>
              </a:rPr>
              <a:t>.</a:t>
            </a:r>
            <a:r>
              <a:rPr dirty="0" sz="1350" spc="-90">
                <a:latin typeface="Arial"/>
                <a:cs typeface="Arial"/>
              </a:rPr>
              <a:t>Chav</a:t>
            </a:r>
            <a:r>
              <a:rPr dirty="0" sz="1350" spc="90">
                <a:latin typeface="Arial"/>
                <a:cs typeface="Arial"/>
              </a:rPr>
              <a:t>e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9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-19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}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70">
                <a:latin typeface="Arial"/>
                <a:cs typeface="Arial"/>
              </a:rPr>
              <a:t>fc</a:t>
            </a:r>
            <a:r>
              <a:rPr dirty="0" sz="1350" spc="75">
                <a:latin typeface="Arial"/>
                <a:cs typeface="Arial"/>
              </a:rPr>
              <a:t>lo</a:t>
            </a:r>
            <a:r>
              <a:rPr dirty="0" sz="1350" spc="70">
                <a:latin typeface="Arial"/>
                <a:cs typeface="Arial"/>
              </a:rPr>
              <a:t>s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-204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ArqL</a:t>
            </a:r>
            <a:r>
              <a:rPr dirty="0" sz="1350" spc="5">
                <a:latin typeface="Arial"/>
                <a:cs typeface="Arial"/>
              </a:rPr>
              <a:t>i</a:t>
            </a:r>
            <a:r>
              <a:rPr dirty="0" sz="1350" spc="-15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40">
                <a:latin typeface="Arial"/>
                <a:cs typeface="Arial"/>
              </a:rPr>
              <a:t> </a:t>
            </a:r>
            <a:r>
              <a:rPr dirty="0" sz="1350" spc="15" b="1">
                <a:latin typeface="Arial"/>
                <a:cs typeface="Arial"/>
              </a:rPr>
              <a:t>r</a:t>
            </a:r>
            <a:r>
              <a:rPr dirty="0" sz="1350" spc="20" b="1">
                <a:latin typeface="Arial"/>
                <a:cs typeface="Arial"/>
              </a:rPr>
              <a:t>etu</a:t>
            </a:r>
            <a:r>
              <a:rPr dirty="0" sz="1350" spc="15" b="1">
                <a:latin typeface="Arial"/>
                <a:cs typeface="Arial"/>
              </a:rPr>
              <a:t>r</a:t>
            </a:r>
            <a:r>
              <a:rPr dirty="0" sz="1350" spc="15" b="1">
                <a:latin typeface="Arial"/>
                <a:cs typeface="Arial"/>
              </a:rPr>
              <a:t>n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114" b="1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0</a:t>
            </a:r>
            <a:r>
              <a:rPr dirty="0" sz="1350" spc="-254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denaçã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4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14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7947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2271"/>
            <a:ext cx="7830184" cy="1847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Exter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no:</a:t>
            </a:r>
            <a:r>
              <a:rPr dirty="0" sz="2450" spc="17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500"/>
              </a:lnSpc>
              <a:spcBef>
                <a:spcPts val="10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1295" y="2879432"/>
            <a:ext cx="2448560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290">
                <a:latin typeface="Georgia"/>
                <a:cs typeface="Georgia"/>
              </a:rPr>
              <a:t> </a:t>
            </a:r>
            <a:r>
              <a:rPr dirty="0" baseline="32921" sz="2025" spc="217" i="1" u="sng">
                <a:latin typeface="Trebuchet MS"/>
                <a:cs typeface="Trebuchet MS"/>
              </a:rPr>
              <a:t>n</a:t>
            </a:r>
            <a:r>
              <a:rPr dirty="0" baseline="32921" sz="2025" spc="-300" i="1">
                <a:latin typeface="Trebuchet MS"/>
                <a:cs typeface="Trebuchet MS"/>
              </a:rPr>
              <a:t> </a:t>
            </a:r>
            <a:r>
              <a:rPr dirty="0" sz="2050" spc="15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88541" y="3058858"/>
            <a:ext cx="8118475" cy="868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845945">
              <a:lnSpc>
                <a:spcPct val="100000"/>
              </a:lnSpc>
            </a:pPr>
            <a:r>
              <a:rPr dirty="0" sz="1350" spc="-130" i="1">
                <a:latin typeface="Trebuchet MS"/>
                <a:cs typeface="Trebuchet MS"/>
              </a:rPr>
              <a:t>b</a:t>
            </a: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  <a:tabLst>
                <a:tab pos="274955" algn="l"/>
              </a:tabLst>
            </a:pPr>
            <a:r>
              <a:rPr dirty="0" sz="2050" spc="5" b="1">
                <a:latin typeface="Times New Roman"/>
                <a:cs typeface="Times New Roman"/>
              </a:rPr>
              <a:t>–</a:t>
            </a:r>
            <a:r>
              <a:rPr dirty="0" sz="2050" spc="5" b="1">
                <a:latin typeface="Times New Roman"/>
                <a:cs typeface="Times New Roman"/>
              </a:rPr>
              <a:t>	</a:t>
            </a: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já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881505">
              <a:lnSpc>
                <a:spcPts val="1130"/>
              </a:lnSpc>
              <a:spcBef>
                <a:spcPts val="1245"/>
              </a:spcBef>
            </a:pPr>
            <a:r>
              <a:rPr dirty="0" sz="1000" spc="75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1295" y="3814864"/>
            <a:ext cx="275399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  <a:tab pos="2136140" algn="l"/>
                <a:tab pos="2614295" algn="l"/>
              </a:tabLst>
            </a:pPr>
            <a:r>
              <a:rPr dirty="0" sz="2050" spc="5">
                <a:latin typeface="Arial"/>
                <a:cs typeface="Arial"/>
              </a:rPr>
              <a:t>Pi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290">
                <a:latin typeface="Georgia"/>
                <a:cs typeface="Georgia"/>
              </a:rPr>
              <a:t> </a:t>
            </a:r>
            <a:r>
              <a:rPr dirty="0" baseline="32921" sz="2025" spc="7" u="sng">
                <a:latin typeface="Times New Roman"/>
                <a:cs typeface="Times New Roman"/>
              </a:rPr>
              <a:t> </a:t>
            </a:r>
            <a:r>
              <a:rPr dirty="0" baseline="32921" sz="2025" u="sng">
                <a:latin typeface="Times New Roman"/>
                <a:cs typeface="Times New Roman"/>
              </a:rPr>
              <a:t>	</a:t>
            </a:r>
            <a:r>
              <a:rPr dirty="0" baseline="32921" sz="2025" spc="217" i="1" u="sng">
                <a:latin typeface="Trebuchet MS"/>
                <a:cs typeface="Trebuchet MS"/>
              </a:rPr>
              <a:t>n</a:t>
            </a:r>
            <a:r>
              <a:rPr dirty="0" baseline="32921" sz="2025" i="1" u="sng">
                <a:latin typeface="Trebuchet MS"/>
                <a:cs typeface="Trebuchet MS"/>
              </a:rPr>
              <a:t>	</a:t>
            </a:r>
            <a:r>
              <a:rPr dirty="0" baseline="32921" sz="2025" spc="-300" i="1">
                <a:latin typeface="Trebuchet MS"/>
                <a:cs typeface="Trebuchet MS"/>
              </a:rPr>
              <a:t> </a:t>
            </a:r>
            <a:r>
              <a:rPr dirty="0" sz="2050" spc="15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88541" y="3994289"/>
            <a:ext cx="8078470" cy="1737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493520">
              <a:lnSpc>
                <a:spcPct val="100000"/>
              </a:lnSpc>
            </a:pPr>
            <a:r>
              <a:rPr dirty="0" sz="1350" spc="155">
                <a:latin typeface="PMingLiU"/>
                <a:cs typeface="PMingLiU"/>
              </a:rPr>
              <a:t>T</a:t>
            </a:r>
            <a:r>
              <a:rPr dirty="0" sz="1350" spc="165">
                <a:latin typeface="PMingLiU"/>
                <a:cs typeface="PMingLiU"/>
              </a:rPr>
              <a:t>a</a:t>
            </a:r>
            <a:r>
              <a:rPr dirty="0" sz="1350" spc="229">
                <a:latin typeface="PMingLiU"/>
                <a:cs typeface="PMingLiU"/>
              </a:rPr>
              <a:t>m</a:t>
            </a:r>
            <a:r>
              <a:rPr dirty="0" sz="1350" spc="175">
                <a:latin typeface="PMingLiU"/>
                <a:cs typeface="PMingLiU"/>
              </a:rPr>
              <a:t>A</a:t>
            </a:r>
            <a:r>
              <a:rPr dirty="0" sz="1350" spc="145">
                <a:latin typeface="PMingLiU"/>
                <a:cs typeface="PMingLiU"/>
              </a:rPr>
              <a:t>r</a:t>
            </a:r>
            <a:r>
              <a:rPr dirty="0" sz="1350" spc="85">
                <a:latin typeface="PMingLiU"/>
                <a:cs typeface="PMingLiU"/>
              </a:rPr>
              <a:t>e</a:t>
            </a:r>
            <a:r>
              <a:rPr dirty="0" sz="1350" spc="165">
                <a:latin typeface="PMingLiU"/>
                <a:cs typeface="PMingLiU"/>
              </a:rPr>
              <a:t>a</a:t>
            </a:r>
            <a:endParaRPr sz="1350">
              <a:latin typeface="PMingLiU"/>
              <a:cs typeface="PMingLiU"/>
            </a:endParaRPr>
          </a:p>
          <a:p>
            <a:pPr marL="274955" marR="548005" indent="-262255">
              <a:lnSpc>
                <a:spcPts val="2860"/>
              </a:lnSpc>
              <a:spcBef>
                <a:spcPts val="140"/>
              </a:spcBef>
              <a:buFont typeface="Times New Roman"/>
              <a:buChar char="–"/>
              <a:tabLst>
                <a:tab pos="275590" algn="l"/>
              </a:tabLst>
            </a:pP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6500"/>
              </a:lnSpc>
              <a:spcBef>
                <a:spcPts val="380"/>
              </a:spcBef>
              <a:buFont typeface="Times New Roman"/>
              <a:buChar char="–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21295" y="5910897"/>
            <a:ext cx="5920740" cy="762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ts val="1935"/>
              </a:lnSpc>
              <a:buFont typeface="Lucida Sans Unicode"/>
              <a:buChar char="•"/>
              <a:tabLst>
                <a:tab pos="275590" algn="l"/>
                <a:tab pos="3091180" algn="l"/>
                <a:tab pos="352425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290">
                <a:latin typeface="Georgia"/>
                <a:cs typeface="Georgia"/>
              </a:rPr>
              <a:t> </a:t>
            </a:r>
            <a:r>
              <a:rPr dirty="0" baseline="32921" sz="2025" spc="217" i="1" u="sng">
                <a:latin typeface="Trebuchet MS"/>
                <a:cs typeface="Trebuchet MS"/>
              </a:rPr>
              <a:t>n</a:t>
            </a:r>
            <a:r>
              <a:rPr dirty="0" baseline="32921" sz="2025" spc="-300" i="1">
                <a:latin typeface="Trebuchet MS"/>
                <a:cs typeface="Trebuchet MS"/>
              </a:rPr>
              <a:t> </a:t>
            </a:r>
            <a:r>
              <a:rPr dirty="0" sz="2050" spc="185" i="1">
                <a:latin typeface="Arial"/>
                <a:cs typeface="Arial"/>
              </a:rPr>
              <a:t>l</a:t>
            </a:r>
            <a:r>
              <a:rPr dirty="0" sz="2050" spc="-170" i="1">
                <a:latin typeface="Arial"/>
                <a:cs typeface="Arial"/>
              </a:rPr>
              <a:t>o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290">
                <a:latin typeface="Georgia"/>
                <a:cs typeface="Georgia"/>
              </a:rPr>
              <a:t> </a:t>
            </a:r>
            <a:r>
              <a:rPr dirty="0" baseline="32921" sz="2025" spc="7" u="sng">
                <a:latin typeface="Times New Roman"/>
                <a:cs typeface="Times New Roman"/>
              </a:rPr>
              <a:t> </a:t>
            </a:r>
            <a:r>
              <a:rPr dirty="0" baseline="32921" sz="2025" u="sng">
                <a:latin typeface="Times New Roman"/>
                <a:cs typeface="Times New Roman"/>
              </a:rPr>
              <a:t>	</a:t>
            </a:r>
            <a:r>
              <a:rPr dirty="0" baseline="32921" sz="2025" spc="217" i="1" u="sng">
                <a:latin typeface="Trebuchet MS"/>
                <a:cs typeface="Trebuchet MS"/>
              </a:rPr>
              <a:t>n</a:t>
            </a:r>
            <a:r>
              <a:rPr dirty="0" baseline="32921" sz="2025" i="1" u="sng">
                <a:latin typeface="Trebuchet MS"/>
                <a:cs typeface="Trebuchet MS"/>
              </a:rPr>
              <a:t>	</a:t>
            </a:r>
            <a:r>
              <a:rPr dirty="0" baseline="32921" sz="2025" spc="-300" i="1">
                <a:latin typeface="Trebuchet MS"/>
                <a:cs typeface="Trebuchet MS"/>
              </a:rPr>
              <a:t> </a:t>
            </a:r>
            <a:r>
              <a:rPr dirty="0" sz="2050" spc="15">
                <a:latin typeface="Georgia"/>
                <a:cs typeface="Georgia"/>
              </a:rPr>
              <a:t>))</a:t>
            </a:r>
            <a:endParaRPr sz="2050">
              <a:latin typeface="Georgia"/>
              <a:cs typeface="Georgia"/>
            </a:endParaRPr>
          </a:p>
          <a:p>
            <a:pPr algn="ctr" marR="203835">
              <a:lnSpc>
                <a:spcPts val="1095"/>
              </a:lnSpc>
              <a:tabLst>
                <a:tab pos="586105" algn="l"/>
              </a:tabLst>
            </a:pPr>
            <a:r>
              <a:rPr dirty="0" sz="1350" spc="-130" i="1">
                <a:latin typeface="Trebuchet MS"/>
                <a:cs typeface="Trebuchet MS"/>
              </a:rPr>
              <a:t>b</a:t>
            </a:r>
            <a:r>
              <a:rPr dirty="0" sz="1350" spc="-130" i="1">
                <a:latin typeface="Trebuchet MS"/>
                <a:cs typeface="Trebuchet MS"/>
              </a:rPr>
              <a:t>	</a:t>
            </a:r>
            <a:r>
              <a:rPr dirty="0" sz="1350" spc="155">
                <a:latin typeface="PMingLiU"/>
                <a:cs typeface="PMingLiU"/>
              </a:rPr>
              <a:t>T</a:t>
            </a:r>
            <a:r>
              <a:rPr dirty="0" sz="1350" spc="165">
                <a:latin typeface="PMingLiU"/>
                <a:cs typeface="PMingLiU"/>
              </a:rPr>
              <a:t>a</a:t>
            </a:r>
            <a:r>
              <a:rPr dirty="0" sz="1350" spc="229">
                <a:latin typeface="PMingLiU"/>
                <a:cs typeface="PMingLiU"/>
              </a:rPr>
              <a:t>m</a:t>
            </a:r>
            <a:r>
              <a:rPr dirty="0" sz="1350" spc="175">
                <a:latin typeface="PMingLiU"/>
                <a:cs typeface="PMingLiU"/>
              </a:rPr>
              <a:t>A</a:t>
            </a:r>
            <a:r>
              <a:rPr dirty="0" sz="1350" spc="145">
                <a:latin typeface="PMingLiU"/>
                <a:cs typeface="PMingLiU"/>
              </a:rPr>
              <a:t>r</a:t>
            </a:r>
            <a:r>
              <a:rPr dirty="0" sz="1350" spc="85">
                <a:latin typeface="PMingLiU"/>
                <a:cs typeface="PMingLiU"/>
              </a:rPr>
              <a:t>e</a:t>
            </a:r>
            <a:r>
              <a:rPr dirty="0" sz="1350" spc="165">
                <a:latin typeface="PMingLiU"/>
                <a:cs typeface="PMingLiU"/>
              </a:rPr>
              <a:t>a</a:t>
            </a:r>
            <a:endParaRPr sz="1350">
              <a:latin typeface="PMingLiU"/>
              <a:cs typeface="PMingLiU"/>
            </a:endParaRPr>
          </a:p>
          <a:p>
            <a:pPr marL="379730">
              <a:lnSpc>
                <a:spcPct val="100000"/>
              </a:lnSpc>
              <a:spcBef>
                <a:spcPts val="414"/>
              </a:spcBef>
              <a:tabLst>
                <a:tab pos="641985" algn="l"/>
              </a:tabLst>
            </a:pPr>
            <a:r>
              <a:rPr dirty="0" sz="2050" spc="5" b="1">
                <a:latin typeface="Times New Roman"/>
                <a:cs typeface="Times New Roman"/>
              </a:rPr>
              <a:t>–</a:t>
            </a:r>
            <a:r>
              <a:rPr dirty="0" sz="2050" spc="5" b="1">
                <a:latin typeface="Times New Roman"/>
                <a:cs typeface="Times New Roman"/>
              </a:rPr>
              <a:t>	</a:t>
            </a:r>
            <a:r>
              <a:rPr dirty="0" sz="2050" spc="1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transp-cap4.dvi</dc:title>
  <dcterms:created xsi:type="dcterms:W3CDTF">2015-06-18T03:44:41Z</dcterms:created>
  <dcterms:modified xsi:type="dcterms:W3CDTF">2015-06-18T03:44:41Z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2010-08-31T00:00:00Z</vt:filetime>
  </property>
  <property fmtid="{D5CDD505-2E9C-101B-9397-08002B2CF9AE}" pid="3" name="Creator">
    <vt:lpwstr>dvips(k) 5.98 Copyright 2009 Radical Eye Software</vt:lpwstr>
  </property>
  <property fmtid="{D5CDD505-2E9C-101B-9397-08002B2CF9AE}" pid="4" name="LastSaved">
    <vt:filetime>2015-06-18T00:00:00Z</vt:filetime>
  </property>
</Properties>
</file>