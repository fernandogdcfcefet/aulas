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8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C4D8CB-E97D-4785-A19A-75E6DD4B4D1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05837A-443E-4C0F-BE02-4BEFBAE46B13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686A2-66BE-49A5-B69C-710EF6F1D1B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E4779-7778-41AB-8955-75321B8DD25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41AEA3-9A2F-4F28-89AA-A1119C4D5C8C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7CFDD-1CB5-4CA7-A364-9E44D5FCBF00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D7CABA-0C16-4840-A1D7-999DDADD777D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8431AF-21BD-4282-8FAC-3EC1D567F77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8FBCAE-21BA-4FA0-81BC-1F7E56E80C17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1D56A8-0E91-4832-8EE5-B357B4BF2FF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b="0" lang="pt-BR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4112C5-AAA4-428B-BAA6-50C8A2F2F64F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List_of_Unicode_characters" TargetMode="External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Fundamentos de Informática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Prof. Fernando Garcia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sng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fernandogdcf@cefetmg.br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partir do momento em que houve a necessidade de troca de informações entre computadores, houve necessidade de um código universal de representação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Década de 60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Normalmente consistem em tabelas com grupos de bits que representam determinados caracteres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10080" y="274680"/>
            <a:ext cx="46335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 – Tabela ASCII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0" y="1600200"/>
            <a:ext cx="4464000" cy="262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American Standard Code for Information Interchange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Imagem 8" descr=""/>
          <p:cNvPicPr/>
          <p:nvPr/>
        </p:nvPicPr>
        <p:blipFill>
          <a:blip r:embed="rId1"/>
          <a:stretch/>
        </p:blipFill>
        <p:spPr>
          <a:xfrm>
            <a:off x="0" y="28440"/>
            <a:ext cx="46335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m 10" descr=""/>
          <p:cNvPicPr/>
          <p:nvPr/>
        </p:nvPicPr>
        <p:blipFill>
          <a:blip r:embed="rId2"/>
          <a:stretch/>
        </p:blipFill>
        <p:spPr>
          <a:xfrm>
            <a:off x="4552200" y="3185640"/>
            <a:ext cx="4627440" cy="361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565164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 caractere é um símbolo usado para escrever texto em alguma língua.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! " - 9 A B a b ~ À ã ç é ÿ Σ α — “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número de caracteres usados pelas diferentes línguas do mundo é muito grande. 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representar esses símbolos no computado?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consórcio Unicode atribuiu nomes numéricos a mais de 1 milhão de caracteres.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Teste pressionando sua tecla “alt”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Imagem 4" descr=""/>
          <p:cNvPicPr/>
          <p:nvPr/>
        </p:nvPicPr>
        <p:blipFill>
          <a:blip r:embed="rId1"/>
          <a:stretch/>
        </p:blipFill>
        <p:spPr>
          <a:xfrm>
            <a:off x="6660360" y="108720"/>
            <a:ext cx="2401560" cy="674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23640" y="274680"/>
            <a:ext cx="61203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 - Unicode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565164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Nessa amostra, os nomes numéricos dos caracteres estão escritos em notação decimal.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Normalmente esses números são escritos em notação hexadecimal.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 usual acrescentar o prefixo U+ a cada número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Imagem 7" descr=""/>
          <p:cNvPicPr/>
          <p:nvPr/>
        </p:nvPicPr>
        <p:blipFill>
          <a:blip r:embed="rId1"/>
          <a:stretch/>
        </p:blipFill>
        <p:spPr>
          <a:xfrm>
            <a:off x="6732360" y="34920"/>
            <a:ext cx="2385360" cy="671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 - Unicode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Imagem 4" descr=""/>
          <p:cNvPicPr/>
          <p:nvPr/>
        </p:nvPicPr>
        <p:blipFill>
          <a:blip r:embed="rId1"/>
          <a:stretch/>
        </p:blipFill>
        <p:spPr>
          <a:xfrm>
            <a:off x="0" y="1239120"/>
            <a:ext cx="9143640" cy="437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Balão de Fala: Retângulo 5"/>
          <p:cNvSpPr/>
          <p:nvPr/>
        </p:nvSpPr>
        <p:spPr>
          <a:xfrm>
            <a:off x="6804360" y="1239120"/>
            <a:ext cx="2095560" cy="1809000"/>
          </a:xfrm>
          <a:prstGeom prst="wedgeRectCallout">
            <a:avLst>
              <a:gd name="adj1" fmla="val 19053"/>
              <a:gd name="adj2" fmla="val 73293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Este é o número 8658</a:t>
            </a:r>
            <a:r>
              <a:rPr b="1" lang="pt-BR" sz="2400" strike="noStrike" u="none" baseline="-25000">
                <a:solidFill>
                  <a:schemeClr val="lt1"/>
                </a:solidFill>
                <a:effectLst/>
                <a:uFillTx/>
                <a:latin typeface="Calibri"/>
              </a:rPr>
              <a:t>10</a:t>
            </a:r>
            <a:r>
              <a:rPr b="1" lang="pt-BR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. Teste com o “ALT”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 UTF-8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alfabeto Unicode tem mais de 1 milhão caracteres.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Quantos bytes precisamos pra representar essa quantidade de caracteres?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Pelo menos 3 bytes (24 bits)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Usar um número fixo de bytes por caractere não seria eficiente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byte é suficiente para codificar os caracteres mais comuns.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solução é recorrer a um código que emprega um número variável de bytes por caractere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Alguns caracteres usam 1 byte, outros usam 2 bytes, e assim por diante.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 UTF-8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código multibyte mais usado é conhecido como UTF-8. 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Associa uma sequência de 1 a 4 bytes com cada caractere Unicode. 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Os primeiros 128 caracteres usam o código ASCII de 1 byte por caractere. 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m 4" descr=""/>
          <p:cNvPicPr/>
          <p:nvPr/>
        </p:nvPicPr>
        <p:blipFill>
          <a:blip r:embed="rId1"/>
          <a:stretch/>
        </p:blipFill>
        <p:spPr>
          <a:xfrm>
            <a:off x="1223280" y="22680"/>
            <a:ext cx="6697440" cy="597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m 6" descr=""/>
          <p:cNvPicPr/>
          <p:nvPr/>
        </p:nvPicPr>
        <p:blipFill>
          <a:blip r:embed="rId2"/>
          <a:stretch/>
        </p:blipFill>
        <p:spPr>
          <a:xfrm>
            <a:off x="2476080" y="6000480"/>
            <a:ext cx="4191120" cy="85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Imagens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Imagens podem ser representadas em um computador de várias maneiras.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delas consiste em uma matriz de 0s e 1s (mapa de bits - bitmap)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Imagem 6" descr=""/>
          <p:cNvPicPr/>
          <p:nvPr/>
        </p:nvPicPr>
        <p:blipFill>
          <a:blip r:embed="rId1"/>
          <a:stretch/>
        </p:blipFill>
        <p:spPr>
          <a:xfrm>
            <a:off x="1158840" y="3573000"/>
            <a:ext cx="6826320" cy="286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Imagens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0" y="1627200"/>
            <a:ext cx="9143640" cy="495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Imagens coloridas?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2" descr="Anatomia do pixel – lógico e físico – apenas imagens"/>
          <p:cNvPicPr/>
          <p:nvPr/>
        </p:nvPicPr>
        <p:blipFill>
          <a:blip r:embed="rId1"/>
          <a:stretch/>
        </p:blipFill>
        <p:spPr>
          <a:xfrm>
            <a:off x="394920" y="1704960"/>
            <a:ext cx="8291880" cy="500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Imagens coloridas?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2" descr="RGB (3x8-bit pixel) mode | Download Scientific Diagram"/>
          <p:cNvPicPr/>
          <p:nvPr/>
        </p:nvPicPr>
        <p:blipFill>
          <a:blip r:embed="rId1"/>
          <a:stretch/>
        </p:blipFill>
        <p:spPr>
          <a:xfrm>
            <a:off x="1475640" y="1700640"/>
            <a:ext cx="5544360" cy="375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Compressão de imagens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2" descr=""/>
          <p:cNvPicPr/>
          <p:nvPr/>
        </p:nvPicPr>
        <p:blipFill>
          <a:blip r:embed="rId1"/>
          <a:stretch/>
        </p:blipFill>
        <p:spPr>
          <a:xfrm>
            <a:off x="49680" y="1690560"/>
            <a:ext cx="9067680" cy="389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Compressão de imagens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Imagem 5" descr=""/>
          <p:cNvPicPr/>
          <p:nvPr/>
        </p:nvPicPr>
        <p:blipFill>
          <a:blip r:embed="rId1"/>
          <a:stretch/>
        </p:blipFill>
        <p:spPr>
          <a:xfrm>
            <a:off x="0" y="144000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Compressão de imagens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95400" y="1965240"/>
            <a:ext cx="8952480" cy="488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Links úteis</a:t>
            </a:r>
            <a:br>
              <a:rPr sz="4400"/>
            </a:b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https://en.wikipedia.org/wiki/List_of_Unicode_characters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https://www.utf8-chartable.de/unicode-utf8-table.pl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1548</TotalTime>
  <Application>LibreOffice/25.2.5.2$Windows_X86_64 LibreOffice_project/03d19516eb2e1dd5d4ccd751a0d6f35f35e08022</Application>
  <AppVersion>15.0000</AppVersion>
  <Words>387</Words>
  <Paragraphs>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2017-02-09T21:49:04Z</dcterms:created>
  <dc:creator>Admin</dc:creator>
  <dc:description/>
  <dc:language>pt-BR</dc:language>
  <cp:lastModifiedBy/>
  <dcterms:modified xsi:type="dcterms:W3CDTF">2025-09-17T14:35:06Z</dcterms:modified>
  <cp:revision>28</cp:revision>
  <dc:subject/>
  <dc:title>Fundamentos de Informática - Codificação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i4>17</vt:i4>
  </property>
</Properties>
</file>